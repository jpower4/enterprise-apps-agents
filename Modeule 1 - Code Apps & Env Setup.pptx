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8" r:id="rId2"/>
    <p:sldMasterId id="2147483675" r:id="rId3"/>
    <p:sldMasterId id="2147483680" r:id="rId4"/>
    <p:sldMasterId id="2147483684" r:id="rId5"/>
  </p:sldMasterIdLst>
  <p:notesMasterIdLst>
    <p:notesMasterId r:id="rId36"/>
  </p:notesMasterIdLst>
  <p:sldIdLst>
    <p:sldId id="2147479557" r:id="rId6"/>
    <p:sldId id="1611" r:id="rId7"/>
    <p:sldId id="2147479572" r:id="rId8"/>
    <p:sldId id="2076137145" r:id="rId9"/>
    <p:sldId id="2142533429" r:id="rId10"/>
    <p:sldId id="2142533482" r:id="rId11"/>
    <p:sldId id="2147479587" r:id="rId12"/>
    <p:sldId id="2147479586" r:id="rId13"/>
    <p:sldId id="257" r:id="rId14"/>
    <p:sldId id="258" r:id="rId15"/>
    <p:sldId id="259" r:id="rId16"/>
    <p:sldId id="260" r:id="rId17"/>
    <p:sldId id="261" r:id="rId18"/>
    <p:sldId id="262" r:id="rId19"/>
    <p:sldId id="256" r:id="rId20"/>
    <p:sldId id="2147479573" r:id="rId21"/>
    <p:sldId id="2147479574" r:id="rId22"/>
    <p:sldId id="2147479575" r:id="rId23"/>
    <p:sldId id="2147479576" r:id="rId24"/>
    <p:sldId id="2147479577" r:id="rId25"/>
    <p:sldId id="2147479578" r:id="rId26"/>
    <p:sldId id="2147479579" r:id="rId27"/>
    <p:sldId id="2147479580" r:id="rId28"/>
    <p:sldId id="2147479581" r:id="rId29"/>
    <p:sldId id="2147479582" r:id="rId30"/>
    <p:sldId id="2147479583" r:id="rId31"/>
    <p:sldId id="2147479584" r:id="rId32"/>
    <p:sldId id="2147479585" r:id="rId33"/>
    <p:sldId id="2147479593" r:id="rId34"/>
    <p:sldId id="214253348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132B"/>
    <a:srgbClr val="1B13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F06EC0-6773-4754-B5CF-3A86373E55DF}" v="94" dt="2026-10-22T21:12:44.627"/>
  </p1510:revLst>
</p1510:revInfo>
</file>

<file path=ppt/tableStyles.xml><?xml version="1.0" encoding="utf-8"?>
<a:tblStyleLst xmlns:a="http://schemas.openxmlformats.org/drawingml/2006/main" def="{5C22544A-7EE6-4342-B048-85BDC9FD1C3A}">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79126" autoAdjust="0"/>
  </p:normalViewPr>
  <p:slideViewPr>
    <p:cSldViewPr snapToGrid="0">
      <p:cViewPr varScale="1">
        <p:scale>
          <a:sx n="76" d="100"/>
          <a:sy n="76" d="100"/>
        </p:scale>
        <p:origin x="62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kins NS" userId="8bdba4d2-1367-40cf-ad35-f59b31261896" providerId="ADAL" clId="{9DF06EC0-6773-4754-B5CF-3A86373E55DF}"/>
    <pc:docChg chg="undo custSel addSld delSld modSld sldOrd addMainMaster delMainMaster modMainMaster">
      <pc:chgData name="Jenkins NS" userId="8bdba4d2-1367-40cf-ad35-f59b31261896" providerId="ADAL" clId="{9DF06EC0-6773-4754-B5CF-3A86373E55DF}" dt="2026-10-22T21:12:44.621" v="504"/>
      <pc:docMkLst>
        <pc:docMk/>
      </pc:docMkLst>
      <pc:sldChg chg="modSp add del mod">
        <pc:chgData name="Jenkins NS" userId="8bdba4d2-1367-40cf-ad35-f59b31261896" providerId="ADAL" clId="{9DF06EC0-6773-4754-B5CF-3A86373E55DF}" dt="2026-10-22T20:51:50.990" v="501" actId="47"/>
        <pc:sldMkLst>
          <pc:docMk/>
          <pc:sldMk cId="0" sldId="256"/>
        </pc:sldMkLst>
        <pc:spChg chg="mod">
          <ac:chgData name="Jenkins NS" userId="8bdba4d2-1367-40cf-ad35-f59b31261896" providerId="ADAL" clId="{9DF06EC0-6773-4754-B5CF-3A86373E55DF}" dt="2026-10-21T19:26:48.705" v="5" actId="6549"/>
          <ac:spMkLst>
            <pc:docMk/>
            <pc:sldMk cId="0" sldId="256"/>
            <ac:spMk id="2" creationId="{00000000-0000-0000-0000-000000000000}"/>
          </ac:spMkLst>
        </pc:spChg>
      </pc:sldChg>
      <pc:sldChg chg="modSp add del mod">
        <pc:chgData name="Jenkins NS" userId="8bdba4d2-1367-40cf-ad35-f59b31261896" providerId="ADAL" clId="{9DF06EC0-6773-4754-B5CF-3A86373E55DF}" dt="2026-10-22T20:51:50.990" v="501" actId="47"/>
        <pc:sldMkLst>
          <pc:docMk/>
          <pc:sldMk cId="0" sldId="257"/>
        </pc:sldMkLst>
        <pc:spChg chg="mod">
          <ac:chgData name="Jenkins NS" userId="8bdba4d2-1367-40cf-ad35-f59b31261896" providerId="ADAL" clId="{9DF06EC0-6773-4754-B5CF-3A86373E55DF}" dt="2026-10-21T19:44:54.496" v="293" actId="123"/>
          <ac:spMkLst>
            <pc:docMk/>
            <pc:sldMk cId="0" sldId="257"/>
            <ac:spMk id="5" creationId="{00000000-0000-0000-0000-000000000000}"/>
          </ac:spMkLst>
        </pc:spChg>
      </pc:sldChg>
      <pc:sldChg chg="add del">
        <pc:chgData name="Jenkins NS" userId="8bdba4d2-1367-40cf-ad35-f59b31261896" providerId="ADAL" clId="{9DF06EC0-6773-4754-B5CF-3A86373E55DF}" dt="2026-10-22T20:51:50.990" v="501" actId="47"/>
        <pc:sldMkLst>
          <pc:docMk/>
          <pc:sldMk cId="0" sldId="258"/>
        </pc:sldMkLst>
      </pc:sldChg>
      <pc:sldChg chg="add del">
        <pc:chgData name="Jenkins NS" userId="8bdba4d2-1367-40cf-ad35-f59b31261896" providerId="ADAL" clId="{9DF06EC0-6773-4754-B5CF-3A86373E55DF}" dt="2026-10-22T20:51:50.990" v="501" actId="47"/>
        <pc:sldMkLst>
          <pc:docMk/>
          <pc:sldMk cId="0" sldId="259"/>
        </pc:sldMkLst>
      </pc:sldChg>
      <pc:sldChg chg="add del">
        <pc:chgData name="Jenkins NS" userId="8bdba4d2-1367-40cf-ad35-f59b31261896" providerId="ADAL" clId="{9DF06EC0-6773-4754-B5CF-3A86373E55DF}" dt="2026-10-22T20:51:50.990" v="501" actId="47"/>
        <pc:sldMkLst>
          <pc:docMk/>
          <pc:sldMk cId="0" sldId="260"/>
        </pc:sldMkLst>
      </pc:sldChg>
      <pc:sldChg chg="add del">
        <pc:chgData name="Jenkins NS" userId="8bdba4d2-1367-40cf-ad35-f59b31261896" providerId="ADAL" clId="{9DF06EC0-6773-4754-B5CF-3A86373E55DF}" dt="2026-10-22T20:51:50.990" v="501" actId="47"/>
        <pc:sldMkLst>
          <pc:docMk/>
          <pc:sldMk cId="0" sldId="261"/>
        </pc:sldMkLst>
      </pc:sldChg>
      <pc:sldChg chg="add del">
        <pc:chgData name="Jenkins NS" userId="8bdba4d2-1367-40cf-ad35-f59b31261896" providerId="ADAL" clId="{9DF06EC0-6773-4754-B5CF-3A86373E55DF}" dt="2026-10-22T20:51:50.990" v="501" actId="47"/>
        <pc:sldMkLst>
          <pc:docMk/>
          <pc:sldMk cId="0" sldId="262"/>
        </pc:sldMkLst>
      </pc:sldChg>
      <pc:sldChg chg="delSp modSp add del mod setBg">
        <pc:chgData name="Jenkins NS" userId="8bdba4d2-1367-40cf-ad35-f59b31261896" providerId="ADAL" clId="{9DF06EC0-6773-4754-B5CF-3A86373E55DF}" dt="2026-10-22T20:51:55.960" v="502" actId="47"/>
        <pc:sldMkLst>
          <pc:docMk/>
          <pc:sldMk cId="0" sldId="263"/>
        </pc:sldMkLst>
        <pc:spChg chg="del">
          <ac:chgData name="Jenkins NS" userId="8bdba4d2-1367-40cf-ad35-f59b31261896" providerId="ADAL" clId="{9DF06EC0-6773-4754-B5CF-3A86373E55DF}" dt="2026-10-21T20:11:04.574" v="353" actId="478"/>
          <ac:spMkLst>
            <pc:docMk/>
            <pc:sldMk cId="0" sldId="263"/>
            <ac:spMk id="16" creationId="{00000000-0000-0000-0000-000000000000}"/>
          </ac:spMkLst>
        </pc:spChg>
        <pc:spChg chg="del mod">
          <ac:chgData name="Jenkins NS" userId="8bdba4d2-1367-40cf-ad35-f59b31261896" providerId="ADAL" clId="{9DF06EC0-6773-4754-B5CF-3A86373E55DF}" dt="2026-10-21T20:11:07.284" v="355" actId="478"/>
          <ac:spMkLst>
            <pc:docMk/>
            <pc:sldMk cId="0" sldId="263"/>
            <ac:spMk id="17" creationId="{00000000-0000-0000-0000-000000000000}"/>
          </ac:spMkLst>
        </pc:spChg>
      </pc:sldChg>
      <pc:sldChg chg="delSp modSp add del mod setBg">
        <pc:chgData name="Jenkins NS" userId="8bdba4d2-1367-40cf-ad35-f59b31261896" providerId="ADAL" clId="{9DF06EC0-6773-4754-B5CF-3A86373E55DF}" dt="2026-10-22T20:51:55.960" v="502" actId="47"/>
        <pc:sldMkLst>
          <pc:docMk/>
          <pc:sldMk cId="0" sldId="264"/>
        </pc:sldMkLst>
        <pc:spChg chg="del mod">
          <ac:chgData name="Jenkins NS" userId="8bdba4d2-1367-40cf-ad35-f59b31261896" providerId="ADAL" clId="{9DF06EC0-6773-4754-B5CF-3A86373E55DF}" dt="2026-10-21T20:11:23.009" v="357" actId="478"/>
          <ac:spMkLst>
            <pc:docMk/>
            <pc:sldMk cId="0" sldId="264"/>
            <ac:spMk id="12" creationId="{00000000-0000-0000-0000-000000000000}"/>
          </ac:spMkLst>
        </pc:spChg>
        <pc:spChg chg="del">
          <ac:chgData name="Jenkins NS" userId="8bdba4d2-1367-40cf-ad35-f59b31261896" providerId="ADAL" clId="{9DF06EC0-6773-4754-B5CF-3A86373E55DF}" dt="2026-10-21T20:11:25.804" v="358" actId="478"/>
          <ac:spMkLst>
            <pc:docMk/>
            <pc:sldMk cId="0" sldId="264"/>
            <ac:spMk id="13" creationId="{00000000-0000-0000-0000-000000000000}"/>
          </ac:spMkLst>
        </pc:spChg>
      </pc:sldChg>
      <pc:sldChg chg="add del setBg">
        <pc:chgData name="Jenkins NS" userId="8bdba4d2-1367-40cf-ad35-f59b31261896" providerId="ADAL" clId="{9DF06EC0-6773-4754-B5CF-3A86373E55DF}" dt="2026-10-22T20:51:55.960" v="502" actId="47"/>
        <pc:sldMkLst>
          <pc:docMk/>
          <pc:sldMk cId="0" sldId="265"/>
        </pc:sldMkLst>
      </pc:sldChg>
      <pc:sldChg chg="delSp modSp add del mod ord">
        <pc:chgData name="Jenkins NS" userId="8bdba4d2-1367-40cf-ad35-f59b31261896" providerId="ADAL" clId="{9DF06EC0-6773-4754-B5CF-3A86373E55DF}" dt="2026-10-22T20:51:50.990" v="501" actId="47"/>
        <pc:sldMkLst>
          <pc:docMk/>
          <pc:sldMk cId="101198574" sldId="1611"/>
        </pc:sldMkLst>
        <pc:picChg chg="mod">
          <ac:chgData name="Jenkins NS" userId="8bdba4d2-1367-40cf-ad35-f59b31261896" providerId="ADAL" clId="{9DF06EC0-6773-4754-B5CF-3A86373E55DF}" dt="2026-10-21T19:43:22.468" v="290" actId="1076"/>
          <ac:picMkLst>
            <pc:docMk/>
            <pc:sldMk cId="101198574" sldId="1611"/>
            <ac:picMk id="22" creationId="{6AC8544B-45DF-A5F3-BBFD-2855810FA51C}"/>
          </ac:picMkLst>
        </pc:picChg>
        <pc:picChg chg="del">
          <ac:chgData name="Jenkins NS" userId="8bdba4d2-1367-40cf-ad35-f59b31261896" providerId="ADAL" clId="{9DF06EC0-6773-4754-B5CF-3A86373E55DF}" dt="2026-10-21T19:43:15.777" v="287" actId="478"/>
          <ac:picMkLst>
            <pc:docMk/>
            <pc:sldMk cId="101198574" sldId="1611"/>
            <ac:picMk id="23" creationId="{B3A8E0FB-0190-4ABD-8FD9-E2538AE80004}"/>
          </ac:picMkLst>
        </pc:picChg>
      </pc:sldChg>
      <pc:sldChg chg="add del">
        <pc:chgData name="Jenkins NS" userId="8bdba4d2-1367-40cf-ad35-f59b31261896" providerId="ADAL" clId="{9DF06EC0-6773-4754-B5CF-3A86373E55DF}" dt="2026-10-22T20:51:55.960" v="502" actId="47"/>
        <pc:sldMkLst>
          <pc:docMk/>
          <pc:sldMk cId="2497367714" sldId="2044"/>
        </pc:sldMkLst>
      </pc:sldChg>
      <pc:sldChg chg="add del">
        <pc:chgData name="Jenkins NS" userId="8bdba4d2-1367-40cf-ad35-f59b31261896" providerId="ADAL" clId="{9DF06EC0-6773-4754-B5CF-3A86373E55DF}" dt="2026-10-22T20:51:55.960" v="502" actId="47"/>
        <pc:sldMkLst>
          <pc:docMk/>
          <pc:sldMk cId="3099915628" sldId="2045"/>
        </pc:sldMkLst>
      </pc:sldChg>
      <pc:sldChg chg="add del">
        <pc:chgData name="Jenkins NS" userId="8bdba4d2-1367-40cf-ad35-f59b31261896" providerId="ADAL" clId="{9DF06EC0-6773-4754-B5CF-3A86373E55DF}" dt="2026-10-22T20:51:55.960" v="502" actId="47"/>
        <pc:sldMkLst>
          <pc:docMk/>
          <pc:sldMk cId="1470740852" sldId="2047"/>
        </pc:sldMkLst>
      </pc:sldChg>
      <pc:sldChg chg="modSp add del mod">
        <pc:chgData name="Jenkins NS" userId="8bdba4d2-1367-40cf-ad35-f59b31261896" providerId="ADAL" clId="{9DF06EC0-6773-4754-B5CF-3A86373E55DF}" dt="2026-10-22T20:51:55.960" v="502" actId="47"/>
        <pc:sldMkLst>
          <pc:docMk/>
          <pc:sldMk cId="2010521932" sldId="2048"/>
        </pc:sldMkLst>
        <pc:spChg chg="mod">
          <ac:chgData name="Jenkins NS" userId="8bdba4d2-1367-40cf-ad35-f59b31261896" providerId="ADAL" clId="{9DF06EC0-6773-4754-B5CF-3A86373E55DF}" dt="2026-10-21T22:21:20.971" v="430" actId="20577"/>
          <ac:spMkLst>
            <pc:docMk/>
            <pc:sldMk cId="2010521932" sldId="2048"/>
            <ac:spMk id="2" creationId="{09619246-1C22-48B2-BAE7-A4B8164D5DF8}"/>
          </ac:spMkLst>
        </pc:spChg>
      </pc:sldChg>
      <pc:sldChg chg="del">
        <pc:chgData name="Jenkins NS" userId="8bdba4d2-1367-40cf-ad35-f59b31261896" providerId="ADAL" clId="{9DF06EC0-6773-4754-B5CF-3A86373E55DF}" dt="2026-10-21T19:24:49.810" v="0" actId="47"/>
        <pc:sldMkLst>
          <pc:docMk/>
          <pc:sldMk cId="3432255962" sldId="4611"/>
        </pc:sldMkLst>
      </pc:sldChg>
      <pc:sldChg chg="add del">
        <pc:chgData name="Jenkins NS" userId="8bdba4d2-1367-40cf-ad35-f59b31261896" providerId="ADAL" clId="{9DF06EC0-6773-4754-B5CF-3A86373E55DF}" dt="2026-10-22T20:51:55.960" v="502" actId="47"/>
        <pc:sldMkLst>
          <pc:docMk/>
          <pc:sldMk cId="254325681" sldId="10819"/>
        </pc:sldMkLst>
      </pc:sldChg>
      <pc:sldChg chg="add del">
        <pc:chgData name="Jenkins NS" userId="8bdba4d2-1367-40cf-ad35-f59b31261896" providerId="ADAL" clId="{9DF06EC0-6773-4754-B5CF-3A86373E55DF}" dt="2026-10-22T20:51:55.960" v="502" actId="47"/>
        <pc:sldMkLst>
          <pc:docMk/>
          <pc:sldMk cId="220853581" sldId="2076136495"/>
        </pc:sldMkLst>
      </pc:sldChg>
      <pc:sldChg chg="add del">
        <pc:chgData name="Jenkins NS" userId="8bdba4d2-1367-40cf-ad35-f59b31261896" providerId="ADAL" clId="{9DF06EC0-6773-4754-B5CF-3A86373E55DF}" dt="2026-10-22T20:51:55.960" v="502" actId="47"/>
        <pc:sldMkLst>
          <pc:docMk/>
          <pc:sldMk cId="3937804750" sldId="2076136496"/>
        </pc:sldMkLst>
      </pc:sldChg>
      <pc:sldChg chg="add">
        <pc:chgData name="Jenkins NS" userId="8bdba4d2-1367-40cf-ad35-f59b31261896" providerId="ADAL" clId="{9DF06EC0-6773-4754-B5CF-3A86373E55DF}" dt="2026-10-22T21:12:44.621" v="504"/>
        <pc:sldMkLst>
          <pc:docMk/>
          <pc:sldMk cId="1547118278" sldId="2076137145"/>
        </pc:sldMkLst>
      </pc:sldChg>
      <pc:sldChg chg="del">
        <pc:chgData name="Jenkins NS" userId="8bdba4d2-1367-40cf-ad35-f59b31261896" providerId="ADAL" clId="{9DF06EC0-6773-4754-B5CF-3A86373E55DF}" dt="2026-10-21T19:24:49.810" v="0" actId="47"/>
        <pc:sldMkLst>
          <pc:docMk/>
          <pc:sldMk cId="1609509673" sldId="2076137798"/>
        </pc:sldMkLst>
      </pc:sldChg>
      <pc:sldChg chg="add">
        <pc:chgData name="Jenkins NS" userId="8bdba4d2-1367-40cf-ad35-f59b31261896" providerId="ADAL" clId="{9DF06EC0-6773-4754-B5CF-3A86373E55DF}" dt="2026-10-22T21:02:45.689" v="503"/>
        <pc:sldMkLst>
          <pc:docMk/>
          <pc:sldMk cId="3999910530" sldId="2142533429"/>
        </pc:sldMkLst>
      </pc:sldChg>
      <pc:sldChg chg="modSp add del mod">
        <pc:chgData name="Jenkins NS" userId="8bdba4d2-1367-40cf-ad35-f59b31261896" providerId="ADAL" clId="{9DF06EC0-6773-4754-B5CF-3A86373E55DF}" dt="2026-10-22T20:51:50.990" v="501" actId="47"/>
        <pc:sldMkLst>
          <pc:docMk/>
          <pc:sldMk cId="0" sldId="2142533482"/>
        </pc:sldMkLst>
        <pc:spChg chg="mod">
          <ac:chgData name="Jenkins NS" userId="8bdba4d2-1367-40cf-ad35-f59b31261896" providerId="ADAL" clId="{9DF06EC0-6773-4754-B5CF-3A86373E55DF}" dt="2026-10-21T19:27:40.114" v="38" actId="20577"/>
          <ac:spMkLst>
            <pc:docMk/>
            <pc:sldMk cId="0" sldId="2142533482"/>
            <ac:spMk id="2" creationId="{00000000-0000-0000-0000-000000000000}"/>
          </ac:spMkLst>
        </pc:spChg>
      </pc:sldChg>
      <pc:sldChg chg="addSp delSp modSp add mod">
        <pc:chgData name="Jenkins NS" userId="8bdba4d2-1367-40cf-ad35-f59b31261896" providerId="ADAL" clId="{9DF06EC0-6773-4754-B5CF-3A86373E55DF}" dt="2026-10-22T17:11:01.115" v="471" actId="20577"/>
        <pc:sldMkLst>
          <pc:docMk/>
          <pc:sldMk cId="4060601304" sldId="2147479557"/>
        </pc:sldMkLst>
        <pc:spChg chg="add del mod">
          <ac:chgData name="Jenkins NS" userId="8bdba4d2-1367-40cf-ad35-f59b31261896" providerId="ADAL" clId="{9DF06EC0-6773-4754-B5CF-3A86373E55DF}" dt="2026-10-21T19:28:52.948" v="46" actId="478"/>
          <ac:spMkLst>
            <pc:docMk/>
            <pc:sldMk cId="4060601304" sldId="2147479557"/>
            <ac:spMk id="3" creationId="{A5827300-B0A8-F5BD-0DAD-B7489CFB926C}"/>
          </ac:spMkLst>
        </pc:spChg>
        <pc:spChg chg="add del mod">
          <ac:chgData name="Jenkins NS" userId="8bdba4d2-1367-40cf-ad35-f59b31261896" providerId="ADAL" clId="{9DF06EC0-6773-4754-B5CF-3A86373E55DF}" dt="2026-10-21T20:06:12.009" v="313" actId="478"/>
          <ac:spMkLst>
            <pc:docMk/>
            <pc:sldMk cId="4060601304" sldId="2147479557"/>
            <ac:spMk id="5" creationId="{5F89B307-F569-2CA2-6DC1-AB566E7411E0}"/>
          </ac:spMkLst>
        </pc:spChg>
        <pc:spChg chg="mod">
          <ac:chgData name="Jenkins NS" userId="8bdba4d2-1367-40cf-ad35-f59b31261896" providerId="ADAL" clId="{9DF06EC0-6773-4754-B5CF-3A86373E55DF}" dt="2026-10-22T17:11:01.115" v="471" actId="20577"/>
          <ac:spMkLst>
            <pc:docMk/>
            <pc:sldMk cId="4060601304" sldId="2147479557"/>
            <ac:spMk id="6" creationId="{A3E08FA2-C73F-A01D-C334-4FAC0DB0C177}"/>
          </ac:spMkLst>
        </pc:spChg>
        <pc:spChg chg="del">
          <ac:chgData name="Jenkins NS" userId="8bdba4d2-1367-40cf-ad35-f59b31261896" providerId="ADAL" clId="{9DF06EC0-6773-4754-B5CF-3A86373E55DF}" dt="2026-10-21T19:28:51.472" v="45" actId="478"/>
          <ac:spMkLst>
            <pc:docMk/>
            <pc:sldMk cId="4060601304" sldId="2147479557"/>
            <ac:spMk id="8" creationId="{7C4740F1-B816-6BEC-8362-3B8D251DFCEE}"/>
          </ac:spMkLst>
        </pc:spChg>
        <pc:spChg chg="add del mod">
          <ac:chgData name="Jenkins NS" userId="8bdba4d2-1367-40cf-ad35-f59b31261896" providerId="ADAL" clId="{9DF06EC0-6773-4754-B5CF-3A86373E55DF}" dt="2026-10-21T19:41:35.148" v="272" actId="478"/>
          <ac:spMkLst>
            <pc:docMk/>
            <pc:sldMk cId="4060601304" sldId="2147479557"/>
            <ac:spMk id="9" creationId="{0DD8651C-DB72-1BCD-9C0F-3DB573B15677}"/>
          </ac:spMkLst>
        </pc:spChg>
        <pc:spChg chg="add mod">
          <ac:chgData name="Jenkins NS" userId="8bdba4d2-1367-40cf-ad35-f59b31261896" providerId="ADAL" clId="{9DF06EC0-6773-4754-B5CF-3A86373E55DF}" dt="2026-10-21T20:07:12.837" v="328" actId="14100"/>
          <ac:spMkLst>
            <pc:docMk/>
            <pc:sldMk cId="4060601304" sldId="2147479557"/>
            <ac:spMk id="11" creationId="{14201019-6AD5-8165-776C-55816BE8B289}"/>
          </ac:spMkLst>
        </pc:spChg>
        <pc:spChg chg="del">
          <ac:chgData name="Jenkins NS" userId="8bdba4d2-1367-40cf-ad35-f59b31261896" providerId="ADAL" clId="{9DF06EC0-6773-4754-B5CF-3A86373E55DF}" dt="2026-10-21T19:28:50.222" v="44" actId="478"/>
          <ac:spMkLst>
            <pc:docMk/>
            <pc:sldMk cId="4060601304" sldId="2147479557"/>
            <ac:spMk id="12" creationId="{AA2BF8BC-EDED-61C2-562F-15FB955AD759}"/>
          </ac:spMkLst>
        </pc:spChg>
        <pc:spChg chg="add mod">
          <ac:chgData name="Jenkins NS" userId="8bdba4d2-1367-40cf-ad35-f59b31261896" providerId="ADAL" clId="{9DF06EC0-6773-4754-B5CF-3A86373E55DF}" dt="2026-10-22T17:10:48.335" v="468" actId="1076"/>
          <ac:spMkLst>
            <pc:docMk/>
            <pc:sldMk cId="4060601304" sldId="2147479557"/>
            <ac:spMk id="13" creationId="{FBBF71FA-8F76-EC43-39ED-B9EB4ACE33D2}"/>
          </ac:spMkLst>
        </pc:spChg>
        <pc:spChg chg="add mod">
          <ac:chgData name="Jenkins NS" userId="8bdba4d2-1367-40cf-ad35-f59b31261896" providerId="ADAL" clId="{9DF06EC0-6773-4754-B5CF-3A86373E55DF}" dt="2026-10-21T20:07:10.525" v="327" actId="14100"/>
          <ac:spMkLst>
            <pc:docMk/>
            <pc:sldMk cId="4060601304" sldId="2147479557"/>
            <ac:spMk id="14" creationId="{89775C04-67D4-DEBA-335E-62C26F4E3ED8}"/>
          </ac:spMkLst>
        </pc:spChg>
      </pc:sldChg>
      <pc:sldChg chg="delSp modSp add del mod">
        <pc:chgData name="Jenkins NS" userId="8bdba4d2-1367-40cf-ad35-f59b31261896" providerId="ADAL" clId="{9DF06EC0-6773-4754-B5CF-3A86373E55DF}" dt="2026-10-22T20:51:50.990" v="501" actId="47"/>
        <pc:sldMkLst>
          <pc:docMk/>
          <pc:sldMk cId="1451565363" sldId="2147479572"/>
        </pc:sldMkLst>
        <pc:spChg chg="mod">
          <ac:chgData name="Jenkins NS" userId="8bdba4d2-1367-40cf-ad35-f59b31261896" providerId="ADAL" clId="{9DF06EC0-6773-4754-B5CF-3A86373E55DF}" dt="2026-10-21T19:43:29.848" v="291" actId="113"/>
          <ac:spMkLst>
            <pc:docMk/>
            <pc:sldMk cId="1451565363" sldId="2147479572"/>
            <ac:spMk id="2" creationId="{DF6D4226-15FB-8407-4AAF-26919D886337}"/>
          </ac:spMkLst>
        </pc:spChg>
        <pc:spChg chg="mod">
          <ac:chgData name="Jenkins NS" userId="8bdba4d2-1367-40cf-ad35-f59b31261896" providerId="ADAL" clId="{9DF06EC0-6773-4754-B5CF-3A86373E55DF}" dt="2026-10-21T19:29:50.148" v="55" actId="14100"/>
          <ac:spMkLst>
            <pc:docMk/>
            <pc:sldMk cId="1451565363" sldId="2147479572"/>
            <ac:spMk id="3" creationId="{EE7DBE02-710B-EABC-6AFC-4BC12CF16267}"/>
          </ac:spMkLst>
        </pc:spChg>
        <pc:spChg chg="del">
          <ac:chgData name="Jenkins NS" userId="8bdba4d2-1367-40cf-ad35-f59b31261896" providerId="ADAL" clId="{9DF06EC0-6773-4754-B5CF-3A86373E55DF}" dt="2026-10-21T19:29:53.068" v="56" actId="478"/>
          <ac:spMkLst>
            <pc:docMk/>
            <pc:sldMk cId="1451565363" sldId="2147479572"/>
            <ac:spMk id="4" creationId="{46147394-57D0-11C7-6AE6-6A34F2358945}"/>
          </ac:spMkLst>
        </pc:spChg>
      </pc:sldChg>
      <pc:sldChg chg="add del modNotesTx">
        <pc:chgData name="Jenkins NS" userId="8bdba4d2-1367-40cf-ad35-f59b31261896" providerId="ADAL" clId="{9DF06EC0-6773-4754-B5CF-3A86373E55DF}" dt="2026-10-22T20:51:50.990" v="501" actId="47"/>
        <pc:sldMkLst>
          <pc:docMk/>
          <pc:sldMk cId="0" sldId="2147479573"/>
        </pc:sldMkLst>
      </pc:sldChg>
      <pc:sldChg chg="add del">
        <pc:chgData name="Jenkins NS" userId="8bdba4d2-1367-40cf-ad35-f59b31261896" providerId="ADAL" clId="{9DF06EC0-6773-4754-B5CF-3A86373E55DF}" dt="2026-10-22T20:51:50.990" v="501" actId="47"/>
        <pc:sldMkLst>
          <pc:docMk/>
          <pc:sldMk cId="0" sldId="2147479574"/>
        </pc:sldMkLst>
      </pc:sldChg>
      <pc:sldChg chg="add del">
        <pc:chgData name="Jenkins NS" userId="8bdba4d2-1367-40cf-ad35-f59b31261896" providerId="ADAL" clId="{9DF06EC0-6773-4754-B5CF-3A86373E55DF}" dt="2026-10-22T20:51:50.990" v="501" actId="47"/>
        <pc:sldMkLst>
          <pc:docMk/>
          <pc:sldMk cId="0" sldId="2147479575"/>
        </pc:sldMkLst>
      </pc:sldChg>
      <pc:sldChg chg="add del">
        <pc:chgData name="Jenkins NS" userId="8bdba4d2-1367-40cf-ad35-f59b31261896" providerId="ADAL" clId="{9DF06EC0-6773-4754-B5CF-3A86373E55DF}" dt="2026-10-22T20:51:50.990" v="501" actId="47"/>
        <pc:sldMkLst>
          <pc:docMk/>
          <pc:sldMk cId="0" sldId="2147479576"/>
        </pc:sldMkLst>
      </pc:sldChg>
      <pc:sldChg chg="add del">
        <pc:chgData name="Jenkins NS" userId="8bdba4d2-1367-40cf-ad35-f59b31261896" providerId="ADAL" clId="{9DF06EC0-6773-4754-B5CF-3A86373E55DF}" dt="2026-10-22T20:51:50.990" v="501" actId="47"/>
        <pc:sldMkLst>
          <pc:docMk/>
          <pc:sldMk cId="0" sldId="2147479577"/>
        </pc:sldMkLst>
      </pc:sldChg>
      <pc:sldChg chg="add del">
        <pc:chgData name="Jenkins NS" userId="8bdba4d2-1367-40cf-ad35-f59b31261896" providerId="ADAL" clId="{9DF06EC0-6773-4754-B5CF-3A86373E55DF}" dt="2026-10-22T20:51:50.990" v="501" actId="47"/>
        <pc:sldMkLst>
          <pc:docMk/>
          <pc:sldMk cId="0" sldId="2147479578"/>
        </pc:sldMkLst>
      </pc:sldChg>
      <pc:sldChg chg="addSp modSp add del mod setBg">
        <pc:chgData name="Jenkins NS" userId="8bdba4d2-1367-40cf-ad35-f59b31261896" providerId="ADAL" clId="{9DF06EC0-6773-4754-B5CF-3A86373E55DF}" dt="2026-10-22T20:51:50.990" v="501" actId="47"/>
        <pc:sldMkLst>
          <pc:docMk/>
          <pc:sldMk cId="0" sldId="2147479579"/>
        </pc:sldMkLst>
        <pc:spChg chg="mod">
          <ac:chgData name="Jenkins NS" userId="8bdba4d2-1367-40cf-ad35-f59b31261896" providerId="ADAL" clId="{9DF06EC0-6773-4754-B5CF-3A86373E55DF}" dt="2026-10-21T20:09:50.194" v="341" actId="6549"/>
          <ac:spMkLst>
            <pc:docMk/>
            <pc:sldMk cId="0" sldId="2147479579"/>
            <ac:spMk id="3" creationId="{00000000-0000-0000-0000-000000000000}"/>
          </ac:spMkLst>
        </pc:spChg>
        <pc:spChg chg="mod">
          <ac:chgData name="Jenkins NS" userId="8bdba4d2-1367-40cf-ad35-f59b31261896" providerId="ADAL" clId="{9DF06EC0-6773-4754-B5CF-3A86373E55DF}" dt="2026-10-21T20:12:56.506" v="377"/>
          <ac:spMkLst>
            <pc:docMk/>
            <pc:sldMk cId="0" sldId="2147479579"/>
            <ac:spMk id="5" creationId="{00000000-0000-0000-0000-000000000000}"/>
          </ac:spMkLst>
        </pc:spChg>
        <pc:graphicFrameChg chg="add mod">
          <ac:chgData name="Jenkins NS" userId="8bdba4d2-1367-40cf-ad35-f59b31261896" providerId="ADAL" clId="{9DF06EC0-6773-4754-B5CF-3A86373E55DF}" dt="2026-10-21T20:12:47.995" v="375"/>
          <ac:graphicFrameMkLst>
            <pc:docMk/>
            <pc:sldMk cId="0" sldId="2147479579"/>
            <ac:graphicFrameMk id="7" creationId="{C51EEEF9-BD86-2FDB-E51B-BC16406CA83D}"/>
          </ac:graphicFrameMkLst>
        </pc:graphicFrameChg>
      </pc:sldChg>
      <pc:sldChg chg="delSp add del mod setBg">
        <pc:chgData name="Jenkins NS" userId="8bdba4d2-1367-40cf-ad35-f59b31261896" providerId="ADAL" clId="{9DF06EC0-6773-4754-B5CF-3A86373E55DF}" dt="2026-10-22T20:51:50.990" v="501" actId="47"/>
        <pc:sldMkLst>
          <pc:docMk/>
          <pc:sldMk cId="0" sldId="2147479580"/>
        </pc:sldMkLst>
        <pc:spChg chg="del">
          <ac:chgData name="Jenkins NS" userId="8bdba4d2-1367-40cf-ad35-f59b31261896" providerId="ADAL" clId="{9DF06EC0-6773-4754-B5CF-3A86373E55DF}" dt="2026-10-21T20:10:06.987" v="342" actId="478"/>
          <ac:spMkLst>
            <pc:docMk/>
            <pc:sldMk cId="0" sldId="2147479580"/>
            <ac:spMk id="16" creationId="{00000000-0000-0000-0000-000000000000}"/>
          </ac:spMkLst>
        </pc:spChg>
      </pc:sldChg>
      <pc:sldChg chg="delSp add del mod setBg">
        <pc:chgData name="Jenkins NS" userId="8bdba4d2-1367-40cf-ad35-f59b31261896" providerId="ADAL" clId="{9DF06EC0-6773-4754-B5CF-3A86373E55DF}" dt="2026-10-22T20:51:50.990" v="501" actId="47"/>
        <pc:sldMkLst>
          <pc:docMk/>
          <pc:sldMk cId="0" sldId="2147479581"/>
        </pc:sldMkLst>
        <pc:spChg chg="del">
          <ac:chgData name="Jenkins NS" userId="8bdba4d2-1367-40cf-ad35-f59b31261896" providerId="ADAL" clId="{9DF06EC0-6773-4754-B5CF-3A86373E55DF}" dt="2026-10-21T20:10:11.863" v="343" actId="478"/>
          <ac:spMkLst>
            <pc:docMk/>
            <pc:sldMk cId="0" sldId="2147479581"/>
            <ac:spMk id="20" creationId="{00000000-0000-0000-0000-000000000000}"/>
          </ac:spMkLst>
        </pc:spChg>
        <pc:spChg chg="del">
          <ac:chgData name="Jenkins NS" userId="8bdba4d2-1367-40cf-ad35-f59b31261896" providerId="ADAL" clId="{9DF06EC0-6773-4754-B5CF-3A86373E55DF}" dt="2026-10-21T20:10:14.773" v="344" actId="478"/>
          <ac:spMkLst>
            <pc:docMk/>
            <pc:sldMk cId="0" sldId="2147479581"/>
            <ac:spMk id="21" creationId="{00000000-0000-0000-0000-000000000000}"/>
          </ac:spMkLst>
        </pc:spChg>
      </pc:sldChg>
      <pc:sldChg chg="delSp add del mod setBg">
        <pc:chgData name="Jenkins NS" userId="8bdba4d2-1367-40cf-ad35-f59b31261896" providerId="ADAL" clId="{9DF06EC0-6773-4754-B5CF-3A86373E55DF}" dt="2026-10-22T20:51:50.990" v="501" actId="47"/>
        <pc:sldMkLst>
          <pc:docMk/>
          <pc:sldMk cId="0" sldId="2147479582"/>
        </pc:sldMkLst>
        <pc:spChg chg="del">
          <ac:chgData name="Jenkins NS" userId="8bdba4d2-1367-40cf-ad35-f59b31261896" providerId="ADAL" clId="{9DF06EC0-6773-4754-B5CF-3A86373E55DF}" dt="2026-10-21T20:10:25.654" v="345" actId="478"/>
          <ac:spMkLst>
            <pc:docMk/>
            <pc:sldMk cId="0" sldId="2147479582"/>
            <ac:spMk id="10" creationId="{00000000-0000-0000-0000-000000000000}"/>
          </ac:spMkLst>
        </pc:spChg>
        <pc:spChg chg="del">
          <ac:chgData name="Jenkins NS" userId="8bdba4d2-1367-40cf-ad35-f59b31261896" providerId="ADAL" clId="{9DF06EC0-6773-4754-B5CF-3A86373E55DF}" dt="2026-10-21T20:10:28.364" v="346" actId="478"/>
          <ac:spMkLst>
            <pc:docMk/>
            <pc:sldMk cId="0" sldId="2147479582"/>
            <ac:spMk id="11" creationId="{00000000-0000-0000-0000-000000000000}"/>
          </ac:spMkLst>
        </pc:spChg>
      </pc:sldChg>
      <pc:sldChg chg="delSp add del mod setBg">
        <pc:chgData name="Jenkins NS" userId="8bdba4d2-1367-40cf-ad35-f59b31261896" providerId="ADAL" clId="{9DF06EC0-6773-4754-B5CF-3A86373E55DF}" dt="2026-10-22T20:51:50.990" v="501" actId="47"/>
        <pc:sldMkLst>
          <pc:docMk/>
          <pc:sldMk cId="0" sldId="2147479583"/>
        </pc:sldMkLst>
        <pc:spChg chg="del">
          <ac:chgData name="Jenkins NS" userId="8bdba4d2-1367-40cf-ad35-f59b31261896" providerId="ADAL" clId="{9DF06EC0-6773-4754-B5CF-3A86373E55DF}" dt="2026-10-21T20:10:32.632" v="347" actId="478"/>
          <ac:spMkLst>
            <pc:docMk/>
            <pc:sldMk cId="0" sldId="2147479583"/>
            <ac:spMk id="16" creationId="{00000000-0000-0000-0000-000000000000}"/>
          </ac:spMkLst>
        </pc:spChg>
        <pc:spChg chg="del">
          <ac:chgData name="Jenkins NS" userId="8bdba4d2-1367-40cf-ad35-f59b31261896" providerId="ADAL" clId="{9DF06EC0-6773-4754-B5CF-3A86373E55DF}" dt="2026-10-21T20:10:35.216" v="348" actId="478"/>
          <ac:spMkLst>
            <pc:docMk/>
            <pc:sldMk cId="0" sldId="2147479583"/>
            <ac:spMk id="17" creationId="{00000000-0000-0000-0000-000000000000}"/>
          </ac:spMkLst>
        </pc:spChg>
      </pc:sldChg>
      <pc:sldChg chg="delSp add del mod setBg">
        <pc:chgData name="Jenkins NS" userId="8bdba4d2-1367-40cf-ad35-f59b31261896" providerId="ADAL" clId="{9DF06EC0-6773-4754-B5CF-3A86373E55DF}" dt="2026-10-22T20:51:50.990" v="501" actId="47"/>
        <pc:sldMkLst>
          <pc:docMk/>
          <pc:sldMk cId="0" sldId="2147479584"/>
        </pc:sldMkLst>
        <pc:spChg chg="del">
          <ac:chgData name="Jenkins NS" userId="8bdba4d2-1367-40cf-ad35-f59b31261896" providerId="ADAL" clId="{9DF06EC0-6773-4754-B5CF-3A86373E55DF}" dt="2026-10-21T20:10:40.385" v="349" actId="478"/>
          <ac:spMkLst>
            <pc:docMk/>
            <pc:sldMk cId="0" sldId="2147479584"/>
            <ac:spMk id="12" creationId="{00000000-0000-0000-0000-000000000000}"/>
          </ac:spMkLst>
        </pc:spChg>
        <pc:spChg chg="del">
          <ac:chgData name="Jenkins NS" userId="8bdba4d2-1367-40cf-ad35-f59b31261896" providerId="ADAL" clId="{9DF06EC0-6773-4754-B5CF-3A86373E55DF}" dt="2026-10-21T20:10:43.160" v="350" actId="478"/>
          <ac:spMkLst>
            <pc:docMk/>
            <pc:sldMk cId="0" sldId="2147479584"/>
            <ac:spMk id="13" creationId="{00000000-0000-0000-0000-000000000000}"/>
          </ac:spMkLst>
        </pc:spChg>
      </pc:sldChg>
      <pc:sldChg chg="delSp add del mod setBg">
        <pc:chgData name="Jenkins NS" userId="8bdba4d2-1367-40cf-ad35-f59b31261896" providerId="ADAL" clId="{9DF06EC0-6773-4754-B5CF-3A86373E55DF}" dt="2026-10-22T20:51:50.990" v="501" actId="47"/>
        <pc:sldMkLst>
          <pc:docMk/>
          <pc:sldMk cId="0" sldId="2147479585"/>
        </pc:sldMkLst>
        <pc:spChg chg="del">
          <ac:chgData name="Jenkins NS" userId="8bdba4d2-1367-40cf-ad35-f59b31261896" providerId="ADAL" clId="{9DF06EC0-6773-4754-B5CF-3A86373E55DF}" dt="2026-10-21T20:10:47.751" v="351" actId="478"/>
          <ac:spMkLst>
            <pc:docMk/>
            <pc:sldMk cId="0" sldId="2147479585"/>
            <ac:spMk id="14" creationId="{00000000-0000-0000-0000-000000000000}"/>
          </ac:spMkLst>
        </pc:spChg>
        <pc:spChg chg="del">
          <ac:chgData name="Jenkins NS" userId="8bdba4d2-1367-40cf-ad35-f59b31261896" providerId="ADAL" clId="{9DF06EC0-6773-4754-B5CF-3A86373E55DF}" dt="2026-10-21T20:10:50.318" v="352" actId="478"/>
          <ac:spMkLst>
            <pc:docMk/>
            <pc:sldMk cId="0" sldId="2147479585"/>
            <ac:spMk id="15" creationId="{00000000-0000-0000-0000-000000000000}"/>
          </ac:spMkLst>
        </pc:spChg>
      </pc:sldChg>
      <pc:sldChg chg="add del setBg">
        <pc:chgData name="Jenkins NS" userId="8bdba4d2-1367-40cf-ad35-f59b31261896" providerId="ADAL" clId="{9DF06EC0-6773-4754-B5CF-3A86373E55DF}" dt="2026-10-22T20:51:50.990" v="501" actId="47"/>
        <pc:sldMkLst>
          <pc:docMk/>
          <pc:sldMk cId="0" sldId="2147479586"/>
        </pc:sldMkLst>
      </pc:sldChg>
      <pc:sldChg chg="add del setBg">
        <pc:chgData name="Jenkins NS" userId="8bdba4d2-1367-40cf-ad35-f59b31261896" providerId="ADAL" clId="{9DF06EC0-6773-4754-B5CF-3A86373E55DF}" dt="2026-10-22T20:51:50.990" v="501" actId="47"/>
        <pc:sldMkLst>
          <pc:docMk/>
          <pc:sldMk cId="0" sldId="2147479587"/>
        </pc:sldMkLst>
      </pc:sldChg>
      <pc:sldChg chg="add del setBg">
        <pc:chgData name="Jenkins NS" userId="8bdba4d2-1367-40cf-ad35-f59b31261896" providerId="ADAL" clId="{9DF06EC0-6773-4754-B5CF-3A86373E55DF}" dt="2026-10-22T20:51:55.960" v="502" actId="47"/>
        <pc:sldMkLst>
          <pc:docMk/>
          <pc:sldMk cId="0" sldId="2147479588"/>
        </pc:sldMkLst>
      </pc:sldChg>
      <pc:sldChg chg="add del setBg">
        <pc:chgData name="Jenkins NS" userId="8bdba4d2-1367-40cf-ad35-f59b31261896" providerId="ADAL" clId="{9DF06EC0-6773-4754-B5CF-3A86373E55DF}" dt="2026-10-22T20:51:55.960" v="502" actId="47"/>
        <pc:sldMkLst>
          <pc:docMk/>
          <pc:sldMk cId="0" sldId="2147479589"/>
        </pc:sldMkLst>
      </pc:sldChg>
      <pc:sldChg chg="add del setBg">
        <pc:chgData name="Jenkins NS" userId="8bdba4d2-1367-40cf-ad35-f59b31261896" providerId="ADAL" clId="{9DF06EC0-6773-4754-B5CF-3A86373E55DF}" dt="2026-10-22T20:51:55.960" v="502" actId="47"/>
        <pc:sldMkLst>
          <pc:docMk/>
          <pc:sldMk cId="0" sldId="2147479590"/>
        </pc:sldMkLst>
      </pc:sldChg>
      <pc:sldChg chg="add del setBg">
        <pc:chgData name="Jenkins NS" userId="8bdba4d2-1367-40cf-ad35-f59b31261896" providerId="ADAL" clId="{9DF06EC0-6773-4754-B5CF-3A86373E55DF}" dt="2026-10-22T20:51:55.960" v="502" actId="47"/>
        <pc:sldMkLst>
          <pc:docMk/>
          <pc:sldMk cId="0" sldId="2147479591"/>
        </pc:sldMkLst>
      </pc:sldChg>
      <pc:sldChg chg="new del">
        <pc:chgData name="Jenkins NS" userId="8bdba4d2-1367-40cf-ad35-f59b31261896" providerId="ADAL" clId="{9DF06EC0-6773-4754-B5CF-3A86373E55DF}" dt="2026-10-21T22:16:08.350" v="400" actId="47"/>
        <pc:sldMkLst>
          <pc:docMk/>
          <pc:sldMk cId="3883104394" sldId="2147479592"/>
        </pc:sldMkLst>
      </pc:sldChg>
      <pc:sldChg chg="add del setBg">
        <pc:chgData name="Jenkins NS" userId="8bdba4d2-1367-40cf-ad35-f59b31261896" providerId="ADAL" clId="{9DF06EC0-6773-4754-B5CF-3A86373E55DF}" dt="2026-10-21T22:04:57.361" v="385"/>
        <pc:sldMkLst>
          <pc:docMk/>
          <pc:sldMk cId="2518512813" sldId="2147479593"/>
        </pc:sldMkLst>
      </pc:sldChg>
      <pc:sldChg chg="modSp add del mod">
        <pc:chgData name="Jenkins NS" userId="8bdba4d2-1367-40cf-ad35-f59b31261896" providerId="ADAL" clId="{9DF06EC0-6773-4754-B5CF-3A86373E55DF}" dt="2026-10-22T20:51:50.990" v="501" actId="47"/>
        <pc:sldMkLst>
          <pc:docMk/>
          <pc:sldMk cId="2979084665" sldId="2147479593"/>
        </pc:sldMkLst>
        <pc:spChg chg="mod">
          <ac:chgData name="Jenkins NS" userId="8bdba4d2-1367-40cf-ad35-f59b31261896" providerId="ADAL" clId="{9DF06EC0-6773-4754-B5CF-3A86373E55DF}" dt="2026-10-22T17:16:18.362" v="499" actId="20577"/>
          <ac:spMkLst>
            <pc:docMk/>
            <pc:sldMk cId="2979084665" sldId="2147479593"/>
            <ac:spMk id="3" creationId="{E1E21D66-9B9B-D583-A6D9-39E93A43781F}"/>
          </ac:spMkLst>
        </pc:spChg>
        <pc:spChg chg="mod">
          <ac:chgData name="Jenkins NS" userId="8bdba4d2-1367-40cf-ad35-f59b31261896" providerId="ADAL" clId="{9DF06EC0-6773-4754-B5CF-3A86373E55DF}" dt="2026-10-21T22:15:48.232" v="393" actId="1076"/>
          <ac:spMkLst>
            <pc:docMk/>
            <pc:sldMk cId="2979084665" sldId="2147479593"/>
            <ac:spMk id="4" creationId="{A9ECFEB2-8A24-ED4C-3E67-A1B9A79C3FB9}"/>
          </ac:spMkLst>
        </pc:spChg>
        <pc:spChg chg="mod">
          <ac:chgData name="Jenkins NS" userId="8bdba4d2-1367-40cf-ad35-f59b31261896" providerId="ADAL" clId="{9DF06EC0-6773-4754-B5CF-3A86373E55DF}" dt="2026-10-21T22:15:55.569" v="399" actId="27636"/>
          <ac:spMkLst>
            <pc:docMk/>
            <pc:sldMk cId="2979084665" sldId="2147479593"/>
            <ac:spMk id="5" creationId="{1FF910D3-E0EF-26BF-DD23-5E5560BAFD85}"/>
          </ac:spMkLst>
        </pc:spChg>
      </pc:sldChg>
      <pc:sldChg chg="add del setBg">
        <pc:chgData name="Jenkins NS" userId="8bdba4d2-1367-40cf-ad35-f59b31261896" providerId="ADAL" clId="{9DF06EC0-6773-4754-B5CF-3A86373E55DF}" dt="2026-10-22T20:51:55.960" v="502" actId="47"/>
        <pc:sldMkLst>
          <pc:docMk/>
          <pc:sldMk cId="0" sldId="2147479594"/>
        </pc:sldMkLst>
      </pc:sldChg>
      <pc:sldChg chg="add del setBg">
        <pc:chgData name="Jenkins NS" userId="8bdba4d2-1367-40cf-ad35-f59b31261896" providerId="ADAL" clId="{9DF06EC0-6773-4754-B5CF-3A86373E55DF}" dt="2026-10-22T20:51:55.960" v="502" actId="47"/>
        <pc:sldMkLst>
          <pc:docMk/>
          <pc:sldMk cId="0" sldId="2147479595"/>
        </pc:sldMkLst>
      </pc:sldChg>
      <pc:sldChg chg="add del setBg">
        <pc:chgData name="Jenkins NS" userId="8bdba4d2-1367-40cf-ad35-f59b31261896" providerId="ADAL" clId="{9DF06EC0-6773-4754-B5CF-3A86373E55DF}" dt="2026-10-22T20:51:55.960" v="502" actId="47"/>
        <pc:sldMkLst>
          <pc:docMk/>
          <pc:sldMk cId="0" sldId="2147479596"/>
        </pc:sldMkLst>
      </pc:sldChg>
      <pc:sldChg chg="add del setBg">
        <pc:chgData name="Jenkins NS" userId="8bdba4d2-1367-40cf-ad35-f59b31261896" providerId="ADAL" clId="{9DF06EC0-6773-4754-B5CF-3A86373E55DF}" dt="2026-10-22T20:51:55.960" v="502" actId="47"/>
        <pc:sldMkLst>
          <pc:docMk/>
          <pc:sldMk cId="0" sldId="2147479597"/>
        </pc:sldMkLst>
      </pc:sldChg>
      <pc:sldChg chg="modSp add del mod">
        <pc:chgData name="Jenkins NS" userId="8bdba4d2-1367-40cf-ad35-f59b31261896" providerId="ADAL" clId="{9DF06EC0-6773-4754-B5CF-3A86373E55DF}" dt="2026-10-22T20:51:55.960" v="502" actId="47"/>
        <pc:sldMkLst>
          <pc:docMk/>
          <pc:sldMk cId="172466689" sldId="2147479598"/>
        </pc:sldMkLst>
        <pc:spChg chg="mod">
          <ac:chgData name="Jenkins NS" userId="8bdba4d2-1367-40cf-ad35-f59b31261896" providerId="ADAL" clId="{9DF06EC0-6773-4754-B5CF-3A86373E55DF}" dt="2026-10-21T22:18:25.005" v="419" actId="20577"/>
          <ac:spMkLst>
            <pc:docMk/>
            <pc:sldMk cId="172466689" sldId="2147479598"/>
            <ac:spMk id="5" creationId="{7395D166-CCB6-2C73-6784-07CC539C9227}"/>
          </ac:spMkLst>
        </pc:spChg>
      </pc:sldChg>
      <pc:sldChg chg="add del setBg">
        <pc:chgData name="Jenkins NS" userId="8bdba4d2-1367-40cf-ad35-f59b31261896" providerId="ADAL" clId="{9DF06EC0-6773-4754-B5CF-3A86373E55DF}" dt="2026-10-21T22:17:12.637" v="403"/>
        <pc:sldMkLst>
          <pc:docMk/>
          <pc:sldMk cId="4256308337" sldId="2147479598"/>
        </pc:sldMkLst>
      </pc:sldChg>
      <pc:sldChg chg="modSp add del mod">
        <pc:chgData name="Jenkins NS" userId="8bdba4d2-1367-40cf-ad35-f59b31261896" providerId="ADAL" clId="{9DF06EC0-6773-4754-B5CF-3A86373E55DF}" dt="2026-10-22T20:51:55.960" v="502" actId="47"/>
        <pc:sldMkLst>
          <pc:docMk/>
          <pc:sldMk cId="2017300280" sldId="2147479599"/>
        </pc:sldMkLst>
        <pc:spChg chg="mod">
          <ac:chgData name="Jenkins NS" userId="8bdba4d2-1367-40cf-ad35-f59b31261896" providerId="ADAL" clId="{9DF06EC0-6773-4754-B5CF-3A86373E55DF}" dt="2026-10-21T22:22:47.759" v="439" actId="20577"/>
          <ac:spMkLst>
            <pc:docMk/>
            <pc:sldMk cId="2017300280" sldId="2147479599"/>
            <ac:spMk id="5" creationId="{C5571311-60DC-186C-A284-A2FC41512B78}"/>
          </ac:spMkLst>
        </pc:spChg>
      </pc:sldChg>
      <pc:sldChg chg="add del setBg">
        <pc:chgData name="Jenkins NS" userId="8bdba4d2-1367-40cf-ad35-f59b31261896" providerId="ADAL" clId="{9DF06EC0-6773-4754-B5CF-3A86373E55DF}" dt="2026-10-21T22:22:14.279" v="432"/>
        <pc:sldMkLst>
          <pc:docMk/>
          <pc:sldMk cId="2452211979" sldId="2147479599"/>
        </pc:sldMkLst>
      </pc:sldChg>
      <pc:sldChg chg="add del setBg">
        <pc:chgData name="Jenkins NS" userId="8bdba4d2-1367-40cf-ad35-f59b31261896" providerId="ADAL" clId="{9DF06EC0-6773-4754-B5CF-3A86373E55DF}" dt="2026-10-21T22:24:27.815" v="441"/>
        <pc:sldMkLst>
          <pc:docMk/>
          <pc:sldMk cId="1005218666" sldId="2147479600"/>
        </pc:sldMkLst>
      </pc:sldChg>
      <pc:sldChg chg="new add del">
        <pc:chgData name="Jenkins NS" userId="8bdba4d2-1367-40cf-ad35-f59b31261896" providerId="ADAL" clId="{9DF06EC0-6773-4754-B5CF-3A86373E55DF}" dt="2026-10-22T20:51:55.960" v="502" actId="47"/>
        <pc:sldMkLst>
          <pc:docMk/>
          <pc:sldMk cId="3382622447" sldId="2147479600"/>
        </pc:sldMkLst>
      </pc:sldChg>
      <pc:sldChg chg="modSp add del mod">
        <pc:chgData name="Jenkins NS" userId="8bdba4d2-1367-40cf-ad35-f59b31261896" providerId="ADAL" clId="{9DF06EC0-6773-4754-B5CF-3A86373E55DF}" dt="2026-10-22T20:51:55.960" v="502" actId="47"/>
        <pc:sldMkLst>
          <pc:docMk/>
          <pc:sldMk cId="703889543" sldId="2147479601"/>
        </pc:sldMkLst>
        <pc:spChg chg="mod">
          <ac:chgData name="Jenkins NS" userId="8bdba4d2-1367-40cf-ad35-f59b31261896" providerId="ADAL" clId="{9DF06EC0-6773-4754-B5CF-3A86373E55DF}" dt="2026-10-21T22:25:14.296" v="451" actId="20577"/>
          <ac:spMkLst>
            <pc:docMk/>
            <pc:sldMk cId="703889543" sldId="2147479601"/>
            <ac:spMk id="5" creationId="{18C41326-B7FB-9658-C24D-5FC0275137C8}"/>
          </ac:spMkLst>
        </pc:spChg>
      </pc:sldChg>
      <pc:sldChg chg="add del setBg">
        <pc:chgData name="Jenkins NS" userId="8bdba4d2-1367-40cf-ad35-f59b31261896" providerId="ADAL" clId="{9DF06EC0-6773-4754-B5CF-3A86373E55DF}" dt="2026-10-21T22:24:33.809" v="444"/>
        <pc:sldMkLst>
          <pc:docMk/>
          <pc:sldMk cId="3924843271" sldId="2147479601"/>
        </pc:sldMkLst>
      </pc:sldChg>
      <pc:sldChg chg="add del setBg">
        <pc:chgData name="Jenkins NS" userId="8bdba4d2-1367-40cf-ad35-f59b31261896" providerId="ADAL" clId="{9DF06EC0-6773-4754-B5CF-3A86373E55DF}" dt="2026-10-21T22:26:56.772" v="453"/>
        <pc:sldMkLst>
          <pc:docMk/>
          <pc:sldMk cId="1945903011" sldId="2147479602"/>
        </pc:sldMkLst>
      </pc:sldChg>
      <pc:sldChg chg="modSp add del mod">
        <pc:chgData name="Jenkins NS" userId="8bdba4d2-1367-40cf-ad35-f59b31261896" providerId="ADAL" clId="{9DF06EC0-6773-4754-B5CF-3A86373E55DF}" dt="2026-10-22T20:51:55.960" v="502" actId="47"/>
        <pc:sldMkLst>
          <pc:docMk/>
          <pc:sldMk cId="3585144251" sldId="2147479602"/>
        </pc:sldMkLst>
        <pc:spChg chg="mod">
          <ac:chgData name="Jenkins NS" userId="8bdba4d2-1367-40cf-ad35-f59b31261896" providerId="ADAL" clId="{9DF06EC0-6773-4754-B5CF-3A86373E55DF}" dt="2026-10-21T22:27:40.341" v="466" actId="20577"/>
          <ac:spMkLst>
            <pc:docMk/>
            <pc:sldMk cId="3585144251" sldId="2147479602"/>
            <ac:spMk id="5" creationId="{C5C36B88-BDFD-29D8-DA60-E1A871D76BCB}"/>
          </ac:spMkLst>
        </pc:spChg>
      </pc:sldChg>
      <pc:sldChg chg="modSp add del mod">
        <pc:chgData name="Jenkins NS" userId="8bdba4d2-1367-40cf-ad35-f59b31261896" providerId="ADAL" clId="{9DF06EC0-6773-4754-B5CF-3A86373E55DF}" dt="2026-10-22T20:51:55.960" v="502" actId="47"/>
        <pc:sldMkLst>
          <pc:docMk/>
          <pc:sldMk cId="1525641040" sldId="2147479603"/>
        </pc:sldMkLst>
        <pc:spChg chg="mod">
          <ac:chgData name="Jenkins NS" userId="8bdba4d2-1367-40cf-ad35-f59b31261896" providerId="ADAL" clId="{9DF06EC0-6773-4754-B5CF-3A86373E55DF}" dt="2026-10-22T17:11:59.113" v="483" actId="20577"/>
          <ac:spMkLst>
            <pc:docMk/>
            <pc:sldMk cId="1525641040" sldId="2147479603"/>
            <ac:spMk id="3" creationId="{553923D6-D6BD-2A1A-B726-3087B6D885BC}"/>
          </ac:spMkLst>
        </pc:spChg>
        <pc:spChg chg="mod">
          <ac:chgData name="Jenkins NS" userId="8bdba4d2-1367-40cf-ad35-f59b31261896" providerId="ADAL" clId="{9DF06EC0-6773-4754-B5CF-3A86373E55DF}" dt="2026-10-22T17:12:25.880" v="489" actId="20577"/>
          <ac:spMkLst>
            <pc:docMk/>
            <pc:sldMk cId="1525641040" sldId="2147479603"/>
            <ac:spMk id="4" creationId="{5D97F56A-A0BE-BE10-5B49-DFB6A23B5F18}"/>
          </ac:spMkLst>
        </pc:spChg>
      </pc:sldChg>
      <pc:sldChg chg="add del setBg">
        <pc:chgData name="Jenkins NS" userId="8bdba4d2-1367-40cf-ad35-f59b31261896" providerId="ADAL" clId="{9DF06EC0-6773-4754-B5CF-3A86373E55DF}" dt="2026-10-22T17:11:52.663" v="473"/>
        <pc:sldMkLst>
          <pc:docMk/>
          <pc:sldMk cId="2190472783" sldId="2147479603"/>
        </pc:sldMkLst>
      </pc:sldChg>
      <pc:sldChg chg="del">
        <pc:chgData name="Jenkins NS" userId="8bdba4d2-1367-40cf-ad35-f59b31261896" providerId="ADAL" clId="{9DF06EC0-6773-4754-B5CF-3A86373E55DF}" dt="2026-10-21T19:24:49.810" v="0" actId="47"/>
        <pc:sldMkLst>
          <pc:docMk/>
          <pc:sldMk cId="2757716487" sldId="2147479799"/>
        </pc:sldMkLst>
      </pc:sldChg>
      <pc:sldChg chg="addSp delSp del mod">
        <pc:chgData name="Jenkins NS" userId="8bdba4d2-1367-40cf-ad35-f59b31261896" providerId="ADAL" clId="{9DF06EC0-6773-4754-B5CF-3A86373E55DF}" dt="2026-10-21T19:26:58.624" v="6" actId="47"/>
        <pc:sldMkLst>
          <pc:docMk/>
          <pc:sldMk cId="443657415" sldId="2147479840"/>
        </pc:sldMkLst>
        <pc:spChg chg="add del">
          <ac:chgData name="Jenkins NS" userId="8bdba4d2-1367-40cf-ad35-f59b31261896" providerId="ADAL" clId="{9DF06EC0-6773-4754-B5CF-3A86373E55DF}" dt="2026-10-21T19:26:36.670" v="2" actId="22"/>
          <ac:spMkLst>
            <pc:docMk/>
            <pc:sldMk cId="443657415" sldId="2147479840"/>
            <ac:spMk id="3" creationId="{56680FA2-4971-0C4A-E1E5-2D6BA10C628F}"/>
          </ac:spMkLst>
        </pc:spChg>
      </pc:sldChg>
      <pc:sldChg chg="del">
        <pc:chgData name="Jenkins NS" userId="8bdba4d2-1367-40cf-ad35-f59b31261896" providerId="ADAL" clId="{9DF06EC0-6773-4754-B5CF-3A86373E55DF}" dt="2026-10-21T19:24:49.810" v="0" actId="47"/>
        <pc:sldMkLst>
          <pc:docMk/>
          <pc:sldMk cId="1255394937" sldId="2147479841"/>
        </pc:sldMkLst>
      </pc:sldChg>
      <pc:sldChg chg="del">
        <pc:chgData name="Jenkins NS" userId="8bdba4d2-1367-40cf-ad35-f59b31261896" providerId="ADAL" clId="{9DF06EC0-6773-4754-B5CF-3A86373E55DF}" dt="2026-10-21T19:24:49.810" v="0" actId="47"/>
        <pc:sldMkLst>
          <pc:docMk/>
          <pc:sldMk cId="2539303801" sldId="2147479842"/>
        </pc:sldMkLst>
      </pc:sldChg>
      <pc:sldChg chg="del">
        <pc:chgData name="Jenkins NS" userId="8bdba4d2-1367-40cf-ad35-f59b31261896" providerId="ADAL" clId="{9DF06EC0-6773-4754-B5CF-3A86373E55DF}" dt="2026-10-21T19:24:49.810" v="0" actId="47"/>
        <pc:sldMkLst>
          <pc:docMk/>
          <pc:sldMk cId="1417025154" sldId="2147479843"/>
        </pc:sldMkLst>
      </pc:sldChg>
      <pc:sldChg chg="del">
        <pc:chgData name="Jenkins NS" userId="8bdba4d2-1367-40cf-ad35-f59b31261896" providerId="ADAL" clId="{9DF06EC0-6773-4754-B5CF-3A86373E55DF}" dt="2026-10-21T19:24:49.810" v="0" actId="47"/>
        <pc:sldMkLst>
          <pc:docMk/>
          <pc:sldMk cId="2116133330" sldId="2147479844"/>
        </pc:sldMkLst>
      </pc:sldChg>
      <pc:sldChg chg="del">
        <pc:chgData name="Jenkins NS" userId="8bdba4d2-1367-40cf-ad35-f59b31261896" providerId="ADAL" clId="{9DF06EC0-6773-4754-B5CF-3A86373E55DF}" dt="2026-10-21T19:24:49.810" v="0" actId="47"/>
        <pc:sldMkLst>
          <pc:docMk/>
          <pc:sldMk cId="2469809988" sldId="2147479846"/>
        </pc:sldMkLst>
      </pc:sldChg>
      <pc:sldChg chg="del">
        <pc:chgData name="Jenkins NS" userId="8bdba4d2-1367-40cf-ad35-f59b31261896" providerId="ADAL" clId="{9DF06EC0-6773-4754-B5CF-3A86373E55DF}" dt="2026-10-21T19:24:49.810" v="0" actId="47"/>
        <pc:sldMkLst>
          <pc:docMk/>
          <pc:sldMk cId="3601658480" sldId="2147479847"/>
        </pc:sldMkLst>
      </pc:sldChg>
      <pc:sldChg chg="del">
        <pc:chgData name="Jenkins NS" userId="8bdba4d2-1367-40cf-ad35-f59b31261896" providerId="ADAL" clId="{9DF06EC0-6773-4754-B5CF-3A86373E55DF}" dt="2026-10-21T19:24:49.810" v="0" actId="47"/>
        <pc:sldMkLst>
          <pc:docMk/>
          <pc:sldMk cId="3060551369" sldId="2147479848"/>
        </pc:sldMkLst>
      </pc:sldChg>
      <pc:sldChg chg="del">
        <pc:chgData name="Jenkins NS" userId="8bdba4d2-1367-40cf-ad35-f59b31261896" providerId="ADAL" clId="{9DF06EC0-6773-4754-B5CF-3A86373E55DF}" dt="2026-10-21T19:24:49.810" v="0" actId="47"/>
        <pc:sldMkLst>
          <pc:docMk/>
          <pc:sldMk cId="2299311412" sldId="2147479849"/>
        </pc:sldMkLst>
      </pc:sldChg>
      <pc:sldChg chg="del">
        <pc:chgData name="Jenkins NS" userId="8bdba4d2-1367-40cf-ad35-f59b31261896" providerId="ADAL" clId="{9DF06EC0-6773-4754-B5CF-3A86373E55DF}" dt="2026-10-21T19:24:49.810" v="0" actId="47"/>
        <pc:sldMkLst>
          <pc:docMk/>
          <pc:sldMk cId="2913441092" sldId="2147479850"/>
        </pc:sldMkLst>
      </pc:sldChg>
      <pc:sldChg chg="del">
        <pc:chgData name="Jenkins NS" userId="8bdba4d2-1367-40cf-ad35-f59b31261896" providerId="ADAL" clId="{9DF06EC0-6773-4754-B5CF-3A86373E55DF}" dt="2026-10-21T19:24:49.810" v="0" actId="47"/>
        <pc:sldMkLst>
          <pc:docMk/>
          <pc:sldMk cId="1857919815" sldId="2147479851"/>
        </pc:sldMkLst>
      </pc:sldChg>
      <pc:sldChg chg="del">
        <pc:chgData name="Jenkins NS" userId="8bdba4d2-1367-40cf-ad35-f59b31261896" providerId="ADAL" clId="{9DF06EC0-6773-4754-B5CF-3A86373E55DF}" dt="2026-10-21T19:24:49.810" v="0" actId="47"/>
        <pc:sldMkLst>
          <pc:docMk/>
          <pc:sldMk cId="1986496337" sldId="2147479852"/>
        </pc:sldMkLst>
      </pc:sldChg>
      <pc:sldChg chg="del">
        <pc:chgData name="Jenkins NS" userId="8bdba4d2-1367-40cf-ad35-f59b31261896" providerId="ADAL" clId="{9DF06EC0-6773-4754-B5CF-3A86373E55DF}" dt="2026-10-21T19:24:49.810" v="0" actId="47"/>
        <pc:sldMkLst>
          <pc:docMk/>
          <pc:sldMk cId="2698521699" sldId="2147479853"/>
        </pc:sldMkLst>
      </pc:sldChg>
      <pc:sldChg chg="del">
        <pc:chgData name="Jenkins NS" userId="8bdba4d2-1367-40cf-ad35-f59b31261896" providerId="ADAL" clId="{9DF06EC0-6773-4754-B5CF-3A86373E55DF}" dt="2026-10-21T19:24:49.810" v="0" actId="47"/>
        <pc:sldMkLst>
          <pc:docMk/>
          <pc:sldMk cId="839841890" sldId="2147479854"/>
        </pc:sldMkLst>
      </pc:sldChg>
      <pc:sldChg chg="del">
        <pc:chgData name="Jenkins NS" userId="8bdba4d2-1367-40cf-ad35-f59b31261896" providerId="ADAL" clId="{9DF06EC0-6773-4754-B5CF-3A86373E55DF}" dt="2026-10-21T19:24:49.810" v="0" actId="47"/>
        <pc:sldMkLst>
          <pc:docMk/>
          <pc:sldMk cId="3721048510" sldId="2147479856"/>
        </pc:sldMkLst>
      </pc:sldChg>
      <pc:sldChg chg="del">
        <pc:chgData name="Jenkins NS" userId="8bdba4d2-1367-40cf-ad35-f59b31261896" providerId="ADAL" clId="{9DF06EC0-6773-4754-B5CF-3A86373E55DF}" dt="2026-10-21T19:24:49.810" v="0" actId="47"/>
        <pc:sldMkLst>
          <pc:docMk/>
          <pc:sldMk cId="240024171" sldId="2147479857"/>
        </pc:sldMkLst>
      </pc:sldChg>
      <pc:sldChg chg="del">
        <pc:chgData name="Jenkins NS" userId="8bdba4d2-1367-40cf-ad35-f59b31261896" providerId="ADAL" clId="{9DF06EC0-6773-4754-B5CF-3A86373E55DF}" dt="2026-10-21T19:24:49.810" v="0" actId="47"/>
        <pc:sldMkLst>
          <pc:docMk/>
          <pc:sldMk cId="3174271723" sldId="2147479858"/>
        </pc:sldMkLst>
      </pc:sldChg>
      <pc:sldChg chg="del">
        <pc:chgData name="Jenkins NS" userId="8bdba4d2-1367-40cf-ad35-f59b31261896" providerId="ADAL" clId="{9DF06EC0-6773-4754-B5CF-3A86373E55DF}" dt="2026-10-21T19:24:49.810" v="0" actId="47"/>
        <pc:sldMkLst>
          <pc:docMk/>
          <pc:sldMk cId="4002067369" sldId="2147479859"/>
        </pc:sldMkLst>
      </pc:sldChg>
      <pc:sldChg chg="del">
        <pc:chgData name="Jenkins NS" userId="8bdba4d2-1367-40cf-ad35-f59b31261896" providerId="ADAL" clId="{9DF06EC0-6773-4754-B5CF-3A86373E55DF}" dt="2026-10-21T19:24:49.810" v="0" actId="47"/>
        <pc:sldMkLst>
          <pc:docMk/>
          <pc:sldMk cId="1376940060" sldId="2147479860"/>
        </pc:sldMkLst>
      </pc:sldChg>
      <pc:sldChg chg="del">
        <pc:chgData name="Jenkins NS" userId="8bdba4d2-1367-40cf-ad35-f59b31261896" providerId="ADAL" clId="{9DF06EC0-6773-4754-B5CF-3A86373E55DF}" dt="2026-10-21T19:24:49.810" v="0" actId="47"/>
        <pc:sldMkLst>
          <pc:docMk/>
          <pc:sldMk cId="4232437191" sldId="2147479861"/>
        </pc:sldMkLst>
      </pc:sldChg>
      <pc:sldChg chg="del">
        <pc:chgData name="Jenkins NS" userId="8bdba4d2-1367-40cf-ad35-f59b31261896" providerId="ADAL" clId="{9DF06EC0-6773-4754-B5CF-3A86373E55DF}" dt="2026-10-21T19:24:49.810" v="0" actId="47"/>
        <pc:sldMkLst>
          <pc:docMk/>
          <pc:sldMk cId="4071593474" sldId="2147479862"/>
        </pc:sldMkLst>
      </pc:sldChg>
      <pc:sldChg chg="del">
        <pc:chgData name="Jenkins NS" userId="8bdba4d2-1367-40cf-ad35-f59b31261896" providerId="ADAL" clId="{9DF06EC0-6773-4754-B5CF-3A86373E55DF}" dt="2026-10-21T19:24:49.810" v="0" actId="47"/>
        <pc:sldMkLst>
          <pc:docMk/>
          <pc:sldMk cId="3159384829" sldId="2147479863"/>
        </pc:sldMkLst>
      </pc:sldChg>
      <pc:sldChg chg="del">
        <pc:chgData name="Jenkins NS" userId="8bdba4d2-1367-40cf-ad35-f59b31261896" providerId="ADAL" clId="{9DF06EC0-6773-4754-B5CF-3A86373E55DF}" dt="2026-10-21T19:24:49.810" v="0" actId="47"/>
        <pc:sldMkLst>
          <pc:docMk/>
          <pc:sldMk cId="1944675638" sldId="2147479864"/>
        </pc:sldMkLst>
      </pc:sldChg>
      <pc:sldChg chg="del">
        <pc:chgData name="Jenkins NS" userId="8bdba4d2-1367-40cf-ad35-f59b31261896" providerId="ADAL" clId="{9DF06EC0-6773-4754-B5CF-3A86373E55DF}" dt="2026-10-21T19:24:49.810" v="0" actId="47"/>
        <pc:sldMkLst>
          <pc:docMk/>
          <pc:sldMk cId="1909484383" sldId="2147479865"/>
        </pc:sldMkLst>
      </pc:sldChg>
      <pc:sldChg chg="del">
        <pc:chgData name="Jenkins NS" userId="8bdba4d2-1367-40cf-ad35-f59b31261896" providerId="ADAL" clId="{9DF06EC0-6773-4754-B5CF-3A86373E55DF}" dt="2026-10-21T19:24:49.810" v="0" actId="47"/>
        <pc:sldMkLst>
          <pc:docMk/>
          <pc:sldMk cId="3616058983" sldId="2147479867"/>
        </pc:sldMkLst>
      </pc:sldChg>
      <pc:sldChg chg="del">
        <pc:chgData name="Jenkins NS" userId="8bdba4d2-1367-40cf-ad35-f59b31261896" providerId="ADAL" clId="{9DF06EC0-6773-4754-B5CF-3A86373E55DF}" dt="2026-10-21T19:24:49.810" v="0" actId="47"/>
        <pc:sldMkLst>
          <pc:docMk/>
          <pc:sldMk cId="1768514159" sldId="2147479868"/>
        </pc:sldMkLst>
      </pc:sldChg>
      <pc:sldChg chg="del">
        <pc:chgData name="Jenkins NS" userId="8bdba4d2-1367-40cf-ad35-f59b31261896" providerId="ADAL" clId="{9DF06EC0-6773-4754-B5CF-3A86373E55DF}" dt="2026-10-21T19:24:49.810" v="0" actId="47"/>
        <pc:sldMkLst>
          <pc:docMk/>
          <pc:sldMk cId="1289337424" sldId="2147479869"/>
        </pc:sldMkLst>
      </pc:sldChg>
      <pc:sldChg chg="del">
        <pc:chgData name="Jenkins NS" userId="8bdba4d2-1367-40cf-ad35-f59b31261896" providerId="ADAL" clId="{9DF06EC0-6773-4754-B5CF-3A86373E55DF}" dt="2026-10-21T19:24:49.810" v="0" actId="47"/>
        <pc:sldMkLst>
          <pc:docMk/>
          <pc:sldMk cId="1201138058" sldId="2147479870"/>
        </pc:sldMkLst>
      </pc:sldChg>
      <pc:sldChg chg="del">
        <pc:chgData name="Jenkins NS" userId="8bdba4d2-1367-40cf-ad35-f59b31261896" providerId="ADAL" clId="{9DF06EC0-6773-4754-B5CF-3A86373E55DF}" dt="2026-10-21T19:24:49.810" v="0" actId="47"/>
        <pc:sldMkLst>
          <pc:docMk/>
          <pc:sldMk cId="1445421501" sldId="2147479871"/>
        </pc:sldMkLst>
      </pc:sldChg>
      <pc:sldChg chg="del">
        <pc:chgData name="Jenkins NS" userId="8bdba4d2-1367-40cf-ad35-f59b31261896" providerId="ADAL" clId="{9DF06EC0-6773-4754-B5CF-3A86373E55DF}" dt="2026-10-21T19:24:49.810" v="0" actId="47"/>
        <pc:sldMkLst>
          <pc:docMk/>
          <pc:sldMk cId="1946713896" sldId="2147479872"/>
        </pc:sldMkLst>
      </pc:sldChg>
      <pc:sldChg chg="del">
        <pc:chgData name="Jenkins NS" userId="8bdba4d2-1367-40cf-ad35-f59b31261896" providerId="ADAL" clId="{9DF06EC0-6773-4754-B5CF-3A86373E55DF}" dt="2026-10-21T19:24:49.810" v="0" actId="47"/>
        <pc:sldMkLst>
          <pc:docMk/>
          <pc:sldMk cId="3845978286" sldId="2147479873"/>
        </pc:sldMkLst>
      </pc:sldChg>
      <pc:sldChg chg="del">
        <pc:chgData name="Jenkins NS" userId="8bdba4d2-1367-40cf-ad35-f59b31261896" providerId="ADAL" clId="{9DF06EC0-6773-4754-B5CF-3A86373E55DF}" dt="2026-10-21T19:24:49.810" v="0" actId="47"/>
        <pc:sldMkLst>
          <pc:docMk/>
          <pc:sldMk cId="3921530110" sldId="2147479874"/>
        </pc:sldMkLst>
      </pc:sldChg>
      <pc:sldChg chg="del">
        <pc:chgData name="Jenkins NS" userId="8bdba4d2-1367-40cf-ad35-f59b31261896" providerId="ADAL" clId="{9DF06EC0-6773-4754-B5CF-3A86373E55DF}" dt="2026-10-21T19:24:49.810" v="0" actId="47"/>
        <pc:sldMkLst>
          <pc:docMk/>
          <pc:sldMk cId="1928758105" sldId="2147479875"/>
        </pc:sldMkLst>
      </pc:sldChg>
      <pc:sldChg chg="del">
        <pc:chgData name="Jenkins NS" userId="8bdba4d2-1367-40cf-ad35-f59b31261896" providerId="ADAL" clId="{9DF06EC0-6773-4754-B5CF-3A86373E55DF}" dt="2026-10-21T19:24:49.810" v="0" actId="47"/>
        <pc:sldMkLst>
          <pc:docMk/>
          <pc:sldMk cId="2989117112" sldId="2147479876"/>
        </pc:sldMkLst>
      </pc:sldChg>
      <pc:sldChg chg="del">
        <pc:chgData name="Jenkins NS" userId="8bdba4d2-1367-40cf-ad35-f59b31261896" providerId="ADAL" clId="{9DF06EC0-6773-4754-B5CF-3A86373E55DF}" dt="2026-10-21T19:24:49.810" v="0" actId="47"/>
        <pc:sldMkLst>
          <pc:docMk/>
          <pc:sldMk cId="500862897" sldId="2147479881"/>
        </pc:sldMkLst>
      </pc:sldChg>
      <pc:sldChg chg="del">
        <pc:chgData name="Jenkins NS" userId="8bdba4d2-1367-40cf-ad35-f59b31261896" providerId="ADAL" clId="{9DF06EC0-6773-4754-B5CF-3A86373E55DF}" dt="2026-10-21T19:24:49.810" v="0" actId="47"/>
        <pc:sldMkLst>
          <pc:docMk/>
          <pc:sldMk cId="53487717" sldId="2147479882"/>
        </pc:sldMkLst>
      </pc:sldChg>
      <pc:sldChg chg="del">
        <pc:chgData name="Jenkins NS" userId="8bdba4d2-1367-40cf-ad35-f59b31261896" providerId="ADAL" clId="{9DF06EC0-6773-4754-B5CF-3A86373E55DF}" dt="2026-10-21T19:24:49.810" v="0" actId="47"/>
        <pc:sldMkLst>
          <pc:docMk/>
          <pc:sldMk cId="2016397542" sldId="2147479883"/>
        </pc:sldMkLst>
      </pc:sldChg>
      <pc:sldChg chg="del">
        <pc:chgData name="Jenkins NS" userId="8bdba4d2-1367-40cf-ad35-f59b31261896" providerId="ADAL" clId="{9DF06EC0-6773-4754-B5CF-3A86373E55DF}" dt="2026-10-21T19:24:49.810" v="0" actId="47"/>
        <pc:sldMkLst>
          <pc:docMk/>
          <pc:sldMk cId="94038164" sldId="2147479884"/>
        </pc:sldMkLst>
      </pc:sldChg>
      <pc:sldChg chg="del">
        <pc:chgData name="Jenkins NS" userId="8bdba4d2-1367-40cf-ad35-f59b31261896" providerId="ADAL" clId="{9DF06EC0-6773-4754-B5CF-3A86373E55DF}" dt="2026-10-21T19:24:49.810" v="0" actId="47"/>
        <pc:sldMkLst>
          <pc:docMk/>
          <pc:sldMk cId="4129616098" sldId="2147479885"/>
        </pc:sldMkLst>
      </pc:sldChg>
      <pc:sldChg chg="del">
        <pc:chgData name="Jenkins NS" userId="8bdba4d2-1367-40cf-ad35-f59b31261896" providerId="ADAL" clId="{9DF06EC0-6773-4754-B5CF-3A86373E55DF}" dt="2026-10-21T19:24:49.810" v="0" actId="47"/>
        <pc:sldMkLst>
          <pc:docMk/>
          <pc:sldMk cId="3730370468" sldId="2147479886"/>
        </pc:sldMkLst>
      </pc:sldChg>
      <pc:sldMasterChg chg="addSldLayout delSldLayout modSldLayout">
        <pc:chgData name="Jenkins NS" userId="8bdba4d2-1367-40cf-ad35-f59b31261896" providerId="ADAL" clId="{9DF06EC0-6773-4754-B5CF-3A86373E55DF}" dt="2026-10-22T20:51:50.990" v="501" actId="47"/>
        <pc:sldMasterMkLst>
          <pc:docMk/>
          <pc:sldMasterMk cId="975404246" sldId="2147483648"/>
        </pc:sldMasterMkLst>
        <pc:sldLayoutChg chg="add del">
          <pc:chgData name="Jenkins NS" userId="8bdba4d2-1367-40cf-ad35-f59b31261896" providerId="ADAL" clId="{9DF06EC0-6773-4754-B5CF-3A86373E55DF}" dt="2026-10-22T20:51:50.990" v="501" actId="47"/>
          <pc:sldLayoutMkLst>
            <pc:docMk/>
            <pc:sldMasterMk cId="975404246" sldId="2147483648"/>
            <pc:sldLayoutMk cId="216699640" sldId="2147483660"/>
          </pc:sldLayoutMkLst>
        </pc:sldLayoutChg>
        <pc:sldLayoutChg chg="del">
          <pc:chgData name="Jenkins NS" userId="8bdba4d2-1367-40cf-ad35-f59b31261896" providerId="ADAL" clId="{9DF06EC0-6773-4754-B5CF-3A86373E55DF}" dt="2026-10-21T19:26:58.624" v="6" actId="47"/>
          <pc:sldLayoutMkLst>
            <pc:docMk/>
            <pc:sldMasterMk cId="975404246" sldId="2147483648"/>
            <pc:sldLayoutMk cId="256598807" sldId="2147483661"/>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653122893" sldId="2147483662"/>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4214976935" sldId="2147483663"/>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3508414380" sldId="2147483664"/>
          </pc:sldLayoutMkLst>
        </pc:sldLayoutChg>
        <pc:sldLayoutChg chg="del">
          <pc:chgData name="Jenkins NS" userId="8bdba4d2-1367-40cf-ad35-f59b31261896" providerId="ADAL" clId="{9DF06EC0-6773-4754-B5CF-3A86373E55DF}" dt="2026-10-21T19:24:49.810" v="0" actId="47"/>
          <pc:sldLayoutMkLst>
            <pc:docMk/>
            <pc:sldMasterMk cId="975404246" sldId="2147483648"/>
            <pc:sldLayoutMk cId="2072214709" sldId="2147483665"/>
          </pc:sldLayoutMkLst>
        </pc:sldLayoutChg>
        <pc:sldLayoutChg chg="del">
          <pc:chgData name="Jenkins NS" userId="8bdba4d2-1367-40cf-ad35-f59b31261896" providerId="ADAL" clId="{9DF06EC0-6773-4754-B5CF-3A86373E55DF}" dt="2026-10-21T19:27:09.496" v="8" actId="47"/>
          <pc:sldLayoutMkLst>
            <pc:docMk/>
            <pc:sldMasterMk cId="975404246" sldId="2147483648"/>
            <pc:sldLayoutMk cId="2095695488" sldId="2147483667"/>
          </pc:sldLayoutMkLst>
        </pc:sldLayoutChg>
        <pc:sldLayoutChg chg="addSp delSp modSp mod setBg">
          <pc:chgData name="Jenkins NS" userId="8bdba4d2-1367-40cf-ad35-f59b31261896" providerId="ADAL" clId="{9DF06EC0-6773-4754-B5CF-3A86373E55DF}" dt="2026-10-22T17:10:37.795" v="467" actId="478"/>
          <pc:sldLayoutMkLst>
            <pc:docMk/>
            <pc:sldMasterMk cId="975404246" sldId="2147483648"/>
            <pc:sldLayoutMk cId="3241650075" sldId="2147483672"/>
          </pc:sldLayoutMkLst>
          <pc:spChg chg="add mod">
            <ac:chgData name="Jenkins NS" userId="8bdba4d2-1367-40cf-ad35-f59b31261896" providerId="ADAL" clId="{9DF06EC0-6773-4754-B5CF-3A86373E55DF}" dt="2026-10-21T19:31:34.097" v="178" actId="207"/>
            <ac:spMkLst>
              <pc:docMk/>
              <pc:sldMasterMk cId="975404246" sldId="2147483648"/>
              <pc:sldLayoutMk cId="3241650075" sldId="2147483672"/>
              <ac:spMk id="2" creationId="{1E00EE6B-4843-4559-6000-99DEC0E7AECF}"/>
            </ac:spMkLst>
          </pc:spChg>
          <pc:spChg chg="mod">
            <ac:chgData name="Jenkins NS" userId="8bdba4d2-1367-40cf-ad35-f59b31261896" providerId="ADAL" clId="{9DF06EC0-6773-4754-B5CF-3A86373E55DF}" dt="2026-10-21T19:35:35.446" v="224" actId="207"/>
            <ac:spMkLst>
              <pc:docMk/>
              <pc:sldMasterMk cId="975404246" sldId="2147483648"/>
              <pc:sldLayoutMk cId="3241650075" sldId="2147483672"/>
              <ac:spMk id="3" creationId="{3E21C31D-925C-53B5-2E40-C54FF245B41E}"/>
            </ac:spMkLst>
          </pc:spChg>
          <pc:picChg chg="del">
            <ac:chgData name="Jenkins NS" userId="8bdba4d2-1367-40cf-ad35-f59b31261896" providerId="ADAL" clId="{9DF06EC0-6773-4754-B5CF-3A86373E55DF}" dt="2026-10-21T19:35:57.153" v="225" actId="478"/>
            <ac:picMkLst>
              <pc:docMk/>
              <pc:sldMasterMk cId="975404246" sldId="2147483648"/>
              <pc:sldLayoutMk cId="3241650075" sldId="2147483672"/>
              <ac:picMk id="7" creationId="{7B930E7F-5B91-31B0-B67D-DB8C41E881CF}"/>
            </ac:picMkLst>
          </pc:picChg>
          <pc:picChg chg="add del mod ord">
            <ac:chgData name="Jenkins NS" userId="8bdba4d2-1367-40cf-ad35-f59b31261896" providerId="ADAL" clId="{9DF06EC0-6773-4754-B5CF-3A86373E55DF}" dt="2026-10-21T19:49:24.086" v="295" actId="478"/>
            <ac:picMkLst>
              <pc:docMk/>
              <pc:sldMasterMk cId="975404246" sldId="2147483648"/>
              <pc:sldLayoutMk cId="3241650075" sldId="2147483672"/>
              <ac:picMk id="8" creationId="{A0C964CA-5AF1-09D8-14B7-7FF1EABE784A}"/>
            </ac:picMkLst>
          </pc:picChg>
          <pc:picChg chg="add del mod">
            <ac:chgData name="Jenkins NS" userId="8bdba4d2-1367-40cf-ad35-f59b31261896" providerId="ADAL" clId="{9DF06EC0-6773-4754-B5CF-3A86373E55DF}" dt="2026-10-21T19:35:25.833" v="219" actId="478"/>
            <ac:picMkLst>
              <pc:docMk/>
              <pc:sldMasterMk cId="975404246" sldId="2147483648"/>
              <pc:sldLayoutMk cId="3241650075" sldId="2147483672"/>
              <ac:picMk id="10" creationId="{8B334D90-2717-2269-E486-F1900244A628}"/>
            </ac:picMkLst>
          </pc:picChg>
          <pc:picChg chg="add mod">
            <ac:chgData name="Jenkins NS" userId="8bdba4d2-1367-40cf-ad35-f59b31261896" providerId="ADAL" clId="{9DF06EC0-6773-4754-B5CF-3A86373E55DF}" dt="2026-10-21T19:36:16.316" v="233" actId="1076"/>
            <ac:picMkLst>
              <pc:docMk/>
              <pc:sldMasterMk cId="975404246" sldId="2147483648"/>
              <pc:sldLayoutMk cId="3241650075" sldId="2147483672"/>
              <ac:picMk id="11" creationId="{8A5D0B54-3E0F-E277-0472-C5E542E53F7F}"/>
            </ac:picMkLst>
          </pc:picChg>
          <pc:picChg chg="add del mod">
            <ac:chgData name="Jenkins NS" userId="8bdba4d2-1367-40cf-ad35-f59b31261896" providerId="ADAL" clId="{9DF06EC0-6773-4754-B5CF-3A86373E55DF}" dt="2026-10-22T17:10:37.795" v="467" actId="478"/>
            <ac:picMkLst>
              <pc:docMk/>
              <pc:sldMasterMk cId="975404246" sldId="2147483648"/>
              <pc:sldLayoutMk cId="3241650075" sldId="2147483672"/>
              <ac:picMk id="13" creationId="{3301086E-F595-9F37-140F-1279F2C885C8}"/>
            </ac:picMkLst>
          </pc:picChg>
          <pc:picChg chg="add mod ord">
            <ac:chgData name="Jenkins NS" userId="8bdba4d2-1367-40cf-ad35-f59b31261896" providerId="ADAL" clId="{9DF06EC0-6773-4754-B5CF-3A86373E55DF}" dt="2026-10-21T19:49:27.186" v="299" actId="167"/>
            <ac:picMkLst>
              <pc:docMk/>
              <pc:sldMasterMk cId="975404246" sldId="2147483648"/>
              <pc:sldLayoutMk cId="3241650075" sldId="2147483672"/>
              <ac:picMk id="15" creationId="{2209A0BE-5901-98D7-4EDE-74D107C3A727}"/>
            </ac:picMkLst>
          </pc:picChg>
        </pc:sldLayoutChg>
        <pc:sldLayoutChg chg="add del">
          <pc:chgData name="Jenkins NS" userId="8bdba4d2-1367-40cf-ad35-f59b31261896" providerId="ADAL" clId="{9DF06EC0-6773-4754-B5CF-3A86373E55DF}" dt="2026-10-22T20:51:50.990" v="501" actId="47"/>
          <pc:sldLayoutMkLst>
            <pc:docMk/>
            <pc:sldMasterMk cId="975404246" sldId="2147483648"/>
            <pc:sldLayoutMk cId="2861898254" sldId="2147483673"/>
          </pc:sldLayoutMkLst>
        </pc:sldLayoutChg>
      </pc:sldMasterChg>
      <pc:sldMasterChg chg="add del addSldLayout delSldLayout">
        <pc:chgData name="Jenkins NS" userId="8bdba4d2-1367-40cf-ad35-f59b31261896" providerId="ADAL" clId="{9DF06EC0-6773-4754-B5CF-3A86373E55DF}" dt="2026-10-22T20:51:50.990" v="501" actId="47"/>
        <pc:sldMasterMkLst>
          <pc:docMk/>
          <pc:sldMasterMk cId="4035815384" sldId="2147483675"/>
        </pc:sldMasterMkLst>
        <pc:sldLayoutChg chg="add del">
          <pc:chgData name="Jenkins NS" userId="8bdba4d2-1367-40cf-ad35-f59b31261896" providerId="ADAL" clId="{9DF06EC0-6773-4754-B5CF-3A86373E55DF}" dt="2026-10-22T20:51:50.990" v="501" actId="47"/>
          <pc:sldLayoutMkLst>
            <pc:docMk/>
            <pc:sldMasterMk cId="4035815384" sldId="2147483675"/>
            <pc:sldLayoutMk cId="3493966669" sldId="2147483676"/>
          </pc:sldLayoutMkLst>
        </pc:sldLayoutChg>
        <pc:sldLayoutChg chg="add del">
          <pc:chgData name="Jenkins NS" userId="8bdba4d2-1367-40cf-ad35-f59b31261896" providerId="ADAL" clId="{9DF06EC0-6773-4754-B5CF-3A86373E55DF}" dt="2026-10-22T20:51:50.990" v="501" actId="47"/>
          <pc:sldLayoutMkLst>
            <pc:docMk/>
            <pc:sldMasterMk cId="4035815384" sldId="2147483675"/>
            <pc:sldLayoutMk cId="4045809490" sldId="2147483677"/>
          </pc:sldLayoutMkLst>
        </pc:sldLayoutChg>
        <pc:sldLayoutChg chg="add del">
          <pc:chgData name="Jenkins NS" userId="8bdba4d2-1367-40cf-ad35-f59b31261896" providerId="ADAL" clId="{9DF06EC0-6773-4754-B5CF-3A86373E55DF}" dt="2026-10-22T20:51:50.990" v="501" actId="47"/>
          <pc:sldLayoutMkLst>
            <pc:docMk/>
            <pc:sldMasterMk cId="4035815384" sldId="2147483675"/>
            <pc:sldLayoutMk cId="2633174446" sldId="2147483678"/>
          </pc:sldLayoutMkLst>
        </pc:sldLayoutChg>
        <pc:sldLayoutChg chg="add del">
          <pc:chgData name="Jenkins NS" userId="8bdba4d2-1367-40cf-ad35-f59b31261896" providerId="ADAL" clId="{9DF06EC0-6773-4754-B5CF-3A86373E55DF}" dt="2026-10-22T20:51:50.990" v="501" actId="47"/>
          <pc:sldLayoutMkLst>
            <pc:docMk/>
            <pc:sldMasterMk cId="4035815384" sldId="2147483675"/>
            <pc:sldLayoutMk cId="3224269921" sldId="2147483679"/>
          </pc:sldLayoutMkLst>
        </pc:sldLayoutChg>
      </pc:sldMasterChg>
      <pc:sldMasterChg chg="add del addSldLayout delSldLayout modSldLayout">
        <pc:chgData name="Jenkins NS" userId="8bdba4d2-1367-40cf-ad35-f59b31261896" providerId="ADAL" clId="{9DF06EC0-6773-4754-B5CF-3A86373E55DF}" dt="2026-10-22T20:51:50.990" v="501" actId="47"/>
        <pc:sldMasterMkLst>
          <pc:docMk/>
          <pc:sldMasterMk cId="2391316343" sldId="2147483684"/>
        </pc:sldMasterMkLst>
        <pc:sldLayoutChg chg="add del">
          <pc:chgData name="Jenkins NS" userId="8bdba4d2-1367-40cf-ad35-f59b31261896" providerId="ADAL" clId="{9DF06EC0-6773-4754-B5CF-3A86373E55DF}" dt="2026-10-22T20:51:50.990" v="501" actId="47"/>
          <pc:sldLayoutMkLst>
            <pc:docMk/>
            <pc:sldMasterMk cId="2391316343" sldId="2147483668"/>
            <pc:sldLayoutMk cId="1317201455" sldId="2147483669"/>
          </pc:sldLayoutMkLst>
        </pc:sldLayoutChg>
        <pc:sldLayoutChg chg="modSp add del mod">
          <pc:chgData name="Jenkins NS" userId="8bdba4d2-1367-40cf-ad35-f59b31261896" providerId="ADAL" clId="{9DF06EC0-6773-4754-B5CF-3A86373E55DF}" dt="2026-10-22T20:51:50.990" v="501" actId="47"/>
          <pc:sldLayoutMkLst>
            <pc:docMk/>
            <pc:sldMasterMk cId="2391316343" sldId="2147483668"/>
            <pc:sldLayoutMk cId="1798594045" sldId="2147483670"/>
          </pc:sldLayoutMkLst>
          <pc:spChg chg="mod">
            <ac:chgData name="Jenkins NS" userId="8bdba4d2-1367-40cf-ad35-f59b31261896" providerId="ADAL" clId="{9DF06EC0-6773-4754-B5CF-3A86373E55DF}" dt="2026-10-21T19:48:26.160" v="294" actId="207"/>
            <ac:spMkLst>
              <pc:docMk/>
              <pc:sldMasterMk cId="2391316343" sldId="2147483668"/>
              <pc:sldLayoutMk cId="1798594045" sldId="2147483670"/>
              <ac:spMk id="2" creationId="{00000000-0000-0000-0000-000000000000}"/>
            </ac:spMkLst>
          </pc:spChg>
        </pc:sldLayoutChg>
        <pc:sldLayoutChg chg="add del">
          <pc:chgData name="Jenkins NS" userId="8bdba4d2-1367-40cf-ad35-f59b31261896" providerId="ADAL" clId="{9DF06EC0-6773-4754-B5CF-3A86373E55DF}" dt="2026-10-22T20:51:50.990" v="501" actId="47"/>
          <pc:sldLayoutMkLst>
            <pc:docMk/>
            <pc:sldMasterMk cId="2391316343" sldId="2147483668"/>
            <pc:sldLayoutMk cId="902464598" sldId="2147483674"/>
          </pc:sldLayoutMkLst>
        </pc:sldLayoutChg>
        <pc:sldLayoutChg chg="add del">
          <pc:chgData name="Jenkins NS" userId="8bdba4d2-1367-40cf-ad35-f59b31261896" providerId="ADAL" clId="{9DF06EC0-6773-4754-B5CF-3A86373E55DF}" dt="2026-10-22T20:51:50.990" v="501" actId="47"/>
          <pc:sldLayoutMkLst>
            <pc:docMk/>
            <pc:sldMasterMk cId="2391316343" sldId="2147483668"/>
            <pc:sldLayoutMk cId="2154374152" sldId="2147483683"/>
          </pc:sldLayoutMkLst>
        </pc:sldLayoutChg>
        <pc:sldLayoutChg chg="add del">
          <pc:chgData name="Jenkins NS" userId="8bdba4d2-1367-40cf-ad35-f59b31261896" providerId="ADAL" clId="{9DF06EC0-6773-4754-B5CF-3A86373E55DF}" dt="2026-10-22T20:51:50.990" v="501" actId="47"/>
          <pc:sldLayoutMkLst>
            <pc:docMk/>
            <pc:sldMasterMk cId="2391316343" sldId="2147483668"/>
            <pc:sldLayoutMk cId="3284760538" sldId="2147483685"/>
          </pc:sldLayoutMkLst>
        </pc:sldLayoutChg>
      </pc:sldMasterChg>
      <pc:sldMasterChg chg="del delSldLayout">
        <pc:chgData name="Jenkins NS" userId="8bdba4d2-1367-40cf-ad35-f59b31261896" providerId="ADAL" clId="{9DF06EC0-6773-4754-B5CF-3A86373E55DF}" dt="2026-10-22T20:51:55.960" v="502" actId="47"/>
        <pc:sldMasterMkLst>
          <pc:docMk/>
          <pc:sldMasterMk cId="2494316984" sldId="2147483684"/>
        </pc:sldMasterMkLst>
        <pc:sldLayoutChg chg="del">
          <pc:chgData name="Jenkins NS" userId="8bdba4d2-1367-40cf-ad35-f59b31261896" providerId="ADAL" clId="{9DF06EC0-6773-4754-B5CF-3A86373E55DF}" dt="2026-10-22T20:51:55.960" v="502" actId="47"/>
          <pc:sldLayoutMkLst>
            <pc:docMk/>
            <pc:sldMasterMk cId="2494316984" sldId="2147483684"/>
            <pc:sldLayoutMk cId="380069328" sldId="2147483685"/>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3599421431" sldId="2147483686"/>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636360322" sldId="2147483687"/>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2641358860" sldId="2147483688"/>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274860342" sldId="2147483689"/>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1877322716" sldId="2147483690"/>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2466656009" sldId="2147483691"/>
          </pc:sldLayoutMkLst>
        </pc:sldLayoutChg>
        <pc:sldLayoutChg chg="del">
          <pc:chgData name="Jenkins NS" userId="8bdba4d2-1367-40cf-ad35-f59b31261896" providerId="ADAL" clId="{9DF06EC0-6773-4754-B5CF-3A86373E55DF}" dt="2026-10-22T20:51:55.960" v="502" actId="47"/>
          <pc:sldLayoutMkLst>
            <pc:docMk/>
            <pc:sldMasterMk cId="2494316984" sldId="2147483684"/>
            <pc:sldLayoutMk cId="3392665190" sldId="2147483692"/>
          </pc:sldLayoutMkLst>
        </pc:sldLayoutChg>
      </pc:sldMasterChg>
    </pc:docChg>
  </pc:docChgLst>
  <pc:docChgLst>
    <pc:chgData name="Jenkins NS" userId="8bdba4d2-1367-40cf-ad35-f59b31261896" providerId="ADAL" clId="{ACFFAC28-C693-429F-A17E-A86F3FBA7AC3}"/>
    <pc:docChg chg="undo custSel addSld delSld modSld sldOrd">
      <pc:chgData name="Jenkins NS" userId="8bdba4d2-1367-40cf-ad35-f59b31261896" providerId="ADAL" clId="{ACFFAC28-C693-429F-A17E-A86F3FBA7AC3}" dt="2026-09-25T04:11:23.975" v="10" actId="47"/>
      <pc:docMkLst>
        <pc:docMk/>
      </pc:docMkLst>
      <pc:sldChg chg="add del">
        <pc:chgData name="Jenkins NS" userId="8bdba4d2-1367-40cf-ad35-f59b31261896" providerId="ADAL" clId="{ACFFAC28-C693-429F-A17E-A86F3FBA7AC3}" dt="2026-09-25T04:11:23.975" v="10" actId="47"/>
        <pc:sldMkLst>
          <pc:docMk/>
          <pc:sldMk cId="443657415" sldId="2147479840"/>
        </pc:sldMkLst>
      </pc:sldChg>
      <pc:sldChg chg="addSp new mod ord">
        <pc:chgData name="Jenkins NS" userId="8bdba4d2-1367-40cf-ad35-f59b31261896" providerId="ADAL" clId="{ACFFAC28-C693-429F-A17E-A86F3FBA7AC3}" dt="2026-09-25T04:05:29.152" v="8"/>
        <pc:sldMkLst>
          <pc:docMk/>
          <pc:sldMk cId="94038164" sldId="2147479884"/>
        </pc:sldMkLst>
      </pc:sldChg>
      <pc:sldChg chg="addSp new mod">
        <pc:chgData name="Jenkins NS" userId="8bdba4d2-1367-40cf-ad35-f59b31261896" providerId="ADAL" clId="{ACFFAC28-C693-429F-A17E-A86F3FBA7AC3}" dt="2026-09-25T04:03:52.664" v="3" actId="22"/>
        <pc:sldMkLst>
          <pc:docMk/>
          <pc:sldMk cId="4129616098" sldId="2147479885"/>
        </pc:sldMkLst>
      </pc:sldChg>
      <pc:sldChg chg="addSp new mod">
        <pc:chgData name="Jenkins NS" userId="8bdba4d2-1367-40cf-ad35-f59b31261896" providerId="ADAL" clId="{ACFFAC28-C693-429F-A17E-A86F3FBA7AC3}" dt="2026-09-25T04:05:24.117" v="6" actId="22"/>
        <pc:sldMkLst>
          <pc:docMk/>
          <pc:sldMk cId="3730370468" sldId="2147479886"/>
        </pc:sldMkLst>
      </pc:sldChg>
      <pc:sldMasterChg chg="addSldLayout delSldLayout">
        <pc:chgData name="Jenkins NS" userId="8bdba4d2-1367-40cf-ad35-f59b31261896" providerId="ADAL" clId="{ACFFAC28-C693-429F-A17E-A86F3FBA7AC3}" dt="2026-09-25T04:11:23.975" v="10" actId="47"/>
        <pc:sldMasterMkLst>
          <pc:docMk/>
          <pc:sldMasterMk cId="975404246" sldId="2147483648"/>
        </pc:sldMasterMkLst>
        <pc:sldLayoutChg chg="add del">
          <pc:chgData name="Jenkins NS" userId="8bdba4d2-1367-40cf-ad35-f59b31261896" providerId="ADAL" clId="{ACFFAC28-C693-429F-A17E-A86F3FBA7AC3}" dt="2026-09-25T04:11:23.975" v="10" actId="47"/>
          <pc:sldLayoutMkLst>
            <pc:docMk/>
            <pc:sldMasterMk cId="975404246" sldId="2147483648"/>
            <pc:sldLayoutMk cId="256598807" sldId="2147483661"/>
          </pc:sldLayoutMkLst>
        </pc:sldLayoutChg>
      </pc:sldMasterChg>
    </pc:docChg>
  </pc:docChgLst>
  <pc:docChgLst>
    <pc:chgData name="Jenkins NS" userId="8bdba4d2-1367-40cf-ad35-f59b31261896" providerId="ADAL" clId="{86724140-930D-4C35-BABC-84C9C3BBEAD0}"/>
    <pc:docChg chg="undo custSel addSld delSld modSld sldOrd modMainMaster">
      <pc:chgData name="Jenkins NS" userId="8bdba4d2-1367-40cf-ad35-f59b31261896" providerId="ADAL" clId="{86724140-930D-4C35-BABC-84C9C3BBEAD0}" dt="2026-05-26T05:17:18.055" v="2383" actId="729"/>
      <pc:docMkLst>
        <pc:docMk/>
      </pc:docMkLst>
      <pc:sldChg chg="modSp del">
        <pc:chgData name="Jenkins NS" userId="8bdba4d2-1367-40cf-ad35-f59b31261896" providerId="ADAL" clId="{86724140-930D-4C35-BABC-84C9C3BBEAD0}" dt="2026-05-23T19:49:51.326" v="46" actId="47"/>
        <pc:sldMkLst>
          <pc:docMk/>
          <pc:sldMk cId="2130413274" sldId="256"/>
        </pc:sldMkLst>
      </pc:sldChg>
      <pc:sldChg chg="addSp modSp mod modNotesTx">
        <pc:chgData name="Jenkins NS" userId="8bdba4d2-1367-40cf-ad35-f59b31261896" providerId="ADAL" clId="{86724140-930D-4C35-BABC-84C9C3BBEAD0}" dt="2026-05-23T19:59:00.290" v="85"/>
        <pc:sldMkLst>
          <pc:docMk/>
          <pc:sldMk cId="101198574" sldId="1611"/>
        </pc:sldMkLst>
      </pc:sldChg>
      <pc:sldChg chg="add del">
        <pc:chgData name="Jenkins NS" userId="8bdba4d2-1367-40cf-ad35-f59b31261896" providerId="ADAL" clId="{86724140-930D-4C35-BABC-84C9C3BBEAD0}" dt="2026-05-23T21:41:59.056" v="946" actId="47"/>
        <pc:sldMkLst>
          <pc:docMk/>
          <pc:sldMk cId="1954936120" sldId="1821"/>
        </pc:sldMkLst>
      </pc:sldChg>
      <pc:sldChg chg="modSp add del mod">
        <pc:chgData name="Jenkins NS" userId="8bdba4d2-1367-40cf-ad35-f59b31261896" providerId="ADAL" clId="{86724140-930D-4C35-BABC-84C9C3BBEAD0}" dt="2026-05-23T20:15:26.909" v="237" actId="27636"/>
        <pc:sldMkLst>
          <pc:docMk/>
          <pc:sldMk cId="3432255962" sldId="4611"/>
        </pc:sldMkLst>
      </pc:sldChg>
      <pc:sldChg chg="add del">
        <pc:chgData name="Jenkins NS" userId="8bdba4d2-1367-40cf-ad35-f59b31261896" providerId="ADAL" clId="{86724140-930D-4C35-BABC-84C9C3BBEAD0}" dt="2026-05-23T20:16:58.475" v="241" actId="2696"/>
        <pc:sldMkLst>
          <pc:docMk/>
          <pc:sldMk cId="1547118278" sldId="2076137145"/>
        </pc:sldMkLst>
      </pc:sldChg>
      <pc:sldChg chg="modSp add mod">
        <pc:chgData name="Jenkins NS" userId="8bdba4d2-1367-40cf-ad35-f59b31261896" providerId="ADAL" clId="{86724140-930D-4C35-BABC-84C9C3BBEAD0}" dt="2026-05-23T21:18:35.296" v="710" actId="20577"/>
        <pc:sldMkLst>
          <pc:docMk/>
          <pc:sldMk cId="1609509673" sldId="2076137798"/>
        </pc:sldMkLst>
      </pc:sldChg>
      <pc:sldChg chg="addSp modSp add mod">
        <pc:chgData name="Jenkins NS" userId="8bdba4d2-1367-40cf-ad35-f59b31261896" providerId="ADAL" clId="{86724140-930D-4C35-BABC-84C9C3BBEAD0}" dt="2026-05-23T21:52:58.723" v="1095"/>
        <pc:sldMkLst>
          <pc:docMk/>
          <pc:sldMk cId="2655586065" sldId="2142533481"/>
        </pc:sldMkLst>
      </pc:sldChg>
      <pc:sldChg chg="addSp delSp add mod ord modNotesTx">
        <pc:chgData name="Jenkins NS" userId="8bdba4d2-1367-40cf-ad35-f59b31261896" providerId="ADAL" clId="{86724140-930D-4C35-BABC-84C9C3BBEAD0}" dt="2026-05-24T14:58:29.467" v="1431" actId="20577"/>
        <pc:sldMkLst>
          <pc:docMk/>
          <pc:sldMk cId="2757716487" sldId="2147479799"/>
        </pc:sldMkLst>
      </pc:sldChg>
      <pc:sldChg chg="addSp delSp modSp add mod">
        <pc:chgData name="Jenkins NS" userId="8bdba4d2-1367-40cf-ad35-f59b31261896" providerId="ADAL" clId="{86724140-930D-4C35-BABC-84C9C3BBEAD0}" dt="2026-05-23T20:07:22.464" v="219" actId="1076"/>
        <pc:sldMkLst>
          <pc:docMk/>
          <pc:sldMk cId="443657415" sldId="2147479840"/>
        </pc:sldMkLst>
      </pc:sldChg>
      <pc:sldChg chg="addSp delSp modSp new mod ord modClrScheme chgLayout">
        <pc:chgData name="Jenkins NS" userId="8bdba4d2-1367-40cf-ad35-f59b31261896" providerId="ADAL" clId="{86724140-930D-4C35-BABC-84C9C3BBEAD0}" dt="2026-05-23T21:24:05.420" v="759"/>
        <pc:sldMkLst>
          <pc:docMk/>
          <pc:sldMk cId="1255394937" sldId="2147479841"/>
        </pc:sldMkLst>
      </pc:sldChg>
      <pc:sldChg chg="new del">
        <pc:chgData name="Jenkins NS" userId="8bdba4d2-1367-40cf-ad35-f59b31261896" providerId="ADAL" clId="{86724140-930D-4C35-BABC-84C9C3BBEAD0}" dt="2026-05-23T19:54:40.834" v="78" actId="680"/>
        <pc:sldMkLst>
          <pc:docMk/>
          <pc:sldMk cId="3062387772" sldId="2147479841"/>
        </pc:sldMkLst>
      </pc:sldChg>
      <pc:sldChg chg="addSp delSp modSp new mod ord modClrScheme chgLayout">
        <pc:chgData name="Jenkins NS" userId="8bdba4d2-1367-40cf-ad35-f59b31261896" providerId="ADAL" clId="{86724140-930D-4C35-BABC-84C9C3BBEAD0}" dt="2026-05-23T20:15:36.198" v="239"/>
        <pc:sldMkLst>
          <pc:docMk/>
          <pc:sldMk cId="2539303801" sldId="2147479842"/>
        </pc:sldMkLst>
      </pc:sldChg>
      <pc:sldChg chg="addSp delSp modSp add mod ord">
        <pc:chgData name="Jenkins NS" userId="8bdba4d2-1367-40cf-ad35-f59b31261896" providerId="ADAL" clId="{86724140-930D-4C35-BABC-84C9C3BBEAD0}" dt="2026-05-23T21:35:56.377" v="825"/>
        <pc:sldMkLst>
          <pc:docMk/>
          <pc:sldMk cId="1417025154" sldId="2147479843"/>
        </pc:sldMkLst>
      </pc:sldChg>
      <pc:sldChg chg="new del">
        <pc:chgData name="Jenkins NS" userId="8bdba4d2-1367-40cf-ad35-f59b31261896" providerId="ADAL" clId="{86724140-930D-4C35-BABC-84C9C3BBEAD0}" dt="2026-05-23T20:27:18.194" v="244" actId="680"/>
        <pc:sldMkLst>
          <pc:docMk/>
          <pc:sldMk cId="1926549188" sldId="2147479843"/>
        </pc:sldMkLst>
      </pc:sldChg>
      <pc:sldChg chg="new del">
        <pc:chgData name="Jenkins NS" userId="8bdba4d2-1367-40cf-ad35-f59b31261896" providerId="ADAL" clId="{86724140-930D-4C35-BABC-84C9C3BBEAD0}" dt="2026-05-23T20:27:23.080" v="246" actId="2696"/>
        <pc:sldMkLst>
          <pc:docMk/>
          <pc:sldMk cId="2209595075" sldId="2147479843"/>
        </pc:sldMkLst>
      </pc:sldChg>
      <pc:sldChg chg="addSp delSp modSp new del mod">
        <pc:chgData name="Jenkins NS" userId="8bdba4d2-1367-40cf-ad35-f59b31261896" providerId="ADAL" clId="{86724140-930D-4C35-BABC-84C9C3BBEAD0}" dt="2026-05-23T20:17:23.393" v="242" actId="47"/>
        <pc:sldMkLst>
          <pc:docMk/>
          <pc:sldMk cId="3281185304" sldId="2147479843"/>
        </pc:sldMkLst>
      </pc:sldChg>
      <pc:sldChg chg="addSp delSp modSp add mod ord">
        <pc:chgData name="Jenkins NS" userId="8bdba4d2-1367-40cf-ad35-f59b31261896" providerId="ADAL" clId="{86724140-930D-4C35-BABC-84C9C3BBEAD0}" dt="2026-05-23T21:35:59.645" v="827"/>
        <pc:sldMkLst>
          <pc:docMk/>
          <pc:sldMk cId="2116133330" sldId="2147479844"/>
        </pc:sldMkLst>
      </pc:sldChg>
      <pc:sldChg chg="new del">
        <pc:chgData name="Jenkins NS" userId="8bdba4d2-1367-40cf-ad35-f59b31261896" providerId="ADAL" clId="{86724140-930D-4C35-BABC-84C9C3BBEAD0}" dt="2026-05-23T21:21:17.170" v="714" actId="680"/>
        <pc:sldMkLst>
          <pc:docMk/>
          <pc:sldMk cId="663198952" sldId="2147479845"/>
        </pc:sldMkLst>
      </pc:sldChg>
      <pc:sldChg chg="addSp delSp modSp new del mod">
        <pc:chgData name="Jenkins NS" userId="8bdba4d2-1367-40cf-ad35-f59b31261896" providerId="ADAL" clId="{86724140-930D-4C35-BABC-84C9C3BBEAD0}" dt="2026-05-23T21:14:04.189" v="702" actId="47"/>
        <pc:sldMkLst>
          <pc:docMk/>
          <pc:sldMk cId="3346862844" sldId="2147479845"/>
        </pc:sldMkLst>
      </pc:sldChg>
      <pc:sldChg chg="addSp delSp modSp add del mod setBg modClrScheme chgLayout">
        <pc:chgData name="Jenkins NS" userId="8bdba4d2-1367-40cf-ad35-f59b31261896" providerId="ADAL" clId="{86724140-930D-4C35-BABC-84C9C3BBEAD0}" dt="2026-05-23T21:31:52.557" v="800" actId="47"/>
        <pc:sldMkLst>
          <pc:docMk/>
          <pc:sldMk cId="3473577390" sldId="2147479845"/>
        </pc:sldMkLst>
      </pc:sldChg>
      <pc:sldChg chg="addSp delSp modSp add mod ord modClrScheme chgLayout">
        <pc:chgData name="Jenkins NS" userId="8bdba4d2-1367-40cf-ad35-f59b31261896" providerId="ADAL" clId="{86724140-930D-4C35-BABC-84C9C3BBEAD0}" dt="2026-05-23T21:32:37.884" v="816" actId="26606"/>
        <pc:sldMkLst>
          <pc:docMk/>
          <pc:sldMk cId="2469809988" sldId="2147479846"/>
        </pc:sldMkLst>
      </pc:sldChg>
      <pc:sldChg chg="delSp modSp add mod modNotesTx">
        <pc:chgData name="Jenkins NS" userId="8bdba4d2-1367-40cf-ad35-f59b31261896" providerId="ADAL" clId="{86724140-930D-4C35-BABC-84C9C3BBEAD0}" dt="2026-05-24T15:01:41.104" v="1433" actId="20577"/>
        <pc:sldMkLst>
          <pc:docMk/>
          <pc:sldMk cId="3601658480" sldId="2147479847"/>
        </pc:sldMkLst>
      </pc:sldChg>
      <pc:sldChg chg="delSp modSp add mod">
        <pc:chgData name="Jenkins NS" userId="8bdba4d2-1367-40cf-ad35-f59b31261896" providerId="ADAL" clId="{86724140-930D-4C35-BABC-84C9C3BBEAD0}" dt="2026-05-23T21:40:00.329" v="893" actId="20577"/>
        <pc:sldMkLst>
          <pc:docMk/>
          <pc:sldMk cId="3060551369" sldId="2147479848"/>
        </pc:sldMkLst>
      </pc:sldChg>
      <pc:sldChg chg="modSp add mod">
        <pc:chgData name="Jenkins NS" userId="8bdba4d2-1367-40cf-ad35-f59b31261896" providerId="ADAL" clId="{86724140-930D-4C35-BABC-84C9C3BBEAD0}" dt="2026-05-23T21:41:29.204" v="934" actId="20577"/>
        <pc:sldMkLst>
          <pc:docMk/>
          <pc:sldMk cId="2299311412" sldId="2147479849"/>
        </pc:sldMkLst>
      </pc:sldChg>
      <pc:sldChg chg="delSp modSp add mod modNotesTx">
        <pc:chgData name="Jenkins NS" userId="8bdba4d2-1367-40cf-ad35-f59b31261896" providerId="ADAL" clId="{86724140-930D-4C35-BABC-84C9C3BBEAD0}" dt="2026-05-24T15:01:35.730" v="1432" actId="20577"/>
        <pc:sldMkLst>
          <pc:docMk/>
          <pc:sldMk cId="2913441092" sldId="2147479850"/>
        </pc:sldMkLst>
      </pc:sldChg>
      <pc:sldChg chg="delSp modSp add mod">
        <pc:chgData name="Jenkins NS" userId="8bdba4d2-1367-40cf-ad35-f59b31261896" providerId="ADAL" clId="{86724140-930D-4C35-BABC-84C9C3BBEAD0}" dt="2026-05-23T21:44:25.435" v="973" actId="478"/>
        <pc:sldMkLst>
          <pc:docMk/>
          <pc:sldMk cId="1857919815" sldId="2147479851"/>
        </pc:sldMkLst>
      </pc:sldChg>
      <pc:sldChg chg="delSp modSp add mod">
        <pc:chgData name="Jenkins NS" userId="8bdba4d2-1367-40cf-ad35-f59b31261896" providerId="ADAL" clId="{86724140-930D-4C35-BABC-84C9C3BBEAD0}" dt="2026-05-23T21:45:30.892" v="989" actId="478"/>
        <pc:sldMkLst>
          <pc:docMk/>
          <pc:sldMk cId="1986496337" sldId="2147479852"/>
        </pc:sldMkLst>
      </pc:sldChg>
      <pc:sldChg chg="delSp modSp add mod">
        <pc:chgData name="Jenkins NS" userId="8bdba4d2-1367-40cf-ad35-f59b31261896" providerId="ADAL" clId="{86724140-930D-4C35-BABC-84C9C3BBEAD0}" dt="2026-05-23T21:46:30.116" v="1000" actId="478"/>
        <pc:sldMkLst>
          <pc:docMk/>
          <pc:sldMk cId="2698521699" sldId="2147479853"/>
        </pc:sldMkLst>
      </pc:sldChg>
      <pc:sldChg chg="delSp modSp add mod">
        <pc:chgData name="Jenkins NS" userId="8bdba4d2-1367-40cf-ad35-f59b31261896" providerId="ADAL" clId="{86724140-930D-4C35-BABC-84C9C3BBEAD0}" dt="2026-05-23T21:47:30.527" v="1009" actId="478"/>
        <pc:sldMkLst>
          <pc:docMk/>
          <pc:sldMk cId="839841890" sldId="2147479854"/>
        </pc:sldMkLst>
      </pc:sldChg>
      <pc:sldChg chg="delSp modSp add del mod">
        <pc:chgData name="Jenkins NS" userId="8bdba4d2-1367-40cf-ad35-f59b31261896" providerId="ADAL" clId="{86724140-930D-4C35-BABC-84C9C3BBEAD0}" dt="2026-05-25T17:31:27.806" v="2117" actId="47"/>
        <pc:sldMkLst>
          <pc:docMk/>
          <pc:sldMk cId="2589922906" sldId="2147479855"/>
        </pc:sldMkLst>
      </pc:sldChg>
      <pc:sldChg chg="addSp delSp modSp add mod">
        <pc:chgData name="Jenkins NS" userId="8bdba4d2-1367-40cf-ad35-f59b31261896" providerId="ADAL" clId="{86724140-930D-4C35-BABC-84C9C3BBEAD0}" dt="2026-05-24T15:43:00.465" v="1439" actId="108"/>
        <pc:sldMkLst>
          <pc:docMk/>
          <pc:sldMk cId="3721048510" sldId="2147479856"/>
        </pc:sldMkLst>
      </pc:sldChg>
      <pc:sldChg chg="addSp delSp modSp add mod">
        <pc:chgData name="Jenkins NS" userId="8bdba4d2-1367-40cf-ad35-f59b31261896" providerId="ADAL" clId="{86724140-930D-4C35-BABC-84C9C3BBEAD0}" dt="2026-05-24T11:08:24.331" v="1284" actId="27636"/>
        <pc:sldMkLst>
          <pc:docMk/>
          <pc:sldMk cId="240024171" sldId="2147479857"/>
        </pc:sldMkLst>
      </pc:sldChg>
      <pc:sldChg chg="addSp delSp modSp add mod">
        <pc:chgData name="Jenkins NS" userId="8bdba4d2-1367-40cf-ad35-f59b31261896" providerId="ADAL" clId="{86724140-930D-4C35-BABC-84C9C3BBEAD0}" dt="2026-05-24T11:20:00.227" v="1350" actId="14100"/>
        <pc:sldMkLst>
          <pc:docMk/>
          <pc:sldMk cId="3174271723" sldId="2147479858"/>
        </pc:sldMkLst>
      </pc:sldChg>
      <pc:sldChg chg="addSp delSp modSp add mod modClrScheme modAnim chgLayout">
        <pc:chgData name="Jenkins NS" userId="8bdba4d2-1367-40cf-ad35-f59b31261896" providerId="ADAL" clId="{86724140-930D-4C35-BABC-84C9C3BBEAD0}" dt="2026-05-25T06:35:28.909" v="1630" actId="1076"/>
        <pc:sldMkLst>
          <pc:docMk/>
          <pc:sldMk cId="4002067369" sldId="2147479859"/>
        </pc:sldMkLst>
      </pc:sldChg>
      <pc:sldChg chg="addSp delSp modSp add mod">
        <pc:chgData name="Jenkins NS" userId="8bdba4d2-1367-40cf-ad35-f59b31261896" providerId="ADAL" clId="{86724140-930D-4C35-BABC-84C9C3BBEAD0}" dt="2026-05-24T16:37:00.925" v="1547" actId="14100"/>
        <pc:sldMkLst>
          <pc:docMk/>
          <pc:sldMk cId="1376940060" sldId="2147479860"/>
        </pc:sldMkLst>
      </pc:sldChg>
      <pc:sldChg chg="addSp delSp modSp add mod modNotesTx">
        <pc:chgData name="Jenkins NS" userId="8bdba4d2-1367-40cf-ad35-f59b31261896" providerId="ADAL" clId="{86724140-930D-4C35-BABC-84C9C3BBEAD0}" dt="2026-05-24T16:42:05.036" v="1576" actId="20577"/>
        <pc:sldMkLst>
          <pc:docMk/>
          <pc:sldMk cId="4232437191" sldId="2147479861"/>
        </pc:sldMkLst>
      </pc:sldChg>
      <pc:sldChg chg="addSp delSp modSp add mod modNotesTx">
        <pc:chgData name="Jenkins NS" userId="8bdba4d2-1367-40cf-ad35-f59b31261896" providerId="ADAL" clId="{86724140-930D-4C35-BABC-84C9C3BBEAD0}" dt="2026-05-24T16:45:46.884" v="1605" actId="20577"/>
        <pc:sldMkLst>
          <pc:docMk/>
          <pc:sldMk cId="4071593474" sldId="2147479862"/>
        </pc:sldMkLst>
      </pc:sldChg>
      <pc:sldChg chg="modSp add mod">
        <pc:chgData name="Jenkins NS" userId="8bdba4d2-1367-40cf-ad35-f59b31261896" providerId="ADAL" clId="{86724140-930D-4C35-BABC-84C9C3BBEAD0}" dt="2026-05-24T16:47:44.519" v="1616" actId="113"/>
        <pc:sldMkLst>
          <pc:docMk/>
          <pc:sldMk cId="3159384829" sldId="2147479863"/>
        </pc:sldMkLst>
      </pc:sldChg>
      <pc:sldChg chg="addSp delSp modSp add mod modShow modNotesTx">
        <pc:chgData name="Jenkins NS" userId="8bdba4d2-1367-40cf-ad35-f59b31261896" providerId="ADAL" clId="{86724140-930D-4C35-BABC-84C9C3BBEAD0}" dt="2026-05-25T13:43:33.014" v="1829" actId="20577"/>
        <pc:sldMkLst>
          <pc:docMk/>
          <pc:sldMk cId="1944675638" sldId="2147479864"/>
        </pc:sldMkLst>
      </pc:sldChg>
      <pc:sldChg chg="addSp delSp modSp add mod modShow">
        <pc:chgData name="Jenkins NS" userId="8bdba4d2-1367-40cf-ad35-f59b31261896" providerId="ADAL" clId="{86724140-930D-4C35-BABC-84C9C3BBEAD0}" dt="2026-05-26T05:16:50.093" v="2381" actId="729"/>
        <pc:sldMkLst>
          <pc:docMk/>
          <pc:sldMk cId="1909484383" sldId="2147479865"/>
        </pc:sldMkLst>
      </pc:sldChg>
      <pc:sldChg chg="modSp add del mod modShow">
        <pc:chgData name="Jenkins NS" userId="8bdba4d2-1367-40cf-ad35-f59b31261896" providerId="ADAL" clId="{86724140-930D-4C35-BABC-84C9C3BBEAD0}" dt="2026-05-25T17:18:10.006" v="1863" actId="47"/>
        <pc:sldMkLst>
          <pc:docMk/>
          <pc:sldMk cId="1120118714" sldId="2147479866"/>
        </pc:sldMkLst>
      </pc:sldChg>
      <pc:sldChg chg="addSp delSp modSp add mod modShow">
        <pc:chgData name="Jenkins NS" userId="8bdba4d2-1367-40cf-ad35-f59b31261896" providerId="ADAL" clId="{86724140-930D-4C35-BABC-84C9C3BBEAD0}" dt="2026-05-26T05:16:50.093" v="2381" actId="729"/>
        <pc:sldMkLst>
          <pc:docMk/>
          <pc:sldMk cId="3616058983" sldId="2147479867"/>
        </pc:sldMkLst>
      </pc:sldChg>
      <pc:sldChg chg="addSp delSp modSp add mod modShow modNotesTx">
        <pc:chgData name="Jenkins NS" userId="8bdba4d2-1367-40cf-ad35-f59b31261896" providerId="ADAL" clId="{86724140-930D-4C35-BABC-84C9C3BBEAD0}" dt="2026-05-26T05:16:50.093" v="2381" actId="729"/>
        <pc:sldMkLst>
          <pc:docMk/>
          <pc:sldMk cId="1768514159" sldId="2147479868"/>
        </pc:sldMkLst>
      </pc:sldChg>
      <pc:sldChg chg="addSp delSp modSp add mod modShow">
        <pc:chgData name="Jenkins NS" userId="8bdba4d2-1367-40cf-ad35-f59b31261896" providerId="ADAL" clId="{86724140-930D-4C35-BABC-84C9C3BBEAD0}" dt="2026-05-26T05:17:12.928" v="2382" actId="729"/>
        <pc:sldMkLst>
          <pc:docMk/>
          <pc:sldMk cId="1289337424" sldId="2147479869"/>
        </pc:sldMkLst>
      </pc:sldChg>
      <pc:sldChg chg="delSp modSp add mod modShow">
        <pc:chgData name="Jenkins NS" userId="8bdba4d2-1367-40cf-ad35-f59b31261896" providerId="ADAL" clId="{86724140-930D-4C35-BABC-84C9C3BBEAD0}" dt="2026-05-26T05:17:12.928" v="2382" actId="729"/>
        <pc:sldMkLst>
          <pc:docMk/>
          <pc:sldMk cId="1201138058" sldId="2147479870"/>
        </pc:sldMkLst>
      </pc:sldChg>
      <pc:sldChg chg="addSp delSp modSp add mod modShow">
        <pc:chgData name="Jenkins NS" userId="8bdba4d2-1367-40cf-ad35-f59b31261896" providerId="ADAL" clId="{86724140-930D-4C35-BABC-84C9C3BBEAD0}" dt="2026-05-26T05:17:12.928" v="2382" actId="729"/>
        <pc:sldMkLst>
          <pc:docMk/>
          <pc:sldMk cId="1445421501" sldId="2147479871"/>
        </pc:sldMkLst>
      </pc:sldChg>
      <pc:sldChg chg="addSp delSp modSp add mod ord modShow">
        <pc:chgData name="Jenkins NS" userId="8bdba4d2-1367-40cf-ad35-f59b31261896" providerId="ADAL" clId="{86724140-930D-4C35-BABC-84C9C3BBEAD0}" dt="2026-05-26T05:17:12.928" v="2382" actId="729"/>
        <pc:sldMkLst>
          <pc:docMk/>
          <pc:sldMk cId="1946713896" sldId="2147479872"/>
        </pc:sldMkLst>
      </pc:sldChg>
      <pc:sldChg chg="addSp delSp modSp add mod modNotesTx">
        <pc:chgData name="Jenkins NS" userId="8bdba4d2-1367-40cf-ad35-f59b31261896" providerId="ADAL" clId="{86724140-930D-4C35-BABC-84C9C3BBEAD0}" dt="2026-05-25T17:49:06.014" v="2276" actId="1076"/>
        <pc:sldMkLst>
          <pc:docMk/>
          <pc:sldMk cId="3845978286" sldId="2147479873"/>
        </pc:sldMkLst>
      </pc:sldChg>
      <pc:sldChg chg="addSp delSp modSp add mod modShow">
        <pc:chgData name="Jenkins NS" userId="8bdba4d2-1367-40cf-ad35-f59b31261896" providerId="ADAL" clId="{86724140-930D-4C35-BABC-84C9C3BBEAD0}" dt="2026-05-26T05:17:18.055" v="2383" actId="729"/>
        <pc:sldMkLst>
          <pc:docMk/>
          <pc:sldMk cId="3921530110" sldId="2147479874"/>
        </pc:sldMkLst>
      </pc:sldChg>
      <pc:sldChg chg="addSp delSp modSp add mod modShow">
        <pc:chgData name="Jenkins NS" userId="8bdba4d2-1367-40cf-ad35-f59b31261896" providerId="ADAL" clId="{86724140-930D-4C35-BABC-84C9C3BBEAD0}" dt="2026-05-26T05:17:18.055" v="2383" actId="729"/>
        <pc:sldMkLst>
          <pc:docMk/>
          <pc:sldMk cId="1928758105" sldId="2147479875"/>
        </pc:sldMkLst>
      </pc:sldChg>
      <pc:sldChg chg="addSp delSp modSp add mod modClrScheme modShow chgLayout">
        <pc:chgData name="Jenkins NS" userId="8bdba4d2-1367-40cf-ad35-f59b31261896" providerId="ADAL" clId="{86724140-930D-4C35-BABC-84C9C3BBEAD0}" dt="2026-05-26T05:17:18.055" v="2383" actId="729"/>
        <pc:sldMkLst>
          <pc:docMk/>
          <pc:sldMk cId="2989117112" sldId="2147479876"/>
        </pc:sldMkLst>
      </pc:sldChg>
      <pc:sldChg chg="modSp add del mod modShow">
        <pc:chgData name="Jenkins NS" userId="8bdba4d2-1367-40cf-ad35-f59b31261896" providerId="ADAL" clId="{86724140-930D-4C35-BABC-84C9C3BBEAD0}" dt="2026-05-25T17:31:27.806" v="2117" actId="47"/>
        <pc:sldMkLst>
          <pc:docMk/>
          <pc:sldMk cId="3727375696" sldId="2147479877"/>
        </pc:sldMkLst>
      </pc:sldChg>
      <pc:sldChg chg="modSp add del mod modShow">
        <pc:chgData name="Jenkins NS" userId="8bdba4d2-1367-40cf-ad35-f59b31261896" providerId="ADAL" clId="{86724140-930D-4C35-BABC-84C9C3BBEAD0}" dt="2026-05-25T17:31:27.806" v="2117" actId="47"/>
        <pc:sldMkLst>
          <pc:docMk/>
          <pc:sldMk cId="1535454412" sldId="2147479878"/>
        </pc:sldMkLst>
      </pc:sldChg>
      <pc:sldChg chg="modSp add del mod modShow">
        <pc:chgData name="Jenkins NS" userId="8bdba4d2-1367-40cf-ad35-f59b31261896" providerId="ADAL" clId="{86724140-930D-4C35-BABC-84C9C3BBEAD0}" dt="2026-05-25T17:31:27.806" v="2117" actId="47"/>
        <pc:sldMkLst>
          <pc:docMk/>
          <pc:sldMk cId="4186248873" sldId="2147479879"/>
        </pc:sldMkLst>
      </pc:sldChg>
      <pc:sldChg chg="modSp add del mod modShow">
        <pc:chgData name="Jenkins NS" userId="8bdba4d2-1367-40cf-ad35-f59b31261896" providerId="ADAL" clId="{86724140-930D-4C35-BABC-84C9C3BBEAD0}" dt="2026-05-25T17:31:27.806" v="2117" actId="47"/>
        <pc:sldMkLst>
          <pc:docMk/>
          <pc:sldMk cId="2430713855" sldId="2147479880"/>
        </pc:sldMkLst>
      </pc:sldChg>
      <pc:sldChg chg="addSp delSp modSp add mod">
        <pc:chgData name="Jenkins NS" userId="8bdba4d2-1367-40cf-ad35-f59b31261896" providerId="ADAL" clId="{86724140-930D-4C35-BABC-84C9C3BBEAD0}" dt="2026-05-24T11:30:19.536" v="1386" actId="113"/>
        <pc:sldMkLst>
          <pc:docMk/>
          <pc:sldMk cId="500862897" sldId="2147479881"/>
        </pc:sldMkLst>
      </pc:sldChg>
      <pc:sldChg chg="addSp modSp add del mod">
        <pc:chgData name="Jenkins NS" userId="8bdba4d2-1367-40cf-ad35-f59b31261896" providerId="ADAL" clId="{86724140-930D-4C35-BABC-84C9C3BBEAD0}" dt="2026-05-23T21:53:11.985" v="1106" actId="47"/>
        <pc:sldMkLst>
          <pc:docMk/>
          <pc:sldMk cId="2411157597" sldId="2147479881"/>
        </pc:sldMkLst>
      </pc:sldChg>
      <pc:sldChg chg="addSp delSp modSp add mod modNotesTx">
        <pc:chgData name="Jenkins NS" userId="8bdba4d2-1367-40cf-ad35-f59b31261896" providerId="ADAL" clId="{86724140-930D-4C35-BABC-84C9C3BBEAD0}" dt="2026-05-24T11:14:41.009" v="1331" actId="20577"/>
        <pc:sldMkLst>
          <pc:docMk/>
          <pc:sldMk cId="53487717" sldId="2147479882"/>
        </pc:sldMkLst>
      </pc:sldChg>
      <pc:sldChg chg="addSp delSp modSp add del mod">
        <pc:chgData name="Jenkins NS" userId="8bdba4d2-1367-40cf-ad35-f59b31261896" providerId="ADAL" clId="{86724140-930D-4C35-BABC-84C9C3BBEAD0}" dt="2026-05-24T15:58:05.076" v="1515" actId="2696"/>
        <pc:sldMkLst>
          <pc:docMk/>
          <pc:sldMk cId="882095621" sldId="2147479883"/>
        </pc:sldMkLst>
      </pc:sldChg>
      <pc:sldChg chg="new del">
        <pc:chgData name="Jenkins NS" userId="8bdba4d2-1367-40cf-ad35-f59b31261896" providerId="ADAL" clId="{86724140-930D-4C35-BABC-84C9C3BBEAD0}" dt="2026-05-24T15:53:18.018" v="1441" actId="47"/>
        <pc:sldMkLst>
          <pc:docMk/>
          <pc:sldMk cId="1469914124" sldId="2147479883"/>
        </pc:sldMkLst>
      </pc:sldChg>
      <pc:sldChg chg="add">
        <pc:chgData name="Jenkins NS" userId="8bdba4d2-1367-40cf-ad35-f59b31261896" providerId="ADAL" clId="{86724140-930D-4C35-BABC-84C9C3BBEAD0}" dt="2026-05-24T15:58:10.209" v="1516"/>
        <pc:sldMkLst>
          <pc:docMk/>
          <pc:sldMk cId="2016397542" sldId="2147479883"/>
        </pc:sldMkLst>
      </pc:sldChg>
      <pc:sldMasterChg chg="addSp modSp mod delSldLayout modSldLayout">
        <pc:chgData name="Jenkins NS" userId="8bdba4d2-1367-40cf-ad35-f59b31261896" providerId="ADAL" clId="{86724140-930D-4C35-BABC-84C9C3BBEAD0}" dt="2026-05-23T21:52:52.257" v="1093" actId="21"/>
        <pc:sldMasterMkLst>
          <pc:docMk/>
          <pc:sldMasterMk cId="975404246" sldId="2147483648"/>
        </pc:sldMasterMkLst>
        <pc:sldLayoutChg chg="addSp delSp modSp mod">
          <pc:chgData name="Jenkins NS" userId="8bdba4d2-1367-40cf-ad35-f59b31261896" providerId="ADAL" clId="{86724140-930D-4C35-BABC-84C9C3BBEAD0}" dt="2026-05-23T19:52:15.497" v="76" actId="14100"/>
          <pc:sldLayoutMkLst>
            <pc:docMk/>
            <pc:sldMasterMk cId="975404246" sldId="2147483648"/>
            <pc:sldLayoutMk cId="256598807" sldId="2147483661"/>
          </pc:sldLayoutMkLst>
        </pc:sldLayoutChg>
        <pc:sldLayoutChg chg="del">
          <pc:chgData name="Jenkins NS" userId="8bdba4d2-1367-40cf-ad35-f59b31261896" providerId="ADAL" clId="{86724140-930D-4C35-BABC-84C9C3BBEAD0}" dt="2026-05-23T20:16:58.475" v="241" actId="2696"/>
          <pc:sldLayoutMkLst>
            <pc:docMk/>
            <pc:sldMasterMk cId="975404246" sldId="2147483648"/>
            <pc:sldLayoutMk cId="2037691366" sldId="2147483664"/>
          </pc:sldLayoutMkLst>
        </pc:sldLayoutChg>
        <pc:sldLayoutChg chg="addSp delSp modSp mod">
          <pc:chgData name="Jenkins NS" userId="8bdba4d2-1367-40cf-ad35-f59b31261896" providerId="ADAL" clId="{86724140-930D-4C35-BABC-84C9C3BBEAD0}" dt="2026-05-23T21:52:52.257" v="1093" actId="21"/>
          <pc:sldLayoutMkLst>
            <pc:docMk/>
            <pc:sldMasterMk cId="975404246" sldId="2147483648"/>
            <pc:sldLayoutMk cId="3053062433" sldId="2147483666"/>
          </pc:sldLayoutMkLst>
        </pc:sldLayoutChg>
        <pc:sldLayoutChg chg="addSp delSp modSp mod">
          <pc:chgData name="Jenkins NS" userId="8bdba4d2-1367-40cf-ad35-f59b31261896" providerId="ADAL" clId="{86724140-930D-4C35-BABC-84C9C3BBEAD0}" dt="2026-05-23T21:50:48.585" v="1081" actId="20577"/>
          <pc:sldLayoutMkLst>
            <pc:docMk/>
            <pc:sldMasterMk cId="975404246" sldId="2147483648"/>
            <pc:sldLayoutMk cId="971479772" sldId="2147483667"/>
          </pc:sldLayoutMkLst>
        </pc:sldLayoutChg>
      </pc:sldMasterChg>
      <pc:sldMasterChg chg="modSldLayout">
        <pc:chgData name="Jenkins NS" userId="8bdba4d2-1367-40cf-ad35-f59b31261896" providerId="ADAL" clId="{86724140-930D-4C35-BABC-84C9C3BBEAD0}" dt="2026-05-23T21:52:41.997" v="1089"/>
        <pc:sldMasterMkLst>
          <pc:docMk/>
          <pc:sldMasterMk cId="231774467" sldId="2147483667"/>
        </pc:sldMasterMkLst>
        <pc:sldLayoutChg chg="setBg">
          <pc:chgData name="Jenkins NS" userId="8bdba4d2-1367-40cf-ad35-f59b31261896" providerId="ADAL" clId="{86724140-930D-4C35-BABC-84C9C3BBEAD0}" dt="2026-05-23T21:52:41.997" v="1089"/>
          <pc:sldLayoutMkLst>
            <pc:docMk/>
            <pc:sldMasterMk cId="231774467" sldId="2147483667"/>
            <pc:sldLayoutMk cId="1460977657" sldId="2147483679"/>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452113115" sldId="2147483680"/>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3280105292" sldId="2147483684"/>
          </pc:sldLayoutMkLst>
        </pc:sldLayoutChg>
        <pc:sldLayoutChg chg="setBg">
          <pc:chgData name="Jenkins NS" userId="8bdba4d2-1367-40cf-ad35-f59b31261896" providerId="ADAL" clId="{86724140-930D-4C35-BABC-84C9C3BBEAD0}" dt="2026-05-23T21:52:41.997" v="1089"/>
          <pc:sldLayoutMkLst>
            <pc:docMk/>
            <pc:sldMasterMk cId="231774467" sldId="2147483667"/>
            <pc:sldLayoutMk cId="1185868674"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68FD0E-F9ED-4497-A478-7758BBAF08B6}"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36ECCD-459E-4D13-A6B6-046BCD2EEA82}" type="slidenum">
              <a:rPr lang="en-IN" smtClean="0"/>
              <a:t>‹#›</a:t>
            </a:fld>
            <a:endParaRPr lang="en-IN"/>
          </a:p>
        </p:txBody>
      </p:sp>
    </p:spTree>
    <p:extLst>
      <p:ext uri="{BB962C8B-B14F-4D97-AF65-F5344CB8AC3E}">
        <p14:creationId xmlns:p14="http://schemas.microsoft.com/office/powerpoint/2010/main" val="4001390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linkedin.com/company/microsoft/"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10220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36ECCD-459E-4D13-A6B6-046BCD2EEA82}" type="slidenum">
              <a:rPr lang="en-IN" smtClean="0"/>
              <a:t>3</a:t>
            </a:fld>
            <a:endParaRPr lang="en-IN"/>
          </a:p>
        </p:txBody>
      </p:sp>
    </p:spTree>
    <p:extLst>
      <p:ext uri="{BB962C8B-B14F-4D97-AF65-F5344CB8AC3E}">
        <p14:creationId xmlns:p14="http://schemas.microsoft.com/office/powerpoint/2010/main" val="3810813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It starts with how they get the most out of their business data </a:t>
            </a:r>
          </a:p>
          <a:p>
            <a:pPr lvl="0"/>
            <a:r>
              <a:rPr lang="en-US" sz="1200" kern="1200" dirty="0">
                <a:solidFill>
                  <a:schemeClr val="tx1"/>
                </a:solidFill>
                <a:effectLst/>
                <a:latin typeface="+mn-lt"/>
                <a:ea typeface="+mn-ea"/>
                <a:cs typeface="+mn-cs"/>
              </a:rPr>
              <a:t>Data is everywhere – generated at every step of our lives </a:t>
            </a:r>
          </a:p>
          <a:p>
            <a:pPr lvl="0"/>
            <a:r>
              <a:rPr lang="en-US" sz="1200" kern="1200" dirty="0">
                <a:solidFill>
                  <a:schemeClr val="tx1"/>
                </a:solidFill>
                <a:effectLst/>
                <a:latin typeface="+mn-lt"/>
                <a:ea typeface="+mn-ea"/>
                <a:cs typeface="+mn-cs"/>
              </a:rPr>
              <a:t>90% of world’s data generated in last 3 years alone</a:t>
            </a:r>
          </a:p>
          <a:p>
            <a:pPr lvl="0"/>
            <a:r>
              <a:rPr lang="en-US" sz="1200" kern="1200" dirty="0">
                <a:solidFill>
                  <a:schemeClr val="tx1"/>
                </a:solidFill>
                <a:effectLst/>
                <a:latin typeface="+mn-lt"/>
                <a:ea typeface="+mn-ea"/>
                <a:cs typeface="+mn-cs"/>
              </a:rPr>
              <a:t>Everything we do, everything our customers do, everything competitors do generates some kind of data </a:t>
            </a:r>
          </a:p>
          <a:p>
            <a:r>
              <a:rPr lang="en-US" sz="1200" b="1" kern="1200" dirty="0">
                <a:solidFill>
                  <a:schemeClr val="tx1"/>
                </a:solidFill>
                <a:effectLst/>
                <a:latin typeface="+mn-lt"/>
                <a:ea typeface="+mn-ea"/>
                <a:cs typeface="+mn-cs"/>
              </a:rPr>
              <a:t>T: In the old world, that data lived in siloes</a:t>
            </a:r>
            <a:endParaRPr lang="en-US" dirty="0"/>
          </a:p>
        </p:txBody>
      </p:sp>
      <p:sp>
        <p:nvSpPr>
          <p:cNvPr id="4" name="Slide Number Placeholder 3"/>
          <p:cNvSpPr>
            <a:spLocks noGrp="1"/>
          </p:cNvSpPr>
          <p:nvPr>
            <p:ph type="sldNum" sz="quarter" idx="5"/>
          </p:nvPr>
        </p:nvSpPr>
        <p:spPr/>
        <p:txBody>
          <a:bodyPr/>
          <a:lstStyle/>
          <a:p>
            <a:pPr marL="0" marR="0" lvl="0" indent="0" algn="r" defTabSz="949478" rtl="0" eaLnBrk="1" fontAlgn="auto" latinLnBrk="0" hangingPunct="1">
              <a:lnSpc>
                <a:spcPct val="100000"/>
              </a:lnSpc>
              <a:spcBef>
                <a:spcPts val="0"/>
              </a:spcBef>
              <a:spcAft>
                <a:spcPts val="0"/>
              </a:spcAft>
              <a:buClrTx/>
              <a:buSzTx/>
              <a:buFontTx/>
              <a:buNone/>
              <a:tabLst/>
              <a:defRPr/>
            </a:pPr>
            <a:fld id="{0370863A-D379-4E69-9947-53FE6D24661E}"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49478"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3355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882" b="1" i="0" u="none" strike="noStrike" kern="1200" dirty="0">
                <a:solidFill>
                  <a:schemeClr val="tx1"/>
                </a:solidFill>
                <a:effectLst/>
                <a:latin typeface="Segoe UI Light" pitchFamily="34" charset="0"/>
                <a:ea typeface="+mn-ea"/>
                <a:cs typeface="+mn-cs"/>
              </a:rPr>
              <a:t>Power Apps</a:t>
            </a:r>
            <a:r>
              <a:rPr lang="en-US" altLang="zh-CN" sz="882" b="0" i="0" u="none" strike="noStrike" kern="1200" dirty="0">
                <a:solidFill>
                  <a:schemeClr val="tx1"/>
                </a:solidFill>
                <a:effectLst/>
                <a:latin typeface="Segoe UI Light" pitchFamily="34" charset="0"/>
                <a:ea typeface="+mn-ea"/>
                <a:cs typeface="+mn-cs"/>
              </a:rPr>
              <a:t> provides a rapid low code development environment for building custom apps for business needs. It has services, connectors, and a scalable data service and app platform (</a:t>
            </a:r>
            <a:r>
              <a:rPr lang="en-US" altLang="zh-CN" sz="1800" dirty="0">
                <a:effectLst/>
                <a:latin typeface="Calibri" panose="020F0502020204030204" pitchFamily="34" charset="0"/>
                <a:ea typeface="PMingLiU" panose="02020500000000000000" pitchFamily="18" charset="-120"/>
              </a:rPr>
              <a:t>Microsoft Dataverse</a:t>
            </a:r>
            <a:r>
              <a:rPr lang="en-US" altLang="zh-CN" sz="882" b="0" i="0" u="none" strike="noStrike" kern="1200" dirty="0">
                <a:solidFill>
                  <a:schemeClr val="tx1"/>
                </a:solidFill>
                <a:effectLst/>
                <a:latin typeface="Segoe UI Light" pitchFamily="34" charset="0"/>
                <a:ea typeface="+mn-ea"/>
                <a:cs typeface="+mn-cs"/>
              </a:rPr>
              <a:t>) to allow simple integration and interaction with existing data. Power Apps enables the creation of web and mobile applications that run on all devices.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ltLang="zh-CN" sz="882" b="1" i="0" u="none" strike="noStrike" kern="1200" dirty="0">
                <a:solidFill>
                  <a:schemeClr val="tx1"/>
                </a:solidFill>
                <a:effectLst/>
                <a:latin typeface="Segoe UI Light" pitchFamily="34" charset="0"/>
                <a:ea typeface="+mn-ea"/>
                <a:cs typeface="+mn-cs"/>
              </a:rPr>
              <a:t>Power Automate</a:t>
            </a:r>
            <a:r>
              <a:rPr lang="en-US" altLang="zh-CN" sz="882" b="0" i="0" u="none" strike="noStrike" kern="1200" dirty="0">
                <a:solidFill>
                  <a:schemeClr val="tx1"/>
                </a:solidFill>
                <a:effectLst/>
                <a:latin typeface="Segoe UI Light" pitchFamily="34" charset="0"/>
                <a:ea typeface="+mn-ea"/>
                <a:cs typeface="+mn-cs"/>
              </a:rPr>
              <a:t> lets users create automated workflows between applications and services. It helps automate repetitive business processes such as communication, data collections, and decision approvals.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ltLang="zh-CN" sz="882" b="1" i="0" u="none" strike="noStrike" kern="1200" dirty="0">
                <a:solidFill>
                  <a:schemeClr val="tx1"/>
                </a:solidFill>
                <a:effectLst/>
                <a:latin typeface="Segoe UI Light" pitchFamily="34" charset="0"/>
                <a:ea typeface="+mn-ea"/>
                <a:cs typeface="+mn-cs"/>
              </a:rPr>
              <a:t>Power BI</a:t>
            </a:r>
            <a:r>
              <a:rPr lang="en-US" altLang="zh-CN" sz="882" b="0" i="0" u="none" strike="noStrike" kern="1200" dirty="0">
                <a:solidFill>
                  <a:schemeClr val="tx1"/>
                </a:solidFill>
                <a:effectLst/>
                <a:latin typeface="Segoe UI Light" pitchFamily="34" charset="0"/>
                <a:ea typeface="+mn-ea"/>
                <a:cs typeface="+mn-cs"/>
              </a:rPr>
              <a:t> (Business Intelligence) is a business analytics service that delivers insights for analyzing data. It can share those insights through data visualizations which make up reports and dashboards to enable fast, informed decisions. Power BI scales across an organization, and it has built-in governance and security allowing businesses to focus on using data more than managing it.</a:t>
            </a:r>
          </a:p>
          <a:p>
            <a:pPr algn="l"/>
            <a:r>
              <a:rPr lang="en-US" altLang="zh-CN" b="1" i="0" dirty="0">
                <a:solidFill>
                  <a:srgbClr val="000000"/>
                </a:solidFill>
                <a:effectLst/>
                <a:latin typeface="Segoe UI" panose="020B0502040204020203" pitchFamily="34" charset="0"/>
              </a:rPr>
              <a:t>Power Pages </a:t>
            </a:r>
            <a:r>
              <a:rPr lang="en-US" b="0" i="0" dirty="0">
                <a:solidFill>
                  <a:srgbClr val="191919"/>
                </a:solidFill>
                <a:effectLst/>
                <a:latin typeface="Segoe UI" panose="020B0502040204020203" pitchFamily="34" charset="0"/>
              </a:rPr>
              <a:t>Construct websites for services like permitting, licensing, grant applications, and outage reporting.</a:t>
            </a:r>
            <a:endParaRPr lang="en-US" altLang="zh-CN" sz="882" b="0" i="0" u="none" strike="noStrike"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altLang="zh-CN" sz="882" b="1" i="0" u="none" strike="noStrike" kern="1200" dirty="0">
                <a:solidFill>
                  <a:schemeClr val="tx1"/>
                </a:solidFill>
                <a:effectLst/>
                <a:latin typeface="Segoe UI Light" pitchFamily="34" charset="0"/>
                <a:ea typeface="+mn-ea"/>
                <a:cs typeface="+mn-cs"/>
              </a:rPr>
              <a:t>Copilot Studio E</a:t>
            </a:r>
            <a:r>
              <a:rPr lang="en-US" altLang="zh-CN" sz="882" b="0" i="0" u="none" strike="noStrike" kern="1200" dirty="0">
                <a:solidFill>
                  <a:schemeClr val="tx1"/>
                </a:solidFill>
                <a:effectLst/>
                <a:latin typeface="Segoe UI Light" pitchFamily="34" charset="0"/>
                <a:ea typeface="+mn-ea"/>
                <a:cs typeface="+mn-cs"/>
              </a:rPr>
              <a:t>nables anyone to create new or extend existing copilots using a guided, no-code graphical interface, without the need for data scientists or developers.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altLang="zh-CN" sz="882" b="0" i="0" u="none" strike="noStrike" kern="1200" dirty="0">
              <a:solidFill>
                <a:schemeClr val="tx1"/>
              </a:solidFill>
              <a:effectLst/>
              <a:latin typeface="Segoe UI Light" pitchFamily="34" charset="0"/>
              <a:ea typeface="+mn-ea"/>
              <a:cs typeface="+mn-cs"/>
            </a:endParaRPr>
          </a:p>
          <a:p>
            <a:endParaRPr lang="en-US" altLang="zh-CN" sz="882"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35473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Exploring </a:t>
            </a:r>
            <a:r>
              <a:rPr lang="en-US" sz="1200" b="1" i="0" u="none" strike="noStrike" kern="1200" dirty="0">
                <a:solidFill>
                  <a:schemeClr val="tx1"/>
                </a:solidFill>
                <a:effectLst/>
                <a:latin typeface="+mn-lt"/>
                <a:ea typeface="+mn-ea"/>
                <a:cs typeface="+mn-cs"/>
                <a:hlinkClick r:id="rId3"/>
              </a:rPr>
              <a:t>Microsoft</a:t>
            </a:r>
            <a:r>
              <a:rPr lang="en-US" sz="1200" b="0" i="0" kern="1200" dirty="0">
                <a:solidFill>
                  <a:schemeClr val="tx1"/>
                </a:solidFill>
                <a:effectLst/>
                <a:latin typeface="+mn-lt"/>
                <a:ea typeface="+mn-ea"/>
                <a:cs typeface="+mn-cs"/>
              </a:rPr>
              <a:t> Power Apps Code Apps — Bridging Pro-Code with Power Platform</a:t>
            </a:r>
            <a:br>
              <a:rPr lang="en-US" dirty="0"/>
            </a:br>
            <a:br>
              <a:rPr lang="en-US" dirty="0"/>
            </a:br>
            <a:r>
              <a:rPr lang="en-US" sz="1200" b="0" i="0" kern="1200" dirty="0">
                <a:solidFill>
                  <a:schemeClr val="tx1"/>
                </a:solidFill>
                <a:effectLst/>
                <a:latin typeface="+mn-lt"/>
                <a:ea typeface="+mn-ea"/>
                <a:cs typeface="+mn-cs"/>
              </a:rPr>
              <a:t>While exploring the evolving capabilities of Microsoft Power Platform, I recently started learning about Power Apps Code Apps.</a:t>
            </a:r>
            <a:br>
              <a:rPr lang="en-US" dirty="0"/>
            </a:br>
            <a:r>
              <a:rPr lang="en-US" sz="1200" b="0" i="0" kern="1200" dirty="0">
                <a:solidFill>
                  <a:schemeClr val="tx1"/>
                </a:solidFill>
                <a:effectLst/>
                <a:latin typeface="+mn-lt"/>
                <a:ea typeface="+mn-ea"/>
                <a:cs typeface="+mn-cs"/>
              </a:rPr>
              <a:t>What I found interesting is that Code Apps provide a more developer-centric approach where we can use modern web development technologies while still leveraging the Power Platform ecosystem.</a:t>
            </a:r>
            <a:br>
              <a:rPr lang="en-US" dirty="0"/>
            </a:br>
            <a:br>
              <a:rPr lang="en-US" dirty="0"/>
            </a:br>
            <a:r>
              <a:rPr lang="en-US" sz="1200" b="0" i="0" kern="1200" dirty="0">
                <a:solidFill>
                  <a:schemeClr val="tx1"/>
                </a:solidFill>
                <a:effectLst/>
                <a:latin typeface="+mn-lt"/>
                <a:ea typeface="+mn-ea"/>
                <a:cs typeface="+mn-cs"/>
              </a:rPr>
              <a:t>💡 How are Code Apps different?</a:t>
            </a:r>
            <a:br>
              <a:rPr lang="en-US" dirty="0"/>
            </a:br>
            <a:br>
              <a:rPr lang="en-US" dirty="0"/>
            </a:br>
            <a:r>
              <a:rPr lang="en-US" sz="1200" b="0" i="0" kern="1200" dirty="0">
                <a:solidFill>
                  <a:schemeClr val="tx1"/>
                </a:solidFill>
                <a:effectLst/>
                <a:latin typeface="+mn-lt"/>
                <a:ea typeface="+mn-ea"/>
                <a:cs typeface="+mn-cs"/>
              </a:rPr>
              <a:t>With traditional Power Apps:</a:t>
            </a:r>
            <a:br>
              <a:rPr lang="en-US" dirty="0"/>
            </a:br>
            <a:br>
              <a:rPr lang="en-US" dirty="0"/>
            </a:br>
            <a:r>
              <a:rPr lang="en-US" sz="1200" b="0" i="0" kern="1200" dirty="0">
                <a:solidFill>
                  <a:schemeClr val="tx1"/>
                </a:solidFill>
                <a:effectLst/>
                <a:latin typeface="+mn-lt"/>
                <a:ea typeface="+mn-ea"/>
                <a:cs typeface="+mn-cs"/>
              </a:rPr>
              <a:t>🔹 Canvas Apps → Low-code, highly customizable UI</a:t>
            </a:r>
            <a:br>
              <a:rPr lang="en-US" dirty="0"/>
            </a:br>
            <a:r>
              <a:rPr lang="en-US" sz="1200" b="0" i="0" kern="1200" dirty="0">
                <a:solidFill>
                  <a:schemeClr val="tx1"/>
                </a:solidFill>
                <a:effectLst/>
                <a:latin typeface="+mn-lt"/>
                <a:ea typeface="+mn-ea"/>
                <a:cs typeface="+mn-cs"/>
              </a:rPr>
              <a:t>🔹 Model-Driven Apps → Dataverse-driven applications with built-in business capabilities</a:t>
            </a:r>
            <a:br>
              <a:rPr lang="en-US" dirty="0"/>
            </a:br>
            <a:r>
              <a:rPr lang="en-US" sz="1200" b="0" i="0" kern="1200" dirty="0">
                <a:solidFill>
                  <a:schemeClr val="tx1"/>
                </a:solidFill>
                <a:effectLst/>
                <a:latin typeface="+mn-lt"/>
                <a:ea typeface="+mn-ea"/>
                <a:cs typeface="+mn-cs"/>
              </a:rPr>
              <a:t>🔹 Code Apps → More flexibility for developers to build custom web experiences using code</a:t>
            </a:r>
            <a:br>
              <a:rPr lang="en-US" dirty="0"/>
            </a:br>
            <a:br>
              <a:rPr lang="en-US" dirty="0"/>
            </a:br>
            <a:r>
              <a:rPr lang="en-US" sz="1200" b="0" i="0" kern="1200" dirty="0">
                <a:solidFill>
                  <a:schemeClr val="tx1"/>
                </a:solidFill>
                <a:effectLst/>
                <a:latin typeface="+mn-lt"/>
                <a:ea typeface="+mn-ea"/>
                <a:cs typeface="+mn-cs"/>
              </a:rPr>
              <a:t>The interesting part is bringing these worlds together.</a:t>
            </a:r>
            <a:br>
              <a:rPr lang="en-US" dirty="0"/>
            </a:br>
            <a:br>
              <a:rPr lang="en-US" dirty="0"/>
            </a:br>
            <a:r>
              <a:rPr lang="en-US" sz="1200" b="0" i="0" kern="1200" dirty="0">
                <a:solidFill>
                  <a:schemeClr val="tx1"/>
                </a:solidFill>
                <a:effectLst/>
                <a:latin typeface="+mn-lt"/>
                <a:ea typeface="+mn-ea"/>
                <a:cs typeface="+mn-cs"/>
              </a:rPr>
              <a:t>🧑‍💻 Technologies I'm exploring</a:t>
            </a:r>
            <a:br>
              <a:rPr lang="en-US" dirty="0"/>
            </a:br>
            <a:br>
              <a:rPr lang="en-US" dirty="0"/>
            </a:br>
            <a:r>
              <a:rPr lang="en-US" sz="1200" b="0" i="0" kern="1200" dirty="0">
                <a:solidFill>
                  <a:schemeClr val="tx1"/>
                </a:solidFill>
                <a:effectLst/>
                <a:latin typeface="+mn-lt"/>
                <a:ea typeface="+mn-ea"/>
                <a:cs typeface="+mn-cs"/>
              </a:rPr>
              <a:t>• React</a:t>
            </a:r>
            <a:br>
              <a:rPr lang="en-US" dirty="0"/>
            </a:br>
            <a:r>
              <a:rPr lang="en-US" sz="1200" b="0" i="0" kern="1200" dirty="0">
                <a:solidFill>
                  <a:schemeClr val="tx1"/>
                </a:solidFill>
                <a:effectLst/>
                <a:latin typeface="+mn-lt"/>
                <a:ea typeface="+mn-ea"/>
                <a:cs typeface="+mn-cs"/>
              </a:rPr>
              <a:t>• TypeScript / JavaScript</a:t>
            </a:r>
            <a:br>
              <a:rPr lang="en-US" dirty="0"/>
            </a:br>
            <a:r>
              <a:rPr lang="en-US" sz="1200" b="0" i="0" kern="1200" dirty="0">
                <a:solidFill>
                  <a:schemeClr val="tx1"/>
                </a:solidFill>
                <a:effectLst/>
                <a:latin typeface="+mn-lt"/>
                <a:ea typeface="+mn-ea"/>
                <a:cs typeface="+mn-cs"/>
              </a:rPr>
              <a:t>• HTML &amp; CSS</a:t>
            </a:r>
            <a:br>
              <a:rPr lang="en-US" dirty="0"/>
            </a:br>
            <a:r>
              <a:rPr lang="en-US" sz="1200" b="0" i="0" kern="1200" dirty="0">
                <a:solidFill>
                  <a:schemeClr val="tx1"/>
                </a:solidFill>
                <a:effectLst/>
                <a:latin typeface="+mn-lt"/>
                <a:ea typeface="+mn-ea"/>
                <a:cs typeface="+mn-cs"/>
              </a:rPr>
              <a:t>• Power Platform</a:t>
            </a:r>
            <a:br>
              <a:rPr lang="en-US" dirty="0"/>
            </a:br>
            <a:r>
              <a:rPr lang="en-US" sz="1200" b="0" i="0" kern="1200" dirty="0">
                <a:solidFill>
                  <a:schemeClr val="tx1"/>
                </a:solidFill>
                <a:effectLst/>
                <a:latin typeface="+mn-lt"/>
                <a:ea typeface="+mn-ea"/>
                <a:cs typeface="+mn-cs"/>
              </a:rPr>
              <a:t>• Microsoft Dataverse</a:t>
            </a:r>
            <a:br>
              <a:rPr lang="en-US" dirty="0"/>
            </a:br>
            <a:r>
              <a:rPr lang="en-US" sz="1200" b="0" i="0" kern="1200" dirty="0">
                <a:solidFill>
                  <a:schemeClr val="tx1"/>
                </a:solidFill>
                <a:effectLst/>
                <a:latin typeface="+mn-lt"/>
                <a:ea typeface="+mn-ea"/>
                <a:cs typeface="+mn-cs"/>
              </a:rPr>
              <a:t>• REST APIs</a:t>
            </a:r>
            <a:br>
              <a:rPr lang="en-US" dirty="0"/>
            </a:br>
            <a:r>
              <a:rPr lang="en-US" sz="1200" b="0" i="0" kern="1200" dirty="0">
                <a:solidFill>
                  <a:schemeClr val="tx1"/>
                </a:solidFill>
                <a:effectLst/>
                <a:latin typeface="+mn-lt"/>
                <a:ea typeface="+mn-ea"/>
                <a:cs typeface="+mn-cs"/>
              </a:rPr>
              <a:t>• Power Automate</a:t>
            </a:r>
            <a:br>
              <a:rPr lang="en-US" dirty="0"/>
            </a:br>
            <a:br>
              <a:rPr lang="en-US" dirty="0"/>
            </a:br>
            <a:r>
              <a:rPr lang="en-US" sz="1200" b="0" i="0" kern="1200" dirty="0">
                <a:solidFill>
                  <a:schemeClr val="tx1"/>
                </a:solidFill>
                <a:effectLst/>
                <a:latin typeface="+mn-lt"/>
                <a:ea typeface="+mn-ea"/>
                <a:cs typeface="+mn-cs"/>
              </a:rPr>
              <a:t>🔗 A simple architecture I’m exploring</a:t>
            </a:r>
            <a:br>
              <a:rPr lang="en-US" dirty="0"/>
            </a:br>
            <a:br>
              <a:rPr lang="en-US" dirty="0"/>
            </a:br>
            <a:r>
              <a:rPr lang="en-US" sz="1200" b="0" i="0" kern="1200" dirty="0">
                <a:solidFill>
                  <a:schemeClr val="tx1"/>
                </a:solidFill>
                <a:effectLst/>
                <a:latin typeface="+mn-lt"/>
                <a:ea typeface="+mn-ea"/>
                <a:cs typeface="+mn-cs"/>
              </a:rPr>
              <a:t>Code App</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Dataverse</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Power Automate</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External REST API / Business System</a:t>
            </a:r>
            <a:br>
              <a:rPr lang="en-US" dirty="0"/>
            </a:br>
            <a:br>
              <a:rPr lang="en-US" dirty="0"/>
            </a:br>
            <a:r>
              <a:rPr lang="en-US" sz="1200" b="0" i="0" kern="1200" dirty="0">
                <a:solidFill>
                  <a:schemeClr val="tx1"/>
                </a:solidFill>
                <a:effectLst/>
                <a:latin typeface="+mn-lt"/>
                <a:ea typeface="+mn-ea"/>
                <a:cs typeface="+mn-cs"/>
              </a:rPr>
              <a:t>The idea is to use each component where it makes the most sense.</a:t>
            </a:r>
            <a:br>
              <a:rPr lang="en-US" dirty="0"/>
            </a:br>
            <a:br>
              <a:rPr lang="en-US" dirty="0"/>
            </a:br>
            <a:r>
              <a:rPr lang="en-US" sz="1200" b="0" i="0" kern="1200" dirty="0">
                <a:solidFill>
                  <a:schemeClr val="tx1"/>
                </a:solidFill>
                <a:effectLst/>
                <a:latin typeface="+mn-lt"/>
                <a:ea typeface="+mn-ea"/>
                <a:cs typeface="+mn-cs"/>
              </a:rPr>
              <a:t>For example:</a:t>
            </a:r>
            <a:br>
              <a:rPr lang="en-US" dirty="0"/>
            </a:br>
            <a:br>
              <a:rPr lang="en-US" dirty="0"/>
            </a:br>
            <a:r>
              <a:rPr lang="en-US" sz="1200" b="0" i="0" kern="1200" dirty="0">
                <a:solidFill>
                  <a:schemeClr val="tx1"/>
                </a:solidFill>
                <a:effectLst/>
                <a:latin typeface="+mn-lt"/>
                <a:ea typeface="+mn-ea"/>
                <a:cs typeface="+mn-cs"/>
              </a:rPr>
              <a:t>👉 Code App → Custom UI &amp; user experience</a:t>
            </a:r>
            <a:br>
              <a:rPr lang="en-US" dirty="0"/>
            </a:br>
            <a:r>
              <a:rPr lang="en-US" sz="1200" b="0" i="0" kern="1200" dirty="0">
                <a:solidFill>
                  <a:schemeClr val="tx1"/>
                </a:solidFill>
                <a:effectLst/>
                <a:latin typeface="+mn-lt"/>
                <a:ea typeface="+mn-ea"/>
                <a:cs typeface="+mn-cs"/>
              </a:rPr>
              <a:t>👉 Dataverse → Business data &amp; relationships</a:t>
            </a:r>
            <a:br>
              <a:rPr lang="en-US" dirty="0"/>
            </a:br>
            <a:r>
              <a:rPr lang="en-US" sz="1200" b="0" i="0" kern="1200" dirty="0">
                <a:solidFill>
                  <a:schemeClr val="tx1"/>
                </a:solidFill>
                <a:effectLst/>
                <a:latin typeface="+mn-lt"/>
                <a:ea typeface="+mn-ea"/>
                <a:cs typeface="+mn-cs"/>
              </a:rPr>
              <a:t>👉 Power Automate → Workflow &amp; automation</a:t>
            </a:r>
            <a:br>
              <a:rPr lang="en-US" dirty="0"/>
            </a:br>
            <a:r>
              <a:rPr lang="en-US" sz="1200" b="0" i="0" kern="1200" dirty="0">
                <a:solidFill>
                  <a:schemeClr val="tx1"/>
                </a:solidFill>
                <a:effectLst/>
                <a:latin typeface="+mn-lt"/>
                <a:ea typeface="+mn-ea"/>
                <a:cs typeface="+mn-cs"/>
              </a:rPr>
              <a:t>👉 REST API → Integration with external systems</a:t>
            </a:r>
            <a:br>
              <a:rPr lang="en-US" dirty="0"/>
            </a:br>
            <a:br>
              <a:rPr lang="en-US" dirty="0"/>
            </a:br>
            <a:r>
              <a:rPr lang="en-US" sz="1200" b="0" i="0" kern="1200" dirty="0">
                <a:solidFill>
                  <a:schemeClr val="tx1"/>
                </a:solidFill>
                <a:effectLst/>
                <a:latin typeface="+mn-lt"/>
                <a:ea typeface="+mn-ea"/>
                <a:cs typeface="+mn-cs"/>
              </a:rPr>
              <a:t>📌 Real-world scenario</a:t>
            </a:r>
            <a:br>
              <a:rPr lang="en-US" dirty="0"/>
            </a:br>
            <a:br>
              <a:rPr lang="en-US" dirty="0"/>
            </a:br>
            <a:r>
              <a:rPr lang="en-US" sz="1200" b="0" i="0" kern="1200" dirty="0">
                <a:solidFill>
                  <a:schemeClr val="tx1"/>
                </a:solidFill>
                <a:effectLst/>
                <a:latin typeface="+mn-lt"/>
                <a:ea typeface="+mn-ea"/>
                <a:cs typeface="+mn-cs"/>
              </a:rPr>
              <a:t>Consider a Service Management application where users need a highly customized interface.</a:t>
            </a:r>
            <a:br>
              <a:rPr lang="en-US" dirty="0"/>
            </a:br>
            <a:br>
              <a:rPr lang="en-US" dirty="0"/>
            </a:br>
            <a:r>
              <a:rPr lang="en-US" sz="1200" b="0" i="0" kern="1200" dirty="0">
                <a:solidFill>
                  <a:schemeClr val="tx1"/>
                </a:solidFill>
                <a:effectLst/>
                <a:latin typeface="+mn-lt"/>
                <a:ea typeface="+mn-ea"/>
                <a:cs typeface="+mn-cs"/>
              </a:rPr>
              <a:t>The application could:</a:t>
            </a:r>
            <a:br>
              <a:rPr lang="en-US" dirty="0"/>
            </a:br>
            <a:br>
              <a:rPr lang="en-US" dirty="0"/>
            </a:br>
            <a:r>
              <a:rPr lang="en-US" sz="1200" b="0" i="0" kern="1200" dirty="0">
                <a:solidFill>
                  <a:schemeClr val="tx1"/>
                </a:solidFill>
                <a:effectLst/>
                <a:latin typeface="+mn-lt"/>
                <a:ea typeface="+mn-ea"/>
                <a:cs typeface="+mn-cs"/>
              </a:rPr>
              <a:t>• Display customer and asset information from Dataverse</a:t>
            </a:r>
            <a:br>
              <a:rPr lang="en-US" dirty="0"/>
            </a:br>
            <a:r>
              <a:rPr lang="en-US" sz="1200" b="0" i="0" kern="1200" dirty="0">
                <a:solidFill>
                  <a:schemeClr val="tx1"/>
                </a:solidFill>
                <a:effectLst/>
                <a:latin typeface="+mn-lt"/>
                <a:ea typeface="+mn-ea"/>
                <a:cs typeface="+mn-cs"/>
              </a:rPr>
              <a:t>• Provide a custom React-based interface</a:t>
            </a:r>
            <a:br>
              <a:rPr lang="en-US" dirty="0"/>
            </a:br>
            <a:r>
              <a:rPr lang="en-US" sz="1200" b="0" i="0" kern="1200" dirty="0">
                <a:solidFill>
                  <a:schemeClr val="tx1"/>
                </a:solidFill>
                <a:effectLst/>
                <a:latin typeface="+mn-lt"/>
                <a:ea typeface="+mn-ea"/>
                <a:cs typeface="+mn-cs"/>
              </a:rPr>
              <a:t>• Create/update service records in Dataverse</a:t>
            </a:r>
            <a:br>
              <a:rPr lang="en-US" dirty="0"/>
            </a:br>
            <a:r>
              <a:rPr lang="en-US" sz="1200" b="0" i="0" kern="1200" dirty="0">
                <a:solidFill>
                  <a:schemeClr val="tx1"/>
                </a:solidFill>
                <a:effectLst/>
                <a:latin typeface="+mn-lt"/>
                <a:ea typeface="+mn-ea"/>
                <a:cs typeface="+mn-cs"/>
              </a:rPr>
              <a:t>• Trigger Power Automate workflows</a:t>
            </a:r>
            <a:br>
              <a:rPr lang="en-US" dirty="0"/>
            </a:br>
            <a:r>
              <a:rPr lang="en-US" sz="1200" b="0" i="0" kern="1200" dirty="0">
                <a:solidFill>
                  <a:schemeClr val="tx1"/>
                </a:solidFill>
                <a:effectLst/>
                <a:latin typeface="+mn-lt"/>
                <a:ea typeface="+mn-ea"/>
                <a:cs typeface="+mn-cs"/>
              </a:rPr>
              <a:t>• Integrate with an external API for additional information</a:t>
            </a:r>
            <a:br>
              <a:rPr lang="en-US" dirty="0"/>
            </a:br>
            <a:r>
              <a:rPr lang="en-US" sz="1200" b="0" i="0" kern="1200" dirty="0">
                <a:solidFill>
                  <a:schemeClr val="tx1"/>
                </a:solidFill>
                <a:effectLst/>
                <a:latin typeface="+mn-lt"/>
                <a:ea typeface="+mn-ea"/>
                <a:cs typeface="+mn-cs"/>
              </a:rPr>
              <a:t>• Provide custom dashboards and visualizations</a:t>
            </a:r>
            <a:br>
              <a:rPr lang="en-US" dirty="0"/>
            </a:br>
            <a:br>
              <a:rPr lang="en-US" dirty="0"/>
            </a:br>
            <a:r>
              <a:rPr lang="en-US" sz="1200" b="0" i="0" kern="1200" dirty="0">
                <a:solidFill>
                  <a:schemeClr val="tx1"/>
                </a:solidFill>
                <a:effectLst/>
                <a:latin typeface="+mn-lt"/>
                <a:ea typeface="+mn-ea"/>
                <a:cs typeface="+mn-cs"/>
              </a:rPr>
              <a:t>This approach can provide the flexibility of modern web development while still utilizing Power Platform capabilities.</a:t>
            </a:r>
            <a:br>
              <a:rPr lang="en-US" dirty="0"/>
            </a:br>
            <a:br>
              <a:rPr lang="en-US" dirty="0"/>
            </a:br>
            <a:r>
              <a:rPr lang="en-US" sz="1200" b="0" i="0" kern="1200" dirty="0">
                <a:solidFill>
                  <a:schemeClr val="tx1"/>
                </a:solidFill>
                <a:effectLst/>
                <a:latin typeface="+mn-lt"/>
                <a:ea typeface="+mn-ea"/>
                <a:cs typeface="+mn-cs"/>
              </a:rPr>
              <a:t>🎯 Why I find this interesting as a developer</a:t>
            </a:r>
            <a:br>
              <a:rPr lang="en-US" dirty="0"/>
            </a:br>
            <a:br>
              <a:rPr lang="en-US" dirty="0"/>
            </a:br>
            <a:r>
              <a:rPr lang="en-US" sz="1200" b="0" i="0" kern="1200" dirty="0">
                <a:solidFill>
                  <a:schemeClr val="tx1"/>
                </a:solidFill>
                <a:effectLst/>
                <a:latin typeface="+mn-lt"/>
                <a:ea typeface="+mn-ea"/>
                <a:cs typeface="+mn-cs"/>
              </a:rPr>
              <a:t>One thing I'm learning from this is that Power Platform doesn't necessarily mean choosing between low-code and pro-code.</a:t>
            </a:r>
            <a:br>
              <a:rPr lang="en-US" dirty="0"/>
            </a:br>
            <a:br>
              <a:rPr lang="en-US" dirty="0"/>
            </a:br>
            <a:r>
              <a:rPr lang="en-US" sz="1200" b="0" i="0" kern="1200" dirty="0">
                <a:solidFill>
                  <a:schemeClr val="tx1"/>
                </a:solidFill>
                <a:effectLst/>
                <a:latin typeface="+mn-lt"/>
                <a:ea typeface="+mn-ea"/>
                <a:cs typeface="+mn-cs"/>
              </a:rPr>
              <a:t>There are scenarios where both can complement each other.</a:t>
            </a:r>
            <a:br>
              <a:rPr lang="en-US" dirty="0"/>
            </a:br>
            <a:br>
              <a:rPr lang="en-US" dirty="0"/>
            </a:br>
            <a:r>
              <a:rPr lang="en-US" sz="1200" b="0" i="0" kern="1200" dirty="0">
                <a:solidFill>
                  <a:schemeClr val="tx1"/>
                </a:solidFill>
                <a:effectLst/>
                <a:latin typeface="+mn-lt"/>
                <a:ea typeface="+mn-ea"/>
                <a:cs typeface="+mn-cs"/>
              </a:rPr>
              <a:t>As someone working with Dynamics 365, Dataverse, Power Apps and Power Automate, I'm particularly interested in understanding where Code Apps fit compared with Canvas Apps and Model-Driven Apps — and when each approach makes the most sense.</a:t>
            </a:r>
            <a:br>
              <a:rPr lang="en-US" dirty="0"/>
            </a:br>
            <a:br>
              <a:rPr lang="en-US" dirty="0"/>
            </a:br>
            <a:r>
              <a:rPr lang="en-US" sz="1200" b="0" i="0" kern="1200" dirty="0">
                <a:solidFill>
                  <a:schemeClr val="tx1"/>
                </a:solidFill>
                <a:effectLst/>
                <a:latin typeface="+mn-lt"/>
                <a:ea typeface="+mn-ea"/>
                <a:cs typeface="+mn-cs"/>
              </a:rPr>
              <a:t>Still learning and experimenting with it.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While exploring the evolving capabilities of Microsoft Power Platform, I recently started learning about Power Apps Code Apps.</a:t>
            </a:r>
            <a:br>
              <a:rPr lang="en-US" dirty="0"/>
            </a:br>
            <a:r>
              <a:rPr lang="en-US" sz="1200" b="0" i="0" kern="1200" dirty="0">
                <a:solidFill>
                  <a:schemeClr val="tx1"/>
                </a:solidFill>
                <a:effectLst/>
                <a:latin typeface="+mn-lt"/>
                <a:ea typeface="+mn-ea"/>
                <a:cs typeface="+mn-cs"/>
              </a:rPr>
              <a:t>What I found interesting is that Code Apps provide a more developer-centric approach where we can use modern web development technologies while still leveraging the Power Platform ecosystem.</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How are Code Apps different?</a:t>
            </a:r>
            <a:br>
              <a:rPr lang="en-US" dirty="0"/>
            </a:br>
            <a:br>
              <a:rPr lang="en-US" dirty="0"/>
            </a:br>
            <a:r>
              <a:rPr lang="en-US" sz="1200" b="0" i="0" kern="1200" dirty="0">
                <a:solidFill>
                  <a:schemeClr val="tx1"/>
                </a:solidFill>
                <a:effectLst/>
                <a:latin typeface="+mn-lt"/>
                <a:ea typeface="+mn-ea"/>
                <a:cs typeface="+mn-cs"/>
              </a:rPr>
              <a:t>With traditional Power Apps:</a:t>
            </a:r>
            <a:br>
              <a:rPr lang="en-US" dirty="0"/>
            </a:br>
            <a:br>
              <a:rPr lang="en-US" dirty="0"/>
            </a:br>
            <a:r>
              <a:rPr lang="en-US" sz="1200" b="0" i="0" kern="1200" dirty="0">
                <a:solidFill>
                  <a:schemeClr val="tx1"/>
                </a:solidFill>
                <a:effectLst/>
                <a:latin typeface="+mn-lt"/>
                <a:ea typeface="+mn-ea"/>
                <a:cs typeface="+mn-cs"/>
              </a:rPr>
              <a:t>🔹 Canvas Apps → Low-code, highly customizable UI</a:t>
            </a:r>
            <a:br>
              <a:rPr lang="en-US" dirty="0"/>
            </a:br>
            <a:r>
              <a:rPr lang="en-US" sz="1200" b="0" i="0" kern="1200" dirty="0">
                <a:solidFill>
                  <a:schemeClr val="tx1"/>
                </a:solidFill>
                <a:effectLst/>
                <a:latin typeface="+mn-lt"/>
                <a:ea typeface="+mn-ea"/>
                <a:cs typeface="+mn-cs"/>
              </a:rPr>
              <a:t>🔹 Model-Driven Apps → Dataverse-driven applications with built-in business capabilities</a:t>
            </a:r>
            <a:br>
              <a:rPr lang="en-US" dirty="0"/>
            </a:br>
            <a:r>
              <a:rPr lang="en-US" sz="1200" b="0" i="0" kern="1200" dirty="0">
                <a:solidFill>
                  <a:schemeClr val="tx1"/>
                </a:solidFill>
                <a:effectLst/>
                <a:latin typeface="+mn-lt"/>
                <a:ea typeface="+mn-ea"/>
                <a:cs typeface="+mn-cs"/>
              </a:rPr>
              <a:t>🔹 Code Apps → More flexibility for developers to build custom web experiences using code</a:t>
            </a:r>
            <a:br>
              <a:rPr lang="en-US" dirty="0"/>
            </a:br>
            <a:br>
              <a:rPr lang="en-US" dirty="0"/>
            </a:br>
            <a:r>
              <a:rPr lang="en-US" sz="1200" b="0" i="0" kern="1200" dirty="0">
                <a:solidFill>
                  <a:schemeClr val="tx1"/>
                </a:solidFill>
                <a:effectLst/>
                <a:latin typeface="+mn-lt"/>
                <a:ea typeface="+mn-ea"/>
                <a:cs typeface="+mn-cs"/>
              </a:rPr>
              <a:t>The interesting part is bringing these worlds together.</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 Technologies I'm exploring</a:t>
            </a:r>
            <a:br>
              <a:rPr lang="en-IN" dirty="0"/>
            </a:br>
            <a:br>
              <a:rPr lang="en-IN" dirty="0"/>
            </a:br>
            <a:r>
              <a:rPr lang="en-IN" sz="1200" b="0" i="0" kern="1200" dirty="0">
                <a:solidFill>
                  <a:schemeClr val="tx1"/>
                </a:solidFill>
                <a:effectLst/>
                <a:latin typeface="+mn-lt"/>
                <a:ea typeface="+mn-ea"/>
                <a:cs typeface="+mn-cs"/>
              </a:rPr>
              <a:t>• React</a:t>
            </a:r>
            <a:br>
              <a:rPr lang="en-IN" dirty="0"/>
            </a:br>
            <a:r>
              <a:rPr lang="en-IN" sz="1200" b="0" i="0" kern="1200" dirty="0">
                <a:solidFill>
                  <a:schemeClr val="tx1"/>
                </a:solidFill>
                <a:effectLst/>
                <a:latin typeface="+mn-lt"/>
                <a:ea typeface="+mn-ea"/>
                <a:cs typeface="+mn-cs"/>
              </a:rPr>
              <a:t>• TypeScript / JavaScript</a:t>
            </a:r>
            <a:br>
              <a:rPr lang="en-IN" dirty="0"/>
            </a:br>
            <a:r>
              <a:rPr lang="en-IN" sz="1200" b="0" i="0" kern="1200" dirty="0">
                <a:solidFill>
                  <a:schemeClr val="tx1"/>
                </a:solidFill>
                <a:effectLst/>
                <a:latin typeface="+mn-lt"/>
                <a:ea typeface="+mn-ea"/>
                <a:cs typeface="+mn-cs"/>
              </a:rPr>
              <a:t>• HTML &amp; CSS</a:t>
            </a:r>
            <a:br>
              <a:rPr lang="en-IN" dirty="0"/>
            </a:br>
            <a:r>
              <a:rPr lang="en-IN" sz="1200" b="0" i="0" kern="1200" dirty="0">
                <a:solidFill>
                  <a:schemeClr val="tx1"/>
                </a:solidFill>
                <a:effectLst/>
                <a:latin typeface="+mn-lt"/>
                <a:ea typeface="+mn-ea"/>
                <a:cs typeface="+mn-cs"/>
              </a:rPr>
              <a:t>• Power Platform</a:t>
            </a:r>
            <a:br>
              <a:rPr lang="en-IN" dirty="0"/>
            </a:br>
            <a:r>
              <a:rPr lang="en-IN" sz="1200" b="0" i="0" kern="1200" dirty="0">
                <a:solidFill>
                  <a:schemeClr val="tx1"/>
                </a:solidFill>
                <a:effectLst/>
                <a:latin typeface="+mn-lt"/>
                <a:ea typeface="+mn-ea"/>
                <a:cs typeface="+mn-cs"/>
              </a:rPr>
              <a:t>• Microsoft Dataverse</a:t>
            </a:r>
            <a:br>
              <a:rPr lang="en-IN" dirty="0"/>
            </a:br>
            <a:r>
              <a:rPr lang="en-IN" sz="1200" b="0" i="0" kern="1200" dirty="0">
                <a:solidFill>
                  <a:schemeClr val="tx1"/>
                </a:solidFill>
                <a:effectLst/>
                <a:latin typeface="+mn-lt"/>
                <a:ea typeface="+mn-ea"/>
                <a:cs typeface="+mn-cs"/>
              </a:rPr>
              <a:t>• REST APIs</a:t>
            </a:r>
            <a:br>
              <a:rPr lang="en-IN" dirty="0"/>
            </a:br>
            <a:r>
              <a:rPr lang="en-IN" sz="1200" b="0" i="0" kern="1200" dirty="0">
                <a:solidFill>
                  <a:schemeClr val="tx1"/>
                </a:solidFill>
                <a:effectLst/>
                <a:latin typeface="+mn-lt"/>
                <a:ea typeface="+mn-ea"/>
                <a:cs typeface="+mn-cs"/>
              </a:rPr>
              <a:t>• Power Automate</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 A simple architecture I’m exploring</a:t>
            </a:r>
            <a:br>
              <a:rPr lang="en-IN" dirty="0"/>
            </a:br>
            <a:br>
              <a:rPr lang="en-IN" dirty="0"/>
            </a:br>
            <a:r>
              <a:rPr lang="en-IN" sz="1200" b="0" i="0" kern="1200" dirty="0">
                <a:solidFill>
                  <a:schemeClr val="tx1"/>
                </a:solidFill>
                <a:effectLst/>
                <a:latin typeface="+mn-lt"/>
                <a:ea typeface="+mn-ea"/>
                <a:cs typeface="+mn-cs"/>
              </a:rPr>
              <a:t>Code App</a:t>
            </a:r>
            <a:br>
              <a:rPr lang="en-IN" dirty="0"/>
            </a:br>
            <a:r>
              <a:rPr lang="en-IN" sz="1200" b="0" i="0" kern="1200" dirty="0">
                <a:solidFill>
                  <a:schemeClr val="tx1"/>
                </a:solidFill>
                <a:effectLst/>
                <a:latin typeface="+mn-lt"/>
                <a:ea typeface="+mn-ea"/>
                <a:cs typeface="+mn-cs"/>
              </a:rPr>
              <a:t>⬇️</a:t>
            </a:r>
            <a:br>
              <a:rPr lang="en-IN" dirty="0"/>
            </a:br>
            <a:r>
              <a:rPr lang="en-IN" sz="1200" b="0" i="0" kern="1200" dirty="0">
                <a:solidFill>
                  <a:schemeClr val="tx1"/>
                </a:solidFill>
                <a:effectLst/>
                <a:latin typeface="+mn-lt"/>
                <a:ea typeface="+mn-ea"/>
                <a:cs typeface="+mn-cs"/>
              </a:rPr>
              <a:t>Dataverse</a:t>
            </a:r>
            <a:br>
              <a:rPr lang="en-IN" dirty="0"/>
            </a:br>
            <a:r>
              <a:rPr lang="en-IN" sz="1200" b="0" i="0" kern="1200" dirty="0">
                <a:solidFill>
                  <a:schemeClr val="tx1"/>
                </a:solidFill>
                <a:effectLst/>
                <a:latin typeface="+mn-lt"/>
                <a:ea typeface="+mn-ea"/>
                <a:cs typeface="+mn-cs"/>
              </a:rPr>
              <a:t>⬇️</a:t>
            </a:r>
            <a:br>
              <a:rPr lang="en-IN" dirty="0"/>
            </a:br>
            <a:r>
              <a:rPr lang="en-IN" sz="1200" b="0" i="0" kern="1200" dirty="0">
                <a:solidFill>
                  <a:schemeClr val="tx1"/>
                </a:solidFill>
                <a:effectLst/>
                <a:latin typeface="+mn-lt"/>
                <a:ea typeface="+mn-ea"/>
                <a:cs typeface="+mn-cs"/>
              </a:rPr>
              <a:t>Power Automate</a:t>
            </a:r>
            <a:br>
              <a:rPr lang="en-IN" dirty="0"/>
            </a:br>
            <a:r>
              <a:rPr lang="en-IN" sz="1200" b="0" i="0" kern="1200" dirty="0">
                <a:solidFill>
                  <a:schemeClr val="tx1"/>
                </a:solidFill>
                <a:effectLst/>
                <a:latin typeface="+mn-lt"/>
                <a:ea typeface="+mn-ea"/>
                <a:cs typeface="+mn-cs"/>
              </a:rPr>
              <a:t>⬇️</a:t>
            </a:r>
            <a:br>
              <a:rPr lang="en-IN" dirty="0"/>
            </a:br>
            <a:r>
              <a:rPr lang="en-IN" sz="1200" b="0" i="0" kern="1200" dirty="0">
                <a:solidFill>
                  <a:schemeClr val="tx1"/>
                </a:solidFill>
                <a:effectLst/>
                <a:latin typeface="+mn-lt"/>
                <a:ea typeface="+mn-ea"/>
                <a:cs typeface="+mn-cs"/>
              </a:rPr>
              <a:t>External REST API / Business System</a:t>
            </a:r>
            <a:br>
              <a:rPr lang="en-IN" dirty="0"/>
            </a:br>
            <a:br>
              <a:rPr lang="en-IN" dirty="0"/>
            </a:br>
            <a:r>
              <a:rPr lang="en-IN" sz="1200" b="0" i="0" kern="1200" dirty="0">
                <a:solidFill>
                  <a:schemeClr val="tx1"/>
                </a:solidFill>
                <a:effectLst/>
                <a:latin typeface="+mn-lt"/>
                <a:ea typeface="+mn-ea"/>
                <a:cs typeface="+mn-cs"/>
              </a:rPr>
              <a:t>The idea is to use each component where it makes the most sense.</a:t>
            </a:r>
            <a:br>
              <a:rPr lang="en-IN" dirty="0"/>
            </a:br>
            <a:br>
              <a:rPr lang="en-IN" dirty="0"/>
            </a:br>
            <a:r>
              <a:rPr lang="en-IN" sz="1200" b="0" i="0" kern="1200" dirty="0">
                <a:solidFill>
                  <a:schemeClr val="tx1"/>
                </a:solidFill>
                <a:effectLst/>
                <a:latin typeface="+mn-lt"/>
                <a:ea typeface="+mn-ea"/>
                <a:cs typeface="+mn-cs"/>
              </a:rPr>
              <a:t>For example:</a:t>
            </a:r>
            <a:br>
              <a:rPr lang="en-IN" dirty="0"/>
            </a:br>
            <a:br>
              <a:rPr lang="en-IN" dirty="0"/>
            </a:br>
            <a:r>
              <a:rPr lang="en-IN" sz="1200" b="0" i="0" kern="1200" dirty="0">
                <a:solidFill>
                  <a:schemeClr val="tx1"/>
                </a:solidFill>
                <a:effectLst/>
                <a:latin typeface="+mn-lt"/>
                <a:ea typeface="+mn-ea"/>
                <a:cs typeface="+mn-cs"/>
              </a:rPr>
              <a:t>👉 Code App → Custom UI &amp; user experience</a:t>
            </a:r>
            <a:br>
              <a:rPr lang="en-IN" dirty="0"/>
            </a:br>
            <a:r>
              <a:rPr lang="en-IN" sz="1200" b="0" i="0" kern="1200" dirty="0">
                <a:solidFill>
                  <a:schemeClr val="tx1"/>
                </a:solidFill>
                <a:effectLst/>
                <a:latin typeface="+mn-lt"/>
                <a:ea typeface="+mn-ea"/>
                <a:cs typeface="+mn-cs"/>
              </a:rPr>
              <a:t>👉 Dataverse → Business data &amp; relationships</a:t>
            </a:r>
            <a:br>
              <a:rPr lang="en-IN" dirty="0"/>
            </a:br>
            <a:r>
              <a:rPr lang="en-IN" sz="1200" b="0" i="0" kern="1200" dirty="0">
                <a:solidFill>
                  <a:schemeClr val="tx1"/>
                </a:solidFill>
                <a:effectLst/>
                <a:latin typeface="+mn-lt"/>
                <a:ea typeface="+mn-ea"/>
                <a:cs typeface="+mn-cs"/>
              </a:rPr>
              <a:t>👉 Power Automate → Workflow &amp; automation</a:t>
            </a:r>
            <a:br>
              <a:rPr lang="en-IN" dirty="0"/>
            </a:br>
            <a:r>
              <a:rPr lang="en-IN" sz="1200" b="0" i="0" kern="1200" dirty="0">
                <a:solidFill>
                  <a:schemeClr val="tx1"/>
                </a:solidFill>
                <a:effectLst/>
                <a:latin typeface="+mn-lt"/>
                <a:ea typeface="+mn-ea"/>
                <a:cs typeface="+mn-cs"/>
              </a:rPr>
              <a:t>👉 REST API → Integration with external systems</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Real-world scenario</a:t>
            </a:r>
            <a:br>
              <a:rPr lang="en-US" dirty="0"/>
            </a:br>
            <a:br>
              <a:rPr lang="en-US" dirty="0"/>
            </a:br>
            <a:r>
              <a:rPr lang="en-US" sz="1200" b="0" i="0" kern="1200" dirty="0">
                <a:solidFill>
                  <a:schemeClr val="tx1"/>
                </a:solidFill>
                <a:effectLst/>
                <a:latin typeface="+mn-lt"/>
                <a:ea typeface="+mn-ea"/>
                <a:cs typeface="+mn-cs"/>
              </a:rPr>
              <a:t>Consider a Service Management application where users need a highly customized interface.</a:t>
            </a:r>
            <a:br>
              <a:rPr lang="en-US" dirty="0"/>
            </a:br>
            <a:br>
              <a:rPr lang="en-US" dirty="0"/>
            </a:br>
            <a:r>
              <a:rPr lang="en-US" sz="1200" b="0" i="0" kern="1200" dirty="0">
                <a:solidFill>
                  <a:schemeClr val="tx1"/>
                </a:solidFill>
                <a:effectLst/>
                <a:latin typeface="+mn-lt"/>
                <a:ea typeface="+mn-ea"/>
                <a:cs typeface="+mn-cs"/>
              </a:rPr>
              <a:t>The application could:</a:t>
            </a:r>
            <a:br>
              <a:rPr lang="en-US" dirty="0"/>
            </a:br>
            <a:br>
              <a:rPr lang="en-US" dirty="0"/>
            </a:br>
            <a:r>
              <a:rPr lang="en-US" sz="1200" b="0" i="0" kern="1200" dirty="0">
                <a:solidFill>
                  <a:schemeClr val="tx1"/>
                </a:solidFill>
                <a:effectLst/>
                <a:latin typeface="+mn-lt"/>
                <a:ea typeface="+mn-ea"/>
                <a:cs typeface="+mn-cs"/>
              </a:rPr>
              <a:t>• Display customer and asset information from Dataverse</a:t>
            </a:r>
            <a:br>
              <a:rPr lang="en-US" dirty="0"/>
            </a:br>
            <a:r>
              <a:rPr lang="en-US" sz="1200" b="0" i="0" kern="1200" dirty="0">
                <a:solidFill>
                  <a:schemeClr val="tx1"/>
                </a:solidFill>
                <a:effectLst/>
                <a:latin typeface="+mn-lt"/>
                <a:ea typeface="+mn-ea"/>
                <a:cs typeface="+mn-cs"/>
              </a:rPr>
              <a:t>• Provide a custom React-based interface</a:t>
            </a:r>
            <a:br>
              <a:rPr lang="en-US" dirty="0"/>
            </a:br>
            <a:r>
              <a:rPr lang="en-US" sz="1200" b="0" i="0" kern="1200" dirty="0">
                <a:solidFill>
                  <a:schemeClr val="tx1"/>
                </a:solidFill>
                <a:effectLst/>
                <a:latin typeface="+mn-lt"/>
                <a:ea typeface="+mn-ea"/>
                <a:cs typeface="+mn-cs"/>
              </a:rPr>
              <a:t>• Create/update service records in Dataverse</a:t>
            </a:r>
            <a:br>
              <a:rPr lang="en-US" dirty="0"/>
            </a:br>
            <a:r>
              <a:rPr lang="en-US" sz="1200" b="0" i="0" kern="1200" dirty="0">
                <a:solidFill>
                  <a:schemeClr val="tx1"/>
                </a:solidFill>
                <a:effectLst/>
                <a:latin typeface="+mn-lt"/>
                <a:ea typeface="+mn-ea"/>
                <a:cs typeface="+mn-cs"/>
              </a:rPr>
              <a:t>• Trigger Power Automate workflows</a:t>
            </a:r>
            <a:br>
              <a:rPr lang="en-US" dirty="0"/>
            </a:br>
            <a:r>
              <a:rPr lang="en-US" sz="1200" b="0" i="0" kern="1200" dirty="0">
                <a:solidFill>
                  <a:schemeClr val="tx1"/>
                </a:solidFill>
                <a:effectLst/>
                <a:latin typeface="+mn-lt"/>
                <a:ea typeface="+mn-ea"/>
                <a:cs typeface="+mn-cs"/>
              </a:rPr>
              <a:t>• Integrate with an external API for additional information</a:t>
            </a:r>
            <a:br>
              <a:rPr lang="en-US" dirty="0"/>
            </a:br>
            <a:r>
              <a:rPr lang="en-US" sz="1200" b="0" i="0" kern="1200" dirty="0">
                <a:solidFill>
                  <a:schemeClr val="tx1"/>
                </a:solidFill>
                <a:effectLst/>
                <a:latin typeface="+mn-lt"/>
                <a:ea typeface="+mn-ea"/>
                <a:cs typeface="+mn-cs"/>
              </a:rPr>
              <a:t>• Provide custom dashboards and visualizations</a:t>
            </a:r>
            <a:br>
              <a:rPr lang="en-US" dirty="0"/>
            </a:br>
            <a:br>
              <a:rPr lang="en-US" dirty="0"/>
            </a:br>
            <a:r>
              <a:rPr lang="en-US" sz="1200" b="0" i="0" kern="1200" dirty="0">
                <a:solidFill>
                  <a:schemeClr val="tx1"/>
                </a:solidFill>
                <a:effectLst/>
                <a:latin typeface="+mn-lt"/>
                <a:ea typeface="+mn-ea"/>
                <a:cs typeface="+mn-cs"/>
              </a:rPr>
              <a:t>This approach can provide the flexibility of modern web development while still utilizing Power Platform capabilities.</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Why I find this interesting as a developer</a:t>
            </a:r>
            <a:br>
              <a:rPr lang="en-US" dirty="0"/>
            </a:br>
            <a:br>
              <a:rPr lang="en-US" dirty="0"/>
            </a:br>
            <a:r>
              <a:rPr lang="en-US" sz="1200" b="0" i="0" kern="1200" dirty="0">
                <a:solidFill>
                  <a:schemeClr val="tx1"/>
                </a:solidFill>
                <a:effectLst/>
                <a:latin typeface="+mn-lt"/>
                <a:ea typeface="+mn-ea"/>
                <a:cs typeface="+mn-cs"/>
              </a:rPr>
              <a:t>One thing I'm learning from this is that Power Platform doesn't necessarily mean choosing between low-code and pro-code.</a:t>
            </a:r>
            <a:br>
              <a:rPr lang="en-US" dirty="0"/>
            </a:br>
            <a:br>
              <a:rPr lang="en-US" dirty="0"/>
            </a:br>
            <a:r>
              <a:rPr lang="en-US" sz="1200" b="0" i="0" kern="1200" dirty="0">
                <a:solidFill>
                  <a:schemeClr val="tx1"/>
                </a:solidFill>
                <a:effectLst/>
                <a:latin typeface="+mn-lt"/>
                <a:ea typeface="+mn-ea"/>
                <a:cs typeface="+mn-cs"/>
              </a:rPr>
              <a:t>There are scenarios where both can complement each other.</a:t>
            </a:r>
            <a:br>
              <a:rPr lang="en-US" dirty="0"/>
            </a:br>
            <a:br>
              <a:rPr lang="en-US" dirty="0"/>
            </a:br>
            <a:r>
              <a:rPr lang="en-US" sz="1200" b="0" i="0" kern="1200" dirty="0">
                <a:solidFill>
                  <a:schemeClr val="tx1"/>
                </a:solidFill>
                <a:effectLst/>
                <a:latin typeface="+mn-lt"/>
                <a:ea typeface="+mn-ea"/>
                <a:cs typeface="+mn-cs"/>
              </a:rPr>
              <a:t>As someone working with Dynamics 365, Dataverse, Power Apps and Power Automate, I'm particularly interested in understanding where Code Apps fit compared with Canvas Apps and Model-Driven Apps — and when each approach makes the most sense.</a:t>
            </a:r>
            <a:br>
              <a:rPr lang="en-US" dirty="0"/>
            </a:br>
            <a:br>
              <a:rPr lang="en-US" dirty="0"/>
            </a:br>
            <a:r>
              <a:rPr lang="en-US" sz="1200" b="0" i="0" kern="1200" dirty="0">
                <a:solidFill>
                  <a:schemeClr val="tx1"/>
                </a:solidFill>
                <a:effectLst/>
                <a:latin typeface="+mn-lt"/>
                <a:ea typeface="+mn-ea"/>
                <a:cs typeface="+mn-cs"/>
              </a:rPr>
              <a:t>Still learning and experimenting with it.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Power Apps Code Apps vs PCF — When should you use which?</a:t>
            </a:r>
            <a:br>
              <a:rPr lang="en-US" dirty="0"/>
            </a:br>
            <a:r>
              <a:rPr lang="en-US" sz="1200" b="0" i="0" kern="1200" dirty="0">
                <a:solidFill>
                  <a:schemeClr val="tx1"/>
                </a:solidFill>
                <a:effectLst/>
                <a:latin typeface="+mn-lt"/>
                <a:ea typeface="+mn-ea"/>
                <a:cs typeface="+mn-cs"/>
              </a:rPr>
              <a:t>While exploring Power Apps Code Apps, I came across a question that I think is worth discussing:</a:t>
            </a:r>
            <a:br>
              <a:rPr lang="en-US" dirty="0"/>
            </a:br>
            <a:r>
              <a:rPr lang="en-US" sz="1200" b="0" i="0" kern="1200" dirty="0">
                <a:solidFill>
                  <a:schemeClr val="tx1"/>
                </a:solidFill>
                <a:effectLst/>
                <a:latin typeface="+mn-lt"/>
                <a:ea typeface="+mn-ea"/>
                <a:cs typeface="+mn-cs"/>
              </a:rPr>
              <a:t>If we already have PCF for building custom components, where do Code Apps fit in?</a:t>
            </a:r>
            <a:br>
              <a:rPr lang="en-US" dirty="0"/>
            </a:br>
            <a:r>
              <a:rPr lang="en-US" sz="1200" b="0" i="0" kern="1200" dirty="0">
                <a:solidFill>
                  <a:schemeClr val="tx1"/>
                </a:solidFill>
                <a:effectLst/>
                <a:latin typeface="+mn-lt"/>
                <a:ea typeface="+mn-ea"/>
                <a:cs typeface="+mn-cs"/>
              </a:rPr>
              <a:t>The more I explored both, the more I realized that they aren't really competing technologies. They solve different levels of customization.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PCF — Power Apps Component Framework</a:t>
            </a:r>
            <a:br>
              <a:rPr lang="en-US" dirty="0"/>
            </a:br>
            <a:r>
              <a:rPr lang="en-US" sz="1200" b="0" i="0" kern="1200" dirty="0">
                <a:solidFill>
                  <a:schemeClr val="tx1"/>
                </a:solidFill>
                <a:effectLst/>
                <a:latin typeface="+mn-lt"/>
                <a:ea typeface="+mn-ea"/>
                <a:cs typeface="+mn-cs"/>
              </a:rPr>
              <a:t>PCF is useful when you want to extend an existing Power App with a custom code component.</a:t>
            </a:r>
            <a:br>
              <a:rPr lang="en-US" dirty="0"/>
            </a:br>
            <a:r>
              <a:rPr lang="en-US" sz="1200" b="0" i="0" kern="1200" dirty="0">
                <a:solidFill>
                  <a:schemeClr val="tx1"/>
                </a:solidFill>
                <a:effectLst/>
                <a:latin typeface="+mn-lt"/>
                <a:ea typeface="+mn-ea"/>
                <a:cs typeface="+mn-cs"/>
              </a:rPr>
              <a:t>For example:</a:t>
            </a:r>
            <a:br>
              <a:rPr lang="en-US" dirty="0"/>
            </a:br>
            <a:r>
              <a:rPr lang="en-US" sz="1200" b="0" i="0" kern="1200" dirty="0">
                <a:solidFill>
                  <a:schemeClr val="tx1"/>
                </a:solidFill>
                <a:effectLst/>
                <a:latin typeface="+mn-lt"/>
                <a:ea typeface="+mn-ea"/>
                <a:cs typeface="+mn-cs"/>
              </a:rPr>
              <a:t>• Custom controls on forms</a:t>
            </a:r>
            <a:br>
              <a:rPr lang="en-US" dirty="0"/>
            </a:br>
            <a:r>
              <a:rPr lang="en-US" sz="1200" b="0" i="0" kern="1200" dirty="0">
                <a:solidFill>
                  <a:schemeClr val="tx1"/>
                </a:solidFill>
                <a:effectLst/>
                <a:latin typeface="+mn-lt"/>
                <a:ea typeface="+mn-ea"/>
                <a:cs typeface="+mn-cs"/>
              </a:rPr>
              <a:t>• Advanced data visualizations</a:t>
            </a:r>
            <a:br>
              <a:rPr lang="en-US" dirty="0"/>
            </a:br>
            <a:r>
              <a:rPr lang="en-US" sz="1200" b="0" i="0" kern="1200" dirty="0">
                <a:solidFill>
                  <a:schemeClr val="tx1"/>
                </a:solidFill>
                <a:effectLst/>
                <a:latin typeface="+mn-lt"/>
                <a:ea typeface="+mn-ea"/>
                <a:cs typeface="+mn-cs"/>
              </a:rPr>
              <a:t>• Custom input experiences</a:t>
            </a:r>
            <a:br>
              <a:rPr lang="en-US" dirty="0"/>
            </a:br>
            <a:r>
              <a:rPr lang="en-US" sz="1200" b="0" i="0" kern="1200" dirty="0">
                <a:solidFill>
                  <a:schemeClr val="tx1"/>
                </a:solidFill>
                <a:effectLst/>
                <a:latin typeface="+mn-lt"/>
                <a:ea typeface="+mn-ea"/>
                <a:cs typeface="+mn-cs"/>
              </a:rPr>
              <a:t>• Reusable components for Canvas or Model-Driven Apps</a:t>
            </a:r>
            <a:br>
              <a:rPr lang="en-US" dirty="0"/>
            </a:br>
            <a:br>
              <a:rPr lang="en-US" dirty="0"/>
            </a:br>
            <a:r>
              <a:rPr lang="en-US" sz="1200" b="0" i="0" kern="1200" dirty="0">
                <a:solidFill>
                  <a:schemeClr val="tx1"/>
                </a:solidFill>
                <a:effectLst/>
                <a:latin typeface="+mn-lt"/>
                <a:ea typeface="+mn-ea"/>
                <a:cs typeface="+mn-cs"/>
              </a:rPr>
              <a:t>In simple terms:</a:t>
            </a:r>
            <a:br>
              <a:rPr lang="en-US" dirty="0"/>
            </a:br>
            <a:r>
              <a:rPr lang="en-US" sz="1200" b="0" i="0" kern="1200" dirty="0">
                <a:solidFill>
                  <a:schemeClr val="tx1"/>
                </a:solidFill>
                <a:effectLst/>
                <a:latin typeface="+mn-lt"/>
                <a:ea typeface="+mn-ea"/>
                <a:cs typeface="+mn-cs"/>
              </a:rPr>
              <a:t>“I already have a Power App, but I need a custom component.”</a:t>
            </a:r>
            <a:br>
              <a:rPr lang="en-US" dirty="0"/>
            </a:br>
            <a:r>
              <a:rPr lang="en-US" sz="1200" b="0" i="0" kern="1200" dirty="0">
                <a:solidFill>
                  <a:schemeClr val="tx1"/>
                </a:solidFill>
                <a:effectLst/>
                <a:latin typeface="+mn-lt"/>
                <a:ea typeface="+mn-ea"/>
                <a:cs typeface="+mn-cs"/>
              </a:rPr>
              <a:t>That's where PCF makes a lot of sense.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Code Apps</a:t>
            </a:r>
            <a:br>
              <a:rPr lang="en-US" dirty="0"/>
            </a:br>
            <a:r>
              <a:rPr lang="en-US" sz="1200" b="0" i="0" kern="1200" dirty="0">
                <a:solidFill>
                  <a:schemeClr val="tx1"/>
                </a:solidFill>
                <a:effectLst/>
                <a:latin typeface="+mn-lt"/>
                <a:ea typeface="+mn-ea"/>
                <a:cs typeface="+mn-cs"/>
              </a:rPr>
              <a:t>Code Apps take a different approach.</a:t>
            </a:r>
            <a:br>
              <a:rPr lang="en-US" dirty="0"/>
            </a:br>
            <a:r>
              <a:rPr lang="en-US" sz="1200" b="0" i="0" kern="1200" dirty="0">
                <a:solidFill>
                  <a:schemeClr val="tx1"/>
                </a:solidFill>
                <a:effectLst/>
                <a:latin typeface="+mn-lt"/>
                <a:ea typeface="+mn-ea"/>
                <a:cs typeface="+mn-cs"/>
              </a:rPr>
              <a:t>They allow developers to build custom business web applications using a code-first development approach and modern web technologies, while still leveraging Power Platform capabilities.</a:t>
            </a:r>
            <a:br>
              <a:rPr lang="en-US" dirty="0"/>
            </a:br>
            <a:br>
              <a:rPr lang="en-US" dirty="0"/>
            </a:br>
            <a:r>
              <a:rPr lang="en-US" sz="1200" b="0" i="0" kern="1200" dirty="0">
                <a:solidFill>
                  <a:schemeClr val="tx1"/>
                </a:solidFill>
                <a:effectLst/>
                <a:latin typeface="+mn-lt"/>
                <a:ea typeface="+mn-ea"/>
                <a:cs typeface="+mn-cs"/>
              </a:rPr>
              <a:t>For example, Code Apps can be interesting when you need:</a:t>
            </a:r>
            <a:br>
              <a:rPr lang="en-US" dirty="0"/>
            </a:br>
            <a:r>
              <a:rPr lang="en-US" sz="1200" b="0" i="0" kern="1200" dirty="0">
                <a:solidFill>
                  <a:schemeClr val="tx1"/>
                </a:solidFill>
                <a:effectLst/>
                <a:latin typeface="+mn-lt"/>
                <a:ea typeface="+mn-ea"/>
                <a:cs typeface="+mn-cs"/>
              </a:rPr>
              <a:t>• A highly customized application UI</a:t>
            </a:r>
            <a:br>
              <a:rPr lang="en-US" dirty="0"/>
            </a:br>
            <a:r>
              <a:rPr lang="en-US" sz="1200" b="0" i="0" kern="1200" dirty="0">
                <a:solidFill>
                  <a:schemeClr val="tx1"/>
                </a:solidFill>
                <a:effectLst/>
                <a:latin typeface="+mn-lt"/>
                <a:ea typeface="+mn-ea"/>
                <a:cs typeface="+mn-cs"/>
              </a:rPr>
              <a:t>• Complex interactions and navigation</a:t>
            </a:r>
            <a:br>
              <a:rPr lang="en-US" dirty="0"/>
            </a:br>
            <a:r>
              <a:rPr lang="en-US" sz="1200" b="0" i="0" kern="1200" dirty="0">
                <a:solidFill>
                  <a:schemeClr val="tx1"/>
                </a:solidFill>
                <a:effectLst/>
                <a:latin typeface="+mn-lt"/>
                <a:ea typeface="+mn-ea"/>
                <a:cs typeface="+mn-cs"/>
              </a:rPr>
              <a:t>• More control over the frontend</a:t>
            </a:r>
            <a:br>
              <a:rPr lang="en-US" dirty="0"/>
            </a:br>
            <a:r>
              <a:rPr lang="en-US" sz="1200" b="0" i="0" kern="1200" dirty="0">
                <a:solidFill>
                  <a:schemeClr val="tx1"/>
                </a:solidFill>
                <a:effectLst/>
                <a:latin typeface="+mn-lt"/>
                <a:ea typeface="+mn-ea"/>
                <a:cs typeface="+mn-cs"/>
              </a:rPr>
              <a:t>• Integration with Power Platform data and services</a:t>
            </a:r>
            <a:br>
              <a:rPr lang="en-US" dirty="0"/>
            </a:br>
            <a:r>
              <a:rPr lang="en-US" sz="1200" b="0" i="0" kern="1200" dirty="0">
                <a:solidFill>
                  <a:schemeClr val="tx1"/>
                </a:solidFill>
                <a:effectLst/>
                <a:latin typeface="+mn-lt"/>
                <a:ea typeface="+mn-ea"/>
                <a:cs typeface="+mn-cs"/>
              </a:rPr>
              <a:t>• A familiar web development experience using technologies such as React or TypeScript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So, how am I looking at it?</a:t>
            </a:r>
            <a:br>
              <a:rPr lang="en-US" dirty="0"/>
            </a:br>
            <a:r>
              <a:rPr lang="en-US" sz="1200" b="0" i="0" kern="1200" dirty="0">
                <a:solidFill>
                  <a:schemeClr val="tx1"/>
                </a:solidFill>
                <a:effectLst/>
                <a:latin typeface="+mn-lt"/>
                <a:ea typeface="+mn-ea"/>
                <a:cs typeface="+mn-cs"/>
              </a:rPr>
              <a:t>Existing Power App + custom component → PCF</a:t>
            </a:r>
            <a:br>
              <a:rPr lang="en-US" dirty="0"/>
            </a:br>
            <a:br>
              <a:rPr lang="en-US" dirty="0"/>
            </a:br>
            <a:r>
              <a:rPr lang="en-US" sz="1200" b="0" i="0" kern="1200" dirty="0">
                <a:solidFill>
                  <a:schemeClr val="tx1"/>
                </a:solidFill>
                <a:effectLst/>
                <a:latin typeface="+mn-lt"/>
                <a:ea typeface="+mn-ea"/>
                <a:cs typeface="+mn-cs"/>
              </a:rPr>
              <a:t>Custom application experience + code-first development → Code Apps</a:t>
            </a:r>
            <a:br>
              <a:rPr lang="en-US" dirty="0"/>
            </a:br>
            <a:r>
              <a:rPr lang="en-US" sz="1200" b="0" i="0" kern="1200" dirty="0">
                <a:solidFill>
                  <a:schemeClr val="tx1"/>
                </a:solidFill>
                <a:effectLst/>
                <a:latin typeface="+mn-lt"/>
                <a:ea typeface="+mn-ea"/>
                <a:cs typeface="+mn-cs"/>
              </a:rPr>
              <a:t>The important part is that this isn't really about deciding which technology is “better”.</a:t>
            </a:r>
            <a:br>
              <a:rPr lang="en-US" dirty="0"/>
            </a:br>
            <a:r>
              <a:rPr lang="en-US" sz="1200" b="0" i="0" kern="1200" dirty="0">
                <a:solidFill>
                  <a:schemeClr val="tx1"/>
                </a:solidFill>
                <a:effectLst/>
                <a:latin typeface="+mn-lt"/>
                <a:ea typeface="+mn-ea"/>
                <a:cs typeface="+mn-cs"/>
              </a:rPr>
              <a:t>It's about understanding where the customization is required and what the application needs to achieve.</a:t>
            </a:r>
            <a:br>
              <a:rPr lang="en-US" dirty="0"/>
            </a:b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Apps let you build full apps with React and JavaScript and deploy them to Power Platform. The workflow is simple: build, run locally, deploy.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have in place: Node.js LTS, Visual Studio Code, Git, the Power Platform CLI, and an environment where your admin has enabled Code Apps. The next slide shows where the admin turns that 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admin task. In the Power Platform Admin Center, open your environment, go to Settings, then Features, and enable Power Apps Code Apps. If you are not the admin, send them this path.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use degit to copy the Vite starter template into a folder called my-app, then move into it. Step 2: sign in with pac auth create and pick your environment by its ID with pac env select.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npm install pulls in the project dependencies. Step 4: pac code init creates the Code App in Power Platform and gives it a display name. Swap in your own app name.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npm run dev starts the app locally so you can try it. Step 6: npm run build creates the production build and pac code push deploys it to Power Platform.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8415A-0A72-1F4A-B1B8-E30CE06AA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D3B454-83DD-517A-411E-1302F37ED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B77A5-171B-E008-0621-703FE417DC99}"/>
              </a:ext>
            </a:extLst>
          </p:cNvPr>
          <p:cNvSpPr>
            <a:spLocks noGrp="1"/>
          </p:cNvSpPr>
          <p:nvPr>
            <p:ph type="body" idx="1"/>
          </p:nvPr>
        </p:nvSpPr>
        <p:spPr/>
        <p:txBody>
          <a:bodyPr/>
          <a:lstStyle/>
          <a:p>
            <a:r>
              <a:rPr lang="en-US" dirty="0"/>
              <a:t>Welcome. This deck walks through what you need before building your first Power Apps Code App, then the six commands that take you from a starter template to a deployed app.</a:t>
            </a:r>
          </a:p>
        </p:txBody>
      </p:sp>
      <p:sp>
        <p:nvSpPr>
          <p:cNvPr id="4" name="Slide Number Placeholder 3">
            <a:extLst>
              <a:ext uri="{FF2B5EF4-FFF2-40B4-BE49-F238E27FC236}">
                <a16:creationId xmlns:a16="http://schemas.microsoft.com/office/drawing/2014/main" id="{CDA74784-44A1-3563-A093-457E802290E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40791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F165-8D9D-4515-889F-BA0AEA684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53940F9-0028-9225-04D1-069E5DED2F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779A46-5438-097D-1A7F-481673DAC4B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075CB448-28B4-0D7C-594A-5934BD18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238BB6-1795-F5D4-E662-C4DF6815C0DF}"/>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369470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0997-EC82-509E-D5FD-A6AFDF025D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3B250-E464-BD5A-30A0-7CF4DDA3CD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D9D64E-D31E-D4C7-5FD6-4BB8F053B36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D0621EB8-601B-2E13-462C-F59C50443F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1FC2A-19BF-E4E0-64F6-2518BD7C146B}"/>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29540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B6BD-1F14-8B49-3A15-4ADA04FD89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D05B048-BB23-4E6C-FB4E-D7CF1B75A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7D5A56-3266-83B1-C602-979EE3CD3FC0}"/>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7310D7B0-2400-A2D1-81F6-ABB4637A21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28A2CA-19E1-C2EC-607C-8B5E839220C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85119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BA6CE-7C35-1851-9BF5-D723607B6F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64AEE-1F0B-5528-0AFF-D3BC8C81FC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56975-0B7E-C156-00DD-AF5A1F79C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844797C-9088-30D6-5EC9-A92BBF28C622}"/>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18889674-1EBB-1DD2-D796-7D7918D1CC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08C580-DB95-F43B-6825-0288D3C89D56}"/>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706070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1893-FEAC-6D90-4F3C-9E139ACAE82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0E1180-109B-6F4E-496A-0B2BFED8BF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A5F991-49FD-0EA4-0562-8DF9E039FE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88BF2-70DC-8CF3-151F-54549B03E7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DF2767-E0BE-407C-8A2D-B8A0A3DDFC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AB1D1B-08B2-13C8-73AB-49B88140F975}"/>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8" name="Footer Placeholder 7">
            <a:extLst>
              <a:ext uri="{FF2B5EF4-FFF2-40B4-BE49-F238E27FC236}">
                <a16:creationId xmlns:a16="http://schemas.microsoft.com/office/drawing/2014/main" id="{5C5A0493-528A-9C56-4E7D-276877AB65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F2708C5-7D6B-9C3F-5CE8-FEEB74FC7B3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495848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69C30-038A-B1D5-0500-5BB3C8D24E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BF7AF6-A47F-5C05-5A7F-B991FD31CA7F}"/>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4" name="Footer Placeholder 3">
            <a:extLst>
              <a:ext uri="{FF2B5EF4-FFF2-40B4-BE49-F238E27FC236}">
                <a16:creationId xmlns:a16="http://schemas.microsoft.com/office/drawing/2014/main" id="{7D864406-817F-B9E0-D448-020CC03AD6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E056FC-A8BE-1255-87B1-BE206423BC38}"/>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848354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3E897-CFB2-DA33-D337-DB9D3B09B37A}"/>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3" name="Footer Placeholder 2">
            <a:extLst>
              <a:ext uri="{FF2B5EF4-FFF2-40B4-BE49-F238E27FC236}">
                <a16:creationId xmlns:a16="http://schemas.microsoft.com/office/drawing/2014/main" id="{CF55C180-4ED0-57BF-400E-D6D47DA3375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958082-4873-A3A3-48D4-1BF07B5D9F31}"/>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6183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045F-F229-2094-1F35-344018413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4CE3DB0-A738-0890-6334-61628D8B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0926F5-697C-80FD-B7AE-CC6E2E11D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E77CF8-9030-B147-E01C-1D0CE876D776}"/>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E34C9A39-7BCB-E2E8-814F-D0AB3DAD1D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942DA-6A0C-60F4-9DFE-33E6834F9367}"/>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832696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DF1-8451-878A-B413-E2ED951B5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041F3-D5D8-3DAA-5272-F7231BBBE0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F443A-878C-424C-00C1-897B25442F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45A1BC-DE58-F080-5AE9-9EF112CFABF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6" name="Footer Placeholder 5">
            <a:extLst>
              <a:ext uri="{FF2B5EF4-FFF2-40B4-BE49-F238E27FC236}">
                <a16:creationId xmlns:a16="http://schemas.microsoft.com/office/drawing/2014/main" id="{BFED6DB8-7FA3-A8C8-3F99-46182A95E3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3CBB71-CCA8-D8B7-9A32-D41B1850086D}"/>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98061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1096-78DB-A4EC-E4AA-9E1B8FC948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AD9311-8B75-960C-1DBF-B4FFAADEB0A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2B36F8-937A-1ED6-0C16-E48C3A425BD3}"/>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0E2CF41-4EC6-C06F-1FA4-C9C078EEF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959869-82FA-4F70-A632-CACF8AB166D5}"/>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1757231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15008D-2B74-E743-FFE2-470CECB85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D2B4CF-9B71-6B33-B978-A4E9A0B0CD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81F2D-B816-52CF-8C2E-40BEE5CC833C}"/>
              </a:ext>
            </a:extLst>
          </p:cNvPr>
          <p:cNvSpPr>
            <a:spLocks noGrp="1"/>
          </p:cNvSpPr>
          <p:nvPr>
            <p:ph type="dt" sz="half" idx="10"/>
          </p:nvPr>
        </p:nvSpPr>
        <p:spPr/>
        <p:txBody>
          <a:body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BB2E1050-E902-FD5D-18B8-D928E038A9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8AFCD0-FD25-07F5-9946-9086EB44A0A4}"/>
              </a:ext>
            </a:extLst>
          </p:cNvPr>
          <p:cNvSpPr>
            <a:spLocks noGrp="1"/>
          </p:cNvSpPr>
          <p:nvPr>
            <p:ph type="sldNum" sz="quarter" idx="12"/>
          </p:nvPr>
        </p:nvSpPr>
        <p:spPr/>
        <p:txBody>
          <a:bodyPr/>
          <a:lstStyle/>
          <a:p>
            <a:fld id="{5583C048-5E84-480F-9458-845209AF2791}" type="slidenum">
              <a:rPr lang="en-IN" smtClean="0"/>
              <a:t>‹#›</a:t>
            </a:fld>
            <a:endParaRPr lang="en-IN"/>
          </a:p>
        </p:txBody>
      </p:sp>
    </p:spTree>
    <p:extLst>
      <p:ext uri="{BB962C8B-B14F-4D97-AF65-F5344CB8AC3E}">
        <p14:creationId xmlns:p14="http://schemas.microsoft.com/office/powerpoint/2010/main" val="2598142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Presentation Title Slide">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0E3ACD-7FA1-43FB-92AB-D2FC6B01A2F9}"/>
              </a:ext>
            </a:extLst>
          </p:cNvPr>
          <p:cNvSpPr>
            <a:spLocks noGrp="1"/>
          </p:cNvSpPr>
          <p:nvPr>
            <p:ph type="pic" sz="quarter" idx="10"/>
          </p:nvPr>
        </p:nvSpPr>
        <p:spPr>
          <a:xfrm>
            <a:off x="8619649" y="600075"/>
            <a:ext cx="2139315" cy="2139315"/>
          </a:xfrm>
          <a:prstGeom prst="ellipse">
            <a:avLst/>
          </a:prstGeom>
          <a:ln w="101600">
            <a:solidFill>
              <a:srgbClr val="FF9A00"/>
            </a:solidFill>
          </a:ln>
        </p:spPr>
        <p:txBody>
          <a:bodyPr/>
          <a:lstStyle/>
          <a:p>
            <a:r>
              <a:rPr lang="en-US" dirty="0"/>
              <a:t>Click icon to add picture</a:t>
            </a:r>
          </a:p>
        </p:txBody>
      </p:sp>
      <p:sp>
        <p:nvSpPr>
          <p:cNvPr id="7" name="object 5">
            <a:extLst>
              <a:ext uri="{FF2B5EF4-FFF2-40B4-BE49-F238E27FC236}">
                <a16:creationId xmlns:a16="http://schemas.microsoft.com/office/drawing/2014/main" id="{13310B1C-6FB4-4D3B-B79A-DF315C87F042}"/>
              </a:ext>
            </a:extLst>
          </p:cNvPr>
          <p:cNvSpPr/>
          <p:nvPr userDrawn="1"/>
        </p:nvSpPr>
        <p:spPr>
          <a:xfrm>
            <a:off x="0" y="0"/>
            <a:ext cx="7791061" cy="914400"/>
          </a:xfrm>
          <a:custGeom>
            <a:avLst/>
            <a:gdLst/>
            <a:ahLst/>
            <a:cxnLst/>
            <a:rect l="l" t="t" r="r" b="b"/>
            <a:pathLst>
              <a:path w="9482455" h="914400">
                <a:moveTo>
                  <a:pt x="9025128" y="0"/>
                </a:moveTo>
                <a:lnTo>
                  <a:pt x="0" y="0"/>
                </a:lnTo>
                <a:lnTo>
                  <a:pt x="0" y="914399"/>
                </a:lnTo>
                <a:lnTo>
                  <a:pt x="9025128" y="914399"/>
                </a:lnTo>
                <a:lnTo>
                  <a:pt x="9482328" y="457199"/>
                </a:lnTo>
                <a:lnTo>
                  <a:pt x="9025128" y="0"/>
                </a:lnTo>
                <a:close/>
              </a:path>
            </a:pathLst>
          </a:custGeom>
          <a:solidFill>
            <a:srgbClr val="002060"/>
          </a:solidFill>
        </p:spPr>
        <p:txBody>
          <a:bodyPr wrap="square" lIns="0" tIns="0" rIns="0" bIns="0" rtlCol="0"/>
          <a:lstStyle/>
          <a:p>
            <a:endParaRPr sz="1400" dirty="0"/>
          </a:p>
        </p:txBody>
      </p:sp>
      <p:sp>
        <p:nvSpPr>
          <p:cNvPr id="29" name="object 6">
            <a:extLst>
              <a:ext uri="{FF2B5EF4-FFF2-40B4-BE49-F238E27FC236}">
                <a16:creationId xmlns:a16="http://schemas.microsoft.com/office/drawing/2014/main" id="{0F9703EA-6FA5-4EAF-B958-DEB960A31108}"/>
              </a:ext>
            </a:extLst>
          </p:cNvPr>
          <p:cNvSpPr txBox="1">
            <a:spLocks noGrp="1"/>
          </p:cNvSpPr>
          <p:nvPr userDrawn="1">
            <p:ph type="title"/>
          </p:nvPr>
        </p:nvSpPr>
        <p:spPr>
          <a:xfrm>
            <a:off x="448319" y="26038"/>
            <a:ext cx="4721861" cy="1243930"/>
          </a:xfrm>
          <a:prstGeom prst="rect">
            <a:avLst/>
          </a:prstGeom>
        </p:spPr>
        <p:txBody>
          <a:bodyPr vert="horz" wrap="square" lIns="0" tIns="12700" rIns="0" bIns="0" rtlCol="0">
            <a:spAutoFit/>
          </a:bodyPr>
          <a:lstStyle>
            <a:lvl1pPr marL="16933">
              <a:lnSpc>
                <a:spcPct val="100000"/>
              </a:lnSpc>
              <a:spcBef>
                <a:spcPts val="133"/>
              </a:spcBef>
              <a:defRPr>
                <a:latin typeface="Segoe UI Semibold" panose="020B0702040204020203" pitchFamily="34" charset="0"/>
                <a:cs typeface="Segoe UI Semibold" panose="020B0702040204020203" pitchFamily="34" charset="0"/>
              </a:defRPr>
            </a:lvl1pPr>
          </a:lstStyle>
          <a:p>
            <a:pPr marL="12700">
              <a:lnSpc>
                <a:spcPct val="100000"/>
              </a:lnSpc>
              <a:spcBef>
                <a:spcPts val="100"/>
              </a:spcBef>
            </a:pPr>
            <a:r>
              <a:rPr lang="en-US" sz="4000" b="1" dirty="0">
                <a:solidFill>
                  <a:schemeClr val="bg1"/>
                </a:solidFill>
              </a:rPr>
              <a:t>Click to edit Master title style</a:t>
            </a:r>
            <a:endParaRPr sz="4000" b="1" dirty="0">
              <a:solidFill>
                <a:schemeClr val="bg1"/>
              </a:solidFill>
            </a:endParaRPr>
          </a:p>
        </p:txBody>
      </p:sp>
      <p:sp>
        <p:nvSpPr>
          <p:cNvPr id="13" name="Text Placeholder 4">
            <a:extLst>
              <a:ext uri="{FF2B5EF4-FFF2-40B4-BE49-F238E27FC236}">
                <a16:creationId xmlns:a16="http://schemas.microsoft.com/office/drawing/2014/main" id="{1B48BA99-E3E0-4FD2-87F4-FACD218F3CCC}"/>
              </a:ext>
            </a:extLst>
          </p:cNvPr>
          <p:cNvSpPr>
            <a:spLocks noGrp="1"/>
          </p:cNvSpPr>
          <p:nvPr>
            <p:ph type="body" sz="quarter" idx="16" hasCustomPrompt="1"/>
          </p:nvPr>
        </p:nvSpPr>
        <p:spPr>
          <a:xfrm>
            <a:off x="448319" y="1595287"/>
            <a:ext cx="7338496" cy="387799"/>
          </a:xfrm>
          <a:noFill/>
        </p:spPr>
        <p:txBody>
          <a:bodyPr wrap="square" lIns="0" tIns="0" rIns="0" bIns="0">
            <a:spAutoFit/>
          </a:bodyPr>
          <a:lstStyle>
            <a:lvl1pPr marL="0" indent="0">
              <a:spcBef>
                <a:spcPts val="0"/>
              </a:spcBef>
              <a:buNone/>
              <a:defRPr lang="en-US" sz="2800" b="1" kern="1200" dirty="0">
                <a:solidFill>
                  <a:schemeClr val="tx1"/>
                </a:solidFill>
                <a:latin typeface="Segoe UI Semibold" panose="020B0702040204020203" pitchFamily="34" charset="0"/>
                <a:ea typeface="+mj-ea"/>
                <a:cs typeface="Segoe UI Semibold" panose="020B0702040204020203" pitchFamily="34" charset="0"/>
              </a:defRPr>
            </a:lvl1pPr>
          </a:lstStyle>
          <a:p>
            <a:pPr lvl="0"/>
            <a:r>
              <a:rPr lang="en-US"/>
              <a:t>Tagline 1</a:t>
            </a:r>
          </a:p>
        </p:txBody>
      </p:sp>
      <p:sp>
        <p:nvSpPr>
          <p:cNvPr id="14" name="Text Placeholder 4">
            <a:extLst>
              <a:ext uri="{FF2B5EF4-FFF2-40B4-BE49-F238E27FC236}">
                <a16:creationId xmlns:a16="http://schemas.microsoft.com/office/drawing/2014/main" id="{9A649B98-6AF6-4537-A44A-3FEDDE425EE8}"/>
              </a:ext>
            </a:extLst>
          </p:cNvPr>
          <p:cNvSpPr>
            <a:spLocks noGrp="1"/>
          </p:cNvSpPr>
          <p:nvPr>
            <p:ph type="body" sz="quarter" idx="17" hasCustomPrompt="1"/>
          </p:nvPr>
        </p:nvSpPr>
        <p:spPr>
          <a:xfrm>
            <a:off x="448319" y="2096499"/>
            <a:ext cx="7338496" cy="332399"/>
          </a:xfrm>
          <a:noFill/>
        </p:spPr>
        <p:txBody>
          <a:bodyPr wrap="square" lIns="0" tIns="0" rIns="0" bIns="0">
            <a:spAutoFit/>
          </a:bodyPr>
          <a:lstStyle>
            <a:lvl1pPr marL="0" indent="0">
              <a:spcBef>
                <a:spcPts val="0"/>
              </a:spcBef>
              <a:buNone/>
              <a:defRPr lang="en-US" sz="2400" b="1" kern="1200" dirty="0">
                <a:solidFill>
                  <a:schemeClr val="tx1">
                    <a:lumMod val="50000"/>
                    <a:lumOff val="50000"/>
                  </a:schemeClr>
                </a:solidFill>
                <a:latin typeface="Segoe UI Semibold" panose="020B0702040204020203" pitchFamily="34" charset="0"/>
                <a:ea typeface="+mj-ea"/>
                <a:cs typeface="Segoe UI Semibold" panose="020B0702040204020203" pitchFamily="34" charset="0"/>
              </a:defRPr>
            </a:lvl1pPr>
          </a:lstStyle>
          <a:p>
            <a:pPr lvl="0"/>
            <a:r>
              <a:rPr lang="en-US"/>
              <a:t>Tagline 2 (Optional)</a:t>
            </a:r>
          </a:p>
        </p:txBody>
      </p:sp>
      <p:sp>
        <p:nvSpPr>
          <p:cNvPr id="15" name="Content Placeholder 2">
            <a:extLst>
              <a:ext uri="{FF2B5EF4-FFF2-40B4-BE49-F238E27FC236}">
                <a16:creationId xmlns:a16="http://schemas.microsoft.com/office/drawing/2014/main" id="{2E6AB9B5-B150-46E6-AC48-31D6424AF280}"/>
              </a:ext>
            </a:extLst>
          </p:cNvPr>
          <p:cNvSpPr>
            <a:spLocks noGrp="1"/>
          </p:cNvSpPr>
          <p:nvPr>
            <p:ph sz="half" idx="1" hasCustomPrompt="1"/>
          </p:nvPr>
        </p:nvSpPr>
        <p:spPr>
          <a:xfrm>
            <a:off x="448322" y="2752079"/>
            <a:ext cx="7342740" cy="3481532"/>
          </a:xfrm>
        </p:spPr>
        <p:txBody>
          <a:bodyPr/>
          <a:lstStyle>
            <a:lvl1pPr marL="0" indent="0">
              <a:buNone/>
              <a:defRPr>
                <a:latin typeface="Segoe UI Semibold" panose="020B0702040204020203" pitchFamily="34" charset="0"/>
                <a:cs typeface="Segoe UI Semibold" panose="020B0702040204020203" pitchFamily="34" charset="0"/>
              </a:defRPr>
            </a:lvl1pPr>
            <a:lvl2pPr>
              <a:defRPr>
                <a:latin typeface="Segoe UI (Body)"/>
              </a:defRPr>
            </a:lvl2pPr>
            <a:lvl3pPr>
              <a:defRPr>
                <a:latin typeface="Segoe UI (Body)"/>
              </a:defRPr>
            </a:lvl3pPr>
            <a:lvl4pPr>
              <a:defRPr>
                <a:latin typeface="Segoe UI (Body)"/>
              </a:defRPr>
            </a:lvl4pPr>
            <a:lvl5pPr>
              <a:defRPr>
                <a:latin typeface="Segoe UI (Body)"/>
              </a:defRPr>
            </a:lvl5pPr>
          </a:lstStyle>
          <a:p>
            <a:pPr lvl="0"/>
            <a:r>
              <a:rPr lang="en-US"/>
              <a:t>Speaker Bio</a:t>
            </a:r>
          </a:p>
        </p:txBody>
      </p:sp>
    </p:spTree>
    <p:extLst>
      <p:ext uri="{BB962C8B-B14F-4D97-AF65-F5344CB8AC3E}">
        <p14:creationId xmlns:p14="http://schemas.microsoft.com/office/powerpoint/2010/main" val="216699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losing slide_with Logo">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05306243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002060"/>
        </a:solidFill>
        <a:effectLst/>
      </p:bgPr>
    </p:bg>
    <p:spTree>
      <p:nvGrpSpPr>
        <p:cNvPr id="1" name=""/>
        <p:cNvGrpSpPr/>
        <p:nvPr/>
      </p:nvGrpSpPr>
      <p:grpSpPr>
        <a:xfrm>
          <a:off x="0" y="0"/>
          <a:ext cx="0" cy="0"/>
          <a:chOff x="0" y="0"/>
          <a:chExt cx="0" cy="0"/>
        </a:xfrm>
      </p:grpSpPr>
      <p:pic>
        <p:nvPicPr>
          <p:cNvPr id="15" name="Picture 14" descr="A computer keyboard with a light on it&#10;&#10;AI-generated content may be incorrect.">
            <a:extLst>
              <a:ext uri="{FF2B5EF4-FFF2-40B4-BE49-F238E27FC236}">
                <a16:creationId xmlns:a16="http://schemas.microsoft.com/office/drawing/2014/main" id="{2209A0BE-5901-98D7-4EDE-74D107C3A727}"/>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548520"/>
            <a:ext cx="5686955" cy="111158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11" name="Picture 10" descr="A black and white logo&#10;&#10;AI-generated content may be incorrect.">
            <a:extLst>
              <a:ext uri="{FF2B5EF4-FFF2-40B4-BE49-F238E27FC236}">
                <a16:creationId xmlns:a16="http://schemas.microsoft.com/office/drawing/2014/main" id="{8A5D0B54-3E0F-E277-0472-C5E542E53F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11246" y="6006922"/>
            <a:ext cx="3180754" cy="828321"/>
          </a:xfrm>
          <a:prstGeom prst="rect">
            <a:avLst/>
          </a:prstGeom>
        </p:spPr>
      </p:pic>
    </p:spTree>
    <p:extLst>
      <p:ext uri="{BB962C8B-B14F-4D97-AF65-F5344CB8AC3E}">
        <p14:creationId xmlns:p14="http://schemas.microsoft.com/office/powerpoint/2010/main" val="32416500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Attendee-Intro">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Picture Placeholder 8" descr="Remote attendees participating in a Microsoft Teams Room (MTR) meeting while people in the conference room are viewing attendees in Gallery View on the front of room monitors​. ">
            <a:extLst>
              <a:ext uri="{FF2B5EF4-FFF2-40B4-BE49-F238E27FC236}">
                <a16:creationId xmlns:a16="http://schemas.microsoft.com/office/drawing/2014/main" id="{52246ABC-CD2B-AD84-9C67-DFE64BEAE9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096000" y="0"/>
            <a:ext cx="6096000" cy="6858000"/>
          </a:xfrm>
          <a:prstGeom prst="rect">
            <a:avLst/>
          </a:prstGeom>
        </p:spPr>
      </p:pic>
    </p:spTree>
    <p:extLst>
      <p:ext uri="{BB962C8B-B14F-4D97-AF65-F5344CB8AC3E}">
        <p14:creationId xmlns:p14="http://schemas.microsoft.com/office/powerpoint/2010/main" val="28618982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ANK 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40720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72014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1340"/>
          </a:solidFill>
          <a:ln/>
        </p:spPr>
      </p:sp>
    </p:spTree>
    <p:extLst>
      <p:ext uri="{BB962C8B-B14F-4D97-AF65-F5344CB8AC3E}">
        <p14:creationId xmlns:p14="http://schemas.microsoft.com/office/powerpoint/2010/main" val="1798594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_LIGH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284760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TITLE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731520" y="1554480"/>
            <a:ext cx="10698480" cy="1280160"/>
          </a:xfrm>
          <a:prstGeom prst="rect">
            <a:avLst/>
          </a:prstGeom>
          <a:noFill/>
          <a:ln/>
        </p:spPr>
        <p:txBody>
          <a:bodyPr wrap="square" rtlCol="0"/>
          <a:lstStyle>
            <a:lvl1pPr marL="0" indent="0" algn="l">
              <a:buNone/>
              <a:defRPr lang="en-US" sz="5600" b="1" dirty="0">
                <a:solidFill>
                  <a:schemeClr val="bg1"/>
                </a:solidFill>
              </a:defRPr>
            </a:lvl1pPr>
          </a:lstStyle>
          <a:p>
            <a:pPr marL="0" indent="0" algn="l">
              <a:buNone/>
            </a:pPr>
            <a:endParaRPr lang="en-US" sz="5600" dirty="0"/>
          </a:p>
        </p:txBody>
      </p:sp>
    </p:spTree>
    <p:extLst>
      <p:ext uri="{BB962C8B-B14F-4D97-AF65-F5344CB8AC3E}">
        <p14:creationId xmlns:p14="http://schemas.microsoft.com/office/powerpoint/2010/main" val="9024645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itle and body">
    <p:bg>
      <p:bgPr>
        <a:solidFill>
          <a:srgbClr val="F4F1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742774"/>
                </a:solidFill>
                <a:latin typeface="Segoe UI" pitchFamily="34" charset="0"/>
                <a:ea typeface="Segoe UI" pitchFamily="34" charset="-122"/>
                <a:cs typeface="Segoe UI"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742774"/>
                </a:solidFill>
                <a:latin typeface="Segoe UI" pitchFamily="34" charset="0"/>
                <a:ea typeface="Segoe UI" pitchFamily="34" charset="-122"/>
                <a:cs typeface="Segoe UI"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1543741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39666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731520" y="1554480"/>
            <a:ext cx="10698480" cy="1280160"/>
          </a:xfrm>
          <a:prstGeom prst="rect">
            <a:avLst/>
          </a:prstGeom>
          <a:noFill/>
          <a:ln/>
        </p:spPr>
        <p:txBody>
          <a:bodyPr wrap="square" rtlCol="0"/>
          <a:lstStyle>
            <a:lvl1pPr marL="0" indent="0" algn="l">
              <a:buNone/>
              <a:defRPr lang="en-US" sz="5600" b="1" dirty="0">
                <a:solidFill>
                  <a:schemeClr val="bg1"/>
                </a:solidFill>
              </a:defRPr>
            </a:lvl1pPr>
          </a:lstStyle>
          <a:p>
            <a:pPr marL="0" indent="0" algn="l">
              <a:buNone/>
            </a:pPr>
            <a:endParaRPr lang="en-US" sz="5600" dirty="0"/>
          </a:p>
        </p:txBody>
      </p:sp>
    </p:spTree>
    <p:extLst>
      <p:ext uri="{BB962C8B-B14F-4D97-AF65-F5344CB8AC3E}">
        <p14:creationId xmlns:p14="http://schemas.microsoft.com/office/powerpoint/2010/main" val="40458094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rtlCol="0"/>
          <a:lstStyle>
            <a:lvl1pPr marL="0" indent="0" algn="l">
              <a:buNone/>
              <a:defRPr lang="en-US" sz="3800" b="1" dirty="0">
                <a:solidFill>
                  <a:schemeClr val="tx1"/>
                </a:solidFill>
              </a:defRPr>
            </a:lvl1pPr>
          </a:lstStyle>
          <a:p>
            <a:pPr marL="0" indent="0" algn="l">
              <a:buNone/>
            </a:pPr>
            <a:endParaRPr lang="en-US" sz="3800" dirty="0"/>
          </a:p>
        </p:txBody>
      </p:sp>
    </p:spTree>
    <p:extLst>
      <p:ext uri="{BB962C8B-B14F-4D97-AF65-F5344CB8AC3E}">
        <p14:creationId xmlns:p14="http://schemas.microsoft.com/office/powerpoint/2010/main" val="26331744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548640" y="365760"/>
            <a:ext cx="11091672" cy="82296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dirty="0"/>
          </a:p>
        </p:txBody>
      </p:sp>
    </p:spTree>
    <p:extLst>
      <p:ext uri="{BB962C8B-B14F-4D97-AF65-F5344CB8AC3E}">
        <p14:creationId xmlns:p14="http://schemas.microsoft.com/office/powerpoint/2010/main" val="32242699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4121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9110947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3209062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1892240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ts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9876155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ts val="0"/>
              </a:spcBef>
              <a:spcAft>
                <a:spcPts val="1200"/>
              </a:spcAft>
            </a:pPr>
            <a:r>
              <a:rPr lang="en-US"/>
              <a:t>Click to edit Master text styles</a:t>
            </a:r>
          </a:p>
        </p:txBody>
      </p:sp>
    </p:spTree>
    <p:extLst>
      <p:ext uri="{BB962C8B-B14F-4D97-AF65-F5344CB8AC3E}">
        <p14:creationId xmlns:p14="http://schemas.microsoft.com/office/powerpoint/2010/main" val="522776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81089443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2518252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9152756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9312062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71070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787820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44141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97379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5804964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601045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8743529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182221114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199" y="2995283"/>
            <a:ext cx="2644762"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377868"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171536"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199"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377868"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171536"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415117"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4208784"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7002452"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
        <p:nvSpPr>
          <p:cNvPr id="18" name="Text Placeholder 11">
            <a:extLst>
              <a:ext uri="{FF2B5EF4-FFF2-40B4-BE49-F238E27FC236}">
                <a16:creationId xmlns:a16="http://schemas.microsoft.com/office/drawing/2014/main" id="{BCF4E607-C6B2-5DBD-A66E-6AC21DF3514B}"/>
              </a:ext>
            </a:extLst>
          </p:cNvPr>
          <p:cNvSpPr>
            <a:spLocks noGrp="1"/>
          </p:cNvSpPr>
          <p:nvPr>
            <p:ph type="body" sz="quarter" idx="26"/>
          </p:nvPr>
        </p:nvSpPr>
        <p:spPr>
          <a:xfrm>
            <a:off x="8965203" y="2995283"/>
            <a:ext cx="2644761" cy="307777"/>
          </a:xfrm>
          <a:prstGeom prst="rect">
            <a:avLst/>
          </a:prstGeom>
        </p:spPr>
        <p:txBody>
          <a:bodyPr anchor="t"/>
          <a:lstStyle>
            <a:lvl1pPr marL="0" indent="0" algn="ctr">
              <a:spcBef>
                <a:spcPts val="0"/>
              </a:spcBef>
              <a:buNone/>
              <a:defRPr sz="20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79F6309B-E822-8B2F-6639-A0BB3E2D4398}"/>
              </a:ext>
            </a:extLst>
          </p:cNvPr>
          <p:cNvSpPr>
            <a:spLocks noGrp="1"/>
          </p:cNvSpPr>
          <p:nvPr>
            <p:ph type="body" sz="quarter" idx="27"/>
          </p:nvPr>
        </p:nvSpPr>
        <p:spPr>
          <a:xfrm>
            <a:off x="8965202" y="3616497"/>
            <a:ext cx="2644762" cy="492443"/>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21" name="Oval 20">
            <a:extLst>
              <a:ext uri="{FF2B5EF4-FFF2-40B4-BE49-F238E27FC236}">
                <a16:creationId xmlns:a16="http://schemas.microsoft.com/office/drawing/2014/main" id="{F9B6085C-652E-6BD6-58B4-4FD4FE4E867F}"/>
              </a:ext>
              <a:ext uri="{C183D7F6-B498-43B3-948B-1728B52AA6E4}">
                <adec:decorative xmlns:adec="http://schemas.microsoft.com/office/drawing/2017/decorative" val="1"/>
              </a:ext>
            </a:extLst>
          </p:cNvPr>
          <p:cNvSpPr/>
          <p:nvPr userDrawn="1"/>
        </p:nvSpPr>
        <p:spPr bwMode="auto">
          <a:xfrm>
            <a:off x="9796119" y="1542978"/>
            <a:ext cx="982928" cy="982928"/>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a:ln>
                <a:noFill/>
              </a:ln>
              <a:solidFill>
                <a:srgbClr val="2F2F2F"/>
              </a:solidFill>
              <a:effectLst/>
              <a:uLnTx/>
              <a:uFillTx/>
              <a:cs typeface="Segoe UI" panose="020B0502040204020203" pitchFamily="34" charset="0"/>
            </a:endParaRPr>
          </a:p>
        </p:txBody>
      </p:sp>
    </p:spTree>
    <p:extLst>
      <p:ext uri="{BB962C8B-B14F-4D97-AF65-F5344CB8AC3E}">
        <p14:creationId xmlns:p14="http://schemas.microsoft.com/office/powerpoint/2010/main" val="16185080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103703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62750293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135337072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77083035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834136437"/>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386324045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40014321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1145242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20249252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422419384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8412227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1748696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60631052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17712460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6796132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303387019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31442692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9576949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299470632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1162BDF-DEE8-2EF5-89DB-FD5A65D1E86F}"/>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821845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730258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0971092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423239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6158969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4299265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185246165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4467724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9975453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a:pPr>
            <a:endPar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21838472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3200" b="0" i="0" u="none" strike="noStrike" cap="none" normalizeH="0" dirty="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0877182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0489100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299064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168277072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320200987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5" Type="http://schemas.openxmlformats.org/officeDocument/2006/relationships/theme" Target="../theme/theme3.xml"/><Relationship Id="rId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9" Type="http://schemas.openxmlformats.org/officeDocument/2006/relationships/slideLayout" Target="../slideLayouts/slideLayout66.xml"/><Relationship Id="rId21" Type="http://schemas.openxmlformats.org/officeDocument/2006/relationships/slideLayout" Target="../slideLayouts/slideLayout48.xml"/><Relationship Id="rId34" Type="http://schemas.openxmlformats.org/officeDocument/2006/relationships/slideLayout" Target="../slideLayouts/slideLayout61.xml"/><Relationship Id="rId42" Type="http://schemas.openxmlformats.org/officeDocument/2006/relationships/slideLayout" Target="../slideLayouts/slideLayout69.xml"/><Relationship Id="rId47" Type="http://schemas.openxmlformats.org/officeDocument/2006/relationships/slideLayout" Target="../slideLayouts/slideLayout74.xml"/><Relationship Id="rId50" Type="http://schemas.openxmlformats.org/officeDocument/2006/relationships/slideLayout" Target="../slideLayouts/slideLayout77.xml"/><Relationship Id="rId7" Type="http://schemas.openxmlformats.org/officeDocument/2006/relationships/slideLayout" Target="../slideLayouts/slideLayout3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9" Type="http://schemas.openxmlformats.org/officeDocument/2006/relationships/slideLayout" Target="../slideLayouts/slideLayout56.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32" Type="http://schemas.openxmlformats.org/officeDocument/2006/relationships/slideLayout" Target="../slideLayouts/slideLayout59.xml"/><Relationship Id="rId37" Type="http://schemas.openxmlformats.org/officeDocument/2006/relationships/slideLayout" Target="../slideLayouts/slideLayout64.xml"/><Relationship Id="rId40" Type="http://schemas.openxmlformats.org/officeDocument/2006/relationships/slideLayout" Target="../slideLayouts/slideLayout67.xml"/><Relationship Id="rId45" Type="http://schemas.openxmlformats.org/officeDocument/2006/relationships/slideLayout" Target="../slideLayouts/slideLayout72.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slideLayout" Target="../slideLayouts/slideLayout55.xml"/><Relationship Id="rId36" Type="http://schemas.openxmlformats.org/officeDocument/2006/relationships/slideLayout" Target="../slideLayouts/slideLayout63.xml"/><Relationship Id="rId49" Type="http://schemas.openxmlformats.org/officeDocument/2006/relationships/slideLayout" Target="../slideLayouts/slideLayout76.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31" Type="http://schemas.openxmlformats.org/officeDocument/2006/relationships/slideLayout" Target="../slideLayouts/slideLayout58.xml"/><Relationship Id="rId44" Type="http://schemas.openxmlformats.org/officeDocument/2006/relationships/slideLayout" Target="../slideLayouts/slideLayout71.xml"/><Relationship Id="rId52" Type="http://schemas.openxmlformats.org/officeDocument/2006/relationships/theme" Target="../theme/theme5.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slideLayout" Target="../slideLayouts/slideLayout57.xml"/><Relationship Id="rId35" Type="http://schemas.openxmlformats.org/officeDocument/2006/relationships/slideLayout" Target="../slideLayouts/slideLayout62.xml"/><Relationship Id="rId43" Type="http://schemas.openxmlformats.org/officeDocument/2006/relationships/slideLayout" Target="../slideLayouts/slideLayout70.xml"/><Relationship Id="rId48" Type="http://schemas.openxmlformats.org/officeDocument/2006/relationships/slideLayout" Target="../slideLayouts/slideLayout75.xml"/><Relationship Id="rId8" Type="http://schemas.openxmlformats.org/officeDocument/2006/relationships/slideLayout" Target="../slideLayouts/slideLayout35.xml"/><Relationship Id="rId51" Type="http://schemas.openxmlformats.org/officeDocument/2006/relationships/slideLayout" Target="../slideLayouts/slideLayout78.xml"/><Relationship Id="rId3" Type="http://schemas.openxmlformats.org/officeDocument/2006/relationships/slideLayout" Target="../slideLayouts/slideLayout30.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33" Type="http://schemas.openxmlformats.org/officeDocument/2006/relationships/slideLayout" Target="../slideLayouts/slideLayout60.xml"/><Relationship Id="rId38" Type="http://schemas.openxmlformats.org/officeDocument/2006/relationships/slideLayout" Target="../slideLayouts/slideLayout65.xml"/><Relationship Id="rId46" Type="http://schemas.openxmlformats.org/officeDocument/2006/relationships/slideLayout" Target="../slideLayouts/slideLayout73.xml"/><Relationship Id="rId20" Type="http://schemas.openxmlformats.org/officeDocument/2006/relationships/slideLayout" Target="../slideLayouts/slideLayout47.xml"/><Relationship Id="rId41" Type="http://schemas.openxmlformats.org/officeDocument/2006/relationships/slideLayout" Target="../slideLayouts/slideLayout68.xml"/><Relationship Id="rId1" Type="http://schemas.openxmlformats.org/officeDocument/2006/relationships/slideLayout" Target="../slideLayouts/slideLayout28.xml"/><Relationship Id="rId6"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2B0D1A-32E8-67F9-A188-996B18EE8D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8E0871-ECB8-D049-C3D0-D31EF4BF02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E89ADB-51B1-E4AB-3050-DD95921D65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C7556D-DCD1-4FB9-8695-8902D801681B}" type="datetimeFigureOut">
              <a:rPr lang="en-IN" smtClean="0"/>
              <a:t>23-10-2026</a:t>
            </a:fld>
            <a:endParaRPr lang="en-IN"/>
          </a:p>
        </p:txBody>
      </p:sp>
      <p:sp>
        <p:nvSpPr>
          <p:cNvPr id="5" name="Footer Placeholder 4">
            <a:extLst>
              <a:ext uri="{FF2B5EF4-FFF2-40B4-BE49-F238E27FC236}">
                <a16:creationId xmlns:a16="http://schemas.microsoft.com/office/drawing/2014/main" id="{A8BF81C2-E1FB-0DED-7F1F-A7008054FF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6A2AA29-C22B-AA1C-80C8-54D152C77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83C048-5E84-480F-9458-845209AF2791}" type="slidenum">
              <a:rPr lang="en-IN" smtClean="0"/>
              <a:t>‹#›</a:t>
            </a:fld>
            <a:endParaRPr lang="en-IN"/>
          </a:p>
        </p:txBody>
      </p:sp>
      <p:pic>
        <p:nvPicPr>
          <p:cNvPr id="11" name="Picture 10" descr="A black and white logo&#10;&#10;AI-generated content may be incorrect.">
            <a:extLst>
              <a:ext uri="{FF2B5EF4-FFF2-40B4-BE49-F238E27FC236}">
                <a16:creationId xmlns:a16="http://schemas.microsoft.com/office/drawing/2014/main" id="{134DF221-F45B-91B9-E563-659E39B20729}"/>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789920" y="6492875"/>
            <a:ext cx="1402080" cy="365125"/>
          </a:xfrm>
          <a:prstGeom prst="rect">
            <a:avLst/>
          </a:prstGeom>
        </p:spPr>
      </p:pic>
    </p:spTree>
    <p:extLst>
      <p:ext uri="{BB962C8B-B14F-4D97-AF65-F5344CB8AC3E}">
        <p14:creationId xmlns:p14="http://schemas.microsoft.com/office/powerpoint/2010/main" val="9754042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6" r:id="rId13"/>
    <p:sldLayoutId id="2147483672" r:id="rId14"/>
    <p:sldLayoutId id="2147483673" r:id="rId15"/>
    <p:sldLayoutId id="214748373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39131634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4" r:id="rId4"/>
    <p:sldLayoutId id="214748368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581538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890"/>
            <a:ext cx="10566400" cy="525760"/>
          </a:xfrm>
          <a:prstGeom prst="rect">
            <a:avLst/>
          </a:prstGeom>
          <a:noFill/>
          <a:ln/>
        </p:spPr>
        <p:txBody>
          <a:bodyPr wrap="square" lIns="0" tIns="0" rIns="0" bIns="0" rtlCol="0" anchor="t"/>
          <a:lstStyle>
            <a:lvl1pPr marL="0" indent="0" algn="l">
              <a:lnSpc>
                <a:spcPct val="115000"/>
              </a:lnSpc>
              <a:buNone/>
              <a:defRPr lang="en-US" sz="3600" dirty="0">
                <a:solidFill>
                  <a:srgbClr val="1E1736"/>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68450"/>
            <a:ext cx="10566400" cy="4076750"/>
          </a:xfrm>
          <a:prstGeom prst="rect">
            <a:avLst/>
          </a:prstGeom>
          <a:noFill/>
          <a:ln/>
        </p:spPr>
        <p:txBody>
          <a:bodyPr wrap="square" lIns="0" tIns="0" rIns="0" bIns="0" rtlCol="0" anchor="t"/>
          <a:lstStyle>
            <a:lvl1pPr marL="0" indent="0" algn="l">
              <a:lnSpc>
                <a:spcPct val="140000"/>
              </a:lnSpc>
              <a:buNone/>
              <a:defRPr lang="en-US" sz="1600" dirty="0">
                <a:solidFill>
                  <a:srgbClr val="1E1736"/>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80756685"/>
      </p:ext>
    </p:extLst>
  </p:cSld>
  <p:clrMap bg1="lt1" tx1="dk1" bg2="lt2" tx2="dk2" accent1="accent1" accent2="accent2" accent3="accent3" accent4="accent4" accent5="accent5" accent6="accent6" hlink="hlink" folHlink="folHlink"/>
  <p:sldLayoutIdLst>
    <p:sldLayoutId id="2147483681" r:id="rId1"/>
    <p:sldLayoutId id="214748368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500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3209"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2" y="4839925"/>
                <a:ext cx="20839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500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3209"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2" y="4350869"/>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28"/>
              <a:ext cx="1923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3847"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86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7" y="4597936"/>
                <a:ext cx="20999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3847"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8622" y="470793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25"/>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3847"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8622" y="4220567"/>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7" y="4350869"/>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5" y="4998428"/>
              <a:ext cx="20197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40784"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5559" y="4467633"/>
                <a:ext cx="86562" cy="138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4" y="4599628"/>
                <a:ext cx="22121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40784"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5559" y="470962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8"/>
                <a:ext cx="214802"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40784"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5559" y="4222259"/>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61"/>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a:grpSpLocks/>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30"/>
                <a:ext cx="49853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802"/>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4609"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9384" y="4714700"/>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5002"/>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4609"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9384" y="422564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09" y="4357638"/>
                <a:ext cx="2292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28"/>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a:grpSpLocks/>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59" y="3980269"/>
                <a:ext cx="61555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9" y="4093649"/>
                <a:ext cx="211596"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50022" y="4465941"/>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2" y="4597936"/>
                <a:ext cx="21320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3209" y="4469325"/>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4609"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12"/>
                <a:ext cx="222818"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9384" y="4467633"/>
                <a:ext cx="9618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a:spLocks/>
          </p:cNvSpPr>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n-US"/>
              <a:t>© Copyright Microsoft Corporation. All rights reserved.</a:t>
            </a:r>
          </a:p>
        </p:txBody>
      </p:sp>
    </p:spTree>
    <p:extLst>
      <p:ext uri="{BB962C8B-B14F-4D97-AF65-F5344CB8AC3E}">
        <p14:creationId xmlns:p14="http://schemas.microsoft.com/office/powerpoint/2010/main" val="161918483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 id="2147483719" r:id="rId35"/>
    <p:sldLayoutId id="2147483720" r:id="rId36"/>
    <p:sldLayoutId id="2147483721" r:id="rId37"/>
    <p:sldLayoutId id="2147483722" r:id="rId38"/>
    <p:sldLayoutId id="2147483723" r:id="rId39"/>
    <p:sldLayoutId id="2147483724" r:id="rId40"/>
    <p:sldLayoutId id="2147483725" r:id="rId41"/>
    <p:sldLayoutId id="2147483726" r:id="rId42"/>
    <p:sldLayoutId id="2147483727" r:id="rId43"/>
    <p:sldLayoutId id="2147483728" r:id="rId44"/>
    <p:sldLayoutId id="2147483729" r:id="rId45"/>
    <p:sldLayoutId id="2147483730" r:id="rId46"/>
    <p:sldLayoutId id="2147483731" r:id="rId47"/>
    <p:sldLayoutId id="2147483732" r:id="rId48"/>
    <p:sldLayoutId id="2147483733" r:id="rId49"/>
    <p:sldLayoutId id="2147483734" r:id="rId50"/>
    <p:sldLayoutId id="2147483735" r:id="rId51"/>
  </p:sldLayoutIdLst>
  <p:transition>
    <p:fade/>
  </p:transition>
  <p:hf sldNum="0" hdr="0" ftr="0" dt="0"/>
  <p:txStyles>
    <p:titleStyle>
      <a:lvl1pPr algn="l" defTabSz="932742" rtl="0" eaLnBrk="1" latinLnBrk="0" hangingPunct="1">
        <a:lnSpc>
          <a:spcPct val="100000"/>
        </a:lnSpc>
        <a:spcBef>
          <a:spcPct val="0"/>
        </a:spcBef>
        <a:buNone/>
        <a:defRPr lang="en-US" sz="32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8.jpeg"/><Relationship Id="rId21" Type="http://schemas.openxmlformats.org/officeDocument/2006/relationships/image" Target="../media/image34.png"/><Relationship Id="rId7" Type="http://schemas.openxmlformats.org/officeDocument/2006/relationships/image" Target="../media/image22.png"/><Relationship Id="rId12" Type="http://schemas.openxmlformats.org/officeDocument/2006/relationships/hyperlink" Target="https://www.youtube.com/user/jenkinsnss" TargetMode="External"/><Relationship Id="rId17" Type="http://schemas.openxmlformats.org/officeDocument/2006/relationships/image" Target="../media/image30.png"/><Relationship Id="rId2" Type="http://schemas.openxmlformats.org/officeDocument/2006/relationships/notesSlide" Target="../notesSlides/notesSlide1.xml"/><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hyperlink" Target="https://www.linkedin.com/in/jenkinsns/" TargetMode="External"/><Relationship Id="rId5" Type="http://schemas.openxmlformats.org/officeDocument/2006/relationships/image" Target="../media/image20.png"/><Relationship Id="rId15" Type="http://schemas.openxmlformats.org/officeDocument/2006/relationships/image" Target="../media/image28.png"/><Relationship Id="rId23" Type="http://schemas.openxmlformats.org/officeDocument/2006/relationships/image" Target="../media/image36.jpg"/><Relationship Id="rId10" Type="http://schemas.openxmlformats.org/officeDocument/2006/relationships/image" Target="../media/image25.png"/><Relationship Id="rId19" Type="http://schemas.openxmlformats.org/officeDocument/2006/relationships/image" Target="../media/image32.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7.svg"/><Relationship Id="rId22" Type="http://schemas.openxmlformats.org/officeDocument/2006/relationships/image" Target="../media/image35.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64.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57.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1.xml"/><Relationship Id="rId1" Type="http://schemas.openxmlformats.org/officeDocument/2006/relationships/slideLayout" Target="../slideLayouts/slideLayout1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52.png"/></Relationships>
</file>

<file path=ppt/slides/_rels/slide1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19.xml"/><Relationship Id="rId4" Type="http://schemas.openxmlformats.org/officeDocument/2006/relationships/image" Target="../media/image68.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71.png"/><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73.png"/></Relationships>
</file>

<file path=ppt/slides/_rels/slide1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4.png"/><Relationship Id="rId7"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9.xml"/><Relationship Id="rId1" Type="http://schemas.openxmlformats.org/officeDocument/2006/relationships/slideLayout" Target="../slideLayouts/slideLayout24.xml"/><Relationship Id="rId5" Type="http://schemas.openxmlformats.org/officeDocument/2006/relationships/image" Target="../media/image86.png"/><Relationship Id="rId4" Type="http://schemas.openxmlformats.org/officeDocument/2006/relationships/image" Target="../media/image8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2.xml"/><Relationship Id="rId1" Type="http://schemas.openxmlformats.org/officeDocument/2006/relationships/slideLayout" Target="../slideLayouts/slideLayout27.xml"/><Relationship Id="rId5" Type="http://schemas.openxmlformats.org/officeDocument/2006/relationships/image" Target="../media/image90.png"/><Relationship Id="rId4" Type="http://schemas.openxmlformats.org/officeDocument/2006/relationships/image" Target="../media/image89.png"/></Relationships>
</file>

<file path=ppt/slides/_rels/slide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0" y="1403496"/>
            <a:ext cx="6957391" cy="2385781"/>
          </a:xfrm>
        </p:spPr>
        <p:txBody>
          <a:bodyPr/>
          <a:lstStyle/>
          <a:p>
            <a:pPr algn="ctr"/>
            <a:r>
              <a:rPr lang="en-US" sz="6600" b="1" dirty="0">
                <a:solidFill>
                  <a:srgbClr val="F4F1FA"/>
                </a:solidFill>
                <a:latin typeface="DM Sans" pitchFamily="34" charset="0"/>
              </a:rPr>
              <a:t>Enterprise Apps &amp; Agents</a:t>
            </a:r>
            <a:br>
              <a:rPr lang="en-US" dirty="0"/>
            </a:br>
            <a:endParaRPr lang="en-US" dirty="0"/>
          </a:p>
        </p:txBody>
      </p:sp>
      <p:sp>
        <p:nvSpPr>
          <p:cNvPr id="11" name="TextBox 10">
            <a:extLst>
              <a:ext uri="{FF2B5EF4-FFF2-40B4-BE49-F238E27FC236}">
                <a16:creationId xmlns:a16="http://schemas.microsoft.com/office/drawing/2014/main" id="{14201019-6AD5-8165-776C-55816BE8B289}"/>
              </a:ext>
            </a:extLst>
          </p:cNvPr>
          <p:cNvSpPr txBox="1"/>
          <p:nvPr/>
        </p:nvSpPr>
        <p:spPr>
          <a:xfrm>
            <a:off x="388730" y="4138157"/>
            <a:ext cx="6343374" cy="1107996"/>
          </a:xfrm>
          <a:prstGeom prst="rect">
            <a:avLst/>
          </a:prstGeom>
          <a:noFill/>
        </p:spPr>
        <p:txBody>
          <a:bodyPr wrap="square">
            <a:spAutoFit/>
          </a:bodyPr>
          <a:lstStyle/>
          <a:p>
            <a:pPr algn="ctr"/>
            <a:r>
              <a:rPr lang="en-US" sz="2200" dirty="0">
                <a:solidFill>
                  <a:srgbClr val="B9B2D3"/>
                </a:solidFill>
                <a:latin typeface="DM Sans" pitchFamily="34" charset="0"/>
              </a:rPr>
              <a:t>Enterprise Code App → Dataverse → AI Builder → Copilot Studio Agent → Governed Automation → Capstone Project</a:t>
            </a:r>
            <a:endParaRPr lang="en-IN" sz="2200" dirty="0">
              <a:solidFill>
                <a:srgbClr val="B9B2D3"/>
              </a:solidFill>
              <a:latin typeface="DM Sans" pitchFamily="34" charset="0"/>
            </a:endParaRPr>
          </a:p>
        </p:txBody>
      </p:sp>
      <p:sp>
        <p:nvSpPr>
          <p:cNvPr id="13" name="Text 0">
            <a:extLst>
              <a:ext uri="{FF2B5EF4-FFF2-40B4-BE49-F238E27FC236}">
                <a16:creationId xmlns:a16="http://schemas.microsoft.com/office/drawing/2014/main" id="{FBBF71FA-8F76-EC43-39ED-B9EB4ACE33D2}"/>
              </a:ext>
            </a:extLst>
          </p:cNvPr>
          <p:cNvSpPr/>
          <p:nvPr/>
        </p:nvSpPr>
        <p:spPr>
          <a:xfrm>
            <a:off x="316482" y="1077338"/>
            <a:ext cx="5607879" cy="326158"/>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4B942"/>
                </a:solidFill>
                <a:latin typeface="DM Sans" pitchFamily="34" charset="0"/>
                <a:ea typeface="DM Sans" pitchFamily="34" charset="-122"/>
                <a:cs typeface="DM Sans" pitchFamily="34" charset="-120"/>
              </a:rPr>
              <a:t>POWER PLATFORM</a:t>
            </a:r>
            <a:endParaRPr lang="en-US" sz="1400" dirty="0"/>
          </a:p>
        </p:txBody>
      </p:sp>
      <p:sp>
        <p:nvSpPr>
          <p:cNvPr id="14" name="Shape 2">
            <a:extLst>
              <a:ext uri="{FF2B5EF4-FFF2-40B4-BE49-F238E27FC236}">
                <a16:creationId xmlns:a16="http://schemas.microsoft.com/office/drawing/2014/main" id="{89775C04-67D4-DEBA-335E-62C26F4E3ED8}"/>
              </a:ext>
            </a:extLst>
          </p:cNvPr>
          <p:cNvSpPr/>
          <p:nvPr/>
        </p:nvSpPr>
        <p:spPr>
          <a:xfrm>
            <a:off x="388730" y="3913400"/>
            <a:ext cx="1884017" cy="55626"/>
          </a:xfrm>
          <a:prstGeom prst="roundRect">
            <a:avLst>
              <a:gd name="adj" fmla="val 50000"/>
            </a:avLst>
          </a:prstGeom>
          <a:solidFill>
            <a:srgbClr val="B794F6"/>
          </a:solidFill>
          <a:ln/>
        </p:spPr>
        <p:txBody>
          <a:bodyPr/>
          <a:lstStyle/>
          <a:p>
            <a:endParaRPr lang="en-IN"/>
          </a:p>
        </p:txBody>
      </p:sp>
    </p:spTree>
    <p:extLst>
      <p:ext uri="{BB962C8B-B14F-4D97-AF65-F5344CB8AC3E}">
        <p14:creationId xmlns:p14="http://schemas.microsoft.com/office/powerpoint/2010/main" val="406060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A730E7-2ED6-4ED5-9BAD-E4C7CBB19AF6}"/>
              </a:ext>
            </a:extLst>
          </p:cNvPr>
          <p:cNvSpPr>
            <a:spLocks noGrp="1"/>
          </p:cNvSpPr>
          <p:nvPr>
            <p:ph type="title"/>
          </p:nvPr>
        </p:nvSpPr>
        <p:spPr>
          <a:xfrm>
            <a:off x="449368" y="138927"/>
            <a:ext cx="6029130" cy="694207"/>
          </a:xfrm>
        </p:spPr>
        <p:txBody>
          <a:bodyPr/>
          <a:lstStyle/>
          <a:p>
            <a:r>
              <a:rPr lang="en-US" dirty="0">
                <a:solidFill>
                  <a:schemeClr val="bg1"/>
                </a:solidFill>
              </a:rPr>
              <a:t>Jenkins NS</a:t>
            </a:r>
          </a:p>
        </p:txBody>
      </p:sp>
      <p:sp>
        <p:nvSpPr>
          <p:cNvPr id="7" name="Text Placeholder 6">
            <a:extLst>
              <a:ext uri="{FF2B5EF4-FFF2-40B4-BE49-F238E27FC236}">
                <a16:creationId xmlns:a16="http://schemas.microsoft.com/office/drawing/2014/main" id="{647C95DD-C1BC-480D-BE63-174CA24A767E}"/>
              </a:ext>
            </a:extLst>
          </p:cNvPr>
          <p:cNvSpPr>
            <a:spLocks noGrp="1"/>
          </p:cNvSpPr>
          <p:nvPr>
            <p:ph type="body" sz="quarter" idx="16"/>
          </p:nvPr>
        </p:nvSpPr>
        <p:spPr>
          <a:xfrm>
            <a:off x="449367" y="1067586"/>
            <a:ext cx="7338496" cy="332399"/>
          </a:xfrm>
        </p:spPr>
        <p:txBody>
          <a:bodyPr/>
          <a:lstStyle/>
          <a:p>
            <a:r>
              <a:rPr lang="en-US" sz="2400" dirty="0">
                <a:solidFill>
                  <a:schemeClr val="tx1">
                    <a:lumMod val="85000"/>
                    <a:lumOff val="15000"/>
                  </a:schemeClr>
                </a:solidFill>
              </a:rPr>
              <a:t>Modern Workplace Solution Architect | Consultant </a:t>
            </a:r>
          </a:p>
        </p:txBody>
      </p:sp>
      <p:pic>
        <p:nvPicPr>
          <p:cNvPr id="13" name="Picture Placeholder 12" descr="A person in a blue shirt&#10;&#10;Description automatically generated with medium confidence">
            <a:extLst>
              <a:ext uri="{FF2B5EF4-FFF2-40B4-BE49-F238E27FC236}">
                <a16:creationId xmlns:a16="http://schemas.microsoft.com/office/drawing/2014/main" id="{6C069756-F83D-BD20-9AA2-E619D04EC97C}"/>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a:stretch>
            <a:fillRect/>
          </a:stretch>
        </p:blipFill>
        <p:spPr>
          <a:xfrm>
            <a:off x="9325332" y="530261"/>
            <a:ext cx="2139315" cy="2139315"/>
          </a:xfrm>
        </p:spPr>
      </p:pic>
      <p:pic>
        <p:nvPicPr>
          <p:cNvPr id="22" name="Picture 21" descr="A close up of a sign&#10;&#10;Description automatically generated">
            <a:extLst>
              <a:ext uri="{FF2B5EF4-FFF2-40B4-BE49-F238E27FC236}">
                <a16:creationId xmlns:a16="http://schemas.microsoft.com/office/drawing/2014/main" id="{6AC8544B-45DF-A5F3-BBFD-2855810FA51C}"/>
              </a:ext>
            </a:extLst>
          </p:cNvPr>
          <p:cNvPicPr>
            <a:picLocks noChangeAspect="1"/>
          </p:cNvPicPr>
          <p:nvPr/>
        </p:nvPicPr>
        <p:blipFill>
          <a:blip r:embed="rId4"/>
          <a:stretch>
            <a:fillRect/>
          </a:stretch>
        </p:blipFill>
        <p:spPr>
          <a:xfrm>
            <a:off x="1063917" y="1658711"/>
            <a:ext cx="2396414" cy="976617"/>
          </a:xfrm>
          <a:prstGeom prst="rect">
            <a:avLst/>
          </a:prstGeom>
        </p:spPr>
      </p:pic>
      <p:pic>
        <p:nvPicPr>
          <p:cNvPr id="24" name="Picture 23" descr="Icon&#10;&#10;Description automatically generated with medium confidence">
            <a:extLst>
              <a:ext uri="{FF2B5EF4-FFF2-40B4-BE49-F238E27FC236}">
                <a16:creationId xmlns:a16="http://schemas.microsoft.com/office/drawing/2014/main" id="{74618279-0151-FA92-C1B9-60BFEFE3EB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707" y="5259548"/>
            <a:ext cx="685715" cy="685715"/>
          </a:xfrm>
          <a:prstGeom prst="rect">
            <a:avLst/>
          </a:prstGeom>
        </p:spPr>
      </p:pic>
      <p:pic>
        <p:nvPicPr>
          <p:cNvPr id="25" name="Picture 24" descr="A picture containing text, case&#10;&#10;Description automatically generated">
            <a:extLst>
              <a:ext uri="{FF2B5EF4-FFF2-40B4-BE49-F238E27FC236}">
                <a16:creationId xmlns:a16="http://schemas.microsoft.com/office/drawing/2014/main" id="{A0C0D236-0332-BAE2-9BCE-589BB92BBF6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7126" y="5259548"/>
            <a:ext cx="685715" cy="685715"/>
          </a:xfrm>
          <a:prstGeom prst="rect">
            <a:avLst/>
          </a:prstGeom>
        </p:spPr>
      </p:pic>
      <p:pic>
        <p:nvPicPr>
          <p:cNvPr id="26" name="Picture 25" descr="A picture containing text&#10;&#10;Description automatically generated">
            <a:extLst>
              <a:ext uri="{FF2B5EF4-FFF2-40B4-BE49-F238E27FC236}">
                <a16:creationId xmlns:a16="http://schemas.microsoft.com/office/drawing/2014/main" id="{0282D8E2-E4D6-746F-F717-E468E57282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35933" y="5306253"/>
            <a:ext cx="685715" cy="685715"/>
          </a:xfrm>
          <a:prstGeom prst="rect">
            <a:avLst/>
          </a:prstGeom>
        </p:spPr>
      </p:pic>
      <p:pic>
        <p:nvPicPr>
          <p:cNvPr id="27" name="Picture 26">
            <a:extLst>
              <a:ext uri="{FF2B5EF4-FFF2-40B4-BE49-F238E27FC236}">
                <a16:creationId xmlns:a16="http://schemas.microsoft.com/office/drawing/2014/main" id="{ABC086E1-A044-FF0D-6209-AC2808089D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83757" y="5306252"/>
            <a:ext cx="685715" cy="685715"/>
          </a:xfrm>
          <a:prstGeom prst="rect">
            <a:avLst/>
          </a:prstGeom>
        </p:spPr>
      </p:pic>
      <p:pic>
        <p:nvPicPr>
          <p:cNvPr id="28" name="Picture 27" descr="Graphical user interface, application&#10;&#10;Description automatically generated">
            <a:extLst>
              <a:ext uri="{FF2B5EF4-FFF2-40B4-BE49-F238E27FC236}">
                <a16:creationId xmlns:a16="http://schemas.microsoft.com/office/drawing/2014/main" id="{D67BFD5F-5A87-F4E1-5A4C-09DC74B87CB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71911" y="3950058"/>
            <a:ext cx="1135216" cy="1135216"/>
          </a:xfrm>
          <a:prstGeom prst="rect">
            <a:avLst/>
          </a:prstGeom>
        </p:spPr>
      </p:pic>
      <p:pic>
        <p:nvPicPr>
          <p:cNvPr id="29" name="Picture 28" descr="Graphical user interface, application&#10;&#10;Description automatically generated">
            <a:extLst>
              <a:ext uri="{FF2B5EF4-FFF2-40B4-BE49-F238E27FC236}">
                <a16:creationId xmlns:a16="http://schemas.microsoft.com/office/drawing/2014/main" id="{B200F718-5487-54FA-BB4F-E42F418E4E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64350" y="3988533"/>
            <a:ext cx="1029666" cy="1029666"/>
          </a:xfrm>
          <a:prstGeom prst="rect">
            <a:avLst/>
          </a:prstGeom>
        </p:spPr>
      </p:pic>
      <p:sp>
        <p:nvSpPr>
          <p:cNvPr id="31" name="Text Placeholder 7">
            <a:extLst>
              <a:ext uri="{FF2B5EF4-FFF2-40B4-BE49-F238E27FC236}">
                <a16:creationId xmlns:a16="http://schemas.microsoft.com/office/drawing/2014/main" id="{5A9D2F37-075C-4871-1CA1-CEA5C29DB241}"/>
              </a:ext>
            </a:extLst>
          </p:cNvPr>
          <p:cNvSpPr txBox="1">
            <a:spLocks/>
          </p:cNvSpPr>
          <p:nvPr/>
        </p:nvSpPr>
        <p:spPr>
          <a:xfrm>
            <a:off x="4596294" y="1592840"/>
            <a:ext cx="4759277" cy="4849234"/>
          </a:xfrm>
          <a:prstGeom prst="rect">
            <a:avLst/>
          </a:prstGeom>
          <a:solidFill>
            <a:sysClr val="window" lastClr="FFFFFF">
              <a:alpha val="0"/>
            </a:sysClr>
          </a:solidFill>
        </p:spPr>
        <p:txBody>
          <a:bodyPr anchor="ctr" anchorCtr="0"/>
          <a:lstStyle>
            <a:lvl1pPr marL="285750" marR="0" indent="-285750" algn="l" defTabSz="685955" rtl="0" eaLnBrk="1" fontAlgn="auto" latinLnBrk="0" hangingPunct="1">
              <a:lnSpc>
                <a:spcPct val="200000"/>
              </a:lnSpc>
              <a:spcBef>
                <a:spcPct val="20000"/>
              </a:spcBef>
              <a:spcAft>
                <a:spcPts val="0"/>
              </a:spcAft>
              <a:buClr>
                <a:srgbClr val="5D3D88"/>
              </a:buClr>
              <a:buSzPct val="120000"/>
              <a:buFont typeface="Wingdings" panose="05000000000000000000" pitchFamily="2" charset="2"/>
              <a:buChar char="§"/>
              <a:tabLst/>
              <a:defRPr sz="1600" b="0" kern="1200" spc="-53" baseline="0">
                <a:solidFill>
                  <a:schemeClr val="tx1"/>
                </a:solidFill>
                <a:latin typeface="Segoe UI Semibold" panose="020B0702040204020203" pitchFamily="34" charset="0"/>
                <a:ea typeface="+mn-ea"/>
                <a:cs typeface="Segoe UI Semibold" panose="020B0702040204020203" pitchFamily="34" charset="0"/>
              </a:defRPr>
            </a:lvl1pPr>
            <a:lvl2pPr marL="429931" marR="0" indent="-175069" algn="l" defTabSz="685955" rtl="0" eaLnBrk="1" fontAlgn="auto" latinLnBrk="0" hangingPunct="1">
              <a:lnSpc>
                <a:spcPct val="90000"/>
              </a:lnSpc>
              <a:spcBef>
                <a:spcPct val="20000"/>
              </a:spcBef>
              <a:spcAft>
                <a:spcPts val="0"/>
              </a:spcAft>
              <a:buClrTx/>
              <a:buSzPct val="90000"/>
              <a:buFont typeface="Wingdings" pitchFamily="2" charset="2"/>
              <a:buChar char=""/>
              <a:tabLst/>
              <a:defRPr sz="1800" kern="1200" spc="0" baseline="0">
                <a:solidFill>
                  <a:srgbClr val="333333"/>
                </a:solidFill>
                <a:latin typeface="+mn-lt"/>
                <a:ea typeface="+mn-ea"/>
                <a:cs typeface="+mn-cs"/>
              </a:defRPr>
            </a:lvl2pPr>
            <a:lvl3pPr marL="599044"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599044" algn="l"/>
              </a:tabLst>
              <a:defRPr sz="1800" kern="1200" spc="0" baseline="0">
                <a:solidFill>
                  <a:srgbClr val="333333"/>
                </a:solidFill>
                <a:latin typeface="+mn-lt"/>
                <a:ea typeface="+mn-ea"/>
                <a:cs typeface="+mn-cs"/>
              </a:defRPr>
            </a:lvl3pPr>
            <a:lvl4pPr marL="772922" marR="0" indent="-173878" algn="l" defTabSz="685955" rtl="0" eaLnBrk="1" fontAlgn="auto" latinLnBrk="0" hangingPunct="1">
              <a:lnSpc>
                <a:spcPct val="90000"/>
              </a:lnSpc>
              <a:spcBef>
                <a:spcPct val="20000"/>
              </a:spcBef>
              <a:spcAft>
                <a:spcPts val="0"/>
              </a:spcAft>
              <a:buClrTx/>
              <a:buSzPct val="90000"/>
              <a:buFont typeface="Wingdings" pitchFamily="2" charset="2"/>
              <a:buChar char=""/>
              <a:tabLst/>
              <a:defRPr sz="1500" kern="1200" spc="0" baseline="0">
                <a:solidFill>
                  <a:srgbClr val="333333"/>
                </a:solidFill>
                <a:latin typeface="+mn-lt"/>
                <a:ea typeface="+mn-ea"/>
                <a:cs typeface="+mn-cs"/>
              </a:defRPr>
            </a:lvl4pPr>
            <a:lvl5pPr marL="942036" marR="0" indent="-169114" algn="l" defTabSz="685955" rtl="0" eaLnBrk="1" fontAlgn="auto" latinLnBrk="0" hangingPunct="1">
              <a:lnSpc>
                <a:spcPct val="90000"/>
              </a:lnSpc>
              <a:spcBef>
                <a:spcPct val="20000"/>
              </a:spcBef>
              <a:spcAft>
                <a:spcPts val="0"/>
              </a:spcAft>
              <a:buClrTx/>
              <a:buSzPct val="90000"/>
              <a:buFont typeface="Wingdings" pitchFamily="2" charset="2"/>
              <a:buChar char=""/>
              <a:tabLst>
                <a:tab pos="942036" algn="l"/>
              </a:tabLst>
              <a:defRPr sz="1500" kern="1200" spc="0" baseline="0">
                <a:solidFill>
                  <a:srgbClr val="333333"/>
                </a:soli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37" indent="-285737" defTabSz="685922">
              <a:defRPr/>
            </a:pPr>
            <a:r>
              <a:rPr lang="en-US" sz="1300" dirty="0">
                <a:solidFill>
                  <a:srgbClr val="DBEFF9">
                    <a:lumMod val="25000"/>
                  </a:srgbClr>
                </a:solidFill>
                <a:sym typeface="Arial"/>
              </a:rPr>
              <a:t>Chennai, India</a:t>
            </a:r>
          </a:p>
          <a:p>
            <a:pPr marL="285737" indent="-285737" defTabSz="685922">
              <a:defRPr/>
            </a:pPr>
            <a:r>
              <a:rPr lang="en-US" sz="1300" dirty="0">
                <a:solidFill>
                  <a:srgbClr val="DBEFF9">
                    <a:lumMod val="25000"/>
                  </a:srgbClr>
                </a:solidFill>
                <a:sym typeface="Arial"/>
              </a:rPr>
              <a:t>MVP | MCT | International Speaker | Author | Trainer</a:t>
            </a:r>
          </a:p>
          <a:p>
            <a:pPr marL="285737" indent="-285737" defTabSz="685922">
              <a:defRPr/>
            </a:pPr>
            <a:r>
              <a:rPr lang="en-US" sz="1300" dirty="0">
                <a:solidFill>
                  <a:srgbClr val="DBEFF9">
                    <a:lumMod val="25000"/>
                  </a:srgbClr>
                </a:solidFill>
                <a:sym typeface="Arial"/>
              </a:rPr>
              <a:t>Microsoft Ignite Speaker</a:t>
            </a:r>
          </a:p>
          <a:p>
            <a:pPr marL="285737" indent="-285737" defTabSz="685922">
              <a:defRPr/>
            </a:pPr>
            <a:r>
              <a:rPr lang="en-US" sz="1300" dirty="0">
                <a:solidFill>
                  <a:srgbClr val="DBEFF9">
                    <a:lumMod val="25000"/>
                  </a:srgbClr>
                </a:solidFill>
                <a:sym typeface="Arial"/>
              </a:rPr>
              <a:t>AI, Copilot, Foundry, Claude, Power Platform, Microsoft 365 and SPFx Specialist</a:t>
            </a:r>
          </a:p>
          <a:p>
            <a:pPr marL="285737" indent="-285737" defTabSz="685922">
              <a:defRPr/>
            </a:pPr>
            <a:r>
              <a:rPr lang="en-US" sz="1300" dirty="0">
                <a:solidFill>
                  <a:srgbClr val="DBEFF9">
                    <a:lumMod val="25000"/>
                  </a:srgbClr>
                </a:solidFill>
                <a:sym typeface="Arial"/>
              </a:rPr>
              <a:t>23+ Years of Experience</a:t>
            </a:r>
          </a:p>
          <a:p>
            <a:pPr marL="285737" indent="-285737" defTabSz="685922">
              <a:defRPr/>
            </a:pPr>
            <a:r>
              <a:rPr lang="pt-BR" sz="1300" dirty="0">
                <a:solidFill>
                  <a:srgbClr val="DBEFF9">
                    <a:lumMod val="25000"/>
                  </a:srgbClr>
                </a:solidFill>
                <a:sym typeface="Arial"/>
              </a:rPr>
              <a:t>M365 Bangalore Organizer </a:t>
            </a:r>
          </a:p>
          <a:p>
            <a:pPr marL="285737" indent="-285737" defTabSz="685922">
              <a:defRPr/>
            </a:pPr>
            <a:r>
              <a:rPr lang="pt-BR" sz="1300" dirty="0">
                <a:solidFill>
                  <a:srgbClr val="DBEFF9">
                    <a:lumMod val="25000"/>
                  </a:srgbClr>
                </a:solidFill>
                <a:sym typeface="Arial"/>
              </a:rPr>
              <a:t>Power Platform Chennai Organizer</a:t>
            </a:r>
          </a:p>
          <a:p>
            <a:pPr marL="285737" indent="-285737" defTabSz="685922">
              <a:defRPr/>
            </a:pPr>
            <a:r>
              <a:rPr lang="en-US" sz="1300" dirty="0">
                <a:solidFill>
                  <a:srgbClr val="DBEFF9">
                    <a:lumMod val="25000"/>
                  </a:srgbClr>
                </a:solidFill>
                <a:sym typeface="Arial"/>
              </a:rPr>
              <a:t>SharePoint-er Since 2005!</a:t>
            </a:r>
          </a:p>
          <a:p>
            <a:pPr marL="285737" indent="-285737" defTabSz="685922">
              <a:defRPr/>
            </a:pPr>
            <a:r>
              <a:rPr lang="en-US" sz="1300" dirty="0">
                <a:solidFill>
                  <a:srgbClr val="DBEFF9">
                    <a:lumMod val="25000"/>
                  </a:srgbClr>
                </a:solidFill>
                <a:sym typeface="Arial"/>
              </a:rPr>
              <a:t>@jenkinsns</a:t>
            </a:r>
          </a:p>
          <a:p>
            <a:pPr marL="285737" indent="-285737" defTabSz="685922">
              <a:defRPr/>
            </a:pPr>
            <a:r>
              <a:rPr lang="en-US" sz="1300" dirty="0">
                <a:solidFill>
                  <a:srgbClr val="DBEFF9">
                    <a:lumMod val="25000"/>
                  </a:srgbClr>
                </a:solidFill>
                <a:sym typeface="Arial"/>
                <a:hlinkClick r:id="rId11"/>
              </a:rPr>
              <a:t>https://www.linkedin.com/in/jenkinsns/</a:t>
            </a:r>
            <a:r>
              <a:rPr lang="en-US" sz="1300" dirty="0">
                <a:solidFill>
                  <a:srgbClr val="DBEFF9">
                    <a:lumMod val="25000"/>
                  </a:srgbClr>
                </a:solidFill>
                <a:sym typeface="Arial"/>
              </a:rPr>
              <a:t> </a:t>
            </a:r>
          </a:p>
          <a:p>
            <a:pPr marL="285737" indent="-285737" defTabSz="685922">
              <a:defRPr/>
            </a:pPr>
            <a:r>
              <a:rPr lang="en-GB" sz="1300" dirty="0">
                <a:solidFill>
                  <a:srgbClr val="DBEFF9">
                    <a:lumMod val="25000"/>
                  </a:srgbClr>
                </a:solidFill>
                <a:sym typeface="Arial"/>
                <a:hlinkClick r:id="rId12"/>
              </a:rPr>
              <a:t>https://www.youtube.com/user/jenkinsnss</a:t>
            </a:r>
            <a:r>
              <a:rPr lang="en-GB" sz="1300" dirty="0">
                <a:solidFill>
                  <a:srgbClr val="DBEFF9">
                    <a:lumMod val="25000"/>
                  </a:srgbClr>
                </a:solidFill>
                <a:sym typeface="Arial"/>
              </a:rPr>
              <a:t> </a:t>
            </a:r>
            <a:endParaRPr lang="en-US" sz="1300" dirty="0">
              <a:solidFill>
                <a:srgbClr val="DBEFF9">
                  <a:lumMod val="25000"/>
                </a:srgbClr>
              </a:solidFill>
              <a:sym typeface="Arial"/>
            </a:endParaRPr>
          </a:p>
        </p:txBody>
      </p:sp>
      <p:pic>
        <p:nvPicPr>
          <p:cNvPr id="4" name="Graphic 3">
            <a:extLst>
              <a:ext uri="{FF2B5EF4-FFF2-40B4-BE49-F238E27FC236}">
                <a16:creationId xmlns:a16="http://schemas.microsoft.com/office/drawing/2014/main" id="{2753AECE-27A9-665B-5353-3F174C57F9B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22885" y="4116473"/>
            <a:ext cx="685715" cy="685715"/>
          </a:xfrm>
          <a:prstGeom prst="rect">
            <a:avLst/>
          </a:prstGeom>
        </p:spPr>
      </p:pic>
      <p:pic>
        <p:nvPicPr>
          <p:cNvPr id="9" name="Graphic 8">
            <a:extLst>
              <a:ext uri="{FF2B5EF4-FFF2-40B4-BE49-F238E27FC236}">
                <a16:creationId xmlns:a16="http://schemas.microsoft.com/office/drawing/2014/main" id="{DA5934A1-2B9E-7A9B-5720-EDAB2CC08F7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2773" y="3158577"/>
            <a:ext cx="603199" cy="603199"/>
          </a:xfrm>
          <a:prstGeom prst="rect">
            <a:avLst/>
          </a:prstGeom>
        </p:spPr>
      </p:pic>
      <p:pic>
        <p:nvPicPr>
          <p:cNvPr id="15" name="Picture 14" descr="A black background with a black square&#10;&#10;AI-generated content may be incorrect.">
            <a:extLst>
              <a:ext uri="{FF2B5EF4-FFF2-40B4-BE49-F238E27FC236}">
                <a16:creationId xmlns:a16="http://schemas.microsoft.com/office/drawing/2014/main" id="{4837C110-BB70-F77A-4083-996EE67B414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585709" y="3098422"/>
            <a:ext cx="723507" cy="723507"/>
          </a:xfrm>
          <a:prstGeom prst="rect">
            <a:avLst/>
          </a:prstGeom>
        </p:spPr>
      </p:pic>
      <p:pic>
        <p:nvPicPr>
          <p:cNvPr id="1032" name="Picture 8">
            <a:extLst>
              <a:ext uri="{FF2B5EF4-FFF2-40B4-BE49-F238E27FC236}">
                <a16:creationId xmlns:a16="http://schemas.microsoft.com/office/drawing/2014/main" id="{0531C898-88FF-DD12-A324-C595AA4EAEC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11494" y="2827718"/>
            <a:ext cx="1202563" cy="1202563"/>
          </a:xfrm>
          <a:prstGeom prst="rect">
            <a:avLst/>
          </a:prstGeom>
          <a:noFill/>
          <a:extLst>
            <a:ext uri="{909E8E84-426E-40DD-AFC4-6F175D3DCCD1}">
              <a14:hiddenFill xmlns:a14="http://schemas.microsoft.com/office/drawing/2010/main">
                <a:solidFill>
                  <a:srgbClr val="FFFFFF"/>
                </a:solidFill>
              </a14:hiddenFill>
            </a:ext>
          </a:extLst>
        </p:spPr>
      </p:pic>
      <p:pic>
        <p:nvPicPr>
          <p:cNvPr id="17" name="Graphic 16">
            <a:extLst>
              <a:ext uri="{FF2B5EF4-FFF2-40B4-BE49-F238E27FC236}">
                <a16:creationId xmlns:a16="http://schemas.microsoft.com/office/drawing/2014/main" id="{71393AE0-24EA-031B-A0A0-B68CB5FAF0DB}"/>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691720" y="3113557"/>
            <a:ext cx="616250" cy="616250"/>
          </a:xfrm>
          <a:prstGeom prst="rect">
            <a:avLst/>
          </a:prstGeom>
        </p:spPr>
      </p:pic>
      <p:pic>
        <p:nvPicPr>
          <p:cNvPr id="1034" name="Picture 10">
            <a:extLst>
              <a:ext uri="{FF2B5EF4-FFF2-40B4-BE49-F238E27FC236}">
                <a16:creationId xmlns:a16="http://schemas.microsoft.com/office/drawing/2014/main" id="{A74E1ED0-DA29-E548-BF23-7151D9A6EC2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68267" y="4130690"/>
            <a:ext cx="677546" cy="745352"/>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A book cover with a purple and yellow design&#10;&#10;AI-generated content may be incorrect.">
            <a:extLst>
              <a:ext uri="{FF2B5EF4-FFF2-40B4-BE49-F238E27FC236}">
                <a16:creationId xmlns:a16="http://schemas.microsoft.com/office/drawing/2014/main" id="{66268657-513C-F4DB-4C2F-6D270473A6C2}"/>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0540371" y="3729807"/>
            <a:ext cx="1427772" cy="2037229"/>
          </a:xfrm>
          <a:prstGeom prst="rect">
            <a:avLst/>
          </a:prstGeom>
        </p:spPr>
      </p:pic>
      <p:pic>
        <p:nvPicPr>
          <p:cNvPr id="32" name="Picture 31" descr="A picture containing text&#10;&#10;Description automatically generated">
            <a:extLst>
              <a:ext uri="{FF2B5EF4-FFF2-40B4-BE49-F238E27FC236}">
                <a16:creationId xmlns:a16="http://schemas.microsoft.com/office/drawing/2014/main" id="{A72A149A-4AD2-9735-365A-C8DC862AE677}"/>
              </a:ext>
            </a:extLst>
          </p:cNvPr>
          <p:cNvPicPr>
            <a:picLocks noChangeAspect="1"/>
          </p:cNvPicPr>
          <p:nvPr/>
        </p:nvPicPr>
        <p:blipFill>
          <a:blip r:embed="rId23"/>
          <a:stretch>
            <a:fillRect/>
          </a:stretch>
        </p:blipFill>
        <p:spPr>
          <a:xfrm>
            <a:off x="8878864" y="3729807"/>
            <a:ext cx="1460779" cy="2037229"/>
          </a:xfrm>
          <a:prstGeom prst="rect">
            <a:avLst/>
          </a:prstGeom>
        </p:spPr>
      </p:pic>
      <p:sp>
        <p:nvSpPr>
          <p:cNvPr id="33" name="TextBox 32">
            <a:extLst>
              <a:ext uri="{FF2B5EF4-FFF2-40B4-BE49-F238E27FC236}">
                <a16:creationId xmlns:a16="http://schemas.microsoft.com/office/drawing/2014/main" id="{36B431F0-CBFF-0DA4-F8E4-14FCEA22DD97}"/>
              </a:ext>
            </a:extLst>
          </p:cNvPr>
          <p:cNvSpPr txBox="1"/>
          <p:nvPr/>
        </p:nvSpPr>
        <p:spPr>
          <a:xfrm>
            <a:off x="10540370" y="5767036"/>
            <a:ext cx="1460779" cy="276999"/>
          </a:xfrm>
          <a:prstGeom prst="rect">
            <a:avLst/>
          </a:prstGeom>
          <a:noFill/>
        </p:spPr>
        <p:txBody>
          <a:bodyPr wrap="square">
            <a:spAutoFit/>
          </a:bodyPr>
          <a:lstStyle/>
          <a:p>
            <a:pPr algn="ctr"/>
            <a:r>
              <a:rPr lang="en-IN" sz="1200" b="1" dirty="0"/>
              <a:t>Reviewer</a:t>
            </a:r>
            <a:endParaRPr lang="en-IN" b="1" dirty="0"/>
          </a:p>
        </p:txBody>
      </p:sp>
      <p:sp>
        <p:nvSpPr>
          <p:cNvPr id="34" name="TextBox 33">
            <a:extLst>
              <a:ext uri="{FF2B5EF4-FFF2-40B4-BE49-F238E27FC236}">
                <a16:creationId xmlns:a16="http://schemas.microsoft.com/office/drawing/2014/main" id="{AF748A16-5B10-BE75-0254-D983817E8901}"/>
              </a:ext>
            </a:extLst>
          </p:cNvPr>
          <p:cNvSpPr txBox="1"/>
          <p:nvPr/>
        </p:nvSpPr>
        <p:spPr>
          <a:xfrm>
            <a:off x="8878863" y="5796809"/>
            <a:ext cx="1460779" cy="276999"/>
          </a:xfrm>
          <a:prstGeom prst="rect">
            <a:avLst/>
          </a:prstGeom>
          <a:noFill/>
        </p:spPr>
        <p:txBody>
          <a:bodyPr wrap="square">
            <a:spAutoFit/>
          </a:bodyPr>
          <a:lstStyle/>
          <a:p>
            <a:pPr algn="ctr"/>
            <a:r>
              <a:rPr lang="en-IN" sz="1200" b="1" dirty="0"/>
              <a:t>Author</a:t>
            </a:r>
            <a:endParaRPr lang="en-IN" b="1" dirty="0"/>
          </a:p>
        </p:txBody>
      </p:sp>
    </p:spTree>
    <p:extLst>
      <p:ext uri="{BB962C8B-B14F-4D97-AF65-F5344CB8AC3E}">
        <p14:creationId xmlns:p14="http://schemas.microsoft.com/office/powerpoint/2010/main" val="101198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4226-15FB-8407-4AAF-26919D886337}"/>
              </a:ext>
            </a:extLst>
          </p:cNvPr>
          <p:cNvSpPr>
            <a:spLocks noGrp="1"/>
          </p:cNvSpPr>
          <p:nvPr>
            <p:ph type="title"/>
          </p:nvPr>
        </p:nvSpPr>
        <p:spPr>
          <a:xfrm>
            <a:off x="584200" y="812239"/>
            <a:ext cx="4710689" cy="770618"/>
          </a:xfrm>
        </p:spPr>
        <p:txBody>
          <a:bodyPr>
            <a:normAutofit/>
          </a:bodyPr>
          <a:lstStyle/>
          <a:p>
            <a:r>
              <a:rPr lang="en-US" sz="2400" b="1" dirty="0"/>
              <a:t>Let’s get to know each other</a:t>
            </a:r>
          </a:p>
        </p:txBody>
      </p:sp>
      <p:sp>
        <p:nvSpPr>
          <p:cNvPr id="3" name="Rounded Rectangle 3_1">
            <a:extLst>
              <a:ext uri="{FF2B5EF4-FFF2-40B4-BE49-F238E27FC236}">
                <a16:creationId xmlns:a16="http://schemas.microsoft.com/office/drawing/2014/main" id="{EE7DBE02-710B-EABC-6AFC-4BC12CF16267}"/>
              </a:ext>
            </a:extLst>
          </p:cNvPr>
          <p:cNvSpPr/>
          <p:nvPr/>
        </p:nvSpPr>
        <p:spPr>
          <a:xfrm>
            <a:off x="584200" y="2048933"/>
            <a:ext cx="4910667" cy="3368099"/>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lstStyle/>
          <a:p>
            <a:pPr marL="0" marR="0" lvl="0" indent="0" algn="l" defTabSz="932742" rtl="0" eaLnBrk="1" fontAlgn="auto" latinLnBrk="0" hangingPunct="1">
              <a:lnSpc>
                <a:spcPct val="100000"/>
              </a:lnSpc>
              <a:spcBef>
                <a:spcPts val="120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Your name</a:t>
            </a:r>
          </a:p>
          <a:p>
            <a:pPr marL="0" marR="0" lvl="0" indent="0" algn="l" defTabSz="932742" rtl="0" eaLnBrk="1" fontAlgn="auto" latinLnBrk="0" hangingPunct="1">
              <a:lnSpc>
                <a:spcPct val="100000"/>
              </a:lnSpc>
              <a:spcBef>
                <a:spcPts val="120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Title/function</a:t>
            </a:r>
          </a:p>
          <a:p>
            <a:pPr marL="0" marR="0" lvl="0" indent="0" algn="l" defTabSz="932742" rtl="0" eaLnBrk="1" fontAlgn="auto" latinLnBrk="0" hangingPunct="1">
              <a:lnSpc>
                <a:spcPct val="100000"/>
              </a:lnSpc>
              <a:spcBef>
                <a:spcPts val="120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Your experience</a:t>
            </a:r>
          </a:p>
          <a:p>
            <a:pPr marL="0" marR="0" lvl="0" indent="0" algn="l" defTabSz="932742" rtl="0" eaLnBrk="1" fontAlgn="auto" latinLnBrk="0" hangingPunct="1">
              <a:lnSpc>
                <a:spcPct val="100000"/>
              </a:lnSpc>
              <a:spcBef>
                <a:spcPts val="1200"/>
              </a:spcBef>
              <a:spcAft>
                <a:spcPts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Segoe UI"/>
                <a:ea typeface="+mn-ea"/>
                <a:cs typeface="+mn-cs"/>
              </a:rPr>
              <a:t>Your expectations for the course</a:t>
            </a:r>
            <a:endParaRPr kumimoji="0" lang="en-US" sz="2000" b="0" i="0" u="none" strike="noStrike" kern="0" cap="none" spc="0" normalizeH="0" baseline="0" noProof="0" dirty="0">
              <a:ln>
                <a:noFill/>
              </a:ln>
              <a:solidFill>
                <a:srgbClr val="000000"/>
              </a:solidFill>
              <a:effectLst/>
              <a:uLnTx/>
              <a:uFillTx/>
              <a:ea typeface="+mn-ea"/>
              <a:cs typeface="+mn-cs"/>
            </a:endParaRPr>
          </a:p>
        </p:txBody>
      </p:sp>
    </p:spTree>
    <p:extLst>
      <p:ext uri="{BB962C8B-B14F-4D97-AF65-F5344CB8AC3E}">
        <p14:creationId xmlns:p14="http://schemas.microsoft.com/office/powerpoint/2010/main" val="145156536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view of a city&#10;&#10;Description automatically generated">
            <a:extLst>
              <a:ext uri="{FF2B5EF4-FFF2-40B4-BE49-F238E27FC236}">
                <a16:creationId xmlns:a16="http://schemas.microsoft.com/office/drawing/2014/main" id="{F513673C-1E05-48BB-8778-63E15FB8572B}"/>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30000"/>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3DCEFD2D-9DB0-45A5-A8C2-4D7D5A3A324D}"/>
              </a:ext>
            </a:extLst>
          </p:cNvPr>
          <p:cNvSpPr/>
          <p:nvPr/>
        </p:nvSpPr>
        <p:spPr bwMode="auto">
          <a:xfrm>
            <a:off x="-463339" y="1444538"/>
            <a:ext cx="660014" cy="95182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cxnSp>
        <p:nvCxnSpPr>
          <p:cNvPr id="276" name="Straight Connector 275">
            <a:extLst>
              <a:ext uri="{FF2B5EF4-FFF2-40B4-BE49-F238E27FC236}">
                <a16:creationId xmlns:a16="http://schemas.microsoft.com/office/drawing/2014/main" id="{1770A951-6E28-453C-A29F-4C92ED579987}"/>
              </a:ext>
            </a:extLst>
          </p:cNvPr>
          <p:cNvCxnSpPr>
            <a:cxnSpLocks/>
          </p:cNvCxnSpPr>
          <p:nvPr/>
        </p:nvCxnSpPr>
        <p:spPr>
          <a:xfrm flipV="1">
            <a:off x="1499861" y="313709"/>
            <a:ext cx="1648602" cy="895970"/>
          </a:xfrm>
          <a:prstGeom prst="line">
            <a:avLst/>
          </a:prstGeom>
          <a:noFill/>
          <a:ln w="12700" cap="rnd" cmpd="sng" algn="ctr">
            <a:solidFill>
              <a:srgbClr val="00B0F0"/>
            </a:solidFill>
            <a:prstDash val="solid"/>
            <a:miter lim="800000"/>
            <a:headEnd type="none" w="med" len="med"/>
            <a:tailEnd type="none" w="med" len="med"/>
          </a:ln>
          <a:effectLst/>
        </p:spPr>
      </p:cxnSp>
      <p:sp>
        <p:nvSpPr>
          <p:cNvPr id="277" name="Rectangle 276">
            <a:extLst>
              <a:ext uri="{FF2B5EF4-FFF2-40B4-BE49-F238E27FC236}">
                <a16:creationId xmlns:a16="http://schemas.microsoft.com/office/drawing/2014/main" id="{3D62B4C3-1C45-47F2-A5F0-FF6C03C64C98}"/>
              </a:ext>
            </a:extLst>
          </p:cNvPr>
          <p:cNvSpPr/>
          <p:nvPr/>
        </p:nvSpPr>
        <p:spPr>
          <a:xfrm>
            <a:off x="10029714" y="4663207"/>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278" name="Straight Connector 277">
            <a:extLst>
              <a:ext uri="{FF2B5EF4-FFF2-40B4-BE49-F238E27FC236}">
                <a16:creationId xmlns:a16="http://schemas.microsoft.com/office/drawing/2014/main" id="{53517AE3-D1C0-489F-973B-CA92A3CAC97D}"/>
              </a:ext>
            </a:extLst>
          </p:cNvPr>
          <p:cNvCxnSpPr>
            <a:cxnSpLocks/>
          </p:cNvCxnSpPr>
          <p:nvPr/>
        </p:nvCxnSpPr>
        <p:spPr>
          <a:xfrm>
            <a:off x="2978278" y="3200549"/>
            <a:ext cx="290575" cy="0"/>
          </a:xfrm>
          <a:prstGeom prst="line">
            <a:avLst/>
          </a:prstGeom>
          <a:noFill/>
          <a:ln w="12700" cap="rnd" cmpd="sng" algn="ctr">
            <a:solidFill>
              <a:srgbClr val="00B0F0"/>
            </a:solidFill>
            <a:prstDash val="solid"/>
            <a:miter lim="800000"/>
            <a:headEnd type="none" w="med" len="med"/>
            <a:tailEnd type="none" w="med" len="med"/>
          </a:ln>
          <a:effectLst/>
        </p:spPr>
      </p:cxnSp>
      <p:cxnSp>
        <p:nvCxnSpPr>
          <p:cNvPr id="279" name="Straight Connector 278">
            <a:extLst>
              <a:ext uri="{FF2B5EF4-FFF2-40B4-BE49-F238E27FC236}">
                <a16:creationId xmlns:a16="http://schemas.microsoft.com/office/drawing/2014/main" id="{63E5584B-0218-4853-8F37-0FCC95FA2923}"/>
              </a:ext>
            </a:extLst>
          </p:cNvPr>
          <p:cNvCxnSpPr>
            <a:cxnSpLocks/>
          </p:cNvCxnSpPr>
          <p:nvPr/>
        </p:nvCxnSpPr>
        <p:spPr>
          <a:xfrm>
            <a:off x="3272959" y="1642980"/>
            <a:ext cx="0" cy="1558355"/>
          </a:xfrm>
          <a:prstGeom prst="line">
            <a:avLst/>
          </a:prstGeom>
          <a:noFill/>
          <a:ln w="12700" cap="rnd" cmpd="sng" algn="ctr">
            <a:solidFill>
              <a:srgbClr val="00B0F0"/>
            </a:solidFill>
            <a:prstDash val="solid"/>
            <a:miter lim="800000"/>
            <a:headEnd type="none" w="med" len="med"/>
            <a:tailEnd type="none" w="med" len="med"/>
          </a:ln>
          <a:effectLst/>
        </p:spPr>
      </p:cxnSp>
      <p:cxnSp>
        <p:nvCxnSpPr>
          <p:cNvPr id="280" name="Straight Connector 279">
            <a:extLst>
              <a:ext uri="{FF2B5EF4-FFF2-40B4-BE49-F238E27FC236}">
                <a16:creationId xmlns:a16="http://schemas.microsoft.com/office/drawing/2014/main" id="{6C4254BB-AC0A-4C75-851F-848266A37BA2}"/>
              </a:ext>
            </a:extLst>
          </p:cNvPr>
          <p:cNvCxnSpPr>
            <a:cxnSpLocks/>
          </p:cNvCxnSpPr>
          <p:nvPr/>
        </p:nvCxnSpPr>
        <p:spPr>
          <a:xfrm>
            <a:off x="2926600" y="3239348"/>
            <a:ext cx="0" cy="450057"/>
          </a:xfrm>
          <a:prstGeom prst="line">
            <a:avLst/>
          </a:prstGeom>
          <a:noFill/>
          <a:ln w="12700" cap="rnd" cmpd="sng" algn="ctr">
            <a:solidFill>
              <a:srgbClr val="00B0F0"/>
            </a:solidFill>
            <a:prstDash val="solid"/>
            <a:miter lim="800000"/>
            <a:headEnd type="none" w="med" len="med"/>
            <a:tailEnd type="none" w="med" len="med"/>
          </a:ln>
          <a:effectLst/>
        </p:spPr>
      </p:cxnSp>
      <p:cxnSp>
        <p:nvCxnSpPr>
          <p:cNvPr id="281" name="Straight Connector 280">
            <a:extLst>
              <a:ext uri="{FF2B5EF4-FFF2-40B4-BE49-F238E27FC236}">
                <a16:creationId xmlns:a16="http://schemas.microsoft.com/office/drawing/2014/main" id="{D5135C6E-340D-4CEF-A28B-D872E3D7CFBC}"/>
              </a:ext>
            </a:extLst>
          </p:cNvPr>
          <p:cNvCxnSpPr>
            <a:cxnSpLocks/>
          </p:cNvCxnSpPr>
          <p:nvPr/>
        </p:nvCxnSpPr>
        <p:spPr>
          <a:xfrm>
            <a:off x="2924599" y="3689405"/>
            <a:ext cx="2811101" cy="0"/>
          </a:xfrm>
          <a:prstGeom prst="line">
            <a:avLst/>
          </a:prstGeom>
          <a:noFill/>
          <a:ln w="12700" cap="rnd" cmpd="sng" algn="ctr">
            <a:solidFill>
              <a:srgbClr val="00B0F0"/>
            </a:solidFill>
            <a:prstDash val="solid"/>
            <a:miter lim="800000"/>
            <a:headEnd type="none" w="med" len="med"/>
            <a:tailEnd type="none" w="med" len="med"/>
          </a:ln>
          <a:effectLst/>
        </p:spPr>
      </p:cxnSp>
      <p:cxnSp>
        <p:nvCxnSpPr>
          <p:cNvPr id="282" name="Straight Connector 281">
            <a:extLst>
              <a:ext uri="{FF2B5EF4-FFF2-40B4-BE49-F238E27FC236}">
                <a16:creationId xmlns:a16="http://schemas.microsoft.com/office/drawing/2014/main" id="{55092F0E-B4CE-4FCA-BE36-7AB20AE18CEB}"/>
              </a:ext>
            </a:extLst>
          </p:cNvPr>
          <p:cNvCxnSpPr>
            <a:cxnSpLocks/>
          </p:cNvCxnSpPr>
          <p:nvPr/>
        </p:nvCxnSpPr>
        <p:spPr>
          <a:xfrm>
            <a:off x="3286125" y="1604963"/>
            <a:ext cx="2400300" cy="1000125"/>
          </a:xfrm>
          <a:prstGeom prst="line">
            <a:avLst/>
          </a:prstGeom>
          <a:noFill/>
          <a:ln w="12700" cap="rnd" cmpd="sng" algn="ctr">
            <a:solidFill>
              <a:srgbClr val="00B0F0"/>
            </a:solidFill>
            <a:prstDash val="solid"/>
            <a:miter lim="800000"/>
            <a:headEnd type="none" w="med" len="med"/>
            <a:tailEnd type="none" w="med" len="med"/>
          </a:ln>
          <a:effectLst/>
        </p:spPr>
      </p:cxnSp>
      <p:cxnSp>
        <p:nvCxnSpPr>
          <p:cNvPr id="283" name="Straight Connector 282">
            <a:extLst>
              <a:ext uri="{FF2B5EF4-FFF2-40B4-BE49-F238E27FC236}">
                <a16:creationId xmlns:a16="http://schemas.microsoft.com/office/drawing/2014/main" id="{3B0386DA-A249-404E-8620-A64FA6314EF1}"/>
              </a:ext>
            </a:extLst>
          </p:cNvPr>
          <p:cNvCxnSpPr>
            <a:cxnSpLocks/>
          </p:cNvCxnSpPr>
          <p:nvPr/>
        </p:nvCxnSpPr>
        <p:spPr>
          <a:xfrm flipV="1">
            <a:off x="5740929" y="2401897"/>
            <a:ext cx="1937260" cy="202908"/>
          </a:xfrm>
          <a:prstGeom prst="line">
            <a:avLst/>
          </a:prstGeom>
          <a:noFill/>
          <a:ln w="12700" cap="rnd" cmpd="sng" algn="ctr">
            <a:solidFill>
              <a:srgbClr val="00B0F0"/>
            </a:solidFill>
            <a:prstDash val="solid"/>
            <a:miter lim="800000"/>
            <a:headEnd type="none" w="med" len="med"/>
            <a:tailEnd type="none" w="med" len="med"/>
          </a:ln>
          <a:effectLst/>
        </p:spPr>
      </p:cxnSp>
      <p:cxnSp>
        <p:nvCxnSpPr>
          <p:cNvPr id="284" name="Straight Connector 283">
            <a:extLst>
              <a:ext uri="{FF2B5EF4-FFF2-40B4-BE49-F238E27FC236}">
                <a16:creationId xmlns:a16="http://schemas.microsoft.com/office/drawing/2014/main" id="{19F92913-AA94-4BD8-9369-AA3091B408BC}"/>
              </a:ext>
            </a:extLst>
          </p:cNvPr>
          <p:cNvCxnSpPr>
            <a:cxnSpLocks/>
          </p:cNvCxnSpPr>
          <p:nvPr/>
        </p:nvCxnSpPr>
        <p:spPr>
          <a:xfrm flipV="1">
            <a:off x="7639390" y="1042988"/>
            <a:ext cx="873579" cy="1397709"/>
          </a:xfrm>
          <a:prstGeom prst="line">
            <a:avLst/>
          </a:prstGeom>
          <a:noFill/>
          <a:ln w="12700" cap="rnd" cmpd="sng" algn="ctr">
            <a:solidFill>
              <a:srgbClr val="00B0F0"/>
            </a:solidFill>
            <a:prstDash val="solid"/>
            <a:miter lim="800000"/>
            <a:headEnd type="none" w="med" len="med"/>
            <a:tailEnd type="none" w="med" len="med"/>
          </a:ln>
          <a:effectLst/>
        </p:spPr>
      </p:cxnSp>
      <p:cxnSp>
        <p:nvCxnSpPr>
          <p:cNvPr id="285" name="Straight Connector 284">
            <a:extLst>
              <a:ext uri="{FF2B5EF4-FFF2-40B4-BE49-F238E27FC236}">
                <a16:creationId xmlns:a16="http://schemas.microsoft.com/office/drawing/2014/main" id="{50E5D4CD-8F25-45DD-8F61-AEDD75490A58}"/>
              </a:ext>
            </a:extLst>
          </p:cNvPr>
          <p:cNvCxnSpPr>
            <a:cxnSpLocks/>
            <a:stCxn id="407" idx="3"/>
          </p:cNvCxnSpPr>
          <p:nvPr/>
        </p:nvCxnSpPr>
        <p:spPr>
          <a:xfrm>
            <a:off x="8573322" y="1027753"/>
            <a:ext cx="2451374" cy="469531"/>
          </a:xfrm>
          <a:prstGeom prst="line">
            <a:avLst/>
          </a:prstGeom>
          <a:noFill/>
          <a:ln w="12700" cap="rnd" cmpd="sng" algn="ctr">
            <a:solidFill>
              <a:srgbClr val="00B0F0"/>
            </a:solidFill>
            <a:prstDash val="solid"/>
            <a:miter lim="800000"/>
            <a:headEnd type="none" w="med" len="med"/>
            <a:tailEnd type="none" w="med" len="med"/>
          </a:ln>
          <a:effectLst/>
        </p:spPr>
      </p:cxnSp>
      <p:cxnSp>
        <p:nvCxnSpPr>
          <p:cNvPr id="286" name="Straight Connector 285">
            <a:extLst>
              <a:ext uri="{FF2B5EF4-FFF2-40B4-BE49-F238E27FC236}">
                <a16:creationId xmlns:a16="http://schemas.microsoft.com/office/drawing/2014/main" id="{CCA35687-557E-43E5-BCFC-235D29DC09B3}"/>
              </a:ext>
            </a:extLst>
          </p:cNvPr>
          <p:cNvCxnSpPr>
            <a:cxnSpLocks/>
          </p:cNvCxnSpPr>
          <p:nvPr/>
        </p:nvCxnSpPr>
        <p:spPr>
          <a:xfrm flipH="1">
            <a:off x="9626909" y="3373273"/>
            <a:ext cx="1550492" cy="2772051"/>
          </a:xfrm>
          <a:prstGeom prst="line">
            <a:avLst/>
          </a:prstGeom>
          <a:noFill/>
          <a:ln w="12700" cap="rnd" cmpd="sng" algn="ctr">
            <a:solidFill>
              <a:srgbClr val="00B0F0"/>
            </a:solidFill>
            <a:prstDash val="solid"/>
            <a:miter lim="800000"/>
            <a:headEnd type="none" w="med" len="med"/>
            <a:tailEnd type="none" w="med" len="med"/>
          </a:ln>
          <a:effectLst/>
        </p:spPr>
      </p:cxnSp>
      <p:cxnSp>
        <p:nvCxnSpPr>
          <p:cNvPr id="287" name="Straight Connector 286">
            <a:extLst>
              <a:ext uri="{FF2B5EF4-FFF2-40B4-BE49-F238E27FC236}">
                <a16:creationId xmlns:a16="http://schemas.microsoft.com/office/drawing/2014/main" id="{2DB9F723-EF1B-46F2-9E78-04AD2169B9F0}"/>
              </a:ext>
            </a:extLst>
          </p:cNvPr>
          <p:cNvCxnSpPr>
            <a:cxnSpLocks/>
          </p:cNvCxnSpPr>
          <p:nvPr/>
        </p:nvCxnSpPr>
        <p:spPr>
          <a:xfrm flipH="1" flipV="1">
            <a:off x="7555674" y="4665089"/>
            <a:ext cx="2458662" cy="36917"/>
          </a:xfrm>
          <a:prstGeom prst="line">
            <a:avLst/>
          </a:prstGeom>
          <a:noFill/>
          <a:ln w="12700" cap="rnd" cmpd="sng" algn="ctr">
            <a:solidFill>
              <a:srgbClr val="00B0F0"/>
            </a:solidFill>
            <a:prstDash val="solid"/>
            <a:miter lim="800000"/>
            <a:headEnd type="none" w="med" len="med"/>
            <a:tailEnd type="none" w="med" len="med"/>
          </a:ln>
          <a:effectLst/>
        </p:spPr>
      </p:cxnSp>
      <p:cxnSp>
        <p:nvCxnSpPr>
          <p:cNvPr id="288" name="Straight Connector 287">
            <a:extLst>
              <a:ext uri="{FF2B5EF4-FFF2-40B4-BE49-F238E27FC236}">
                <a16:creationId xmlns:a16="http://schemas.microsoft.com/office/drawing/2014/main" id="{8242FCD7-DB45-43AE-957D-C63415C272F8}"/>
              </a:ext>
            </a:extLst>
          </p:cNvPr>
          <p:cNvCxnSpPr>
            <a:cxnSpLocks/>
          </p:cNvCxnSpPr>
          <p:nvPr/>
        </p:nvCxnSpPr>
        <p:spPr>
          <a:xfrm>
            <a:off x="5443518" y="5331383"/>
            <a:ext cx="947757" cy="786048"/>
          </a:xfrm>
          <a:prstGeom prst="line">
            <a:avLst/>
          </a:prstGeom>
          <a:noFill/>
          <a:ln w="12700" cap="rnd" cmpd="sng" algn="ctr">
            <a:solidFill>
              <a:srgbClr val="00B0F0"/>
            </a:solidFill>
            <a:prstDash val="solid"/>
            <a:miter lim="800000"/>
            <a:headEnd type="none" w="med" len="med"/>
            <a:tailEnd type="none" w="med" len="med"/>
          </a:ln>
          <a:effectLst/>
        </p:spPr>
      </p:cxnSp>
      <p:cxnSp>
        <p:nvCxnSpPr>
          <p:cNvPr id="289" name="Straight Connector 288">
            <a:extLst>
              <a:ext uri="{FF2B5EF4-FFF2-40B4-BE49-F238E27FC236}">
                <a16:creationId xmlns:a16="http://schemas.microsoft.com/office/drawing/2014/main" id="{C06E040E-E9F9-4D6D-BAC2-24CE6BA789CA}"/>
              </a:ext>
            </a:extLst>
          </p:cNvPr>
          <p:cNvCxnSpPr>
            <a:cxnSpLocks/>
          </p:cNvCxnSpPr>
          <p:nvPr/>
        </p:nvCxnSpPr>
        <p:spPr>
          <a:xfrm flipV="1">
            <a:off x="6394450" y="4622800"/>
            <a:ext cx="1136650" cy="1492250"/>
          </a:xfrm>
          <a:prstGeom prst="line">
            <a:avLst/>
          </a:prstGeom>
          <a:noFill/>
          <a:ln w="12700" cap="rnd" cmpd="sng" algn="ctr">
            <a:solidFill>
              <a:srgbClr val="00B0F0"/>
            </a:solidFill>
            <a:prstDash val="solid"/>
            <a:miter lim="800000"/>
            <a:headEnd type="none" w="med" len="med"/>
            <a:tailEnd type="none" w="med" len="med"/>
          </a:ln>
          <a:effectLst/>
        </p:spPr>
      </p:cxnSp>
      <p:cxnSp>
        <p:nvCxnSpPr>
          <p:cNvPr id="290" name="Straight Connector 289">
            <a:extLst>
              <a:ext uri="{FF2B5EF4-FFF2-40B4-BE49-F238E27FC236}">
                <a16:creationId xmlns:a16="http://schemas.microsoft.com/office/drawing/2014/main" id="{BAE749CA-7659-4745-A054-D59431AAD3DB}"/>
              </a:ext>
            </a:extLst>
          </p:cNvPr>
          <p:cNvCxnSpPr>
            <a:cxnSpLocks/>
          </p:cNvCxnSpPr>
          <p:nvPr/>
        </p:nvCxnSpPr>
        <p:spPr>
          <a:xfrm flipH="1" flipV="1">
            <a:off x="7555674" y="4665089"/>
            <a:ext cx="2085474" cy="1480236"/>
          </a:xfrm>
          <a:prstGeom prst="line">
            <a:avLst/>
          </a:prstGeom>
          <a:noFill/>
          <a:ln w="12700" cap="rnd" cmpd="sng" algn="ctr">
            <a:solidFill>
              <a:srgbClr val="00B0F0"/>
            </a:solidFill>
            <a:prstDash val="solid"/>
            <a:miter lim="800000"/>
            <a:headEnd type="none" w="med" len="med"/>
            <a:tailEnd type="none" w="med" len="med"/>
          </a:ln>
          <a:effectLst/>
        </p:spPr>
      </p:cxnSp>
      <p:cxnSp>
        <p:nvCxnSpPr>
          <p:cNvPr id="291" name="Straight Connector 290">
            <a:extLst>
              <a:ext uri="{FF2B5EF4-FFF2-40B4-BE49-F238E27FC236}">
                <a16:creationId xmlns:a16="http://schemas.microsoft.com/office/drawing/2014/main" id="{C7B831A4-6092-4D90-9611-EE32384D2868}"/>
              </a:ext>
            </a:extLst>
          </p:cNvPr>
          <p:cNvCxnSpPr>
            <a:cxnSpLocks/>
          </p:cNvCxnSpPr>
          <p:nvPr/>
        </p:nvCxnSpPr>
        <p:spPr>
          <a:xfrm>
            <a:off x="5443518" y="5331383"/>
            <a:ext cx="0" cy="440767"/>
          </a:xfrm>
          <a:prstGeom prst="line">
            <a:avLst/>
          </a:prstGeom>
          <a:noFill/>
          <a:ln w="12700" cap="rnd" cmpd="sng" algn="ctr">
            <a:solidFill>
              <a:srgbClr val="00B0F0"/>
            </a:solidFill>
            <a:prstDash val="solid"/>
            <a:miter lim="800000"/>
            <a:headEnd type="none" w="med" len="med"/>
            <a:tailEnd type="none" w="med" len="med"/>
          </a:ln>
          <a:effectLst/>
        </p:spPr>
      </p:cxnSp>
      <p:cxnSp>
        <p:nvCxnSpPr>
          <p:cNvPr id="292" name="Straight Connector 291">
            <a:extLst>
              <a:ext uri="{FF2B5EF4-FFF2-40B4-BE49-F238E27FC236}">
                <a16:creationId xmlns:a16="http://schemas.microsoft.com/office/drawing/2014/main" id="{9C2A4D00-76AB-4322-8E7A-A84D8021DB7B}"/>
              </a:ext>
            </a:extLst>
          </p:cNvPr>
          <p:cNvCxnSpPr>
            <a:cxnSpLocks/>
          </p:cNvCxnSpPr>
          <p:nvPr/>
        </p:nvCxnSpPr>
        <p:spPr>
          <a:xfrm flipH="1" flipV="1">
            <a:off x="2655980" y="5772874"/>
            <a:ext cx="2785970" cy="5626"/>
          </a:xfrm>
          <a:prstGeom prst="line">
            <a:avLst/>
          </a:prstGeom>
          <a:noFill/>
          <a:ln w="12700" cap="rnd" cmpd="sng" algn="ctr">
            <a:solidFill>
              <a:srgbClr val="00B0F0"/>
            </a:solidFill>
            <a:prstDash val="solid"/>
            <a:miter lim="800000"/>
            <a:headEnd type="none" w="med" len="med"/>
            <a:tailEnd type="none" w="med" len="med"/>
          </a:ln>
          <a:effectLst/>
        </p:spPr>
      </p:cxnSp>
      <p:cxnSp>
        <p:nvCxnSpPr>
          <p:cNvPr id="293" name="Straight Connector 292">
            <a:extLst>
              <a:ext uri="{FF2B5EF4-FFF2-40B4-BE49-F238E27FC236}">
                <a16:creationId xmlns:a16="http://schemas.microsoft.com/office/drawing/2014/main" id="{B6B471F8-1969-4614-B97C-E1D683031D46}"/>
              </a:ext>
            </a:extLst>
          </p:cNvPr>
          <p:cNvCxnSpPr>
            <a:cxnSpLocks/>
          </p:cNvCxnSpPr>
          <p:nvPr/>
        </p:nvCxnSpPr>
        <p:spPr>
          <a:xfrm>
            <a:off x="3283644" y="1212955"/>
            <a:ext cx="2351" cy="325338"/>
          </a:xfrm>
          <a:prstGeom prst="line">
            <a:avLst/>
          </a:prstGeom>
          <a:noFill/>
          <a:ln w="12700" cap="rnd" cmpd="sng" algn="ctr">
            <a:solidFill>
              <a:srgbClr val="00B0F0"/>
            </a:solidFill>
            <a:prstDash val="solid"/>
            <a:miter lim="800000"/>
            <a:headEnd type="none" w="med" len="med"/>
            <a:tailEnd type="none" w="med" len="med"/>
          </a:ln>
          <a:effectLst/>
        </p:spPr>
      </p:cxnSp>
      <p:cxnSp>
        <p:nvCxnSpPr>
          <p:cNvPr id="294" name="Straight Connector 293">
            <a:extLst>
              <a:ext uri="{FF2B5EF4-FFF2-40B4-BE49-F238E27FC236}">
                <a16:creationId xmlns:a16="http://schemas.microsoft.com/office/drawing/2014/main" id="{44DA8F1D-12C9-488C-94B3-98DEB743C4F7}"/>
              </a:ext>
            </a:extLst>
          </p:cNvPr>
          <p:cNvCxnSpPr>
            <a:cxnSpLocks/>
          </p:cNvCxnSpPr>
          <p:nvPr/>
        </p:nvCxnSpPr>
        <p:spPr>
          <a:xfrm flipV="1">
            <a:off x="1471613" y="1212955"/>
            <a:ext cx="1812031" cy="20533"/>
          </a:xfrm>
          <a:prstGeom prst="line">
            <a:avLst/>
          </a:prstGeom>
          <a:noFill/>
          <a:ln w="12700" cap="rnd" cmpd="sng" algn="ctr">
            <a:solidFill>
              <a:srgbClr val="00B0F0"/>
            </a:solidFill>
            <a:prstDash val="solid"/>
            <a:miter lim="800000"/>
            <a:headEnd type="none" w="med" len="med"/>
            <a:tailEnd type="none" w="med" len="med"/>
          </a:ln>
          <a:effectLst/>
        </p:spPr>
      </p:cxnSp>
      <p:cxnSp>
        <p:nvCxnSpPr>
          <p:cNvPr id="295" name="Straight Connector 294">
            <a:extLst>
              <a:ext uri="{FF2B5EF4-FFF2-40B4-BE49-F238E27FC236}">
                <a16:creationId xmlns:a16="http://schemas.microsoft.com/office/drawing/2014/main" id="{1402A26A-7295-436B-932B-56DC38E99C31}"/>
              </a:ext>
            </a:extLst>
          </p:cNvPr>
          <p:cNvCxnSpPr>
            <a:cxnSpLocks/>
          </p:cNvCxnSpPr>
          <p:nvPr/>
        </p:nvCxnSpPr>
        <p:spPr>
          <a:xfrm flipH="1" flipV="1">
            <a:off x="4842119" y="379159"/>
            <a:ext cx="860011" cy="2276129"/>
          </a:xfrm>
          <a:prstGeom prst="line">
            <a:avLst/>
          </a:prstGeom>
          <a:noFill/>
          <a:ln w="12700" cap="rnd" cmpd="sng" algn="ctr">
            <a:solidFill>
              <a:srgbClr val="00B0F0"/>
            </a:solidFill>
            <a:prstDash val="solid"/>
            <a:miter lim="800000"/>
            <a:headEnd type="none" w="med" len="med"/>
            <a:tailEnd type="none" w="med" len="med"/>
          </a:ln>
          <a:effectLst/>
        </p:spPr>
      </p:cxnSp>
      <p:cxnSp>
        <p:nvCxnSpPr>
          <p:cNvPr id="296" name="Straight Connector 295">
            <a:extLst>
              <a:ext uri="{FF2B5EF4-FFF2-40B4-BE49-F238E27FC236}">
                <a16:creationId xmlns:a16="http://schemas.microsoft.com/office/drawing/2014/main" id="{8A1B74F3-6A20-42D7-96D9-A45566050095}"/>
              </a:ext>
            </a:extLst>
          </p:cNvPr>
          <p:cNvCxnSpPr>
            <a:cxnSpLocks/>
          </p:cNvCxnSpPr>
          <p:nvPr/>
        </p:nvCxnSpPr>
        <p:spPr>
          <a:xfrm flipH="1">
            <a:off x="2616492" y="3188494"/>
            <a:ext cx="502" cy="2545580"/>
          </a:xfrm>
          <a:prstGeom prst="line">
            <a:avLst/>
          </a:prstGeom>
          <a:noFill/>
          <a:ln w="12700" cap="rnd" cmpd="sng" algn="ctr">
            <a:solidFill>
              <a:srgbClr val="00B0F0"/>
            </a:solidFill>
            <a:prstDash val="solid"/>
            <a:miter lim="800000"/>
            <a:headEnd type="none" w="med" len="med"/>
            <a:tailEnd type="none" w="med" len="med"/>
          </a:ln>
          <a:effectLst/>
        </p:spPr>
      </p:cxnSp>
      <p:cxnSp>
        <p:nvCxnSpPr>
          <p:cNvPr id="297" name="Straight Connector 296">
            <a:extLst>
              <a:ext uri="{FF2B5EF4-FFF2-40B4-BE49-F238E27FC236}">
                <a16:creationId xmlns:a16="http://schemas.microsoft.com/office/drawing/2014/main" id="{0AE9A18C-E736-4D62-A150-DBBB0DC89B74}"/>
              </a:ext>
            </a:extLst>
          </p:cNvPr>
          <p:cNvCxnSpPr>
            <a:cxnSpLocks/>
          </p:cNvCxnSpPr>
          <p:nvPr/>
        </p:nvCxnSpPr>
        <p:spPr>
          <a:xfrm>
            <a:off x="5828677" y="3680839"/>
            <a:ext cx="809190" cy="0"/>
          </a:xfrm>
          <a:prstGeom prst="line">
            <a:avLst/>
          </a:prstGeom>
          <a:noFill/>
          <a:ln w="12700" cap="rnd" cmpd="sng" algn="ctr">
            <a:solidFill>
              <a:srgbClr val="00B0F0"/>
            </a:solidFill>
            <a:prstDash val="solid"/>
            <a:miter lim="800000"/>
            <a:headEnd type="none" w="med" len="med"/>
            <a:tailEnd type="none" w="med" len="med"/>
          </a:ln>
          <a:effectLst/>
        </p:spPr>
      </p:cxnSp>
      <p:cxnSp>
        <p:nvCxnSpPr>
          <p:cNvPr id="298" name="Straight Connector 297">
            <a:extLst>
              <a:ext uri="{FF2B5EF4-FFF2-40B4-BE49-F238E27FC236}">
                <a16:creationId xmlns:a16="http://schemas.microsoft.com/office/drawing/2014/main" id="{BEF7039F-FCB9-40EE-B277-A5CA57F67D88}"/>
              </a:ext>
            </a:extLst>
          </p:cNvPr>
          <p:cNvCxnSpPr>
            <a:cxnSpLocks/>
          </p:cNvCxnSpPr>
          <p:nvPr/>
        </p:nvCxnSpPr>
        <p:spPr>
          <a:xfrm flipV="1">
            <a:off x="6639886" y="2440696"/>
            <a:ext cx="999504" cy="1242071"/>
          </a:xfrm>
          <a:prstGeom prst="line">
            <a:avLst/>
          </a:prstGeom>
          <a:noFill/>
          <a:ln w="12700" cap="rnd" cmpd="sng" algn="ctr">
            <a:solidFill>
              <a:srgbClr val="00B0F0"/>
            </a:solidFill>
            <a:prstDash val="solid"/>
            <a:miter lim="800000"/>
            <a:headEnd type="none" w="med" len="med"/>
            <a:tailEnd type="none" w="med" len="med"/>
          </a:ln>
          <a:effectLst/>
        </p:spPr>
      </p:cxnSp>
      <p:cxnSp>
        <p:nvCxnSpPr>
          <p:cNvPr id="299" name="Straight Connector 298">
            <a:extLst>
              <a:ext uri="{FF2B5EF4-FFF2-40B4-BE49-F238E27FC236}">
                <a16:creationId xmlns:a16="http://schemas.microsoft.com/office/drawing/2014/main" id="{03A7C780-8090-4F6B-BB7C-C65FB89A3890}"/>
              </a:ext>
            </a:extLst>
          </p:cNvPr>
          <p:cNvCxnSpPr>
            <a:cxnSpLocks/>
          </p:cNvCxnSpPr>
          <p:nvPr/>
        </p:nvCxnSpPr>
        <p:spPr>
          <a:xfrm>
            <a:off x="8536781" y="1047750"/>
            <a:ext cx="1531732" cy="3708433"/>
          </a:xfrm>
          <a:prstGeom prst="line">
            <a:avLst/>
          </a:prstGeom>
          <a:noFill/>
          <a:ln w="12700" cap="rnd" cmpd="sng" algn="ctr">
            <a:solidFill>
              <a:srgbClr val="00B0F0"/>
            </a:solidFill>
            <a:prstDash val="solid"/>
            <a:miter lim="800000"/>
            <a:headEnd type="none" w="med" len="med"/>
            <a:tailEnd type="none" w="med" len="med"/>
          </a:ln>
          <a:effectLst/>
        </p:spPr>
      </p:cxnSp>
      <p:cxnSp>
        <p:nvCxnSpPr>
          <p:cNvPr id="300" name="Straight Connector 299">
            <a:extLst>
              <a:ext uri="{FF2B5EF4-FFF2-40B4-BE49-F238E27FC236}">
                <a16:creationId xmlns:a16="http://schemas.microsoft.com/office/drawing/2014/main" id="{179649BA-8C35-409B-8523-138CB151251B}"/>
              </a:ext>
            </a:extLst>
          </p:cNvPr>
          <p:cNvCxnSpPr>
            <a:cxnSpLocks/>
          </p:cNvCxnSpPr>
          <p:nvPr/>
        </p:nvCxnSpPr>
        <p:spPr>
          <a:xfrm flipH="1">
            <a:off x="5447393" y="3692525"/>
            <a:ext cx="356507" cy="1600059"/>
          </a:xfrm>
          <a:prstGeom prst="line">
            <a:avLst/>
          </a:prstGeom>
          <a:noFill/>
          <a:ln w="12700" cap="rnd" cmpd="sng" algn="ctr">
            <a:solidFill>
              <a:srgbClr val="00B0F0"/>
            </a:solidFill>
            <a:prstDash val="solid"/>
            <a:miter lim="800000"/>
            <a:headEnd type="none" w="med" len="med"/>
            <a:tailEnd type="none" w="med" len="med"/>
          </a:ln>
          <a:effectLst/>
        </p:spPr>
      </p:cxnSp>
      <p:cxnSp>
        <p:nvCxnSpPr>
          <p:cNvPr id="301" name="Straight Connector 300">
            <a:extLst>
              <a:ext uri="{FF2B5EF4-FFF2-40B4-BE49-F238E27FC236}">
                <a16:creationId xmlns:a16="http://schemas.microsoft.com/office/drawing/2014/main" id="{D8E2B4BC-4B2F-4328-B8E8-6C0D365AC0B9}"/>
              </a:ext>
            </a:extLst>
          </p:cNvPr>
          <p:cNvCxnSpPr>
            <a:cxnSpLocks/>
          </p:cNvCxnSpPr>
          <p:nvPr/>
        </p:nvCxnSpPr>
        <p:spPr>
          <a:xfrm>
            <a:off x="7664415" y="2420987"/>
            <a:ext cx="944582" cy="796367"/>
          </a:xfrm>
          <a:prstGeom prst="line">
            <a:avLst/>
          </a:prstGeom>
          <a:noFill/>
          <a:ln w="12700" cap="rnd" cmpd="sng" algn="ctr">
            <a:solidFill>
              <a:srgbClr val="00B0F0"/>
            </a:solidFill>
            <a:prstDash val="solid"/>
            <a:miter lim="800000"/>
            <a:headEnd type="none" w="med" len="med"/>
            <a:tailEnd type="none" w="med" len="med"/>
          </a:ln>
          <a:effectLst/>
        </p:spPr>
      </p:cxnSp>
      <p:cxnSp>
        <p:nvCxnSpPr>
          <p:cNvPr id="302" name="Straight Connector 301">
            <a:extLst>
              <a:ext uri="{FF2B5EF4-FFF2-40B4-BE49-F238E27FC236}">
                <a16:creationId xmlns:a16="http://schemas.microsoft.com/office/drawing/2014/main" id="{CFA429F9-0BB5-46CF-99FA-B8CE690B79EA}"/>
              </a:ext>
            </a:extLst>
          </p:cNvPr>
          <p:cNvCxnSpPr>
            <a:cxnSpLocks/>
          </p:cNvCxnSpPr>
          <p:nvPr/>
        </p:nvCxnSpPr>
        <p:spPr>
          <a:xfrm flipV="1">
            <a:off x="7540297" y="3230486"/>
            <a:ext cx="1066481" cy="1434604"/>
          </a:xfrm>
          <a:prstGeom prst="line">
            <a:avLst/>
          </a:prstGeom>
          <a:noFill/>
          <a:ln w="12700" cap="rnd" cmpd="sng" algn="ctr">
            <a:solidFill>
              <a:srgbClr val="00B0F0"/>
            </a:solidFill>
            <a:prstDash val="solid"/>
            <a:miter lim="800000"/>
            <a:headEnd type="none" w="med" len="med"/>
            <a:tailEnd type="none" w="med" len="med"/>
          </a:ln>
          <a:effectLst/>
        </p:spPr>
      </p:cxnSp>
      <p:cxnSp>
        <p:nvCxnSpPr>
          <p:cNvPr id="303" name="Straight Connector 302">
            <a:extLst>
              <a:ext uri="{FF2B5EF4-FFF2-40B4-BE49-F238E27FC236}">
                <a16:creationId xmlns:a16="http://schemas.microsoft.com/office/drawing/2014/main" id="{024CFACB-9FFD-4F50-9996-C8E215ECAF85}"/>
              </a:ext>
            </a:extLst>
          </p:cNvPr>
          <p:cNvCxnSpPr>
            <a:cxnSpLocks/>
          </p:cNvCxnSpPr>
          <p:nvPr/>
        </p:nvCxnSpPr>
        <p:spPr>
          <a:xfrm>
            <a:off x="4880918" y="340360"/>
            <a:ext cx="3613001" cy="683578"/>
          </a:xfrm>
          <a:prstGeom prst="line">
            <a:avLst/>
          </a:prstGeom>
          <a:noFill/>
          <a:ln w="12700" cap="rnd" cmpd="sng" algn="ctr">
            <a:solidFill>
              <a:srgbClr val="00B0F0"/>
            </a:solidFill>
            <a:prstDash val="solid"/>
            <a:miter lim="800000"/>
            <a:headEnd type="none" w="med" len="med"/>
            <a:tailEnd type="none" w="med" len="med"/>
          </a:ln>
          <a:effectLst/>
        </p:spPr>
      </p:cxnSp>
      <p:cxnSp>
        <p:nvCxnSpPr>
          <p:cNvPr id="304" name="Straight Connector 303">
            <a:extLst>
              <a:ext uri="{FF2B5EF4-FFF2-40B4-BE49-F238E27FC236}">
                <a16:creationId xmlns:a16="http://schemas.microsoft.com/office/drawing/2014/main" id="{68568FEF-998A-4198-8F72-6C2115A51485}"/>
              </a:ext>
            </a:extLst>
          </p:cNvPr>
          <p:cNvCxnSpPr>
            <a:cxnSpLocks/>
            <a:stCxn id="352" idx="3"/>
          </p:cNvCxnSpPr>
          <p:nvPr/>
        </p:nvCxnSpPr>
        <p:spPr>
          <a:xfrm flipV="1">
            <a:off x="11102295" y="-57150"/>
            <a:ext cx="1089705" cy="1554434"/>
          </a:xfrm>
          <a:prstGeom prst="line">
            <a:avLst/>
          </a:prstGeom>
          <a:noFill/>
          <a:ln w="12700" cap="rnd" cmpd="sng" algn="ctr">
            <a:solidFill>
              <a:srgbClr val="00B0F0"/>
            </a:solidFill>
            <a:prstDash val="solid"/>
            <a:miter lim="800000"/>
            <a:headEnd type="none" w="med" len="med"/>
            <a:tailEnd type="none" w="med" len="med"/>
          </a:ln>
          <a:effectLst/>
        </p:spPr>
      </p:cxnSp>
      <p:cxnSp>
        <p:nvCxnSpPr>
          <p:cNvPr id="305" name="Straight Connector 304">
            <a:extLst>
              <a:ext uri="{FF2B5EF4-FFF2-40B4-BE49-F238E27FC236}">
                <a16:creationId xmlns:a16="http://schemas.microsoft.com/office/drawing/2014/main" id="{20F5AF5A-23BB-4365-8B3D-B0E6E11BB14C}"/>
              </a:ext>
            </a:extLst>
          </p:cNvPr>
          <p:cNvCxnSpPr>
            <a:cxnSpLocks/>
          </p:cNvCxnSpPr>
          <p:nvPr/>
        </p:nvCxnSpPr>
        <p:spPr>
          <a:xfrm>
            <a:off x="11239500" y="3362325"/>
            <a:ext cx="952500" cy="678047"/>
          </a:xfrm>
          <a:prstGeom prst="line">
            <a:avLst/>
          </a:prstGeom>
          <a:noFill/>
          <a:ln w="12700" cap="rnd" cmpd="sng" algn="ctr">
            <a:solidFill>
              <a:srgbClr val="00B0F0"/>
            </a:solidFill>
            <a:prstDash val="solid"/>
            <a:miter lim="800000"/>
            <a:headEnd type="none" w="med" len="med"/>
            <a:tailEnd type="none" w="med" len="med"/>
          </a:ln>
          <a:effectLst/>
        </p:spPr>
      </p:cxnSp>
      <p:cxnSp>
        <p:nvCxnSpPr>
          <p:cNvPr id="306" name="Straight Connector 305">
            <a:extLst>
              <a:ext uri="{FF2B5EF4-FFF2-40B4-BE49-F238E27FC236}">
                <a16:creationId xmlns:a16="http://schemas.microsoft.com/office/drawing/2014/main" id="{694F390B-312E-442A-AA1C-9D484176C5B2}"/>
              </a:ext>
            </a:extLst>
          </p:cNvPr>
          <p:cNvCxnSpPr>
            <a:cxnSpLocks/>
          </p:cNvCxnSpPr>
          <p:nvPr/>
        </p:nvCxnSpPr>
        <p:spPr>
          <a:xfrm flipH="1">
            <a:off x="9473609" y="6157632"/>
            <a:ext cx="129062" cy="700368"/>
          </a:xfrm>
          <a:prstGeom prst="line">
            <a:avLst/>
          </a:prstGeom>
          <a:noFill/>
          <a:ln w="12700" cap="rnd" cmpd="sng" algn="ctr">
            <a:solidFill>
              <a:srgbClr val="00B0F0"/>
            </a:solidFill>
            <a:prstDash val="solid"/>
            <a:miter lim="800000"/>
            <a:headEnd type="none" w="med" len="med"/>
            <a:tailEnd type="none" w="med" len="med"/>
          </a:ln>
          <a:effectLst/>
        </p:spPr>
      </p:cxnSp>
      <p:cxnSp>
        <p:nvCxnSpPr>
          <p:cNvPr id="307" name="Straight Connector 306">
            <a:extLst>
              <a:ext uri="{FF2B5EF4-FFF2-40B4-BE49-F238E27FC236}">
                <a16:creationId xmlns:a16="http://schemas.microsoft.com/office/drawing/2014/main" id="{89CD4638-D9FB-49E0-9FBB-35DB5AC83B72}"/>
              </a:ext>
            </a:extLst>
          </p:cNvPr>
          <p:cNvCxnSpPr>
            <a:cxnSpLocks/>
            <a:endCxn id="380" idx="1"/>
          </p:cNvCxnSpPr>
          <p:nvPr/>
        </p:nvCxnSpPr>
        <p:spPr>
          <a:xfrm>
            <a:off x="2624832" y="5773444"/>
            <a:ext cx="2287331" cy="939646"/>
          </a:xfrm>
          <a:prstGeom prst="line">
            <a:avLst/>
          </a:prstGeom>
          <a:noFill/>
          <a:ln w="12700" cap="rnd" cmpd="sng" algn="ctr">
            <a:solidFill>
              <a:srgbClr val="00B0F0"/>
            </a:solidFill>
            <a:prstDash val="solid"/>
            <a:miter lim="800000"/>
            <a:headEnd type="none" w="med" len="med"/>
            <a:tailEnd type="none" w="med" len="med"/>
          </a:ln>
          <a:effectLst/>
        </p:spPr>
      </p:cxnSp>
      <p:cxnSp>
        <p:nvCxnSpPr>
          <p:cNvPr id="308" name="Straight Connector 307">
            <a:extLst>
              <a:ext uri="{FF2B5EF4-FFF2-40B4-BE49-F238E27FC236}">
                <a16:creationId xmlns:a16="http://schemas.microsoft.com/office/drawing/2014/main" id="{3EF9FB2A-E19C-41C8-A682-7149D9446819}"/>
              </a:ext>
            </a:extLst>
          </p:cNvPr>
          <p:cNvCxnSpPr>
            <a:cxnSpLocks/>
            <a:stCxn id="357" idx="1"/>
          </p:cNvCxnSpPr>
          <p:nvPr/>
        </p:nvCxnSpPr>
        <p:spPr>
          <a:xfrm flipH="1">
            <a:off x="2" y="5772874"/>
            <a:ext cx="2578378" cy="503639"/>
          </a:xfrm>
          <a:prstGeom prst="line">
            <a:avLst/>
          </a:prstGeom>
          <a:noFill/>
          <a:ln w="12700" cap="rnd" cmpd="sng" algn="ctr">
            <a:solidFill>
              <a:srgbClr val="00B0F0"/>
            </a:solidFill>
            <a:prstDash val="solid"/>
            <a:miter lim="800000"/>
            <a:headEnd type="none" w="med" len="med"/>
            <a:tailEnd type="none" w="med" len="med"/>
          </a:ln>
          <a:effectLst/>
        </p:spPr>
      </p:cxnSp>
      <p:cxnSp>
        <p:nvCxnSpPr>
          <p:cNvPr id="309" name="Straight Connector 308">
            <a:extLst>
              <a:ext uri="{FF2B5EF4-FFF2-40B4-BE49-F238E27FC236}">
                <a16:creationId xmlns:a16="http://schemas.microsoft.com/office/drawing/2014/main" id="{FB652050-DD54-41DE-9C3C-62B9374A09F5}"/>
              </a:ext>
            </a:extLst>
          </p:cNvPr>
          <p:cNvCxnSpPr>
            <a:cxnSpLocks/>
          </p:cNvCxnSpPr>
          <p:nvPr/>
        </p:nvCxnSpPr>
        <p:spPr>
          <a:xfrm flipH="1" flipV="1">
            <a:off x="1481106" y="11684"/>
            <a:ext cx="1" cy="1192564"/>
          </a:xfrm>
          <a:prstGeom prst="line">
            <a:avLst/>
          </a:prstGeom>
          <a:noFill/>
          <a:ln w="12700" cap="rnd" cmpd="sng" algn="ctr">
            <a:solidFill>
              <a:srgbClr val="00B0F0"/>
            </a:solidFill>
            <a:prstDash val="solid"/>
            <a:miter lim="800000"/>
            <a:headEnd type="none" w="med" len="med"/>
            <a:tailEnd type="none" w="med" len="med"/>
          </a:ln>
          <a:effectLst/>
        </p:spPr>
      </p:cxnSp>
      <p:cxnSp>
        <p:nvCxnSpPr>
          <p:cNvPr id="310" name="Straight Connector 309">
            <a:extLst>
              <a:ext uri="{FF2B5EF4-FFF2-40B4-BE49-F238E27FC236}">
                <a16:creationId xmlns:a16="http://schemas.microsoft.com/office/drawing/2014/main" id="{E0E53071-20F8-42EE-9826-45F84E34D731}"/>
              </a:ext>
            </a:extLst>
          </p:cNvPr>
          <p:cNvCxnSpPr>
            <a:cxnSpLocks/>
          </p:cNvCxnSpPr>
          <p:nvPr/>
        </p:nvCxnSpPr>
        <p:spPr>
          <a:xfrm>
            <a:off x="1481106" y="1269833"/>
            <a:ext cx="0" cy="1263109"/>
          </a:xfrm>
          <a:prstGeom prst="line">
            <a:avLst/>
          </a:prstGeom>
          <a:noFill/>
          <a:ln w="12700" cap="rnd" cmpd="sng" algn="ctr">
            <a:solidFill>
              <a:srgbClr val="00B0F0"/>
            </a:solidFill>
            <a:prstDash val="solid"/>
            <a:miter lim="800000"/>
            <a:headEnd type="none" w="med" len="med"/>
            <a:tailEnd type="none" w="med" len="med"/>
          </a:ln>
          <a:effectLst/>
        </p:spPr>
      </p:cxnSp>
      <p:cxnSp>
        <p:nvCxnSpPr>
          <p:cNvPr id="311" name="Straight Connector 310">
            <a:extLst>
              <a:ext uri="{FF2B5EF4-FFF2-40B4-BE49-F238E27FC236}">
                <a16:creationId xmlns:a16="http://schemas.microsoft.com/office/drawing/2014/main" id="{471A5EAE-E896-4C4F-8B6A-484F2C3E70D8}"/>
              </a:ext>
            </a:extLst>
          </p:cNvPr>
          <p:cNvCxnSpPr>
            <a:cxnSpLocks/>
          </p:cNvCxnSpPr>
          <p:nvPr/>
        </p:nvCxnSpPr>
        <p:spPr>
          <a:xfrm>
            <a:off x="5072" y="2532942"/>
            <a:ext cx="1455938" cy="0"/>
          </a:xfrm>
          <a:prstGeom prst="line">
            <a:avLst/>
          </a:prstGeom>
          <a:noFill/>
          <a:ln w="12700" cap="rnd" cmpd="sng" algn="ctr">
            <a:solidFill>
              <a:srgbClr val="00B0F0"/>
            </a:solidFill>
            <a:prstDash val="solid"/>
            <a:miter lim="800000"/>
            <a:headEnd type="none" w="med" len="med"/>
            <a:tailEnd type="none" w="med" len="med"/>
          </a:ln>
          <a:effectLst/>
        </p:spPr>
      </p:cxnSp>
      <p:cxnSp>
        <p:nvCxnSpPr>
          <p:cNvPr id="312" name="Straight Connector 311">
            <a:extLst>
              <a:ext uri="{FF2B5EF4-FFF2-40B4-BE49-F238E27FC236}">
                <a16:creationId xmlns:a16="http://schemas.microsoft.com/office/drawing/2014/main" id="{A9C4721A-7C52-4157-98A9-0DD34BE0A36A}"/>
              </a:ext>
            </a:extLst>
          </p:cNvPr>
          <p:cNvCxnSpPr>
            <a:cxnSpLocks/>
          </p:cNvCxnSpPr>
          <p:nvPr/>
        </p:nvCxnSpPr>
        <p:spPr>
          <a:xfrm>
            <a:off x="2616491" y="3190903"/>
            <a:ext cx="308864" cy="0"/>
          </a:xfrm>
          <a:prstGeom prst="line">
            <a:avLst/>
          </a:prstGeom>
          <a:noFill/>
          <a:ln w="12700" cap="rnd" cmpd="sng" algn="ctr">
            <a:solidFill>
              <a:srgbClr val="00B0F0"/>
            </a:solidFill>
            <a:prstDash val="solid"/>
            <a:miter lim="800000"/>
            <a:headEnd type="none" w="med" len="med"/>
            <a:tailEnd type="none" w="med" len="med"/>
          </a:ln>
          <a:effectLst/>
        </p:spPr>
      </p:cxnSp>
      <p:sp>
        <p:nvSpPr>
          <p:cNvPr id="313" name="Rectangle 312">
            <a:extLst>
              <a:ext uri="{FF2B5EF4-FFF2-40B4-BE49-F238E27FC236}">
                <a16:creationId xmlns:a16="http://schemas.microsoft.com/office/drawing/2014/main" id="{7549D124-D3F2-429A-B726-9508C915354E}"/>
              </a:ext>
            </a:extLst>
          </p:cNvPr>
          <p:cNvSpPr/>
          <p:nvPr/>
        </p:nvSpPr>
        <p:spPr>
          <a:xfrm>
            <a:off x="11198708" y="4795410"/>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14" name="Rectangle 313">
            <a:extLst>
              <a:ext uri="{FF2B5EF4-FFF2-40B4-BE49-F238E27FC236}">
                <a16:creationId xmlns:a16="http://schemas.microsoft.com/office/drawing/2014/main" id="{20937765-AF0D-488E-ACF6-C99857F9AFF2}"/>
              </a:ext>
            </a:extLst>
          </p:cNvPr>
          <p:cNvSpPr/>
          <p:nvPr/>
        </p:nvSpPr>
        <p:spPr>
          <a:xfrm>
            <a:off x="4927541" y="6674291"/>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315" name="Straight Connector 314">
            <a:extLst>
              <a:ext uri="{FF2B5EF4-FFF2-40B4-BE49-F238E27FC236}">
                <a16:creationId xmlns:a16="http://schemas.microsoft.com/office/drawing/2014/main" id="{77D54434-E628-44ED-8188-D2B4DE5D8181}"/>
              </a:ext>
            </a:extLst>
          </p:cNvPr>
          <p:cNvCxnSpPr>
            <a:cxnSpLocks/>
            <a:stCxn id="380" idx="3"/>
            <a:endCxn id="354" idx="1"/>
          </p:cNvCxnSpPr>
          <p:nvPr/>
        </p:nvCxnSpPr>
        <p:spPr>
          <a:xfrm flipV="1">
            <a:off x="5020517" y="6145325"/>
            <a:ext cx="4543032" cy="567765"/>
          </a:xfrm>
          <a:prstGeom prst="line">
            <a:avLst/>
          </a:prstGeom>
          <a:noFill/>
          <a:ln w="12700" cap="rnd" cmpd="sng" algn="ctr">
            <a:solidFill>
              <a:srgbClr val="00B0F0"/>
            </a:solidFill>
            <a:prstDash val="solid"/>
            <a:miter lim="800000"/>
            <a:headEnd type="none" w="med" len="med"/>
            <a:tailEnd type="none" w="med" len="med"/>
          </a:ln>
          <a:effectLst/>
        </p:spPr>
      </p:cxnSp>
      <p:cxnSp>
        <p:nvCxnSpPr>
          <p:cNvPr id="316" name="Straight Connector 315">
            <a:extLst>
              <a:ext uri="{FF2B5EF4-FFF2-40B4-BE49-F238E27FC236}">
                <a16:creationId xmlns:a16="http://schemas.microsoft.com/office/drawing/2014/main" id="{D61D49D6-44E9-45FD-8E4F-DEC931466A40}"/>
              </a:ext>
            </a:extLst>
          </p:cNvPr>
          <p:cNvCxnSpPr>
            <a:cxnSpLocks/>
            <a:stCxn id="391" idx="3"/>
            <a:endCxn id="378" idx="1"/>
          </p:cNvCxnSpPr>
          <p:nvPr/>
        </p:nvCxnSpPr>
        <p:spPr>
          <a:xfrm>
            <a:off x="9656525" y="6145324"/>
            <a:ext cx="1433586" cy="296843"/>
          </a:xfrm>
          <a:prstGeom prst="line">
            <a:avLst/>
          </a:prstGeom>
          <a:noFill/>
          <a:ln w="12700" cap="rnd" cmpd="sng" algn="ctr">
            <a:solidFill>
              <a:srgbClr val="00B0F0"/>
            </a:solidFill>
            <a:prstDash val="solid"/>
            <a:miter lim="800000"/>
            <a:headEnd type="none" w="med" len="med"/>
            <a:tailEnd type="none" w="med" len="med"/>
          </a:ln>
          <a:effectLst/>
        </p:spPr>
      </p:cxnSp>
      <p:cxnSp>
        <p:nvCxnSpPr>
          <p:cNvPr id="317" name="Straight Connector 316">
            <a:extLst>
              <a:ext uri="{FF2B5EF4-FFF2-40B4-BE49-F238E27FC236}">
                <a16:creationId xmlns:a16="http://schemas.microsoft.com/office/drawing/2014/main" id="{97C982D1-B41A-4181-BE3D-89214DC69D2C}"/>
              </a:ext>
            </a:extLst>
          </p:cNvPr>
          <p:cNvCxnSpPr>
            <a:cxnSpLocks/>
          </p:cNvCxnSpPr>
          <p:nvPr/>
        </p:nvCxnSpPr>
        <p:spPr>
          <a:xfrm>
            <a:off x="11082323" y="1520080"/>
            <a:ext cx="602214" cy="608466"/>
          </a:xfrm>
          <a:prstGeom prst="line">
            <a:avLst/>
          </a:prstGeom>
          <a:noFill/>
          <a:ln w="12700" cap="rnd" cmpd="sng" algn="ctr">
            <a:solidFill>
              <a:srgbClr val="00B0F0"/>
            </a:solidFill>
            <a:prstDash val="solid"/>
            <a:miter lim="800000"/>
            <a:headEnd type="none" w="med" len="med"/>
            <a:tailEnd type="none" w="med" len="med"/>
          </a:ln>
          <a:effectLst/>
        </p:spPr>
      </p:cxnSp>
      <p:cxnSp>
        <p:nvCxnSpPr>
          <p:cNvPr id="318" name="Straight Connector 317">
            <a:extLst>
              <a:ext uri="{FF2B5EF4-FFF2-40B4-BE49-F238E27FC236}">
                <a16:creationId xmlns:a16="http://schemas.microsoft.com/office/drawing/2014/main" id="{3358A25E-61A8-4FF4-A599-CA480FE702DF}"/>
              </a:ext>
            </a:extLst>
          </p:cNvPr>
          <p:cNvCxnSpPr>
            <a:cxnSpLocks/>
            <a:stCxn id="353" idx="2"/>
            <a:endCxn id="386" idx="0"/>
          </p:cNvCxnSpPr>
          <p:nvPr/>
        </p:nvCxnSpPr>
        <p:spPr>
          <a:xfrm flipH="1">
            <a:off x="11207016" y="2198726"/>
            <a:ext cx="512871" cy="1081570"/>
          </a:xfrm>
          <a:prstGeom prst="line">
            <a:avLst/>
          </a:prstGeom>
          <a:noFill/>
          <a:ln w="12700" cap="rnd" cmpd="sng" algn="ctr">
            <a:solidFill>
              <a:srgbClr val="00B0F0"/>
            </a:solidFill>
            <a:prstDash val="solid"/>
            <a:miter lim="800000"/>
            <a:headEnd type="none" w="med" len="med"/>
            <a:tailEnd type="none" w="med" len="med"/>
          </a:ln>
          <a:effectLst/>
        </p:spPr>
      </p:cxnSp>
      <p:cxnSp>
        <p:nvCxnSpPr>
          <p:cNvPr id="319" name="Straight Connector 318">
            <a:extLst>
              <a:ext uri="{FF2B5EF4-FFF2-40B4-BE49-F238E27FC236}">
                <a16:creationId xmlns:a16="http://schemas.microsoft.com/office/drawing/2014/main" id="{CE9514D5-8B15-40E0-BD52-80B283B20F0D}"/>
              </a:ext>
            </a:extLst>
          </p:cNvPr>
          <p:cNvCxnSpPr>
            <a:cxnSpLocks/>
            <a:endCxn id="351" idx="1"/>
          </p:cNvCxnSpPr>
          <p:nvPr/>
        </p:nvCxnSpPr>
        <p:spPr>
          <a:xfrm>
            <a:off x="8541544" y="1038225"/>
            <a:ext cx="2626673" cy="2296249"/>
          </a:xfrm>
          <a:prstGeom prst="line">
            <a:avLst/>
          </a:prstGeom>
          <a:noFill/>
          <a:ln w="12700" cap="rnd" cmpd="sng" algn="ctr">
            <a:solidFill>
              <a:srgbClr val="00B0F0"/>
            </a:solidFill>
            <a:prstDash val="solid"/>
            <a:miter lim="800000"/>
            <a:headEnd type="none" w="med" len="med"/>
            <a:tailEnd type="none" w="med" len="med"/>
          </a:ln>
          <a:effectLst/>
        </p:spPr>
      </p:cxnSp>
      <p:cxnSp>
        <p:nvCxnSpPr>
          <p:cNvPr id="320" name="Straight Connector 319">
            <a:extLst>
              <a:ext uri="{FF2B5EF4-FFF2-40B4-BE49-F238E27FC236}">
                <a16:creationId xmlns:a16="http://schemas.microsoft.com/office/drawing/2014/main" id="{781381C9-6362-4571-B6D0-6CBA0CE2723B}"/>
              </a:ext>
            </a:extLst>
          </p:cNvPr>
          <p:cNvCxnSpPr>
            <a:cxnSpLocks/>
          </p:cNvCxnSpPr>
          <p:nvPr/>
        </p:nvCxnSpPr>
        <p:spPr>
          <a:xfrm flipV="1">
            <a:off x="4787941" y="250408"/>
            <a:ext cx="2511289" cy="89951"/>
          </a:xfrm>
          <a:prstGeom prst="line">
            <a:avLst/>
          </a:prstGeom>
          <a:noFill/>
          <a:ln w="12700" cap="rnd" cmpd="sng" algn="ctr">
            <a:solidFill>
              <a:srgbClr val="00B0F0"/>
            </a:solidFill>
            <a:prstDash val="solid"/>
            <a:miter lim="800000"/>
            <a:headEnd type="none" w="med" len="med"/>
            <a:tailEnd type="none" w="med" len="med"/>
          </a:ln>
          <a:effectLst/>
        </p:spPr>
      </p:cxnSp>
      <p:cxnSp>
        <p:nvCxnSpPr>
          <p:cNvPr id="321" name="Straight Connector 320">
            <a:extLst>
              <a:ext uri="{FF2B5EF4-FFF2-40B4-BE49-F238E27FC236}">
                <a16:creationId xmlns:a16="http://schemas.microsoft.com/office/drawing/2014/main" id="{B9ABA9E6-9312-499B-8C7C-40E3F9140CF9}"/>
              </a:ext>
            </a:extLst>
          </p:cNvPr>
          <p:cNvCxnSpPr>
            <a:cxnSpLocks/>
          </p:cNvCxnSpPr>
          <p:nvPr/>
        </p:nvCxnSpPr>
        <p:spPr>
          <a:xfrm flipV="1">
            <a:off x="7341327" y="11684"/>
            <a:ext cx="287382" cy="238724"/>
          </a:xfrm>
          <a:prstGeom prst="line">
            <a:avLst/>
          </a:prstGeom>
          <a:noFill/>
          <a:ln w="12700" cap="rnd" cmpd="sng" algn="ctr">
            <a:solidFill>
              <a:srgbClr val="00B0F0"/>
            </a:solidFill>
            <a:prstDash val="solid"/>
            <a:miter lim="800000"/>
            <a:headEnd type="none" w="med" len="med"/>
            <a:tailEnd type="none" w="med" len="med"/>
          </a:ln>
          <a:effectLst/>
        </p:spPr>
      </p:cxnSp>
      <p:cxnSp>
        <p:nvCxnSpPr>
          <p:cNvPr id="322" name="Straight Connector 321">
            <a:extLst>
              <a:ext uri="{FF2B5EF4-FFF2-40B4-BE49-F238E27FC236}">
                <a16:creationId xmlns:a16="http://schemas.microsoft.com/office/drawing/2014/main" id="{62FC8B00-5F28-4C1C-8D77-F4F53FD5E0C6}"/>
              </a:ext>
            </a:extLst>
          </p:cNvPr>
          <p:cNvCxnSpPr>
            <a:cxnSpLocks/>
            <a:endCxn id="365" idx="0"/>
          </p:cNvCxnSpPr>
          <p:nvPr/>
        </p:nvCxnSpPr>
        <p:spPr>
          <a:xfrm flipH="1">
            <a:off x="1521822" y="3214688"/>
            <a:ext cx="16466" cy="1542503"/>
          </a:xfrm>
          <a:prstGeom prst="line">
            <a:avLst/>
          </a:prstGeom>
          <a:noFill/>
          <a:ln w="12700" cap="rnd" cmpd="sng" algn="ctr">
            <a:solidFill>
              <a:srgbClr val="00B0F0"/>
            </a:solidFill>
            <a:prstDash val="solid"/>
            <a:miter lim="800000"/>
            <a:headEnd type="none" w="med" len="med"/>
            <a:tailEnd type="none" w="med" len="med"/>
          </a:ln>
          <a:effectLst/>
        </p:spPr>
      </p:cxnSp>
      <p:cxnSp>
        <p:nvCxnSpPr>
          <p:cNvPr id="323" name="Straight Connector 322">
            <a:extLst>
              <a:ext uri="{FF2B5EF4-FFF2-40B4-BE49-F238E27FC236}">
                <a16:creationId xmlns:a16="http://schemas.microsoft.com/office/drawing/2014/main" id="{AA343F8B-D19D-4045-90CB-572D98744DB9}"/>
              </a:ext>
            </a:extLst>
          </p:cNvPr>
          <p:cNvCxnSpPr>
            <a:cxnSpLocks/>
          </p:cNvCxnSpPr>
          <p:nvPr/>
        </p:nvCxnSpPr>
        <p:spPr>
          <a:xfrm>
            <a:off x="716257" y="3216671"/>
            <a:ext cx="820958" cy="0"/>
          </a:xfrm>
          <a:prstGeom prst="line">
            <a:avLst/>
          </a:prstGeom>
          <a:noFill/>
          <a:ln w="12700" cap="rnd" cmpd="sng" algn="ctr">
            <a:solidFill>
              <a:srgbClr val="00B0F0"/>
            </a:solidFill>
            <a:prstDash val="solid"/>
            <a:miter lim="800000"/>
            <a:headEnd type="none" w="med" len="med"/>
            <a:tailEnd type="none" w="med" len="med"/>
          </a:ln>
          <a:effectLst/>
        </p:spPr>
      </p:cxnSp>
      <p:cxnSp>
        <p:nvCxnSpPr>
          <p:cNvPr id="324" name="Straight Connector 323">
            <a:extLst>
              <a:ext uri="{FF2B5EF4-FFF2-40B4-BE49-F238E27FC236}">
                <a16:creationId xmlns:a16="http://schemas.microsoft.com/office/drawing/2014/main" id="{5E927BFA-266A-48F8-B5B8-E400C4739C41}"/>
              </a:ext>
            </a:extLst>
          </p:cNvPr>
          <p:cNvCxnSpPr>
            <a:cxnSpLocks/>
            <a:stCxn id="366" idx="3"/>
            <a:endCxn id="401" idx="0"/>
          </p:cNvCxnSpPr>
          <p:nvPr/>
        </p:nvCxnSpPr>
        <p:spPr>
          <a:xfrm flipV="1">
            <a:off x="1470377" y="4741813"/>
            <a:ext cx="51444" cy="552786"/>
          </a:xfrm>
          <a:prstGeom prst="line">
            <a:avLst/>
          </a:prstGeom>
          <a:noFill/>
          <a:ln w="12700" cap="rnd" cmpd="sng" algn="ctr">
            <a:solidFill>
              <a:srgbClr val="00B0F0"/>
            </a:solidFill>
            <a:prstDash val="solid"/>
            <a:miter lim="800000"/>
            <a:headEnd type="none" w="med" len="med"/>
            <a:tailEnd type="none" w="med" len="med"/>
          </a:ln>
          <a:effectLst/>
        </p:spPr>
      </p:cxnSp>
      <p:cxnSp>
        <p:nvCxnSpPr>
          <p:cNvPr id="325" name="Straight Connector 324">
            <a:extLst>
              <a:ext uri="{FF2B5EF4-FFF2-40B4-BE49-F238E27FC236}">
                <a16:creationId xmlns:a16="http://schemas.microsoft.com/office/drawing/2014/main" id="{0939EEDF-5411-4900-8F59-6386B0F0004E}"/>
              </a:ext>
            </a:extLst>
          </p:cNvPr>
          <p:cNvCxnSpPr>
            <a:cxnSpLocks/>
            <a:stCxn id="357" idx="1"/>
            <a:endCxn id="366" idx="3"/>
          </p:cNvCxnSpPr>
          <p:nvPr/>
        </p:nvCxnSpPr>
        <p:spPr>
          <a:xfrm flipH="1" flipV="1">
            <a:off x="1470377" y="5294599"/>
            <a:ext cx="1108003" cy="478275"/>
          </a:xfrm>
          <a:prstGeom prst="line">
            <a:avLst/>
          </a:prstGeom>
          <a:noFill/>
          <a:ln w="12700" cap="rnd" cmpd="sng" algn="ctr">
            <a:solidFill>
              <a:srgbClr val="00B0F0"/>
            </a:solidFill>
            <a:prstDash val="solid"/>
            <a:miter lim="800000"/>
            <a:headEnd type="none" w="med" len="med"/>
            <a:tailEnd type="none" w="med" len="med"/>
          </a:ln>
          <a:effectLst/>
        </p:spPr>
      </p:cxnSp>
      <p:cxnSp>
        <p:nvCxnSpPr>
          <p:cNvPr id="326" name="Straight Connector 325">
            <a:extLst>
              <a:ext uri="{FF2B5EF4-FFF2-40B4-BE49-F238E27FC236}">
                <a16:creationId xmlns:a16="http://schemas.microsoft.com/office/drawing/2014/main" id="{2015FF7E-03C2-4638-97D4-1268FC98C7B9}"/>
              </a:ext>
            </a:extLst>
          </p:cNvPr>
          <p:cNvCxnSpPr>
            <a:cxnSpLocks/>
            <a:stCxn id="366" idx="0"/>
            <a:endCxn id="367" idx="2"/>
          </p:cNvCxnSpPr>
          <p:nvPr/>
        </p:nvCxnSpPr>
        <p:spPr>
          <a:xfrm flipH="1" flipV="1">
            <a:off x="666403" y="3274188"/>
            <a:ext cx="765175" cy="1981611"/>
          </a:xfrm>
          <a:prstGeom prst="line">
            <a:avLst/>
          </a:prstGeom>
          <a:noFill/>
          <a:ln w="12700" cap="rnd" cmpd="sng" algn="ctr">
            <a:solidFill>
              <a:srgbClr val="00B0F0"/>
            </a:solidFill>
            <a:prstDash val="solid"/>
            <a:miter lim="800000"/>
            <a:headEnd type="none" w="med" len="med"/>
            <a:tailEnd type="none" w="med" len="med"/>
          </a:ln>
          <a:effectLst/>
        </p:spPr>
      </p:cxnSp>
      <p:cxnSp>
        <p:nvCxnSpPr>
          <p:cNvPr id="327" name="Straight Connector 326">
            <a:extLst>
              <a:ext uri="{FF2B5EF4-FFF2-40B4-BE49-F238E27FC236}">
                <a16:creationId xmlns:a16="http://schemas.microsoft.com/office/drawing/2014/main" id="{24440608-E692-44AD-B7AA-8BA6E6202076}"/>
              </a:ext>
            </a:extLst>
          </p:cNvPr>
          <p:cNvCxnSpPr>
            <a:cxnSpLocks/>
            <a:stCxn id="367" idx="2"/>
          </p:cNvCxnSpPr>
          <p:nvPr/>
        </p:nvCxnSpPr>
        <p:spPr>
          <a:xfrm flipH="1">
            <a:off x="-62701" y="3274188"/>
            <a:ext cx="729104" cy="717821"/>
          </a:xfrm>
          <a:prstGeom prst="line">
            <a:avLst/>
          </a:prstGeom>
          <a:noFill/>
          <a:ln w="12700" cap="rnd" cmpd="sng" algn="ctr">
            <a:solidFill>
              <a:srgbClr val="00B0F0"/>
            </a:solidFill>
            <a:prstDash val="solid"/>
            <a:miter lim="800000"/>
            <a:headEnd type="none" w="med" len="med"/>
            <a:tailEnd type="none" w="med" len="med"/>
          </a:ln>
          <a:effectLst/>
        </p:spPr>
      </p:cxnSp>
      <p:cxnSp>
        <p:nvCxnSpPr>
          <p:cNvPr id="328" name="Straight Connector 327">
            <a:extLst>
              <a:ext uri="{FF2B5EF4-FFF2-40B4-BE49-F238E27FC236}">
                <a16:creationId xmlns:a16="http://schemas.microsoft.com/office/drawing/2014/main" id="{CE8D509B-6DD2-4A82-99B6-F616DCEA6912}"/>
              </a:ext>
            </a:extLst>
          </p:cNvPr>
          <p:cNvCxnSpPr>
            <a:cxnSpLocks/>
          </p:cNvCxnSpPr>
          <p:nvPr/>
        </p:nvCxnSpPr>
        <p:spPr>
          <a:xfrm flipH="1">
            <a:off x="11152703" y="4890977"/>
            <a:ext cx="1127902" cy="1532140"/>
          </a:xfrm>
          <a:prstGeom prst="line">
            <a:avLst/>
          </a:prstGeom>
          <a:noFill/>
          <a:ln w="12700" cap="rnd" cmpd="sng" algn="ctr">
            <a:solidFill>
              <a:srgbClr val="00B0F0"/>
            </a:solidFill>
            <a:prstDash val="solid"/>
            <a:miter lim="800000"/>
            <a:headEnd type="none" w="med" len="med"/>
            <a:tailEnd type="none" w="med" len="med"/>
          </a:ln>
          <a:effectLst/>
        </p:spPr>
      </p:cxnSp>
      <p:cxnSp>
        <p:nvCxnSpPr>
          <p:cNvPr id="329" name="Straight Connector 328">
            <a:extLst>
              <a:ext uri="{FF2B5EF4-FFF2-40B4-BE49-F238E27FC236}">
                <a16:creationId xmlns:a16="http://schemas.microsoft.com/office/drawing/2014/main" id="{E07162A9-6A61-4EEF-BAA5-14163A2B7367}"/>
              </a:ext>
            </a:extLst>
          </p:cNvPr>
          <p:cNvCxnSpPr>
            <a:cxnSpLocks/>
          </p:cNvCxnSpPr>
          <p:nvPr/>
        </p:nvCxnSpPr>
        <p:spPr>
          <a:xfrm>
            <a:off x="11728790" y="2180364"/>
            <a:ext cx="463210" cy="0"/>
          </a:xfrm>
          <a:prstGeom prst="line">
            <a:avLst/>
          </a:prstGeom>
          <a:noFill/>
          <a:ln w="12700" cap="rnd" cmpd="sng" algn="ctr">
            <a:solidFill>
              <a:srgbClr val="00B0F0"/>
            </a:solidFill>
            <a:prstDash val="solid"/>
            <a:miter lim="800000"/>
            <a:headEnd type="none" w="med" len="med"/>
            <a:tailEnd type="none" w="med" len="med"/>
          </a:ln>
          <a:effectLst/>
        </p:spPr>
      </p:cxnSp>
      <p:cxnSp>
        <p:nvCxnSpPr>
          <p:cNvPr id="330" name="Straight Connector 329">
            <a:extLst>
              <a:ext uri="{FF2B5EF4-FFF2-40B4-BE49-F238E27FC236}">
                <a16:creationId xmlns:a16="http://schemas.microsoft.com/office/drawing/2014/main" id="{6BFC966B-0521-4169-A86F-B33130A2549B}"/>
              </a:ext>
            </a:extLst>
          </p:cNvPr>
          <p:cNvCxnSpPr>
            <a:cxnSpLocks/>
          </p:cNvCxnSpPr>
          <p:nvPr/>
        </p:nvCxnSpPr>
        <p:spPr>
          <a:xfrm flipV="1">
            <a:off x="1481138" y="340360"/>
            <a:ext cx="3322181" cy="883603"/>
          </a:xfrm>
          <a:prstGeom prst="line">
            <a:avLst/>
          </a:prstGeom>
          <a:noFill/>
          <a:ln w="12700" cap="rnd" cmpd="sng" algn="ctr">
            <a:solidFill>
              <a:srgbClr val="00B0F0"/>
            </a:solidFill>
            <a:prstDash val="solid"/>
            <a:miter lim="800000"/>
            <a:headEnd type="none" w="med" len="med"/>
            <a:tailEnd type="none" w="med" len="med"/>
          </a:ln>
          <a:effectLst/>
        </p:spPr>
      </p:cxnSp>
      <p:cxnSp>
        <p:nvCxnSpPr>
          <p:cNvPr id="331" name="Straight Connector 330">
            <a:extLst>
              <a:ext uri="{FF2B5EF4-FFF2-40B4-BE49-F238E27FC236}">
                <a16:creationId xmlns:a16="http://schemas.microsoft.com/office/drawing/2014/main" id="{96928B7D-D049-46AE-BCFF-6B943D8F0045}"/>
              </a:ext>
            </a:extLst>
          </p:cNvPr>
          <p:cNvCxnSpPr>
            <a:cxnSpLocks/>
            <a:endCxn id="365" idx="0"/>
          </p:cNvCxnSpPr>
          <p:nvPr/>
        </p:nvCxnSpPr>
        <p:spPr>
          <a:xfrm flipH="1">
            <a:off x="1521822" y="1600200"/>
            <a:ext cx="1733347" cy="3156991"/>
          </a:xfrm>
          <a:prstGeom prst="line">
            <a:avLst/>
          </a:prstGeom>
          <a:noFill/>
          <a:ln w="12700" cap="rnd" cmpd="sng" algn="ctr">
            <a:solidFill>
              <a:srgbClr val="00B0F0"/>
            </a:solidFill>
            <a:prstDash val="solid"/>
            <a:miter lim="800000"/>
            <a:headEnd type="none" w="med" len="med"/>
            <a:tailEnd type="none" w="med" len="med"/>
          </a:ln>
          <a:effectLst/>
        </p:spPr>
      </p:cxnSp>
      <p:cxnSp>
        <p:nvCxnSpPr>
          <p:cNvPr id="332" name="Straight Connector 331">
            <a:extLst>
              <a:ext uri="{FF2B5EF4-FFF2-40B4-BE49-F238E27FC236}">
                <a16:creationId xmlns:a16="http://schemas.microsoft.com/office/drawing/2014/main" id="{3200147D-8B76-4754-8489-3F2BCF507ABB}"/>
              </a:ext>
            </a:extLst>
          </p:cNvPr>
          <p:cNvCxnSpPr>
            <a:cxnSpLocks/>
          </p:cNvCxnSpPr>
          <p:nvPr/>
        </p:nvCxnSpPr>
        <p:spPr>
          <a:xfrm flipH="1">
            <a:off x="11124234" y="4865993"/>
            <a:ext cx="108597" cy="1530358"/>
          </a:xfrm>
          <a:prstGeom prst="line">
            <a:avLst/>
          </a:prstGeom>
          <a:noFill/>
          <a:ln w="12700" cap="rnd" cmpd="sng" algn="ctr">
            <a:solidFill>
              <a:srgbClr val="00B0F0"/>
            </a:solidFill>
            <a:prstDash val="solid"/>
            <a:miter lim="800000"/>
          </a:ln>
          <a:effectLst/>
        </p:spPr>
      </p:cxnSp>
      <p:cxnSp>
        <p:nvCxnSpPr>
          <p:cNvPr id="333" name="Straight Connector 332">
            <a:extLst>
              <a:ext uri="{FF2B5EF4-FFF2-40B4-BE49-F238E27FC236}">
                <a16:creationId xmlns:a16="http://schemas.microsoft.com/office/drawing/2014/main" id="{7EDD6D59-2B73-4713-8C6A-1A8FD179F94C}"/>
              </a:ext>
            </a:extLst>
          </p:cNvPr>
          <p:cNvCxnSpPr>
            <a:cxnSpLocks/>
            <a:stCxn id="386" idx="2"/>
            <a:endCxn id="313" idx="0"/>
          </p:cNvCxnSpPr>
          <p:nvPr/>
        </p:nvCxnSpPr>
        <p:spPr>
          <a:xfrm>
            <a:off x="11207016" y="3388650"/>
            <a:ext cx="30492" cy="1406760"/>
          </a:xfrm>
          <a:prstGeom prst="line">
            <a:avLst/>
          </a:prstGeom>
          <a:noFill/>
          <a:ln w="12700" cap="rnd" cmpd="sng" algn="ctr">
            <a:solidFill>
              <a:srgbClr val="00B0F0"/>
            </a:solidFill>
            <a:prstDash val="solid"/>
            <a:miter lim="800000"/>
            <a:headEnd type="none" w="med" len="med"/>
            <a:tailEnd type="none" w="med" len="med"/>
          </a:ln>
          <a:effectLst/>
        </p:spPr>
      </p:cxnSp>
      <p:cxnSp>
        <p:nvCxnSpPr>
          <p:cNvPr id="334" name="Straight Connector 333">
            <a:extLst>
              <a:ext uri="{FF2B5EF4-FFF2-40B4-BE49-F238E27FC236}">
                <a16:creationId xmlns:a16="http://schemas.microsoft.com/office/drawing/2014/main" id="{B73229BC-B0AA-459D-8E78-DBB71D0A6790}"/>
              </a:ext>
            </a:extLst>
          </p:cNvPr>
          <p:cNvCxnSpPr>
            <a:cxnSpLocks/>
            <a:stCxn id="362" idx="2"/>
            <a:endCxn id="359" idx="0"/>
          </p:cNvCxnSpPr>
          <p:nvPr/>
        </p:nvCxnSpPr>
        <p:spPr>
          <a:xfrm>
            <a:off x="5702130" y="2643604"/>
            <a:ext cx="87748" cy="998435"/>
          </a:xfrm>
          <a:prstGeom prst="line">
            <a:avLst/>
          </a:prstGeom>
          <a:noFill/>
          <a:ln w="12700" cap="rnd" cmpd="sng" algn="ctr">
            <a:solidFill>
              <a:srgbClr val="00B0F0"/>
            </a:solidFill>
            <a:prstDash val="solid"/>
            <a:miter lim="800000"/>
            <a:headEnd type="none" w="med" len="med"/>
            <a:tailEnd type="none" w="med" len="med"/>
          </a:ln>
          <a:effectLst/>
        </p:spPr>
      </p:cxnSp>
      <p:cxnSp>
        <p:nvCxnSpPr>
          <p:cNvPr id="335" name="Straight Connector 334">
            <a:extLst>
              <a:ext uri="{FF2B5EF4-FFF2-40B4-BE49-F238E27FC236}">
                <a16:creationId xmlns:a16="http://schemas.microsoft.com/office/drawing/2014/main" id="{C0F87E14-7D89-4F9B-A89B-2B65E585574B}"/>
              </a:ext>
            </a:extLst>
          </p:cNvPr>
          <p:cNvCxnSpPr>
            <a:cxnSpLocks/>
            <a:stCxn id="352" idx="0"/>
          </p:cNvCxnSpPr>
          <p:nvPr/>
        </p:nvCxnSpPr>
        <p:spPr>
          <a:xfrm flipH="1" flipV="1">
            <a:off x="10039350" y="-114300"/>
            <a:ext cx="1024146" cy="1572784"/>
          </a:xfrm>
          <a:prstGeom prst="line">
            <a:avLst/>
          </a:prstGeom>
          <a:noFill/>
          <a:ln w="12700" cap="rnd" cmpd="sng" algn="ctr">
            <a:solidFill>
              <a:srgbClr val="00B0F0"/>
            </a:solidFill>
            <a:prstDash val="solid"/>
            <a:miter lim="800000"/>
            <a:headEnd type="none" w="med" len="med"/>
            <a:tailEnd type="none" w="med" len="med"/>
          </a:ln>
          <a:effectLst/>
        </p:spPr>
      </p:cxnSp>
      <p:cxnSp>
        <p:nvCxnSpPr>
          <p:cNvPr id="336" name="Straight Connector 335">
            <a:extLst>
              <a:ext uri="{FF2B5EF4-FFF2-40B4-BE49-F238E27FC236}">
                <a16:creationId xmlns:a16="http://schemas.microsoft.com/office/drawing/2014/main" id="{951E65A4-42B8-48A8-B211-D0C9031FC554}"/>
              </a:ext>
            </a:extLst>
          </p:cNvPr>
          <p:cNvCxnSpPr>
            <a:cxnSpLocks/>
            <a:stCxn id="366" idx="1"/>
          </p:cNvCxnSpPr>
          <p:nvPr/>
        </p:nvCxnSpPr>
        <p:spPr>
          <a:xfrm flipH="1" flipV="1">
            <a:off x="2" y="5240421"/>
            <a:ext cx="1392776" cy="54178"/>
          </a:xfrm>
          <a:prstGeom prst="line">
            <a:avLst/>
          </a:prstGeom>
          <a:noFill/>
          <a:ln w="12700" cap="rnd" cmpd="sng" algn="ctr">
            <a:solidFill>
              <a:srgbClr val="00B0F0"/>
            </a:solidFill>
            <a:prstDash val="solid"/>
            <a:miter lim="800000"/>
            <a:headEnd type="none" w="med" len="med"/>
            <a:tailEnd type="none" w="med" len="med"/>
          </a:ln>
          <a:effectLst/>
        </p:spPr>
      </p:cxnSp>
      <p:cxnSp>
        <p:nvCxnSpPr>
          <p:cNvPr id="337" name="Straight Connector 336">
            <a:extLst>
              <a:ext uri="{FF2B5EF4-FFF2-40B4-BE49-F238E27FC236}">
                <a16:creationId xmlns:a16="http://schemas.microsoft.com/office/drawing/2014/main" id="{E82C062F-4A31-463A-9219-5AA4E535D1C5}"/>
              </a:ext>
            </a:extLst>
          </p:cNvPr>
          <p:cNvCxnSpPr>
            <a:cxnSpLocks/>
          </p:cNvCxnSpPr>
          <p:nvPr/>
        </p:nvCxnSpPr>
        <p:spPr>
          <a:xfrm flipV="1">
            <a:off x="5740929" y="1403551"/>
            <a:ext cx="1218874" cy="1174362"/>
          </a:xfrm>
          <a:prstGeom prst="line">
            <a:avLst/>
          </a:prstGeom>
          <a:noFill/>
          <a:ln w="12700" cap="rnd" cmpd="sng" algn="ctr">
            <a:solidFill>
              <a:srgbClr val="00B0F0"/>
            </a:solidFill>
            <a:prstDash val="solid"/>
            <a:miter lim="800000"/>
            <a:headEnd type="none" w="med" len="med"/>
            <a:tailEnd type="none" w="med" len="med"/>
          </a:ln>
          <a:effectLst/>
        </p:spPr>
      </p:cxnSp>
      <p:cxnSp>
        <p:nvCxnSpPr>
          <p:cNvPr id="338" name="Straight Connector 337">
            <a:extLst>
              <a:ext uri="{FF2B5EF4-FFF2-40B4-BE49-F238E27FC236}">
                <a16:creationId xmlns:a16="http://schemas.microsoft.com/office/drawing/2014/main" id="{01A6A7BD-F9E0-4971-970A-57D31DDED9FF}"/>
              </a:ext>
            </a:extLst>
          </p:cNvPr>
          <p:cNvCxnSpPr>
            <a:cxnSpLocks/>
          </p:cNvCxnSpPr>
          <p:nvPr/>
        </p:nvCxnSpPr>
        <p:spPr>
          <a:xfrm flipH="1" flipV="1">
            <a:off x="6957564" y="1410275"/>
            <a:ext cx="657174" cy="937444"/>
          </a:xfrm>
          <a:prstGeom prst="line">
            <a:avLst/>
          </a:prstGeom>
          <a:noFill/>
          <a:ln w="12700" cap="rnd" cmpd="sng" algn="ctr">
            <a:solidFill>
              <a:srgbClr val="00B0F0"/>
            </a:solidFill>
            <a:prstDash val="solid"/>
            <a:miter lim="800000"/>
            <a:headEnd type="none" w="med" len="med"/>
            <a:tailEnd type="none" w="med" len="med"/>
          </a:ln>
          <a:effectLst/>
        </p:spPr>
      </p:cxnSp>
      <p:cxnSp>
        <p:nvCxnSpPr>
          <p:cNvPr id="339" name="Straight Connector 338">
            <a:extLst>
              <a:ext uri="{FF2B5EF4-FFF2-40B4-BE49-F238E27FC236}">
                <a16:creationId xmlns:a16="http://schemas.microsoft.com/office/drawing/2014/main" id="{450E76BB-FC2C-4F43-9F29-010E1EE392FE}"/>
              </a:ext>
            </a:extLst>
          </p:cNvPr>
          <p:cNvCxnSpPr>
            <a:cxnSpLocks/>
            <a:endCxn id="384" idx="3"/>
          </p:cNvCxnSpPr>
          <p:nvPr/>
        </p:nvCxnSpPr>
        <p:spPr>
          <a:xfrm flipH="1">
            <a:off x="7013980" y="1050131"/>
            <a:ext cx="1484701" cy="326135"/>
          </a:xfrm>
          <a:prstGeom prst="line">
            <a:avLst/>
          </a:prstGeom>
          <a:noFill/>
          <a:ln w="12700" cap="rnd" cmpd="sng" algn="ctr">
            <a:solidFill>
              <a:srgbClr val="00B0F0"/>
            </a:solidFill>
            <a:prstDash val="solid"/>
            <a:miter lim="800000"/>
            <a:headEnd type="none" w="med" len="med"/>
            <a:tailEnd type="none" w="med" len="med"/>
          </a:ln>
          <a:effectLst/>
        </p:spPr>
      </p:cxnSp>
      <p:cxnSp>
        <p:nvCxnSpPr>
          <p:cNvPr id="340" name="Straight Connector 339">
            <a:extLst>
              <a:ext uri="{FF2B5EF4-FFF2-40B4-BE49-F238E27FC236}">
                <a16:creationId xmlns:a16="http://schemas.microsoft.com/office/drawing/2014/main" id="{CFA47689-D72C-4C63-B4B5-49532776A39B}"/>
              </a:ext>
            </a:extLst>
          </p:cNvPr>
          <p:cNvCxnSpPr>
            <a:cxnSpLocks/>
          </p:cNvCxnSpPr>
          <p:nvPr/>
        </p:nvCxnSpPr>
        <p:spPr>
          <a:xfrm flipH="1" flipV="1">
            <a:off x="4896295" y="340359"/>
            <a:ext cx="2009331" cy="1047591"/>
          </a:xfrm>
          <a:prstGeom prst="line">
            <a:avLst/>
          </a:prstGeom>
          <a:noFill/>
          <a:ln w="12700" cap="rnd" cmpd="sng" algn="ctr">
            <a:solidFill>
              <a:srgbClr val="00B0F0"/>
            </a:solidFill>
            <a:prstDash val="solid"/>
            <a:miter lim="800000"/>
            <a:headEnd type="none" w="med" len="med"/>
            <a:tailEnd type="none" w="med" len="med"/>
          </a:ln>
          <a:effectLst/>
        </p:spPr>
      </p:cxnSp>
      <p:cxnSp>
        <p:nvCxnSpPr>
          <p:cNvPr id="341" name="Straight Connector 340">
            <a:extLst>
              <a:ext uri="{FF2B5EF4-FFF2-40B4-BE49-F238E27FC236}">
                <a16:creationId xmlns:a16="http://schemas.microsoft.com/office/drawing/2014/main" id="{ACEBB867-2958-4B6A-89B5-8DAA28B404A2}"/>
              </a:ext>
            </a:extLst>
          </p:cNvPr>
          <p:cNvCxnSpPr>
            <a:cxnSpLocks/>
            <a:stCxn id="356" idx="1"/>
            <a:endCxn id="394" idx="3"/>
          </p:cNvCxnSpPr>
          <p:nvPr/>
        </p:nvCxnSpPr>
        <p:spPr>
          <a:xfrm flipH="1" flipV="1">
            <a:off x="4075294" y="5283058"/>
            <a:ext cx="1329424" cy="9526"/>
          </a:xfrm>
          <a:prstGeom prst="line">
            <a:avLst/>
          </a:prstGeom>
          <a:noFill/>
          <a:ln w="12700" cap="rnd" cmpd="sng" algn="ctr">
            <a:solidFill>
              <a:srgbClr val="00B0F0"/>
            </a:solidFill>
            <a:prstDash val="solid"/>
            <a:miter lim="800000"/>
            <a:headEnd type="none" w="med" len="med"/>
            <a:tailEnd type="none" w="med" len="med"/>
          </a:ln>
          <a:effectLst/>
        </p:spPr>
      </p:cxnSp>
      <p:cxnSp>
        <p:nvCxnSpPr>
          <p:cNvPr id="342" name="Straight Connector 341">
            <a:extLst>
              <a:ext uri="{FF2B5EF4-FFF2-40B4-BE49-F238E27FC236}">
                <a16:creationId xmlns:a16="http://schemas.microsoft.com/office/drawing/2014/main" id="{B9AF80B6-1E36-4819-B4DA-68F0F3AFEFD4}"/>
              </a:ext>
            </a:extLst>
          </p:cNvPr>
          <p:cNvCxnSpPr>
            <a:cxnSpLocks/>
          </p:cNvCxnSpPr>
          <p:nvPr/>
        </p:nvCxnSpPr>
        <p:spPr>
          <a:xfrm flipH="1">
            <a:off x="4044042" y="3678363"/>
            <a:ext cx="1729961" cy="1563421"/>
          </a:xfrm>
          <a:prstGeom prst="line">
            <a:avLst/>
          </a:prstGeom>
          <a:noFill/>
          <a:ln w="12700" cap="rnd" cmpd="sng" algn="ctr">
            <a:solidFill>
              <a:srgbClr val="00B0F0"/>
            </a:solidFill>
            <a:prstDash val="solid"/>
            <a:miter lim="800000"/>
            <a:headEnd type="none" w="med" len="med"/>
            <a:tailEnd type="none" w="med" len="med"/>
          </a:ln>
          <a:effectLst/>
        </p:spPr>
      </p:cxnSp>
      <p:cxnSp>
        <p:nvCxnSpPr>
          <p:cNvPr id="343" name="Straight Connector 342">
            <a:extLst>
              <a:ext uri="{FF2B5EF4-FFF2-40B4-BE49-F238E27FC236}">
                <a16:creationId xmlns:a16="http://schemas.microsoft.com/office/drawing/2014/main" id="{05765992-8520-4162-B7DD-87868A839E17}"/>
              </a:ext>
            </a:extLst>
          </p:cNvPr>
          <p:cNvCxnSpPr>
            <a:cxnSpLocks/>
          </p:cNvCxnSpPr>
          <p:nvPr/>
        </p:nvCxnSpPr>
        <p:spPr>
          <a:xfrm flipH="1">
            <a:off x="5443519" y="4204713"/>
            <a:ext cx="1419306" cy="1113472"/>
          </a:xfrm>
          <a:prstGeom prst="line">
            <a:avLst/>
          </a:prstGeom>
          <a:noFill/>
          <a:ln w="12700" cap="rnd" cmpd="sng" algn="ctr">
            <a:solidFill>
              <a:srgbClr val="00B0F0"/>
            </a:solidFill>
            <a:prstDash val="solid"/>
            <a:miter lim="800000"/>
            <a:headEnd type="none" w="med" len="med"/>
            <a:tailEnd type="none" w="med" len="med"/>
          </a:ln>
          <a:effectLst/>
        </p:spPr>
      </p:cxnSp>
      <p:cxnSp>
        <p:nvCxnSpPr>
          <p:cNvPr id="344" name="Straight Connector 343">
            <a:extLst>
              <a:ext uri="{FF2B5EF4-FFF2-40B4-BE49-F238E27FC236}">
                <a16:creationId xmlns:a16="http://schemas.microsoft.com/office/drawing/2014/main" id="{808C5078-4EE6-4F59-B321-312C002640D9}"/>
              </a:ext>
            </a:extLst>
          </p:cNvPr>
          <p:cNvCxnSpPr>
            <a:cxnSpLocks/>
            <a:stCxn id="400" idx="0"/>
            <a:endCxn id="361" idx="2"/>
          </p:cNvCxnSpPr>
          <p:nvPr/>
        </p:nvCxnSpPr>
        <p:spPr>
          <a:xfrm flipH="1" flipV="1">
            <a:off x="7536128" y="4678488"/>
            <a:ext cx="89194" cy="954774"/>
          </a:xfrm>
          <a:prstGeom prst="line">
            <a:avLst/>
          </a:prstGeom>
          <a:noFill/>
          <a:ln w="12700" cap="rnd" cmpd="sng" algn="ctr">
            <a:solidFill>
              <a:srgbClr val="00B0F0"/>
            </a:solidFill>
            <a:prstDash val="solid"/>
            <a:miter lim="800000"/>
            <a:headEnd type="none" w="med" len="med"/>
            <a:tailEnd type="none" w="med" len="med"/>
          </a:ln>
          <a:effectLst/>
        </p:spPr>
      </p:cxnSp>
      <p:cxnSp>
        <p:nvCxnSpPr>
          <p:cNvPr id="345" name="Straight Connector 344">
            <a:extLst>
              <a:ext uri="{FF2B5EF4-FFF2-40B4-BE49-F238E27FC236}">
                <a16:creationId xmlns:a16="http://schemas.microsoft.com/office/drawing/2014/main" id="{ADD187FA-E5AF-4246-87ED-C2C41662946F}"/>
              </a:ext>
            </a:extLst>
          </p:cNvPr>
          <p:cNvCxnSpPr>
            <a:cxnSpLocks/>
            <a:stCxn id="391" idx="3"/>
            <a:endCxn id="364" idx="3"/>
          </p:cNvCxnSpPr>
          <p:nvPr/>
        </p:nvCxnSpPr>
        <p:spPr>
          <a:xfrm flipH="1" flipV="1">
            <a:off x="7664122" y="5687440"/>
            <a:ext cx="1992403" cy="457884"/>
          </a:xfrm>
          <a:prstGeom prst="line">
            <a:avLst/>
          </a:prstGeom>
          <a:noFill/>
          <a:ln w="12700" cap="rnd" cmpd="sng" algn="ctr">
            <a:solidFill>
              <a:srgbClr val="00B0F0"/>
            </a:solidFill>
            <a:prstDash val="solid"/>
            <a:miter lim="800000"/>
            <a:headEnd type="none" w="med" len="med"/>
            <a:tailEnd type="none" w="med" len="med"/>
          </a:ln>
          <a:effectLst/>
        </p:spPr>
      </p:cxnSp>
      <p:sp>
        <p:nvSpPr>
          <p:cNvPr id="346" name="Rectangle 345">
            <a:extLst>
              <a:ext uri="{FF2B5EF4-FFF2-40B4-BE49-F238E27FC236}">
                <a16:creationId xmlns:a16="http://schemas.microsoft.com/office/drawing/2014/main" id="{87372CE0-E726-4AD5-AEF1-BC379337AD10}"/>
              </a:ext>
            </a:extLst>
          </p:cNvPr>
          <p:cNvSpPr/>
          <p:nvPr/>
        </p:nvSpPr>
        <p:spPr>
          <a:xfrm>
            <a:off x="1442306" y="1180550"/>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47" name="Rectangle 346">
            <a:extLst>
              <a:ext uri="{FF2B5EF4-FFF2-40B4-BE49-F238E27FC236}">
                <a16:creationId xmlns:a16="http://schemas.microsoft.com/office/drawing/2014/main" id="{A9A74B1C-D971-419C-B8A8-060EC2C342A5}"/>
              </a:ext>
            </a:extLst>
          </p:cNvPr>
          <p:cNvSpPr/>
          <p:nvPr/>
        </p:nvSpPr>
        <p:spPr>
          <a:xfrm>
            <a:off x="3234160" y="155000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48" name="Rectangle 347">
            <a:extLst>
              <a:ext uri="{FF2B5EF4-FFF2-40B4-BE49-F238E27FC236}">
                <a16:creationId xmlns:a16="http://schemas.microsoft.com/office/drawing/2014/main" id="{29B6002D-6888-4232-85D5-D33D87ABBDD9}"/>
              </a:ext>
            </a:extLst>
          </p:cNvPr>
          <p:cNvSpPr/>
          <p:nvPr/>
        </p:nvSpPr>
        <p:spPr>
          <a:xfrm>
            <a:off x="4803319" y="289876"/>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49" name="Rectangle 348">
            <a:extLst>
              <a:ext uri="{FF2B5EF4-FFF2-40B4-BE49-F238E27FC236}">
                <a16:creationId xmlns:a16="http://schemas.microsoft.com/office/drawing/2014/main" id="{3F2F0C0F-D42D-4F95-B385-AE0E58C90A38}"/>
              </a:ext>
            </a:extLst>
          </p:cNvPr>
          <p:cNvSpPr/>
          <p:nvPr/>
        </p:nvSpPr>
        <p:spPr>
          <a:xfrm>
            <a:off x="6921004" y="1337467"/>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0" name="Rectangle 349">
            <a:extLst>
              <a:ext uri="{FF2B5EF4-FFF2-40B4-BE49-F238E27FC236}">
                <a16:creationId xmlns:a16="http://schemas.microsoft.com/office/drawing/2014/main" id="{EB148B73-4F8A-4F8C-B046-7B1D3A6CC459}"/>
              </a:ext>
            </a:extLst>
          </p:cNvPr>
          <p:cNvSpPr/>
          <p:nvPr/>
        </p:nvSpPr>
        <p:spPr>
          <a:xfrm>
            <a:off x="10312960" y="33853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1" name="Rectangle 350">
            <a:extLst>
              <a:ext uri="{FF2B5EF4-FFF2-40B4-BE49-F238E27FC236}">
                <a16:creationId xmlns:a16="http://schemas.microsoft.com/office/drawing/2014/main" id="{D76FB6AA-1A40-4CC3-A172-FA6E6E0B1290}"/>
              </a:ext>
            </a:extLst>
          </p:cNvPr>
          <p:cNvSpPr/>
          <p:nvPr/>
        </p:nvSpPr>
        <p:spPr>
          <a:xfrm>
            <a:off x="11168217" y="329567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2" name="Rectangle 351">
            <a:extLst>
              <a:ext uri="{FF2B5EF4-FFF2-40B4-BE49-F238E27FC236}">
                <a16:creationId xmlns:a16="http://schemas.microsoft.com/office/drawing/2014/main" id="{4AA35347-FAE3-4C9E-9A32-3A030A08046D}"/>
              </a:ext>
            </a:extLst>
          </p:cNvPr>
          <p:cNvSpPr/>
          <p:nvPr/>
        </p:nvSpPr>
        <p:spPr>
          <a:xfrm>
            <a:off x="11024696" y="145848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3" name="Rectangle 352">
            <a:extLst>
              <a:ext uri="{FF2B5EF4-FFF2-40B4-BE49-F238E27FC236}">
                <a16:creationId xmlns:a16="http://schemas.microsoft.com/office/drawing/2014/main" id="{1D7453A9-DA01-4F7E-9EEE-F7D01035E504}"/>
              </a:ext>
            </a:extLst>
          </p:cNvPr>
          <p:cNvSpPr/>
          <p:nvPr/>
        </p:nvSpPr>
        <p:spPr>
          <a:xfrm>
            <a:off x="11681087" y="2121127"/>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4" name="Rectangle 353">
            <a:extLst>
              <a:ext uri="{FF2B5EF4-FFF2-40B4-BE49-F238E27FC236}">
                <a16:creationId xmlns:a16="http://schemas.microsoft.com/office/drawing/2014/main" id="{27FDE15E-8E8A-4F43-9160-8AB9FA90D593}"/>
              </a:ext>
            </a:extLst>
          </p:cNvPr>
          <p:cNvSpPr/>
          <p:nvPr/>
        </p:nvSpPr>
        <p:spPr>
          <a:xfrm>
            <a:off x="9563549" y="6106525"/>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355" name="Straight Connector 354">
            <a:extLst>
              <a:ext uri="{FF2B5EF4-FFF2-40B4-BE49-F238E27FC236}">
                <a16:creationId xmlns:a16="http://schemas.microsoft.com/office/drawing/2014/main" id="{5C71933A-188B-47A4-BFC7-2690E47C7CED}"/>
              </a:ext>
            </a:extLst>
          </p:cNvPr>
          <p:cNvCxnSpPr>
            <a:cxnSpLocks/>
          </p:cNvCxnSpPr>
          <p:nvPr/>
        </p:nvCxnSpPr>
        <p:spPr>
          <a:xfrm flipH="1" flipV="1">
            <a:off x="6939020" y="4224493"/>
            <a:ext cx="564948" cy="387148"/>
          </a:xfrm>
          <a:prstGeom prst="line">
            <a:avLst/>
          </a:prstGeom>
          <a:noFill/>
          <a:ln w="12700" cap="rnd" cmpd="sng" algn="ctr">
            <a:solidFill>
              <a:srgbClr val="00B0F0"/>
            </a:solidFill>
            <a:prstDash val="solid"/>
            <a:miter lim="800000"/>
            <a:headEnd type="none" w="med" len="med"/>
            <a:tailEnd type="none" w="med" len="med"/>
          </a:ln>
          <a:effectLst/>
        </p:spPr>
      </p:cxnSp>
      <p:sp>
        <p:nvSpPr>
          <p:cNvPr id="356" name="Rectangle 355">
            <a:extLst>
              <a:ext uri="{FF2B5EF4-FFF2-40B4-BE49-F238E27FC236}">
                <a16:creationId xmlns:a16="http://schemas.microsoft.com/office/drawing/2014/main" id="{AC75813C-5F9E-4B1D-9796-9E45F8078357}"/>
              </a:ext>
            </a:extLst>
          </p:cNvPr>
          <p:cNvSpPr/>
          <p:nvPr/>
        </p:nvSpPr>
        <p:spPr>
          <a:xfrm>
            <a:off x="5404718" y="525378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7" name="Rectangle 356">
            <a:extLst>
              <a:ext uri="{FF2B5EF4-FFF2-40B4-BE49-F238E27FC236}">
                <a16:creationId xmlns:a16="http://schemas.microsoft.com/office/drawing/2014/main" id="{B74E4CCB-3C10-4EBC-8ACE-905CF80DA90A}"/>
              </a:ext>
            </a:extLst>
          </p:cNvPr>
          <p:cNvSpPr/>
          <p:nvPr/>
        </p:nvSpPr>
        <p:spPr>
          <a:xfrm>
            <a:off x="2578380" y="573407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8" name="Rectangle 357">
            <a:extLst>
              <a:ext uri="{FF2B5EF4-FFF2-40B4-BE49-F238E27FC236}">
                <a16:creationId xmlns:a16="http://schemas.microsoft.com/office/drawing/2014/main" id="{28F4FCB1-3ED2-4C75-B4F5-63DC0E9009F7}"/>
              </a:ext>
            </a:extLst>
          </p:cNvPr>
          <p:cNvSpPr/>
          <p:nvPr/>
        </p:nvSpPr>
        <p:spPr>
          <a:xfrm>
            <a:off x="3982318" y="5244259"/>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59" name="Rectangle 358">
            <a:extLst>
              <a:ext uri="{FF2B5EF4-FFF2-40B4-BE49-F238E27FC236}">
                <a16:creationId xmlns:a16="http://schemas.microsoft.com/office/drawing/2014/main" id="{5BF1CD1C-4C6D-4F5D-B379-F111BD705AA1}"/>
              </a:ext>
            </a:extLst>
          </p:cNvPr>
          <p:cNvSpPr/>
          <p:nvPr/>
        </p:nvSpPr>
        <p:spPr>
          <a:xfrm>
            <a:off x="5751078" y="3642039"/>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0" name="Rectangle 359">
            <a:extLst>
              <a:ext uri="{FF2B5EF4-FFF2-40B4-BE49-F238E27FC236}">
                <a16:creationId xmlns:a16="http://schemas.microsoft.com/office/drawing/2014/main" id="{10AF3A01-ED04-4CEE-965F-CAD8D8412F0D}"/>
              </a:ext>
            </a:extLst>
          </p:cNvPr>
          <p:cNvSpPr/>
          <p:nvPr/>
        </p:nvSpPr>
        <p:spPr>
          <a:xfrm>
            <a:off x="6878203" y="415956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1" name="Rectangle 360">
            <a:extLst>
              <a:ext uri="{FF2B5EF4-FFF2-40B4-BE49-F238E27FC236}">
                <a16:creationId xmlns:a16="http://schemas.microsoft.com/office/drawing/2014/main" id="{37AD722E-E70F-4C40-84FB-85A54092B943}"/>
              </a:ext>
            </a:extLst>
          </p:cNvPr>
          <p:cNvSpPr/>
          <p:nvPr/>
        </p:nvSpPr>
        <p:spPr>
          <a:xfrm>
            <a:off x="7497328" y="4600889"/>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2" name="Rectangle 361">
            <a:extLst>
              <a:ext uri="{FF2B5EF4-FFF2-40B4-BE49-F238E27FC236}">
                <a16:creationId xmlns:a16="http://schemas.microsoft.com/office/drawing/2014/main" id="{BC7B6F6D-DCCB-4E8E-92FA-9263AA608AFD}"/>
              </a:ext>
            </a:extLst>
          </p:cNvPr>
          <p:cNvSpPr/>
          <p:nvPr/>
        </p:nvSpPr>
        <p:spPr>
          <a:xfrm>
            <a:off x="5663330" y="2566005"/>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3" name="Rectangle 362">
            <a:extLst>
              <a:ext uri="{FF2B5EF4-FFF2-40B4-BE49-F238E27FC236}">
                <a16:creationId xmlns:a16="http://schemas.microsoft.com/office/drawing/2014/main" id="{7C779199-8003-4A64-B17C-0A6E2092F2DA}"/>
              </a:ext>
            </a:extLst>
          </p:cNvPr>
          <p:cNvSpPr/>
          <p:nvPr/>
        </p:nvSpPr>
        <p:spPr>
          <a:xfrm>
            <a:off x="7600590" y="2363097"/>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4" name="Rectangle 363">
            <a:extLst>
              <a:ext uri="{FF2B5EF4-FFF2-40B4-BE49-F238E27FC236}">
                <a16:creationId xmlns:a16="http://schemas.microsoft.com/office/drawing/2014/main" id="{A834E04B-FA50-4F29-BFE9-BF909B3CF438}"/>
              </a:ext>
            </a:extLst>
          </p:cNvPr>
          <p:cNvSpPr/>
          <p:nvPr/>
        </p:nvSpPr>
        <p:spPr>
          <a:xfrm>
            <a:off x="7586523" y="5648640"/>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5" name="Rectangle 364">
            <a:extLst>
              <a:ext uri="{FF2B5EF4-FFF2-40B4-BE49-F238E27FC236}">
                <a16:creationId xmlns:a16="http://schemas.microsoft.com/office/drawing/2014/main" id="{A83548DD-0190-4E0D-9164-946F9300F923}"/>
              </a:ext>
            </a:extLst>
          </p:cNvPr>
          <p:cNvSpPr/>
          <p:nvPr/>
        </p:nvSpPr>
        <p:spPr>
          <a:xfrm>
            <a:off x="1483022" y="4757191"/>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6" name="Rectangle 365">
            <a:extLst>
              <a:ext uri="{FF2B5EF4-FFF2-40B4-BE49-F238E27FC236}">
                <a16:creationId xmlns:a16="http://schemas.microsoft.com/office/drawing/2014/main" id="{0144ABCD-C1C7-4B21-9A74-FF3DB4909568}"/>
              </a:ext>
            </a:extLst>
          </p:cNvPr>
          <p:cNvSpPr/>
          <p:nvPr/>
        </p:nvSpPr>
        <p:spPr>
          <a:xfrm>
            <a:off x="1392778" y="5255799"/>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7" name="Rectangle 366">
            <a:extLst>
              <a:ext uri="{FF2B5EF4-FFF2-40B4-BE49-F238E27FC236}">
                <a16:creationId xmlns:a16="http://schemas.microsoft.com/office/drawing/2014/main" id="{70533B0C-7EB0-4928-8852-43AB62026601}"/>
              </a:ext>
            </a:extLst>
          </p:cNvPr>
          <p:cNvSpPr/>
          <p:nvPr/>
        </p:nvSpPr>
        <p:spPr>
          <a:xfrm>
            <a:off x="627603" y="3196589"/>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68" name="Rectangle 367">
            <a:extLst>
              <a:ext uri="{FF2B5EF4-FFF2-40B4-BE49-F238E27FC236}">
                <a16:creationId xmlns:a16="http://schemas.microsoft.com/office/drawing/2014/main" id="{A7381929-359F-4093-9EE0-E9C2A5561B4E}"/>
              </a:ext>
            </a:extLst>
          </p:cNvPr>
          <p:cNvSpPr/>
          <p:nvPr/>
        </p:nvSpPr>
        <p:spPr>
          <a:xfrm>
            <a:off x="2887800" y="3161749"/>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369" name="Straight Connector 368">
            <a:extLst>
              <a:ext uri="{FF2B5EF4-FFF2-40B4-BE49-F238E27FC236}">
                <a16:creationId xmlns:a16="http://schemas.microsoft.com/office/drawing/2014/main" id="{71843D4B-693B-4092-B51C-761A887A550C}"/>
              </a:ext>
            </a:extLst>
          </p:cNvPr>
          <p:cNvCxnSpPr>
            <a:cxnSpLocks/>
          </p:cNvCxnSpPr>
          <p:nvPr/>
        </p:nvCxnSpPr>
        <p:spPr>
          <a:xfrm flipV="1">
            <a:off x="8141022" y="11684"/>
            <a:ext cx="0" cy="354924"/>
          </a:xfrm>
          <a:prstGeom prst="line">
            <a:avLst/>
          </a:prstGeom>
          <a:noFill/>
          <a:ln w="12700" cap="rnd" cmpd="sng" algn="ctr">
            <a:solidFill>
              <a:srgbClr val="00B0F0"/>
            </a:solidFill>
            <a:prstDash val="solid"/>
            <a:miter lim="800000"/>
            <a:headEnd type="none" w="med" len="med"/>
            <a:tailEnd type="none" w="med" len="med"/>
          </a:ln>
          <a:effectLst/>
        </p:spPr>
      </p:cxnSp>
      <p:cxnSp>
        <p:nvCxnSpPr>
          <p:cNvPr id="370" name="Straight Connector 369">
            <a:extLst>
              <a:ext uri="{FF2B5EF4-FFF2-40B4-BE49-F238E27FC236}">
                <a16:creationId xmlns:a16="http://schemas.microsoft.com/office/drawing/2014/main" id="{EBCF997A-C853-40BD-9D3F-97A5BF23CBDB}"/>
              </a:ext>
            </a:extLst>
          </p:cNvPr>
          <p:cNvCxnSpPr>
            <a:cxnSpLocks/>
          </p:cNvCxnSpPr>
          <p:nvPr/>
        </p:nvCxnSpPr>
        <p:spPr>
          <a:xfrm flipH="1" flipV="1">
            <a:off x="7376829" y="250408"/>
            <a:ext cx="710015" cy="154999"/>
          </a:xfrm>
          <a:prstGeom prst="line">
            <a:avLst/>
          </a:prstGeom>
          <a:noFill/>
          <a:ln w="12700" cap="rnd" cmpd="sng" algn="ctr">
            <a:solidFill>
              <a:srgbClr val="00B0F0"/>
            </a:solidFill>
            <a:prstDash val="solid"/>
            <a:miter lim="800000"/>
            <a:headEnd type="none" w="med" len="med"/>
            <a:tailEnd type="none" w="med" len="med"/>
          </a:ln>
          <a:effectLst/>
        </p:spPr>
      </p:cxnSp>
      <p:cxnSp>
        <p:nvCxnSpPr>
          <p:cNvPr id="371" name="Straight Connector 370">
            <a:extLst>
              <a:ext uri="{FF2B5EF4-FFF2-40B4-BE49-F238E27FC236}">
                <a16:creationId xmlns:a16="http://schemas.microsoft.com/office/drawing/2014/main" id="{DC8F1ECE-5E10-4D40-B5B5-F83B9DC463B0}"/>
              </a:ext>
            </a:extLst>
          </p:cNvPr>
          <p:cNvCxnSpPr>
            <a:cxnSpLocks/>
          </p:cNvCxnSpPr>
          <p:nvPr/>
        </p:nvCxnSpPr>
        <p:spPr>
          <a:xfrm flipH="1" flipV="1">
            <a:off x="8153400" y="403225"/>
            <a:ext cx="358005" cy="634427"/>
          </a:xfrm>
          <a:prstGeom prst="line">
            <a:avLst/>
          </a:prstGeom>
          <a:noFill/>
          <a:ln w="12700" cap="rnd" cmpd="sng" algn="ctr">
            <a:solidFill>
              <a:srgbClr val="00B0F0"/>
            </a:solidFill>
            <a:prstDash val="solid"/>
            <a:miter lim="800000"/>
            <a:headEnd type="none" w="med" len="med"/>
            <a:tailEnd type="none" w="med" len="med"/>
          </a:ln>
          <a:effectLst/>
        </p:spPr>
      </p:cxnSp>
      <p:sp>
        <p:nvSpPr>
          <p:cNvPr id="372" name="Rectangle 371">
            <a:extLst>
              <a:ext uri="{FF2B5EF4-FFF2-40B4-BE49-F238E27FC236}">
                <a16:creationId xmlns:a16="http://schemas.microsoft.com/office/drawing/2014/main" id="{E0C5C0CC-2F02-42A4-8060-B57C4190CAD4}"/>
              </a:ext>
            </a:extLst>
          </p:cNvPr>
          <p:cNvSpPr/>
          <p:nvPr/>
        </p:nvSpPr>
        <p:spPr>
          <a:xfrm>
            <a:off x="7299230" y="19992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3" name="Rectangle 372">
            <a:extLst>
              <a:ext uri="{FF2B5EF4-FFF2-40B4-BE49-F238E27FC236}">
                <a16:creationId xmlns:a16="http://schemas.microsoft.com/office/drawing/2014/main" id="{960BBA21-EEE3-467B-A7B6-E3B7DEC0EBB4}"/>
              </a:ext>
            </a:extLst>
          </p:cNvPr>
          <p:cNvSpPr/>
          <p:nvPr/>
        </p:nvSpPr>
        <p:spPr>
          <a:xfrm>
            <a:off x="8102222" y="35492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4" name="Rectangle 373">
            <a:extLst>
              <a:ext uri="{FF2B5EF4-FFF2-40B4-BE49-F238E27FC236}">
                <a16:creationId xmlns:a16="http://schemas.microsoft.com/office/drawing/2014/main" id="{7230F1BA-97B9-4B60-8BEE-1494F5AA8023}"/>
              </a:ext>
            </a:extLst>
          </p:cNvPr>
          <p:cNvSpPr/>
          <p:nvPr/>
        </p:nvSpPr>
        <p:spPr>
          <a:xfrm>
            <a:off x="8480346" y="988954"/>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cxnSp>
        <p:nvCxnSpPr>
          <p:cNvPr id="375" name="Straight Connector 374">
            <a:extLst>
              <a:ext uri="{FF2B5EF4-FFF2-40B4-BE49-F238E27FC236}">
                <a16:creationId xmlns:a16="http://schemas.microsoft.com/office/drawing/2014/main" id="{659CB559-425C-47D3-8D71-8A5BE8ABA5F9}"/>
              </a:ext>
            </a:extLst>
          </p:cNvPr>
          <p:cNvCxnSpPr>
            <a:cxnSpLocks/>
          </p:cNvCxnSpPr>
          <p:nvPr/>
        </p:nvCxnSpPr>
        <p:spPr>
          <a:xfrm>
            <a:off x="3222683" y="280885"/>
            <a:ext cx="1580636" cy="59475"/>
          </a:xfrm>
          <a:prstGeom prst="line">
            <a:avLst/>
          </a:prstGeom>
          <a:noFill/>
          <a:ln w="12700" cap="rnd" cmpd="sng" algn="ctr">
            <a:solidFill>
              <a:srgbClr val="00B0F0"/>
            </a:solidFill>
            <a:prstDash val="solid"/>
            <a:miter lim="800000"/>
            <a:headEnd type="none" w="med" len="med"/>
            <a:tailEnd type="none" w="med" len="med"/>
          </a:ln>
          <a:effectLst/>
        </p:spPr>
      </p:cxnSp>
      <p:cxnSp>
        <p:nvCxnSpPr>
          <p:cNvPr id="376" name="Straight Connector 375">
            <a:extLst>
              <a:ext uri="{FF2B5EF4-FFF2-40B4-BE49-F238E27FC236}">
                <a16:creationId xmlns:a16="http://schemas.microsoft.com/office/drawing/2014/main" id="{C0D5B579-A2E1-4DE4-87E9-AE627AC20658}"/>
              </a:ext>
            </a:extLst>
          </p:cNvPr>
          <p:cNvCxnSpPr>
            <a:cxnSpLocks/>
          </p:cNvCxnSpPr>
          <p:nvPr/>
        </p:nvCxnSpPr>
        <p:spPr>
          <a:xfrm flipH="1" flipV="1">
            <a:off x="3031787" y="-88835"/>
            <a:ext cx="136720" cy="330921"/>
          </a:xfrm>
          <a:prstGeom prst="line">
            <a:avLst/>
          </a:prstGeom>
          <a:noFill/>
          <a:ln w="12700" cap="rnd" cmpd="sng" algn="ctr">
            <a:solidFill>
              <a:srgbClr val="00B0F0"/>
            </a:solidFill>
            <a:prstDash val="solid"/>
            <a:miter lim="800000"/>
            <a:headEnd type="none" w="med" len="med"/>
            <a:tailEnd type="none" w="med" len="med"/>
          </a:ln>
          <a:effectLst/>
        </p:spPr>
      </p:cxnSp>
      <p:sp>
        <p:nvSpPr>
          <p:cNvPr id="377" name="Rectangle 376">
            <a:extLst>
              <a:ext uri="{FF2B5EF4-FFF2-40B4-BE49-F238E27FC236}">
                <a16:creationId xmlns:a16="http://schemas.microsoft.com/office/drawing/2014/main" id="{6D92C228-0A27-4593-A5C2-3654D9170F5B}"/>
              </a:ext>
            </a:extLst>
          </p:cNvPr>
          <p:cNvSpPr/>
          <p:nvPr/>
        </p:nvSpPr>
        <p:spPr>
          <a:xfrm>
            <a:off x="3129707" y="230402"/>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8" name="Rectangle 377">
            <a:extLst>
              <a:ext uri="{FF2B5EF4-FFF2-40B4-BE49-F238E27FC236}">
                <a16:creationId xmlns:a16="http://schemas.microsoft.com/office/drawing/2014/main" id="{010B62F5-C84A-4351-9696-49C6524672E0}"/>
              </a:ext>
            </a:extLst>
          </p:cNvPr>
          <p:cNvSpPr/>
          <p:nvPr/>
        </p:nvSpPr>
        <p:spPr>
          <a:xfrm>
            <a:off x="11090111" y="6403367"/>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79" name="Rectangle 378">
            <a:extLst>
              <a:ext uri="{FF2B5EF4-FFF2-40B4-BE49-F238E27FC236}">
                <a16:creationId xmlns:a16="http://schemas.microsoft.com/office/drawing/2014/main" id="{88044466-507F-4E5C-A2AA-CC24AF43140A}"/>
              </a:ext>
            </a:extLst>
          </p:cNvPr>
          <p:cNvSpPr/>
          <p:nvPr/>
        </p:nvSpPr>
        <p:spPr>
          <a:xfrm>
            <a:off x="8575511" y="3183917"/>
            <a:ext cx="77599" cy="77599"/>
          </a:xfrm>
          <a:prstGeom prst="rect">
            <a:avLst/>
          </a:prstGeom>
          <a:noFill/>
          <a:ln w="12700" cap="flat" cmpd="sng" algn="ctr">
            <a:solidFill>
              <a:sysClr val="window" lastClr="FFFFFF">
                <a:alpha val="7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0" name="Rectangle 379">
            <a:extLst>
              <a:ext uri="{FF2B5EF4-FFF2-40B4-BE49-F238E27FC236}">
                <a16:creationId xmlns:a16="http://schemas.microsoft.com/office/drawing/2014/main" id="{A37D815B-015E-466C-A5EA-07C54D7F2EA6}"/>
              </a:ext>
            </a:extLst>
          </p:cNvPr>
          <p:cNvSpPr/>
          <p:nvPr/>
        </p:nvSpPr>
        <p:spPr>
          <a:xfrm>
            <a:off x="4912163" y="6658913"/>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1" name="Rectangle 380">
            <a:extLst>
              <a:ext uri="{FF2B5EF4-FFF2-40B4-BE49-F238E27FC236}">
                <a16:creationId xmlns:a16="http://schemas.microsoft.com/office/drawing/2014/main" id="{8F59EE3C-86FE-4E77-8A6C-3A24CCAF8025}"/>
              </a:ext>
            </a:extLst>
          </p:cNvPr>
          <p:cNvSpPr/>
          <p:nvPr/>
        </p:nvSpPr>
        <p:spPr>
          <a:xfrm>
            <a:off x="1426928" y="1165172"/>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2" name="Rectangle 381">
            <a:extLst>
              <a:ext uri="{FF2B5EF4-FFF2-40B4-BE49-F238E27FC236}">
                <a16:creationId xmlns:a16="http://schemas.microsoft.com/office/drawing/2014/main" id="{8CE83751-ED04-4287-877B-4B2460FCD52C}"/>
              </a:ext>
            </a:extLst>
          </p:cNvPr>
          <p:cNvSpPr/>
          <p:nvPr/>
        </p:nvSpPr>
        <p:spPr>
          <a:xfrm>
            <a:off x="3218782" y="153462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3" name="Rectangle 382">
            <a:extLst>
              <a:ext uri="{FF2B5EF4-FFF2-40B4-BE49-F238E27FC236}">
                <a16:creationId xmlns:a16="http://schemas.microsoft.com/office/drawing/2014/main" id="{EA73D601-EF71-4CA0-BB40-D98D1C7DE214}"/>
              </a:ext>
            </a:extLst>
          </p:cNvPr>
          <p:cNvSpPr/>
          <p:nvPr/>
        </p:nvSpPr>
        <p:spPr>
          <a:xfrm>
            <a:off x="4787941" y="274498"/>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4" name="Rectangle 383">
            <a:extLst>
              <a:ext uri="{FF2B5EF4-FFF2-40B4-BE49-F238E27FC236}">
                <a16:creationId xmlns:a16="http://schemas.microsoft.com/office/drawing/2014/main" id="{7F0E26A4-F5C7-4678-AFD2-4D3C75DF3ABE}"/>
              </a:ext>
            </a:extLst>
          </p:cNvPr>
          <p:cNvSpPr/>
          <p:nvPr/>
        </p:nvSpPr>
        <p:spPr>
          <a:xfrm>
            <a:off x="6905626" y="1322089"/>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5" name="Rectangle 384">
            <a:extLst>
              <a:ext uri="{FF2B5EF4-FFF2-40B4-BE49-F238E27FC236}">
                <a16:creationId xmlns:a16="http://schemas.microsoft.com/office/drawing/2014/main" id="{E38B65C9-E0D9-428C-AE44-ABD0E6A0CCCC}"/>
              </a:ext>
            </a:extLst>
          </p:cNvPr>
          <p:cNvSpPr/>
          <p:nvPr/>
        </p:nvSpPr>
        <p:spPr>
          <a:xfrm>
            <a:off x="10297582" y="32315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6" name="Rectangle 385">
            <a:extLst>
              <a:ext uri="{FF2B5EF4-FFF2-40B4-BE49-F238E27FC236}">
                <a16:creationId xmlns:a16="http://schemas.microsoft.com/office/drawing/2014/main" id="{217BEA42-777F-47D2-99A6-04A1468D157C}"/>
              </a:ext>
            </a:extLst>
          </p:cNvPr>
          <p:cNvSpPr/>
          <p:nvPr/>
        </p:nvSpPr>
        <p:spPr>
          <a:xfrm>
            <a:off x="11152839" y="328029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7" name="Rectangle 386">
            <a:extLst>
              <a:ext uri="{FF2B5EF4-FFF2-40B4-BE49-F238E27FC236}">
                <a16:creationId xmlns:a16="http://schemas.microsoft.com/office/drawing/2014/main" id="{504ED0A7-366B-426D-B423-794B37E784DE}"/>
              </a:ext>
            </a:extLst>
          </p:cNvPr>
          <p:cNvSpPr/>
          <p:nvPr/>
        </p:nvSpPr>
        <p:spPr>
          <a:xfrm>
            <a:off x="11009318" y="144310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8" name="Rectangle 387">
            <a:extLst>
              <a:ext uri="{FF2B5EF4-FFF2-40B4-BE49-F238E27FC236}">
                <a16:creationId xmlns:a16="http://schemas.microsoft.com/office/drawing/2014/main" id="{4F2D6C80-82F2-49F2-B19F-F32ACAA86951}"/>
              </a:ext>
            </a:extLst>
          </p:cNvPr>
          <p:cNvSpPr/>
          <p:nvPr/>
        </p:nvSpPr>
        <p:spPr>
          <a:xfrm>
            <a:off x="11665709" y="2105749"/>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89" name="Rectangle 388">
            <a:extLst>
              <a:ext uri="{FF2B5EF4-FFF2-40B4-BE49-F238E27FC236}">
                <a16:creationId xmlns:a16="http://schemas.microsoft.com/office/drawing/2014/main" id="{2AD05821-312C-4A4F-A204-4687352E9372}"/>
              </a:ext>
            </a:extLst>
          </p:cNvPr>
          <p:cNvSpPr/>
          <p:nvPr/>
        </p:nvSpPr>
        <p:spPr>
          <a:xfrm>
            <a:off x="10014336" y="4647829"/>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0" name="Rectangle 389">
            <a:extLst>
              <a:ext uri="{FF2B5EF4-FFF2-40B4-BE49-F238E27FC236}">
                <a16:creationId xmlns:a16="http://schemas.microsoft.com/office/drawing/2014/main" id="{E5F2CF12-D3EF-41C1-A35E-C3BFA36FD7A6}"/>
              </a:ext>
            </a:extLst>
          </p:cNvPr>
          <p:cNvSpPr/>
          <p:nvPr/>
        </p:nvSpPr>
        <p:spPr>
          <a:xfrm>
            <a:off x="11183330" y="4780032"/>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1" name="Rectangle 390">
            <a:extLst>
              <a:ext uri="{FF2B5EF4-FFF2-40B4-BE49-F238E27FC236}">
                <a16:creationId xmlns:a16="http://schemas.microsoft.com/office/drawing/2014/main" id="{075BDFD6-CEE6-48E2-BF4A-0192161DFDBF}"/>
              </a:ext>
            </a:extLst>
          </p:cNvPr>
          <p:cNvSpPr/>
          <p:nvPr/>
        </p:nvSpPr>
        <p:spPr>
          <a:xfrm>
            <a:off x="9548171" y="6091147"/>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2" name="Rectangle 391">
            <a:extLst>
              <a:ext uri="{FF2B5EF4-FFF2-40B4-BE49-F238E27FC236}">
                <a16:creationId xmlns:a16="http://schemas.microsoft.com/office/drawing/2014/main" id="{A5523ED2-CE43-465F-96F6-7A8840BEE869}"/>
              </a:ext>
            </a:extLst>
          </p:cNvPr>
          <p:cNvSpPr/>
          <p:nvPr/>
        </p:nvSpPr>
        <p:spPr>
          <a:xfrm>
            <a:off x="5389340" y="523840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3" name="Rectangle 392">
            <a:extLst>
              <a:ext uri="{FF2B5EF4-FFF2-40B4-BE49-F238E27FC236}">
                <a16:creationId xmlns:a16="http://schemas.microsoft.com/office/drawing/2014/main" id="{6FEED4E1-0CB7-4774-8AC0-B8BAD4B3E8AD}"/>
              </a:ext>
            </a:extLst>
          </p:cNvPr>
          <p:cNvSpPr/>
          <p:nvPr/>
        </p:nvSpPr>
        <p:spPr>
          <a:xfrm>
            <a:off x="2563002" y="571869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4" name="Rectangle 393">
            <a:extLst>
              <a:ext uri="{FF2B5EF4-FFF2-40B4-BE49-F238E27FC236}">
                <a16:creationId xmlns:a16="http://schemas.microsoft.com/office/drawing/2014/main" id="{958866E2-1A43-4E36-83C4-8A2F4F8F0293}"/>
              </a:ext>
            </a:extLst>
          </p:cNvPr>
          <p:cNvSpPr/>
          <p:nvPr/>
        </p:nvSpPr>
        <p:spPr>
          <a:xfrm>
            <a:off x="3966940" y="5228881"/>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5" name="Rectangle 394">
            <a:extLst>
              <a:ext uri="{FF2B5EF4-FFF2-40B4-BE49-F238E27FC236}">
                <a16:creationId xmlns:a16="http://schemas.microsoft.com/office/drawing/2014/main" id="{E5AB2828-7F0D-437A-BF3C-5C02878FD3B4}"/>
              </a:ext>
            </a:extLst>
          </p:cNvPr>
          <p:cNvSpPr/>
          <p:nvPr/>
        </p:nvSpPr>
        <p:spPr>
          <a:xfrm>
            <a:off x="5735700" y="3626661"/>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6" name="Rectangle 395">
            <a:extLst>
              <a:ext uri="{FF2B5EF4-FFF2-40B4-BE49-F238E27FC236}">
                <a16:creationId xmlns:a16="http://schemas.microsoft.com/office/drawing/2014/main" id="{50C85EC3-CE20-4100-BE7B-E255D03E4B34}"/>
              </a:ext>
            </a:extLst>
          </p:cNvPr>
          <p:cNvSpPr/>
          <p:nvPr/>
        </p:nvSpPr>
        <p:spPr>
          <a:xfrm>
            <a:off x="6862825" y="414418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7" name="Rectangle 396">
            <a:extLst>
              <a:ext uri="{FF2B5EF4-FFF2-40B4-BE49-F238E27FC236}">
                <a16:creationId xmlns:a16="http://schemas.microsoft.com/office/drawing/2014/main" id="{A6858595-ACA6-401B-9DF8-4EA4132AC592}"/>
              </a:ext>
            </a:extLst>
          </p:cNvPr>
          <p:cNvSpPr/>
          <p:nvPr/>
        </p:nvSpPr>
        <p:spPr>
          <a:xfrm>
            <a:off x="7481950" y="4585511"/>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8" name="Rectangle 397">
            <a:extLst>
              <a:ext uri="{FF2B5EF4-FFF2-40B4-BE49-F238E27FC236}">
                <a16:creationId xmlns:a16="http://schemas.microsoft.com/office/drawing/2014/main" id="{43DDF341-DAA8-4D66-9571-CC91AB1FC5C5}"/>
              </a:ext>
            </a:extLst>
          </p:cNvPr>
          <p:cNvSpPr/>
          <p:nvPr/>
        </p:nvSpPr>
        <p:spPr>
          <a:xfrm>
            <a:off x="5647952" y="2550627"/>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99" name="Rectangle 398">
            <a:extLst>
              <a:ext uri="{FF2B5EF4-FFF2-40B4-BE49-F238E27FC236}">
                <a16:creationId xmlns:a16="http://schemas.microsoft.com/office/drawing/2014/main" id="{C5E3729D-1B82-4575-B303-B72A364DCD66}"/>
              </a:ext>
            </a:extLst>
          </p:cNvPr>
          <p:cNvSpPr/>
          <p:nvPr/>
        </p:nvSpPr>
        <p:spPr>
          <a:xfrm>
            <a:off x="7585212" y="2347719"/>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0" name="Rectangle 399">
            <a:extLst>
              <a:ext uri="{FF2B5EF4-FFF2-40B4-BE49-F238E27FC236}">
                <a16:creationId xmlns:a16="http://schemas.microsoft.com/office/drawing/2014/main" id="{E8363F23-ADB6-4F6E-8568-665BBE9B24D3}"/>
              </a:ext>
            </a:extLst>
          </p:cNvPr>
          <p:cNvSpPr/>
          <p:nvPr/>
        </p:nvSpPr>
        <p:spPr>
          <a:xfrm>
            <a:off x="7571145" y="5633262"/>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1" name="Rectangle 400">
            <a:extLst>
              <a:ext uri="{FF2B5EF4-FFF2-40B4-BE49-F238E27FC236}">
                <a16:creationId xmlns:a16="http://schemas.microsoft.com/office/drawing/2014/main" id="{7793CADF-4B6B-4070-8A46-0D309EE23ED7}"/>
              </a:ext>
            </a:extLst>
          </p:cNvPr>
          <p:cNvSpPr/>
          <p:nvPr/>
        </p:nvSpPr>
        <p:spPr>
          <a:xfrm>
            <a:off x="1467644" y="4741813"/>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2" name="Rectangle 401">
            <a:extLst>
              <a:ext uri="{FF2B5EF4-FFF2-40B4-BE49-F238E27FC236}">
                <a16:creationId xmlns:a16="http://schemas.microsoft.com/office/drawing/2014/main" id="{B7BF1692-688D-4057-B945-A0C4089B28CC}"/>
              </a:ext>
            </a:extLst>
          </p:cNvPr>
          <p:cNvSpPr/>
          <p:nvPr/>
        </p:nvSpPr>
        <p:spPr>
          <a:xfrm>
            <a:off x="1377400" y="5240421"/>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3" name="Rectangle 402">
            <a:extLst>
              <a:ext uri="{FF2B5EF4-FFF2-40B4-BE49-F238E27FC236}">
                <a16:creationId xmlns:a16="http://schemas.microsoft.com/office/drawing/2014/main" id="{E2C324B0-A4E6-4F54-98B9-9E9D3F16DA02}"/>
              </a:ext>
            </a:extLst>
          </p:cNvPr>
          <p:cNvSpPr/>
          <p:nvPr/>
        </p:nvSpPr>
        <p:spPr>
          <a:xfrm>
            <a:off x="612225" y="3181211"/>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4" name="Rectangle 403">
            <a:extLst>
              <a:ext uri="{FF2B5EF4-FFF2-40B4-BE49-F238E27FC236}">
                <a16:creationId xmlns:a16="http://schemas.microsoft.com/office/drawing/2014/main" id="{DC64E384-DD19-4BBC-8E57-390B0D16D6F6}"/>
              </a:ext>
            </a:extLst>
          </p:cNvPr>
          <p:cNvSpPr/>
          <p:nvPr/>
        </p:nvSpPr>
        <p:spPr>
          <a:xfrm>
            <a:off x="2872422" y="3146371"/>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5" name="Rectangle 404">
            <a:extLst>
              <a:ext uri="{FF2B5EF4-FFF2-40B4-BE49-F238E27FC236}">
                <a16:creationId xmlns:a16="http://schemas.microsoft.com/office/drawing/2014/main" id="{FFDD9A19-6BBB-4CE0-A102-262F164D657A}"/>
              </a:ext>
            </a:extLst>
          </p:cNvPr>
          <p:cNvSpPr/>
          <p:nvPr/>
        </p:nvSpPr>
        <p:spPr>
          <a:xfrm>
            <a:off x="7283852" y="18454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6" name="Rectangle 405">
            <a:extLst>
              <a:ext uri="{FF2B5EF4-FFF2-40B4-BE49-F238E27FC236}">
                <a16:creationId xmlns:a16="http://schemas.microsoft.com/office/drawing/2014/main" id="{F5CFBE3F-67D2-4610-8D72-CB562FEDE539}"/>
              </a:ext>
            </a:extLst>
          </p:cNvPr>
          <p:cNvSpPr/>
          <p:nvPr/>
        </p:nvSpPr>
        <p:spPr>
          <a:xfrm>
            <a:off x="8086844" y="33954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7" name="Rectangle 406">
            <a:extLst>
              <a:ext uri="{FF2B5EF4-FFF2-40B4-BE49-F238E27FC236}">
                <a16:creationId xmlns:a16="http://schemas.microsoft.com/office/drawing/2014/main" id="{EBB21A17-44F2-451B-B270-51CABFA29632}"/>
              </a:ext>
            </a:extLst>
          </p:cNvPr>
          <p:cNvSpPr/>
          <p:nvPr/>
        </p:nvSpPr>
        <p:spPr>
          <a:xfrm>
            <a:off x="8464968" y="973576"/>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8" name="Rectangle 407">
            <a:extLst>
              <a:ext uri="{FF2B5EF4-FFF2-40B4-BE49-F238E27FC236}">
                <a16:creationId xmlns:a16="http://schemas.microsoft.com/office/drawing/2014/main" id="{CEC3E22E-210B-43BB-AF6A-8950D396CD1B}"/>
              </a:ext>
            </a:extLst>
          </p:cNvPr>
          <p:cNvSpPr/>
          <p:nvPr/>
        </p:nvSpPr>
        <p:spPr>
          <a:xfrm>
            <a:off x="3114329" y="215024"/>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09" name="Rectangle 408">
            <a:extLst>
              <a:ext uri="{FF2B5EF4-FFF2-40B4-BE49-F238E27FC236}">
                <a16:creationId xmlns:a16="http://schemas.microsoft.com/office/drawing/2014/main" id="{989C94CA-2422-4373-8298-A0BE34311555}"/>
              </a:ext>
            </a:extLst>
          </p:cNvPr>
          <p:cNvSpPr/>
          <p:nvPr/>
        </p:nvSpPr>
        <p:spPr>
          <a:xfrm>
            <a:off x="11074733" y="6387989"/>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10" name="Rectangle 409">
            <a:extLst>
              <a:ext uri="{FF2B5EF4-FFF2-40B4-BE49-F238E27FC236}">
                <a16:creationId xmlns:a16="http://schemas.microsoft.com/office/drawing/2014/main" id="{C2767697-6871-4BA2-AB40-2585FED1FF97}"/>
              </a:ext>
            </a:extLst>
          </p:cNvPr>
          <p:cNvSpPr/>
          <p:nvPr/>
        </p:nvSpPr>
        <p:spPr>
          <a:xfrm>
            <a:off x="8560133" y="3168539"/>
            <a:ext cx="108354" cy="108354"/>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11" name="people_11" title="Icon of two people with a chat bubble">
            <a:extLst>
              <a:ext uri="{FF2B5EF4-FFF2-40B4-BE49-F238E27FC236}">
                <a16:creationId xmlns:a16="http://schemas.microsoft.com/office/drawing/2014/main" id="{C9BA81F1-1A91-43D5-8B19-8D607A05DCC2}"/>
              </a:ext>
            </a:extLst>
          </p:cNvPr>
          <p:cNvSpPr>
            <a:spLocks noChangeAspect="1" noEditPoints="1"/>
          </p:cNvSpPr>
          <p:nvPr/>
        </p:nvSpPr>
        <p:spPr bwMode="auto">
          <a:xfrm>
            <a:off x="5459227" y="2817494"/>
            <a:ext cx="1273547" cy="1223012"/>
          </a:xfrm>
          <a:custGeom>
            <a:avLst/>
            <a:gdLst>
              <a:gd name="T0" fmla="*/ 72 w 348"/>
              <a:gd name="T1" fmla="*/ 196 h 334"/>
              <a:gd name="T2" fmla="*/ 128 w 348"/>
              <a:gd name="T3" fmla="*/ 140 h 334"/>
              <a:gd name="T4" fmla="*/ 184 w 348"/>
              <a:gd name="T5" fmla="*/ 196 h 334"/>
              <a:gd name="T6" fmla="*/ 128 w 348"/>
              <a:gd name="T7" fmla="*/ 252 h 334"/>
              <a:gd name="T8" fmla="*/ 72 w 348"/>
              <a:gd name="T9" fmla="*/ 196 h 334"/>
              <a:gd name="T10" fmla="*/ 210 w 348"/>
              <a:gd name="T11" fmla="*/ 334 h 334"/>
              <a:gd name="T12" fmla="*/ 128 w 348"/>
              <a:gd name="T13" fmla="*/ 252 h 334"/>
              <a:gd name="T14" fmla="*/ 47 w 348"/>
              <a:gd name="T15" fmla="*/ 334 h 334"/>
              <a:gd name="T16" fmla="*/ 265 w 348"/>
              <a:gd name="T17" fmla="*/ 118 h 334"/>
              <a:gd name="T18" fmla="*/ 321 w 348"/>
              <a:gd name="T19" fmla="*/ 62 h 334"/>
              <a:gd name="T20" fmla="*/ 265 w 348"/>
              <a:gd name="T21" fmla="*/ 6 h 334"/>
              <a:gd name="T22" fmla="*/ 209 w 348"/>
              <a:gd name="T23" fmla="*/ 62 h 334"/>
              <a:gd name="T24" fmla="*/ 265 w 348"/>
              <a:gd name="T25" fmla="*/ 118 h 334"/>
              <a:gd name="T26" fmla="*/ 348 w 348"/>
              <a:gd name="T27" fmla="*/ 200 h 334"/>
              <a:gd name="T28" fmla="*/ 266 w 348"/>
              <a:gd name="T29" fmla="*/ 118 h 334"/>
              <a:gd name="T30" fmla="*/ 184 w 348"/>
              <a:gd name="T31" fmla="*/ 200 h 334"/>
              <a:gd name="T32" fmla="*/ 141 w 348"/>
              <a:gd name="T33" fmla="*/ 71 h 334"/>
              <a:gd name="T34" fmla="*/ 141 w 348"/>
              <a:gd name="T35" fmla="*/ 31 h 334"/>
              <a:gd name="T36" fmla="*/ 110 w 348"/>
              <a:gd name="T37" fmla="*/ 0 h 334"/>
              <a:gd name="T38" fmla="*/ 29 w 348"/>
              <a:gd name="T39" fmla="*/ 0 h 334"/>
              <a:gd name="T40" fmla="*/ 29 w 348"/>
              <a:gd name="T41" fmla="*/ 0 h 334"/>
              <a:gd name="T42" fmla="*/ 0 w 348"/>
              <a:gd name="T43" fmla="*/ 31 h 334"/>
              <a:gd name="T44" fmla="*/ 0 w 348"/>
              <a:gd name="T45" fmla="*/ 71 h 334"/>
              <a:gd name="T46" fmla="*/ 0 w 348"/>
              <a:gd name="T47" fmla="*/ 71 h 334"/>
              <a:gd name="T48" fmla="*/ 29 w 348"/>
              <a:gd name="T49" fmla="*/ 102 h 334"/>
              <a:gd name="T50" fmla="*/ 29 w 348"/>
              <a:gd name="T51" fmla="*/ 102 h 334"/>
              <a:gd name="T52" fmla="*/ 110 w 348"/>
              <a:gd name="T53" fmla="*/ 102 h 334"/>
              <a:gd name="T54" fmla="*/ 179 w 348"/>
              <a:gd name="T55" fmla="*/ 102 h 334"/>
              <a:gd name="T56" fmla="*/ 141 w 348"/>
              <a:gd name="T57" fmla="*/ 71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8" h="334">
                <a:moveTo>
                  <a:pt x="72" y="196"/>
                </a:moveTo>
                <a:cubicBezTo>
                  <a:pt x="72" y="165"/>
                  <a:pt x="97" y="140"/>
                  <a:pt x="128" y="140"/>
                </a:cubicBezTo>
                <a:cubicBezTo>
                  <a:pt x="159" y="140"/>
                  <a:pt x="184" y="165"/>
                  <a:pt x="184" y="196"/>
                </a:cubicBezTo>
                <a:cubicBezTo>
                  <a:pt x="184" y="227"/>
                  <a:pt x="159" y="252"/>
                  <a:pt x="128" y="252"/>
                </a:cubicBezTo>
                <a:cubicBezTo>
                  <a:pt x="97" y="252"/>
                  <a:pt x="72" y="227"/>
                  <a:pt x="72" y="196"/>
                </a:cubicBezTo>
                <a:close/>
                <a:moveTo>
                  <a:pt x="210" y="334"/>
                </a:moveTo>
                <a:cubicBezTo>
                  <a:pt x="210" y="289"/>
                  <a:pt x="173" y="252"/>
                  <a:pt x="128" y="252"/>
                </a:cubicBezTo>
                <a:cubicBezTo>
                  <a:pt x="83" y="252"/>
                  <a:pt x="47" y="289"/>
                  <a:pt x="47" y="334"/>
                </a:cubicBezTo>
                <a:moveTo>
                  <a:pt x="265" y="118"/>
                </a:moveTo>
                <a:cubicBezTo>
                  <a:pt x="296" y="118"/>
                  <a:pt x="321" y="93"/>
                  <a:pt x="321" y="62"/>
                </a:cubicBezTo>
                <a:cubicBezTo>
                  <a:pt x="321" y="31"/>
                  <a:pt x="296" y="6"/>
                  <a:pt x="265" y="6"/>
                </a:cubicBezTo>
                <a:cubicBezTo>
                  <a:pt x="234" y="6"/>
                  <a:pt x="209" y="31"/>
                  <a:pt x="209" y="62"/>
                </a:cubicBezTo>
                <a:cubicBezTo>
                  <a:pt x="209" y="93"/>
                  <a:pt x="234" y="118"/>
                  <a:pt x="265" y="118"/>
                </a:cubicBezTo>
                <a:close/>
                <a:moveTo>
                  <a:pt x="348" y="200"/>
                </a:moveTo>
                <a:cubicBezTo>
                  <a:pt x="348" y="155"/>
                  <a:pt x="311" y="118"/>
                  <a:pt x="266" y="118"/>
                </a:cubicBezTo>
                <a:cubicBezTo>
                  <a:pt x="221" y="118"/>
                  <a:pt x="184" y="155"/>
                  <a:pt x="184" y="200"/>
                </a:cubicBezTo>
                <a:moveTo>
                  <a:pt x="141" y="71"/>
                </a:moveTo>
                <a:cubicBezTo>
                  <a:pt x="141" y="31"/>
                  <a:pt x="141" y="31"/>
                  <a:pt x="141" y="31"/>
                </a:cubicBezTo>
                <a:cubicBezTo>
                  <a:pt x="141" y="14"/>
                  <a:pt x="127" y="0"/>
                  <a:pt x="110" y="0"/>
                </a:cubicBezTo>
                <a:cubicBezTo>
                  <a:pt x="29" y="0"/>
                  <a:pt x="29" y="0"/>
                  <a:pt x="29" y="0"/>
                </a:cubicBezTo>
                <a:cubicBezTo>
                  <a:pt x="29" y="0"/>
                  <a:pt x="29" y="0"/>
                  <a:pt x="29" y="0"/>
                </a:cubicBezTo>
                <a:cubicBezTo>
                  <a:pt x="13" y="1"/>
                  <a:pt x="0" y="15"/>
                  <a:pt x="0" y="31"/>
                </a:cubicBezTo>
                <a:cubicBezTo>
                  <a:pt x="0" y="71"/>
                  <a:pt x="0" y="71"/>
                  <a:pt x="0" y="71"/>
                </a:cubicBezTo>
                <a:cubicBezTo>
                  <a:pt x="0" y="71"/>
                  <a:pt x="0" y="71"/>
                  <a:pt x="0" y="71"/>
                </a:cubicBezTo>
                <a:cubicBezTo>
                  <a:pt x="0" y="88"/>
                  <a:pt x="13" y="101"/>
                  <a:pt x="29" y="102"/>
                </a:cubicBezTo>
                <a:cubicBezTo>
                  <a:pt x="29" y="102"/>
                  <a:pt x="29" y="102"/>
                  <a:pt x="29" y="102"/>
                </a:cubicBezTo>
                <a:cubicBezTo>
                  <a:pt x="110" y="102"/>
                  <a:pt x="110" y="102"/>
                  <a:pt x="110" y="102"/>
                </a:cubicBezTo>
                <a:cubicBezTo>
                  <a:pt x="179" y="102"/>
                  <a:pt x="179" y="102"/>
                  <a:pt x="179" y="102"/>
                </a:cubicBezTo>
                <a:lnTo>
                  <a:pt x="141" y="71"/>
                </a:lnTo>
                <a:close/>
              </a:path>
            </a:pathLst>
          </a:custGeom>
          <a:noFill/>
          <a:ln w="12700" cap="sq">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gradFill>
                <a:gsLst>
                  <a:gs pos="0">
                    <a:srgbClr val="505050"/>
                  </a:gs>
                  <a:gs pos="100000">
                    <a:srgbClr val="505050"/>
                  </a:gs>
                </a:gsLst>
              </a:gradFill>
              <a:effectLst/>
              <a:uLnTx/>
              <a:uFillTx/>
              <a:latin typeface="Calibri" panose="020F0502020204030204"/>
              <a:ea typeface="+mn-ea"/>
              <a:cs typeface="+mn-cs"/>
            </a:endParaRPr>
          </a:p>
        </p:txBody>
      </p:sp>
      <p:sp>
        <p:nvSpPr>
          <p:cNvPr id="412" name="tool" title="Icon of a skrewdriver and wrench">
            <a:extLst>
              <a:ext uri="{FF2B5EF4-FFF2-40B4-BE49-F238E27FC236}">
                <a16:creationId xmlns:a16="http://schemas.microsoft.com/office/drawing/2014/main" id="{921EF5BA-6AAB-44D7-9C86-A501C0B47744}"/>
              </a:ext>
            </a:extLst>
          </p:cNvPr>
          <p:cNvSpPr>
            <a:spLocks noChangeAspect="1" noEditPoints="1"/>
          </p:cNvSpPr>
          <p:nvPr/>
        </p:nvSpPr>
        <p:spPr bwMode="auto">
          <a:xfrm>
            <a:off x="5661877" y="2817493"/>
            <a:ext cx="868247" cy="1223015"/>
          </a:xfrm>
          <a:custGeom>
            <a:avLst/>
            <a:gdLst>
              <a:gd name="T0" fmla="*/ 196 w 256"/>
              <a:gd name="T1" fmla="*/ 0 h 360"/>
              <a:gd name="T2" fmla="*/ 256 w 256"/>
              <a:gd name="T3" fmla="*/ 60 h 360"/>
              <a:gd name="T4" fmla="*/ 230 w 256"/>
              <a:gd name="T5" fmla="*/ 110 h 360"/>
              <a:gd name="T6" fmla="*/ 222 w 256"/>
              <a:gd name="T7" fmla="*/ 114 h 360"/>
              <a:gd name="T8" fmla="*/ 222 w 256"/>
              <a:gd name="T9" fmla="*/ 334 h 360"/>
              <a:gd name="T10" fmla="*/ 196 w 256"/>
              <a:gd name="T11" fmla="*/ 360 h 360"/>
              <a:gd name="T12" fmla="*/ 170 w 256"/>
              <a:gd name="T13" fmla="*/ 334 h 360"/>
              <a:gd name="T14" fmla="*/ 170 w 256"/>
              <a:gd name="T15" fmla="*/ 114 h 360"/>
              <a:gd name="T16" fmla="*/ 162 w 256"/>
              <a:gd name="T17" fmla="*/ 110 h 360"/>
              <a:gd name="T18" fmla="*/ 136 w 256"/>
              <a:gd name="T19" fmla="*/ 60 h 360"/>
              <a:gd name="T20" fmla="*/ 196 w 256"/>
              <a:gd name="T21" fmla="*/ 0 h 360"/>
              <a:gd name="T22" fmla="*/ 0 w 256"/>
              <a:gd name="T23" fmla="*/ 193 h 360"/>
              <a:gd name="T24" fmla="*/ 0 w 256"/>
              <a:gd name="T25" fmla="*/ 219 h 360"/>
              <a:gd name="T26" fmla="*/ 0 w 256"/>
              <a:gd name="T27" fmla="*/ 287 h 360"/>
              <a:gd name="T28" fmla="*/ 0 w 256"/>
              <a:gd name="T29" fmla="*/ 334 h 360"/>
              <a:gd name="T30" fmla="*/ 26 w 256"/>
              <a:gd name="T31" fmla="*/ 360 h 360"/>
              <a:gd name="T32" fmla="*/ 53 w 256"/>
              <a:gd name="T33" fmla="*/ 334 h 360"/>
              <a:gd name="T34" fmla="*/ 53 w 256"/>
              <a:gd name="T35" fmla="*/ 287 h 360"/>
              <a:gd name="T36" fmla="*/ 53 w 256"/>
              <a:gd name="T37" fmla="*/ 219 h 360"/>
              <a:gd name="T38" fmla="*/ 53 w 256"/>
              <a:gd name="T39" fmla="*/ 193 h 360"/>
              <a:gd name="T40" fmla="*/ 26 w 256"/>
              <a:gd name="T41" fmla="*/ 193 h 360"/>
              <a:gd name="T42" fmla="*/ 0 w 256"/>
              <a:gd name="T43" fmla="*/ 193 h 360"/>
              <a:gd name="T44" fmla="*/ 53 w 256"/>
              <a:gd name="T45" fmla="*/ 0 h 360"/>
              <a:gd name="T46" fmla="*/ 0 w 256"/>
              <a:gd name="T47" fmla="*/ 0 h 360"/>
              <a:gd name="T48" fmla="*/ 0 w 256"/>
              <a:gd name="T49" fmla="*/ 42 h 360"/>
              <a:gd name="T50" fmla="*/ 26 w 256"/>
              <a:gd name="T51" fmla="*/ 68 h 360"/>
              <a:gd name="T52" fmla="*/ 53 w 256"/>
              <a:gd name="T53" fmla="*/ 42 h 360"/>
              <a:gd name="T54" fmla="*/ 53 w 256"/>
              <a:gd name="T55" fmla="*/ 0 h 360"/>
              <a:gd name="T56" fmla="*/ 26 w 256"/>
              <a:gd name="T57" fmla="*/ 68 h 360"/>
              <a:gd name="T58" fmla="*/ 26 w 256"/>
              <a:gd name="T59" fmla="*/ 193 h 360"/>
              <a:gd name="T60" fmla="*/ 193 w 256"/>
              <a:gd name="T61" fmla="*/ 0 h 360"/>
              <a:gd name="T62" fmla="*/ 193 w 256"/>
              <a:gd name="T63" fmla="*/ 57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56" h="360">
                <a:moveTo>
                  <a:pt x="196" y="0"/>
                </a:moveTo>
                <a:cubicBezTo>
                  <a:pt x="229" y="0"/>
                  <a:pt x="256" y="27"/>
                  <a:pt x="256" y="60"/>
                </a:cubicBezTo>
                <a:cubicBezTo>
                  <a:pt x="256" y="81"/>
                  <a:pt x="246" y="99"/>
                  <a:pt x="230" y="110"/>
                </a:cubicBezTo>
                <a:cubicBezTo>
                  <a:pt x="222" y="114"/>
                  <a:pt x="222" y="114"/>
                  <a:pt x="222" y="114"/>
                </a:cubicBezTo>
                <a:cubicBezTo>
                  <a:pt x="222" y="334"/>
                  <a:pt x="222" y="334"/>
                  <a:pt x="222" y="334"/>
                </a:cubicBezTo>
                <a:cubicBezTo>
                  <a:pt x="222" y="348"/>
                  <a:pt x="210" y="360"/>
                  <a:pt x="196" y="360"/>
                </a:cubicBezTo>
                <a:cubicBezTo>
                  <a:pt x="182" y="360"/>
                  <a:pt x="170" y="348"/>
                  <a:pt x="170" y="334"/>
                </a:cubicBezTo>
                <a:cubicBezTo>
                  <a:pt x="170" y="114"/>
                  <a:pt x="170" y="114"/>
                  <a:pt x="170" y="114"/>
                </a:cubicBezTo>
                <a:cubicBezTo>
                  <a:pt x="162" y="110"/>
                  <a:pt x="162" y="110"/>
                  <a:pt x="162" y="110"/>
                </a:cubicBezTo>
                <a:cubicBezTo>
                  <a:pt x="147" y="99"/>
                  <a:pt x="136" y="81"/>
                  <a:pt x="136" y="60"/>
                </a:cubicBezTo>
                <a:cubicBezTo>
                  <a:pt x="136" y="27"/>
                  <a:pt x="163" y="0"/>
                  <a:pt x="196" y="0"/>
                </a:cubicBezTo>
                <a:close/>
                <a:moveTo>
                  <a:pt x="0" y="193"/>
                </a:moveTo>
                <a:cubicBezTo>
                  <a:pt x="0" y="219"/>
                  <a:pt x="0" y="219"/>
                  <a:pt x="0" y="219"/>
                </a:cubicBezTo>
                <a:cubicBezTo>
                  <a:pt x="0" y="287"/>
                  <a:pt x="0" y="287"/>
                  <a:pt x="0" y="287"/>
                </a:cubicBezTo>
                <a:cubicBezTo>
                  <a:pt x="0" y="334"/>
                  <a:pt x="0" y="334"/>
                  <a:pt x="0" y="334"/>
                </a:cubicBezTo>
                <a:cubicBezTo>
                  <a:pt x="0" y="348"/>
                  <a:pt x="12" y="360"/>
                  <a:pt x="26" y="360"/>
                </a:cubicBezTo>
                <a:cubicBezTo>
                  <a:pt x="41" y="360"/>
                  <a:pt x="53" y="348"/>
                  <a:pt x="53" y="334"/>
                </a:cubicBezTo>
                <a:cubicBezTo>
                  <a:pt x="53" y="287"/>
                  <a:pt x="53" y="287"/>
                  <a:pt x="53" y="287"/>
                </a:cubicBezTo>
                <a:cubicBezTo>
                  <a:pt x="53" y="219"/>
                  <a:pt x="53" y="219"/>
                  <a:pt x="53" y="219"/>
                </a:cubicBezTo>
                <a:cubicBezTo>
                  <a:pt x="53" y="193"/>
                  <a:pt x="53" y="193"/>
                  <a:pt x="53" y="193"/>
                </a:cubicBezTo>
                <a:cubicBezTo>
                  <a:pt x="26" y="193"/>
                  <a:pt x="26" y="193"/>
                  <a:pt x="26" y="193"/>
                </a:cubicBezTo>
                <a:cubicBezTo>
                  <a:pt x="0" y="193"/>
                  <a:pt x="0" y="193"/>
                  <a:pt x="0" y="193"/>
                </a:cubicBezTo>
                <a:close/>
                <a:moveTo>
                  <a:pt x="53" y="0"/>
                </a:moveTo>
                <a:cubicBezTo>
                  <a:pt x="0" y="0"/>
                  <a:pt x="0" y="0"/>
                  <a:pt x="0" y="0"/>
                </a:cubicBezTo>
                <a:cubicBezTo>
                  <a:pt x="0" y="42"/>
                  <a:pt x="0" y="42"/>
                  <a:pt x="0" y="42"/>
                </a:cubicBezTo>
                <a:cubicBezTo>
                  <a:pt x="26" y="68"/>
                  <a:pt x="26" y="68"/>
                  <a:pt x="26" y="68"/>
                </a:cubicBezTo>
                <a:cubicBezTo>
                  <a:pt x="53" y="42"/>
                  <a:pt x="53" y="42"/>
                  <a:pt x="53" y="42"/>
                </a:cubicBezTo>
                <a:cubicBezTo>
                  <a:pt x="53" y="0"/>
                  <a:pt x="53" y="0"/>
                  <a:pt x="53" y="0"/>
                </a:cubicBezTo>
                <a:close/>
                <a:moveTo>
                  <a:pt x="26" y="68"/>
                </a:moveTo>
                <a:cubicBezTo>
                  <a:pt x="26" y="193"/>
                  <a:pt x="26" y="193"/>
                  <a:pt x="26" y="193"/>
                </a:cubicBezTo>
                <a:moveTo>
                  <a:pt x="193" y="0"/>
                </a:moveTo>
                <a:cubicBezTo>
                  <a:pt x="193" y="57"/>
                  <a:pt x="193" y="57"/>
                  <a:pt x="193" y="57"/>
                </a:cubicBezTo>
              </a:path>
            </a:pathLst>
          </a:custGeom>
          <a:noFill/>
          <a:ln w="12700" cap="sq">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gradFill>
                <a:gsLst>
                  <a:gs pos="0">
                    <a:srgbClr val="505050"/>
                  </a:gs>
                  <a:gs pos="100000">
                    <a:srgbClr val="505050"/>
                  </a:gs>
                </a:gsLst>
              </a:gradFill>
              <a:effectLst/>
              <a:uLnTx/>
              <a:uFillTx/>
              <a:latin typeface="Calibri" panose="020F0502020204030204"/>
              <a:ea typeface="+mn-ea"/>
              <a:cs typeface="+mn-cs"/>
            </a:endParaRPr>
          </a:p>
        </p:txBody>
      </p:sp>
      <p:sp>
        <p:nvSpPr>
          <p:cNvPr id="413" name="gear" title="Icon of a gear surrounded by a circle with lines of varying length">
            <a:extLst>
              <a:ext uri="{FF2B5EF4-FFF2-40B4-BE49-F238E27FC236}">
                <a16:creationId xmlns:a16="http://schemas.microsoft.com/office/drawing/2014/main" id="{5A3D0E6F-4F98-46D3-9392-4D18C72CBC18}"/>
              </a:ext>
            </a:extLst>
          </p:cNvPr>
          <p:cNvSpPr>
            <a:spLocks noChangeAspect="1" noEditPoints="1"/>
          </p:cNvSpPr>
          <p:nvPr/>
        </p:nvSpPr>
        <p:spPr bwMode="auto">
          <a:xfrm>
            <a:off x="5476062" y="2811745"/>
            <a:ext cx="1239877" cy="1234511"/>
          </a:xfrm>
          <a:custGeom>
            <a:avLst/>
            <a:gdLst>
              <a:gd name="T0" fmla="*/ 72 w 318"/>
              <a:gd name="T1" fmla="*/ 159 h 318"/>
              <a:gd name="T2" fmla="*/ 159 w 318"/>
              <a:gd name="T3" fmla="*/ 72 h 318"/>
              <a:gd name="T4" fmla="*/ 246 w 318"/>
              <a:gd name="T5" fmla="*/ 159 h 318"/>
              <a:gd name="T6" fmla="*/ 159 w 318"/>
              <a:gd name="T7" fmla="*/ 246 h 318"/>
              <a:gd name="T8" fmla="*/ 72 w 318"/>
              <a:gd name="T9" fmla="*/ 159 h 318"/>
              <a:gd name="T10" fmla="*/ 212 w 318"/>
              <a:gd name="T11" fmla="*/ 9 h 318"/>
              <a:gd name="T12" fmla="*/ 159 w 318"/>
              <a:gd name="T13" fmla="*/ 0 h 318"/>
              <a:gd name="T14" fmla="*/ 0 w 318"/>
              <a:gd name="T15" fmla="*/ 159 h 318"/>
              <a:gd name="T16" fmla="*/ 91 w 318"/>
              <a:gd name="T17" fmla="*/ 303 h 318"/>
              <a:gd name="T18" fmla="*/ 106 w 318"/>
              <a:gd name="T19" fmla="*/ 309 h 318"/>
              <a:gd name="T20" fmla="*/ 159 w 318"/>
              <a:gd name="T21" fmla="*/ 318 h 318"/>
              <a:gd name="T22" fmla="*/ 318 w 318"/>
              <a:gd name="T23" fmla="*/ 159 h 318"/>
              <a:gd name="T24" fmla="*/ 310 w 318"/>
              <a:gd name="T25" fmla="*/ 110 h 318"/>
              <a:gd name="T26" fmla="*/ 304 w 318"/>
              <a:gd name="T27" fmla="*/ 93 h 318"/>
              <a:gd name="T28" fmla="*/ 230 w 318"/>
              <a:gd name="T29" fmla="*/ 17 h 318"/>
              <a:gd name="T30" fmla="*/ 202 w 318"/>
              <a:gd name="T31" fmla="*/ 56 h 318"/>
              <a:gd name="T32" fmla="*/ 194 w 318"/>
              <a:gd name="T33" fmla="*/ 79 h 318"/>
              <a:gd name="T34" fmla="*/ 268 w 318"/>
              <a:gd name="T35" fmla="*/ 118 h 318"/>
              <a:gd name="T36" fmla="*/ 240 w 318"/>
              <a:gd name="T37" fmla="*/ 127 h 318"/>
              <a:gd name="T38" fmla="*/ 239 w 318"/>
              <a:gd name="T39" fmla="*/ 192 h 318"/>
              <a:gd name="T40" fmla="*/ 267 w 318"/>
              <a:gd name="T41" fmla="*/ 203 h 318"/>
              <a:gd name="T42" fmla="*/ 206 w 318"/>
              <a:gd name="T43" fmla="*/ 265 h 318"/>
              <a:gd name="T44" fmla="*/ 193 w 318"/>
              <a:gd name="T45" fmla="*/ 239 h 318"/>
              <a:gd name="T46" fmla="*/ 117 w 318"/>
              <a:gd name="T47" fmla="*/ 266 h 318"/>
              <a:gd name="T48" fmla="*/ 128 w 318"/>
              <a:gd name="T49" fmla="*/ 240 h 318"/>
              <a:gd name="T50" fmla="*/ 54 w 318"/>
              <a:gd name="T51" fmla="*/ 203 h 318"/>
              <a:gd name="T52" fmla="*/ 79 w 318"/>
              <a:gd name="T53" fmla="*/ 193 h 318"/>
              <a:gd name="T54" fmla="*/ 54 w 318"/>
              <a:gd name="T55" fmla="*/ 118 h 318"/>
              <a:gd name="T56" fmla="*/ 78 w 318"/>
              <a:gd name="T57" fmla="*/ 127 h 318"/>
              <a:gd name="T58" fmla="*/ 127 w 318"/>
              <a:gd name="T59" fmla="*/ 78 h 318"/>
              <a:gd name="T60" fmla="*/ 116 w 318"/>
              <a:gd name="T61" fmla="*/ 5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8" h="318">
                <a:moveTo>
                  <a:pt x="72" y="159"/>
                </a:moveTo>
                <a:cubicBezTo>
                  <a:pt x="72" y="111"/>
                  <a:pt x="111" y="72"/>
                  <a:pt x="159" y="72"/>
                </a:cubicBezTo>
                <a:cubicBezTo>
                  <a:pt x="207" y="72"/>
                  <a:pt x="246" y="111"/>
                  <a:pt x="246" y="159"/>
                </a:cubicBezTo>
                <a:cubicBezTo>
                  <a:pt x="246" y="207"/>
                  <a:pt x="207" y="246"/>
                  <a:pt x="159" y="246"/>
                </a:cubicBezTo>
                <a:cubicBezTo>
                  <a:pt x="111" y="246"/>
                  <a:pt x="72" y="207"/>
                  <a:pt x="72" y="159"/>
                </a:cubicBezTo>
                <a:close/>
                <a:moveTo>
                  <a:pt x="212" y="9"/>
                </a:moveTo>
                <a:cubicBezTo>
                  <a:pt x="195" y="3"/>
                  <a:pt x="177" y="0"/>
                  <a:pt x="159" y="0"/>
                </a:cubicBezTo>
                <a:cubicBezTo>
                  <a:pt x="71" y="0"/>
                  <a:pt x="0" y="71"/>
                  <a:pt x="0" y="159"/>
                </a:cubicBezTo>
                <a:cubicBezTo>
                  <a:pt x="0" y="223"/>
                  <a:pt x="37" y="277"/>
                  <a:pt x="91" y="303"/>
                </a:cubicBezTo>
                <a:moveTo>
                  <a:pt x="106" y="309"/>
                </a:moveTo>
                <a:cubicBezTo>
                  <a:pt x="122" y="315"/>
                  <a:pt x="140" y="318"/>
                  <a:pt x="159" y="318"/>
                </a:cubicBezTo>
                <a:cubicBezTo>
                  <a:pt x="247" y="318"/>
                  <a:pt x="318" y="247"/>
                  <a:pt x="318" y="159"/>
                </a:cubicBezTo>
                <a:cubicBezTo>
                  <a:pt x="318" y="142"/>
                  <a:pt x="315" y="126"/>
                  <a:pt x="310" y="110"/>
                </a:cubicBezTo>
                <a:moveTo>
                  <a:pt x="304" y="93"/>
                </a:moveTo>
                <a:cubicBezTo>
                  <a:pt x="289" y="60"/>
                  <a:pt x="262" y="33"/>
                  <a:pt x="230" y="17"/>
                </a:cubicBezTo>
                <a:moveTo>
                  <a:pt x="202" y="56"/>
                </a:moveTo>
                <a:cubicBezTo>
                  <a:pt x="194" y="79"/>
                  <a:pt x="194" y="79"/>
                  <a:pt x="194" y="79"/>
                </a:cubicBezTo>
                <a:moveTo>
                  <a:pt x="268" y="118"/>
                </a:moveTo>
                <a:cubicBezTo>
                  <a:pt x="240" y="127"/>
                  <a:pt x="240" y="127"/>
                  <a:pt x="240" y="127"/>
                </a:cubicBezTo>
                <a:moveTo>
                  <a:pt x="239" y="192"/>
                </a:moveTo>
                <a:cubicBezTo>
                  <a:pt x="267" y="203"/>
                  <a:pt x="267" y="203"/>
                  <a:pt x="267" y="203"/>
                </a:cubicBezTo>
                <a:moveTo>
                  <a:pt x="206" y="265"/>
                </a:moveTo>
                <a:cubicBezTo>
                  <a:pt x="193" y="239"/>
                  <a:pt x="193" y="239"/>
                  <a:pt x="193" y="239"/>
                </a:cubicBezTo>
                <a:moveTo>
                  <a:pt x="117" y="266"/>
                </a:moveTo>
                <a:cubicBezTo>
                  <a:pt x="128" y="240"/>
                  <a:pt x="128" y="240"/>
                  <a:pt x="128" y="240"/>
                </a:cubicBezTo>
                <a:moveTo>
                  <a:pt x="54" y="203"/>
                </a:moveTo>
                <a:cubicBezTo>
                  <a:pt x="79" y="193"/>
                  <a:pt x="79" y="193"/>
                  <a:pt x="79" y="193"/>
                </a:cubicBezTo>
                <a:moveTo>
                  <a:pt x="54" y="118"/>
                </a:moveTo>
                <a:cubicBezTo>
                  <a:pt x="78" y="127"/>
                  <a:pt x="78" y="127"/>
                  <a:pt x="78" y="127"/>
                </a:cubicBezTo>
                <a:moveTo>
                  <a:pt x="127" y="78"/>
                </a:moveTo>
                <a:cubicBezTo>
                  <a:pt x="116" y="56"/>
                  <a:pt x="116" y="56"/>
                  <a:pt x="116" y="56"/>
                </a:cubicBezTo>
              </a:path>
            </a:pathLst>
          </a:custGeom>
          <a:no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gradFill>
                <a:gsLst>
                  <a:gs pos="0">
                    <a:srgbClr val="505050"/>
                  </a:gs>
                  <a:gs pos="100000">
                    <a:srgbClr val="505050"/>
                  </a:gs>
                </a:gsLst>
              </a:gradFill>
              <a:effectLst/>
              <a:uLnTx/>
              <a:uFillTx/>
              <a:latin typeface="Calibri" panose="020F0502020204030204"/>
              <a:ea typeface="+mn-ea"/>
              <a:cs typeface="+mn-cs"/>
            </a:endParaRPr>
          </a:p>
        </p:txBody>
      </p:sp>
      <p:sp>
        <p:nvSpPr>
          <p:cNvPr id="414" name="box" title="Icon of a box">
            <a:extLst>
              <a:ext uri="{FF2B5EF4-FFF2-40B4-BE49-F238E27FC236}">
                <a16:creationId xmlns:a16="http://schemas.microsoft.com/office/drawing/2014/main" id="{1C54C9BD-7B86-4482-A6F0-8798B94CE09A}"/>
              </a:ext>
            </a:extLst>
          </p:cNvPr>
          <p:cNvSpPr>
            <a:spLocks noChangeAspect="1" noEditPoints="1"/>
          </p:cNvSpPr>
          <p:nvPr/>
        </p:nvSpPr>
        <p:spPr bwMode="auto">
          <a:xfrm>
            <a:off x="5502095" y="2829447"/>
            <a:ext cx="1187811" cy="1199106"/>
          </a:xfrm>
          <a:custGeom>
            <a:avLst/>
            <a:gdLst>
              <a:gd name="T0" fmla="*/ 87 w 240"/>
              <a:gd name="T1" fmla="*/ 0 h 244"/>
              <a:gd name="T2" fmla="*/ 165 w 240"/>
              <a:gd name="T3" fmla="*/ 83 h 244"/>
              <a:gd name="T4" fmla="*/ 198 w 240"/>
              <a:gd name="T5" fmla="*/ 39 h 244"/>
              <a:gd name="T6" fmla="*/ 123 w 240"/>
              <a:gd name="T7" fmla="*/ 39 h 244"/>
              <a:gd name="T8" fmla="*/ 240 w 240"/>
              <a:gd name="T9" fmla="*/ 83 h 244"/>
              <a:gd name="T10" fmla="*/ 80 w 240"/>
              <a:gd name="T11" fmla="*/ 83 h 244"/>
              <a:gd name="T12" fmla="*/ 80 w 240"/>
              <a:gd name="T13" fmla="*/ 244 h 244"/>
              <a:gd name="T14" fmla="*/ 240 w 240"/>
              <a:gd name="T15" fmla="*/ 244 h 244"/>
              <a:gd name="T16" fmla="*/ 240 w 240"/>
              <a:gd name="T17" fmla="*/ 83 h 244"/>
              <a:gd name="T18" fmla="*/ 80 w 240"/>
              <a:gd name="T19" fmla="*/ 173 h 244"/>
              <a:gd name="T20" fmla="*/ 80 w 240"/>
              <a:gd name="T21" fmla="*/ 83 h 244"/>
              <a:gd name="T22" fmla="*/ 0 w 240"/>
              <a:gd name="T23" fmla="*/ 0 h 244"/>
              <a:gd name="T24" fmla="*/ 0 w 240"/>
              <a:gd name="T25" fmla="*/ 137 h 244"/>
              <a:gd name="T26" fmla="*/ 80 w 240"/>
              <a:gd name="T27" fmla="*/ 244 h 244"/>
              <a:gd name="T28" fmla="*/ 80 w 240"/>
              <a:gd name="T29" fmla="*/ 173 h 244"/>
              <a:gd name="T30" fmla="*/ 119 w 240"/>
              <a:gd name="T31" fmla="*/ 0 h 244"/>
              <a:gd name="T32" fmla="*/ 0 w 240"/>
              <a:gd name="T33" fmla="*/ 0 h 244"/>
              <a:gd name="T34" fmla="*/ 80 w 240"/>
              <a:gd name="T35" fmla="*/ 83 h 244"/>
              <a:gd name="T36" fmla="*/ 240 w 240"/>
              <a:gd name="T37" fmla="*/ 83 h 244"/>
              <a:gd name="T38" fmla="*/ 161 w 240"/>
              <a:gd name="T39" fmla="*/ 0 h 244"/>
              <a:gd name="T40" fmla="*/ 119 w 240"/>
              <a:gd name="T4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0" h="244">
                <a:moveTo>
                  <a:pt x="87" y="0"/>
                </a:moveTo>
                <a:lnTo>
                  <a:pt x="165" y="83"/>
                </a:lnTo>
                <a:moveTo>
                  <a:pt x="198" y="39"/>
                </a:moveTo>
                <a:lnTo>
                  <a:pt x="123" y="39"/>
                </a:lnTo>
                <a:moveTo>
                  <a:pt x="240" y="83"/>
                </a:moveTo>
                <a:lnTo>
                  <a:pt x="80" y="83"/>
                </a:lnTo>
                <a:lnTo>
                  <a:pt x="80" y="244"/>
                </a:lnTo>
                <a:lnTo>
                  <a:pt x="240" y="244"/>
                </a:lnTo>
                <a:lnTo>
                  <a:pt x="240" y="83"/>
                </a:lnTo>
                <a:moveTo>
                  <a:pt x="80" y="173"/>
                </a:moveTo>
                <a:lnTo>
                  <a:pt x="80" y="83"/>
                </a:lnTo>
                <a:lnTo>
                  <a:pt x="0" y="0"/>
                </a:lnTo>
                <a:lnTo>
                  <a:pt x="0" y="137"/>
                </a:lnTo>
                <a:lnTo>
                  <a:pt x="80" y="244"/>
                </a:lnTo>
                <a:lnTo>
                  <a:pt x="80" y="173"/>
                </a:lnTo>
                <a:moveTo>
                  <a:pt x="119" y="0"/>
                </a:moveTo>
                <a:lnTo>
                  <a:pt x="0" y="0"/>
                </a:lnTo>
                <a:lnTo>
                  <a:pt x="80" y="83"/>
                </a:lnTo>
                <a:lnTo>
                  <a:pt x="240" y="83"/>
                </a:lnTo>
                <a:lnTo>
                  <a:pt x="161" y="0"/>
                </a:lnTo>
                <a:lnTo>
                  <a:pt x="119" y="0"/>
                </a:lnTo>
              </a:path>
            </a:pathLst>
          </a:custGeom>
          <a:noFill/>
          <a:ln w="12700" cap="flat">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gradFill>
                <a:gsLst>
                  <a:gs pos="0">
                    <a:srgbClr val="505050"/>
                  </a:gs>
                  <a:gs pos="100000">
                    <a:srgbClr val="505050"/>
                  </a:gs>
                </a:gsLst>
                <a:lin ang="5400000" scaled="1"/>
              </a:gradFill>
              <a:effectLst/>
              <a:uLnTx/>
              <a:uFillTx/>
              <a:latin typeface="Calibri" panose="020F0502020204030204"/>
              <a:ea typeface="+mn-ea"/>
              <a:cs typeface="+mn-cs"/>
            </a:endParaRPr>
          </a:p>
        </p:txBody>
      </p:sp>
    </p:spTree>
    <p:extLst>
      <p:ext uri="{BB962C8B-B14F-4D97-AF65-F5344CB8AC3E}">
        <p14:creationId xmlns:p14="http://schemas.microsoft.com/office/powerpoint/2010/main" val="154711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500"/>
                                        <p:tgtEl>
                                          <p:spTgt spid="381"/>
                                        </p:tgtEl>
                                      </p:cBhvr>
                                    </p:animEffect>
                                  </p:childTnLst>
                                </p:cTn>
                              </p:par>
                              <p:par>
                                <p:cTn id="8" presetID="6" presetClass="emph" presetSubtype="0" accel="52000" decel="48000" autoRev="1" fill="hold" grpId="1" nodeType="withEffect">
                                  <p:stCondLst>
                                    <p:cond delay="0"/>
                                  </p:stCondLst>
                                  <p:childTnLst>
                                    <p:animScale>
                                      <p:cBhvr>
                                        <p:cTn id="9" dur="250" fill="hold"/>
                                        <p:tgtEl>
                                          <p:spTgt spid="381"/>
                                        </p:tgtEl>
                                      </p:cBhvr>
                                      <p:by x="200000" y="200000"/>
                                    </p:animScale>
                                  </p:childTnLst>
                                </p:cTn>
                              </p:par>
                              <p:par>
                                <p:cTn id="10" presetID="10" presetClass="entr" presetSubtype="0" fill="hold" grpId="1" nodeType="withEffect">
                                  <p:stCondLst>
                                    <p:cond delay="0"/>
                                  </p:stCondLst>
                                  <p:childTnLst>
                                    <p:set>
                                      <p:cBhvr>
                                        <p:cTn id="11" dur="1" fill="hold">
                                          <p:stCondLst>
                                            <p:cond delay="0"/>
                                          </p:stCondLst>
                                        </p:cTn>
                                        <p:tgtEl>
                                          <p:spTgt spid="346"/>
                                        </p:tgtEl>
                                        <p:attrNameLst>
                                          <p:attrName>style.visibility</p:attrName>
                                        </p:attrNameLst>
                                      </p:cBhvr>
                                      <p:to>
                                        <p:strVal val="visible"/>
                                      </p:to>
                                    </p:set>
                                    <p:animEffect transition="in" filter="fade">
                                      <p:cBhvr>
                                        <p:cTn id="12" dur="500"/>
                                        <p:tgtEl>
                                          <p:spTgt spid="346"/>
                                        </p:tgtEl>
                                      </p:cBhvr>
                                    </p:animEffect>
                                  </p:childTnLst>
                                </p:cTn>
                              </p:par>
                              <p:par>
                                <p:cTn id="13" presetID="6" presetClass="emph" presetSubtype="0" repeatCount="indefinite" autoRev="1" fill="hold" grpId="0" nodeType="withEffect">
                                  <p:stCondLst>
                                    <p:cond delay="0"/>
                                  </p:stCondLst>
                                  <p:childTnLst>
                                    <p:animScale>
                                      <p:cBhvr>
                                        <p:cTn id="14" dur="500" fill="hold"/>
                                        <p:tgtEl>
                                          <p:spTgt spid="346"/>
                                        </p:tgtEl>
                                      </p:cBhvr>
                                      <p:by x="250000" y="250000"/>
                                    </p:animScale>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95"/>
                                        </p:tgtEl>
                                        <p:attrNameLst>
                                          <p:attrName>style.visibility</p:attrName>
                                        </p:attrNameLst>
                                      </p:cBhvr>
                                      <p:to>
                                        <p:strVal val="visible"/>
                                      </p:to>
                                    </p:set>
                                    <p:animEffect transition="in" filter="fade">
                                      <p:cBhvr>
                                        <p:cTn id="18" dur="500"/>
                                        <p:tgtEl>
                                          <p:spTgt spid="395"/>
                                        </p:tgtEl>
                                      </p:cBhvr>
                                    </p:animEffect>
                                  </p:childTnLst>
                                </p:cTn>
                              </p:par>
                              <p:par>
                                <p:cTn id="19" presetID="6" presetClass="emph" presetSubtype="0" accel="52000" decel="48000" autoRev="1" fill="hold" grpId="1" nodeType="withEffect">
                                  <p:stCondLst>
                                    <p:cond delay="0"/>
                                  </p:stCondLst>
                                  <p:childTnLst>
                                    <p:animScale>
                                      <p:cBhvr>
                                        <p:cTn id="20" dur="250" fill="hold"/>
                                        <p:tgtEl>
                                          <p:spTgt spid="395"/>
                                        </p:tgtEl>
                                      </p:cBhvr>
                                      <p:by x="200000" y="200000"/>
                                    </p:animScale>
                                  </p:childTnLst>
                                </p:cTn>
                              </p:par>
                              <p:par>
                                <p:cTn id="21" presetID="10" presetClass="entr" presetSubtype="0" fill="hold" grpId="1" nodeType="withEffect">
                                  <p:stCondLst>
                                    <p:cond delay="0"/>
                                  </p:stCondLst>
                                  <p:childTnLst>
                                    <p:set>
                                      <p:cBhvr>
                                        <p:cTn id="22" dur="1" fill="hold">
                                          <p:stCondLst>
                                            <p:cond delay="0"/>
                                          </p:stCondLst>
                                        </p:cTn>
                                        <p:tgtEl>
                                          <p:spTgt spid="359"/>
                                        </p:tgtEl>
                                        <p:attrNameLst>
                                          <p:attrName>style.visibility</p:attrName>
                                        </p:attrNameLst>
                                      </p:cBhvr>
                                      <p:to>
                                        <p:strVal val="visible"/>
                                      </p:to>
                                    </p:set>
                                    <p:animEffect transition="in" filter="fade">
                                      <p:cBhvr>
                                        <p:cTn id="23" dur="500"/>
                                        <p:tgtEl>
                                          <p:spTgt spid="359"/>
                                        </p:tgtEl>
                                      </p:cBhvr>
                                    </p:animEffect>
                                  </p:childTnLst>
                                </p:cTn>
                              </p:par>
                              <p:par>
                                <p:cTn id="24" presetID="6" presetClass="emph" presetSubtype="0" repeatCount="indefinite" autoRev="1" fill="hold" grpId="0" nodeType="withEffect">
                                  <p:stCondLst>
                                    <p:cond delay="0"/>
                                  </p:stCondLst>
                                  <p:childTnLst>
                                    <p:animScale>
                                      <p:cBhvr>
                                        <p:cTn id="25" dur="500" fill="hold"/>
                                        <p:tgtEl>
                                          <p:spTgt spid="359"/>
                                        </p:tgtEl>
                                      </p:cBhvr>
                                      <p:by x="250000" y="250000"/>
                                    </p:animScale>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386"/>
                                        </p:tgtEl>
                                        <p:attrNameLst>
                                          <p:attrName>style.visibility</p:attrName>
                                        </p:attrNameLst>
                                      </p:cBhvr>
                                      <p:to>
                                        <p:strVal val="visible"/>
                                      </p:to>
                                    </p:set>
                                    <p:animEffect transition="in" filter="fade">
                                      <p:cBhvr>
                                        <p:cTn id="29" dur="500"/>
                                        <p:tgtEl>
                                          <p:spTgt spid="386"/>
                                        </p:tgtEl>
                                      </p:cBhvr>
                                    </p:animEffect>
                                  </p:childTnLst>
                                </p:cTn>
                              </p:par>
                              <p:par>
                                <p:cTn id="30" presetID="6" presetClass="emph" presetSubtype="0" accel="52000" decel="48000" autoRev="1" fill="hold" grpId="1" nodeType="withEffect">
                                  <p:stCondLst>
                                    <p:cond delay="0"/>
                                  </p:stCondLst>
                                  <p:childTnLst>
                                    <p:animScale>
                                      <p:cBhvr>
                                        <p:cTn id="31" dur="250" fill="hold"/>
                                        <p:tgtEl>
                                          <p:spTgt spid="386"/>
                                        </p:tgtEl>
                                      </p:cBhvr>
                                      <p:by x="200000" y="200000"/>
                                    </p:animScale>
                                  </p:childTnLst>
                                </p:cTn>
                              </p:par>
                              <p:par>
                                <p:cTn id="32" presetID="10" presetClass="entr" presetSubtype="0" fill="hold" grpId="1" nodeType="withEffect">
                                  <p:stCondLst>
                                    <p:cond delay="0"/>
                                  </p:stCondLst>
                                  <p:childTnLst>
                                    <p:set>
                                      <p:cBhvr>
                                        <p:cTn id="33" dur="1" fill="hold">
                                          <p:stCondLst>
                                            <p:cond delay="0"/>
                                          </p:stCondLst>
                                        </p:cTn>
                                        <p:tgtEl>
                                          <p:spTgt spid="351"/>
                                        </p:tgtEl>
                                        <p:attrNameLst>
                                          <p:attrName>style.visibility</p:attrName>
                                        </p:attrNameLst>
                                      </p:cBhvr>
                                      <p:to>
                                        <p:strVal val="visible"/>
                                      </p:to>
                                    </p:set>
                                    <p:animEffect transition="in" filter="fade">
                                      <p:cBhvr>
                                        <p:cTn id="34" dur="500"/>
                                        <p:tgtEl>
                                          <p:spTgt spid="351"/>
                                        </p:tgtEl>
                                      </p:cBhvr>
                                    </p:animEffect>
                                  </p:childTnLst>
                                </p:cTn>
                              </p:par>
                              <p:par>
                                <p:cTn id="35" presetID="6" presetClass="emph" presetSubtype="0" repeatCount="indefinite" autoRev="1" fill="hold" grpId="0" nodeType="withEffect">
                                  <p:stCondLst>
                                    <p:cond delay="0"/>
                                  </p:stCondLst>
                                  <p:childTnLst>
                                    <p:animScale>
                                      <p:cBhvr>
                                        <p:cTn id="36" dur="500" fill="hold"/>
                                        <p:tgtEl>
                                          <p:spTgt spid="351"/>
                                        </p:tgtEl>
                                      </p:cBhvr>
                                      <p:by x="250000" y="250000"/>
                                    </p:animScale>
                                  </p:childTnLst>
                                </p:cTn>
                              </p:par>
                            </p:childTnLst>
                          </p:cTn>
                        </p:par>
                        <p:par>
                          <p:cTn id="37" fill="hold">
                            <p:stCondLst>
                              <p:cond delay="3000"/>
                            </p:stCondLst>
                            <p:childTnLst>
                              <p:par>
                                <p:cTn id="38" presetID="10" presetClass="entr" presetSubtype="0" fill="hold" grpId="0" nodeType="afterEffect">
                                  <p:stCondLst>
                                    <p:cond delay="0"/>
                                  </p:stCondLst>
                                  <p:childTnLst>
                                    <p:set>
                                      <p:cBhvr>
                                        <p:cTn id="39" dur="1" fill="hold">
                                          <p:stCondLst>
                                            <p:cond delay="0"/>
                                          </p:stCondLst>
                                        </p:cTn>
                                        <p:tgtEl>
                                          <p:spTgt spid="400"/>
                                        </p:tgtEl>
                                        <p:attrNameLst>
                                          <p:attrName>style.visibility</p:attrName>
                                        </p:attrNameLst>
                                      </p:cBhvr>
                                      <p:to>
                                        <p:strVal val="visible"/>
                                      </p:to>
                                    </p:set>
                                    <p:animEffect transition="in" filter="fade">
                                      <p:cBhvr>
                                        <p:cTn id="40" dur="500"/>
                                        <p:tgtEl>
                                          <p:spTgt spid="400"/>
                                        </p:tgtEl>
                                      </p:cBhvr>
                                    </p:animEffect>
                                  </p:childTnLst>
                                </p:cTn>
                              </p:par>
                              <p:par>
                                <p:cTn id="41" presetID="6" presetClass="emph" presetSubtype="0" accel="52000" decel="48000" autoRev="1" fill="hold" grpId="1" nodeType="withEffect">
                                  <p:stCondLst>
                                    <p:cond delay="0"/>
                                  </p:stCondLst>
                                  <p:childTnLst>
                                    <p:animScale>
                                      <p:cBhvr>
                                        <p:cTn id="42" dur="250" fill="hold"/>
                                        <p:tgtEl>
                                          <p:spTgt spid="400"/>
                                        </p:tgtEl>
                                      </p:cBhvr>
                                      <p:by x="200000" y="200000"/>
                                    </p:animScale>
                                  </p:childTnLst>
                                </p:cTn>
                              </p:par>
                              <p:par>
                                <p:cTn id="43" presetID="10" presetClass="entr" presetSubtype="0" fill="hold" grpId="1" nodeType="withEffect">
                                  <p:stCondLst>
                                    <p:cond delay="0"/>
                                  </p:stCondLst>
                                  <p:childTnLst>
                                    <p:set>
                                      <p:cBhvr>
                                        <p:cTn id="44" dur="1" fill="hold">
                                          <p:stCondLst>
                                            <p:cond delay="0"/>
                                          </p:stCondLst>
                                        </p:cTn>
                                        <p:tgtEl>
                                          <p:spTgt spid="364"/>
                                        </p:tgtEl>
                                        <p:attrNameLst>
                                          <p:attrName>style.visibility</p:attrName>
                                        </p:attrNameLst>
                                      </p:cBhvr>
                                      <p:to>
                                        <p:strVal val="visible"/>
                                      </p:to>
                                    </p:set>
                                    <p:animEffect transition="in" filter="fade">
                                      <p:cBhvr>
                                        <p:cTn id="45" dur="500"/>
                                        <p:tgtEl>
                                          <p:spTgt spid="364"/>
                                        </p:tgtEl>
                                      </p:cBhvr>
                                    </p:animEffect>
                                  </p:childTnLst>
                                </p:cTn>
                              </p:par>
                              <p:par>
                                <p:cTn id="46" presetID="6" presetClass="emph" presetSubtype="0" repeatCount="indefinite" autoRev="1" fill="hold" grpId="0" nodeType="withEffect">
                                  <p:stCondLst>
                                    <p:cond delay="0"/>
                                  </p:stCondLst>
                                  <p:childTnLst>
                                    <p:animScale>
                                      <p:cBhvr>
                                        <p:cTn id="47" dur="500" fill="hold"/>
                                        <p:tgtEl>
                                          <p:spTgt spid="364"/>
                                        </p:tgtEl>
                                      </p:cBhvr>
                                      <p:by x="250000" y="250000"/>
                                    </p:animScale>
                                  </p:childTnLst>
                                </p:cTn>
                              </p:par>
                              <p:par>
                                <p:cTn id="48" presetID="10" presetClass="entr" presetSubtype="0" fill="hold" grpId="0" nodeType="withEffect">
                                  <p:stCondLst>
                                    <p:cond delay="0"/>
                                  </p:stCondLst>
                                  <p:childTnLst>
                                    <p:set>
                                      <p:cBhvr>
                                        <p:cTn id="49" dur="1" fill="hold">
                                          <p:stCondLst>
                                            <p:cond delay="0"/>
                                          </p:stCondLst>
                                        </p:cTn>
                                        <p:tgtEl>
                                          <p:spTgt spid="392"/>
                                        </p:tgtEl>
                                        <p:attrNameLst>
                                          <p:attrName>style.visibility</p:attrName>
                                        </p:attrNameLst>
                                      </p:cBhvr>
                                      <p:to>
                                        <p:strVal val="visible"/>
                                      </p:to>
                                    </p:set>
                                    <p:animEffect transition="in" filter="fade">
                                      <p:cBhvr>
                                        <p:cTn id="50" dur="500"/>
                                        <p:tgtEl>
                                          <p:spTgt spid="392"/>
                                        </p:tgtEl>
                                      </p:cBhvr>
                                    </p:animEffect>
                                  </p:childTnLst>
                                </p:cTn>
                              </p:par>
                              <p:par>
                                <p:cTn id="51" presetID="6" presetClass="emph" presetSubtype="0" accel="52000" decel="48000" autoRev="1" fill="hold" grpId="1" nodeType="withEffect">
                                  <p:stCondLst>
                                    <p:cond delay="0"/>
                                  </p:stCondLst>
                                  <p:childTnLst>
                                    <p:animScale>
                                      <p:cBhvr>
                                        <p:cTn id="52" dur="250" fill="hold"/>
                                        <p:tgtEl>
                                          <p:spTgt spid="392"/>
                                        </p:tgtEl>
                                      </p:cBhvr>
                                      <p:by x="200000" y="200000"/>
                                    </p:animScale>
                                  </p:childTnLst>
                                </p:cTn>
                              </p:par>
                              <p:par>
                                <p:cTn id="53" presetID="10" presetClass="entr" presetSubtype="0" fill="hold" grpId="1" nodeType="withEffect">
                                  <p:stCondLst>
                                    <p:cond delay="0"/>
                                  </p:stCondLst>
                                  <p:childTnLst>
                                    <p:set>
                                      <p:cBhvr>
                                        <p:cTn id="54" dur="1" fill="hold">
                                          <p:stCondLst>
                                            <p:cond delay="0"/>
                                          </p:stCondLst>
                                        </p:cTn>
                                        <p:tgtEl>
                                          <p:spTgt spid="356"/>
                                        </p:tgtEl>
                                        <p:attrNameLst>
                                          <p:attrName>style.visibility</p:attrName>
                                        </p:attrNameLst>
                                      </p:cBhvr>
                                      <p:to>
                                        <p:strVal val="visible"/>
                                      </p:to>
                                    </p:set>
                                    <p:animEffect transition="in" filter="fade">
                                      <p:cBhvr>
                                        <p:cTn id="55" dur="500"/>
                                        <p:tgtEl>
                                          <p:spTgt spid="356"/>
                                        </p:tgtEl>
                                      </p:cBhvr>
                                    </p:animEffect>
                                  </p:childTnLst>
                                </p:cTn>
                              </p:par>
                              <p:par>
                                <p:cTn id="56" presetID="6" presetClass="emph" presetSubtype="0" repeatCount="indefinite" autoRev="1" fill="hold" grpId="0" nodeType="withEffect">
                                  <p:stCondLst>
                                    <p:cond delay="0"/>
                                  </p:stCondLst>
                                  <p:childTnLst>
                                    <p:animScale>
                                      <p:cBhvr>
                                        <p:cTn id="57" dur="500" fill="hold"/>
                                        <p:tgtEl>
                                          <p:spTgt spid="356"/>
                                        </p:tgtEl>
                                      </p:cBhvr>
                                      <p:by x="250000" y="250000"/>
                                    </p:animScale>
                                  </p:childTnLst>
                                </p:cTn>
                              </p:par>
                            </p:childTnLst>
                          </p:cTn>
                        </p:par>
                        <p:par>
                          <p:cTn id="58" fill="hold">
                            <p:stCondLst>
                              <p:cond delay="4000"/>
                            </p:stCondLst>
                            <p:childTnLst>
                              <p:par>
                                <p:cTn id="59" presetID="10" presetClass="entr" presetSubtype="0" fill="hold" grpId="0" nodeType="afterEffect">
                                  <p:stCondLst>
                                    <p:cond delay="0"/>
                                  </p:stCondLst>
                                  <p:childTnLst>
                                    <p:set>
                                      <p:cBhvr>
                                        <p:cTn id="60" dur="1" fill="hold">
                                          <p:stCondLst>
                                            <p:cond delay="0"/>
                                          </p:stCondLst>
                                        </p:cTn>
                                        <p:tgtEl>
                                          <p:spTgt spid="382"/>
                                        </p:tgtEl>
                                        <p:attrNameLst>
                                          <p:attrName>style.visibility</p:attrName>
                                        </p:attrNameLst>
                                      </p:cBhvr>
                                      <p:to>
                                        <p:strVal val="visible"/>
                                      </p:to>
                                    </p:set>
                                    <p:animEffect transition="in" filter="fade">
                                      <p:cBhvr>
                                        <p:cTn id="61" dur="500"/>
                                        <p:tgtEl>
                                          <p:spTgt spid="382"/>
                                        </p:tgtEl>
                                      </p:cBhvr>
                                    </p:animEffect>
                                  </p:childTnLst>
                                </p:cTn>
                              </p:par>
                              <p:par>
                                <p:cTn id="62" presetID="6" presetClass="emph" presetSubtype="0" accel="52000" decel="48000" autoRev="1" fill="hold" grpId="1" nodeType="withEffect">
                                  <p:stCondLst>
                                    <p:cond delay="0"/>
                                  </p:stCondLst>
                                  <p:childTnLst>
                                    <p:animScale>
                                      <p:cBhvr>
                                        <p:cTn id="63" dur="250" fill="hold"/>
                                        <p:tgtEl>
                                          <p:spTgt spid="382"/>
                                        </p:tgtEl>
                                      </p:cBhvr>
                                      <p:by x="200000" y="200000"/>
                                    </p:animScale>
                                  </p:childTnLst>
                                </p:cTn>
                              </p:par>
                              <p:par>
                                <p:cTn id="64" presetID="10" presetClass="entr" presetSubtype="0" fill="hold" grpId="1" nodeType="withEffect">
                                  <p:stCondLst>
                                    <p:cond delay="0"/>
                                  </p:stCondLst>
                                  <p:childTnLst>
                                    <p:set>
                                      <p:cBhvr>
                                        <p:cTn id="65" dur="1" fill="hold">
                                          <p:stCondLst>
                                            <p:cond delay="0"/>
                                          </p:stCondLst>
                                        </p:cTn>
                                        <p:tgtEl>
                                          <p:spTgt spid="347"/>
                                        </p:tgtEl>
                                        <p:attrNameLst>
                                          <p:attrName>style.visibility</p:attrName>
                                        </p:attrNameLst>
                                      </p:cBhvr>
                                      <p:to>
                                        <p:strVal val="visible"/>
                                      </p:to>
                                    </p:set>
                                    <p:animEffect transition="in" filter="fade">
                                      <p:cBhvr>
                                        <p:cTn id="66" dur="500"/>
                                        <p:tgtEl>
                                          <p:spTgt spid="347"/>
                                        </p:tgtEl>
                                      </p:cBhvr>
                                    </p:animEffect>
                                  </p:childTnLst>
                                </p:cTn>
                              </p:par>
                              <p:par>
                                <p:cTn id="67" presetID="6" presetClass="emph" presetSubtype="0" repeatCount="indefinite" autoRev="1" fill="hold" grpId="0" nodeType="withEffect">
                                  <p:stCondLst>
                                    <p:cond delay="0"/>
                                  </p:stCondLst>
                                  <p:childTnLst>
                                    <p:animScale>
                                      <p:cBhvr>
                                        <p:cTn id="68" dur="500" fill="hold"/>
                                        <p:tgtEl>
                                          <p:spTgt spid="347"/>
                                        </p:tgtEl>
                                      </p:cBhvr>
                                      <p:by x="250000" y="250000"/>
                                    </p:animScale>
                                  </p:childTnLst>
                                </p:cTn>
                              </p:par>
                              <p:par>
                                <p:cTn id="69" presetID="10" presetClass="entr" presetSubtype="0" fill="hold" grpId="0" nodeType="withEffect">
                                  <p:stCondLst>
                                    <p:cond delay="0"/>
                                  </p:stCondLst>
                                  <p:childTnLst>
                                    <p:set>
                                      <p:cBhvr>
                                        <p:cTn id="70" dur="1" fill="hold">
                                          <p:stCondLst>
                                            <p:cond delay="0"/>
                                          </p:stCondLst>
                                        </p:cTn>
                                        <p:tgtEl>
                                          <p:spTgt spid="407"/>
                                        </p:tgtEl>
                                        <p:attrNameLst>
                                          <p:attrName>style.visibility</p:attrName>
                                        </p:attrNameLst>
                                      </p:cBhvr>
                                      <p:to>
                                        <p:strVal val="visible"/>
                                      </p:to>
                                    </p:set>
                                    <p:animEffect transition="in" filter="fade">
                                      <p:cBhvr>
                                        <p:cTn id="71" dur="500"/>
                                        <p:tgtEl>
                                          <p:spTgt spid="407"/>
                                        </p:tgtEl>
                                      </p:cBhvr>
                                    </p:animEffect>
                                  </p:childTnLst>
                                </p:cTn>
                              </p:par>
                              <p:par>
                                <p:cTn id="72" presetID="6" presetClass="emph" presetSubtype="0" accel="52000" decel="48000" autoRev="1" fill="hold" grpId="1" nodeType="withEffect">
                                  <p:stCondLst>
                                    <p:cond delay="0"/>
                                  </p:stCondLst>
                                  <p:childTnLst>
                                    <p:animScale>
                                      <p:cBhvr>
                                        <p:cTn id="73" dur="250" fill="hold"/>
                                        <p:tgtEl>
                                          <p:spTgt spid="407"/>
                                        </p:tgtEl>
                                      </p:cBhvr>
                                      <p:by x="200000" y="200000"/>
                                    </p:animScale>
                                  </p:childTnLst>
                                </p:cTn>
                              </p:par>
                              <p:par>
                                <p:cTn id="74" presetID="10" presetClass="entr" presetSubtype="0" fill="hold" grpId="1" nodeType="withEffect">
                                  <p:stCondLst>
                                    <p:cond delay="0"/>
                                  </p:stCondLst>
                                  <p:childTnLst>
                                    <p:set>
                                      <p:cBhvr>
                                        <p:cTn id="75" dur="1" fill="hold">
                                          <p:stCondLst>
                                            <p:cond delay="0"/>
                                          </p:stCondLst>
                                        </p:cTn>
                                        <p:tgtEl>
                                          <p:spTgt spid="374"/>
                                        </p:tgtEl>
                                        <p:attrNameLst>
                                          <p:attrName>style.visibility</p:attrName>
                                        </p:attrNameLst>
                                      </p:cBhvr>
                                      <p:to>
                                        <p:strVal val="visible"/>
                                      </p:to>
                                    </p:set>
                                    <p:animEffect transition="in" filter="fade">
                                      <p:cBhvr>
                                        <p:cTn id="76" dur="500"/>
                                        <p:tgtEl>
                                          <p:spTgt spid="374"/>
                                        </p:tgtEl>
                                      </p:cBhvr>
                                    </p:animEffect>
                                  </p:childTnLst>
                                </p:cTn>
                              </p:par>
                              <p:par>
                                <p:cTn id="77" presetID="6" presetClass="emph" presetSubtype="0" repeatCount="indefinite" autoRev="1" fill="hold" grpId="0" nodeType="withEffect">
                                  <p:stCondLst>
                                    <p:cond delay="0"/>
                                  </p:stCondLst>
                                  <p:childTnLst>
                                    <p:animScale>
                                      <p:cBhvr>
                                        <p:cTn id="78" dur="500" fill="hold"/>
                                        <p:tgtEl>
                                          <p:spTgt spid="374"/>
                                        </p:tgtEl>
                                      </p:cBhvr>
                                      <p:by x="250000" y="250000"/>
                                    </p:animScale>
                                  </p:childTnLst>
                                </p:cTn>
                              </p:par>
                              <p:par>
                                <p:cTn id="79" presetID="10" presetClass="entr" presetSubtype="0" fill="hold" grpId="0" nodeType="withEffect">
                                  <p:stCondLst>
                                    <p:cond delay="0"/>
                                  </p:stCondLst>
                                  <p:childTnLst>
                                    <p:set>
                                      <p:cBhvr>
                                        <p:cTn id="80" dur="1" fill="hold">
                                          <p:stCondLst>
                                            <p:cond delay="0"/>
                                          </p:stCondLst>
                                        </p:cTn>
                                        <p:tgtEl>
                                          <p:spTgt spid="398"/>
                                        </p:tgtEl>
                                        <p:attrNameLst>
                                          <p:attrName>style.visibility</p:attrName>
                                        </p:attrNameLst>
                                      </p:cBhvr>
                                      <p:to>
                                        <p:strVal val="visible"/>
                                      </p:to>
                                    </p:set>
                                    <p:animEffect transition="in" filter="fade">
                                      <p:cBhvr>
                                        <p:cTn id="81" dur="500"/>
                                        <p:tgtEl>
                                          <p:spTgt spid="398"/>
                                        </p:tgtEl>
                                      </p:cBhvr>
                                    </p:animEffect>
                                  </p:childTnLst>
                                </p:cTn>
                              </p:par>
                              <p:par>
                                <p:cTn id="82" presetID="6" presetClass="emph" presetSubtype="0" accel="52000" decel="48000" autoRev="1" fill="hold" grpId="1" nodeType="withEffect">
                                  <p:stCondLst>
                                    <p:cond delay="0"/>
                                  </p:stCondLst>
                                  <p:childTnLst>
                                    <p:animScale>
                                      <p:cBhvr>
                                        <p:cTn id="83" dur="250" fill="hold"/>
                                        <p:tgtEl>
                                          <p:spTgt spid="398"/>
                                        </p:tgtEl>
                                      </p:cBhvr>
                                      <p:by x="200000" y="200000"/>
                                    </p:animScale>
                                  </p:childTnLst>
                                </p:cTn>
                              </p:par>
                              <p:par>
                                <p:cTn id="84" presetID="10" presetClass="entr" presetSubtype="0" fill="hold" grpId="1" nodeType="withEffect">
                                  <p:stCondLst>
                                    <p:cond delay="0"/>
                                  </p:stCondLst>
                                  <p:childTnLst>
                                    <p:set>
                                      <p:cBhvr>
                                        <p:cTn id="85" dur="1" fill="hold">
                                          <p:stCondLst>
                                            <p:cond delay="0"/>
                                          </p:stCondLst>
                                        </p:cTn>
                                        <p:tgtEl>
                                          <p:spTgt spid="362"/>
                                        </p:tgtEl>
                                        <p:attrNameLst>
                                          <p:attrName>style.visibility</p:attrName>
                                        </p:attrNameLst>
                                      </p:cBhvr>
                                      <p:to>
                                        <p:strVal val="visible"/>
                                      </p:to>
                                    </p:set>
                                    <p:animEffect transition="in" filter="fade">
                                      <p:cBhvr>
                                        <p:cTn id="86" dur="500"/>
                                        <p:tgtEl>
                                          <p:spTgt spid="362"/>
                                        </p:tgtEl>
                                      </p:cBhvr>
                                    </p:animEffect>
                                  </p:childTnLst>
                                </p:cTn>
                              </p:par>
                              <p:par>
                                <p:cTn id="87" presetID="6" presetClass="emph" presetSubtype="0" repeatCount="indefinite" autoRev="1" fill="hold" grpId="0" nodeType="withEffect">
                                  <p:stCondLst>
                                    <p:cond delay="0"/>
                                  </p:stCondLst>
                                  <p:childTnLst>
                                    <p:animScale>
                                      <p:cBhvr>
                                        <p:cTn id="88" dur="500" fill="hold"/>
                                        <p:tgtEl>
                                          <p:spTgt spid="362"/>
                                        </p:tgtEl>
                                      </p:cBhvr>
                                      <p:by x="250000" y="250000"/>
                                    </p:animScale>
                                  </p:childTnLst>
                                </p:cTn>
                              </p:par>
                            </p:childTnLst>
                          </p:cTn>
                        </p:par>
                        <p:par>
                          <p:cTn id="89" fill="hold">
                            <p:stCondLst>
                              <p:cond delay="5000"/>
                            </p:stCondLst>
                            <p:childTnLst>
                              <p:par>
                                <p:cTn id="90" presetID="10" presetClass="entr" presetSubtype="0" fill="hold" grpId="0" nodeType="afterEffect">
                                  <p:stCondLst>
                                    <p:cond delay="0"/>
                                  </p:stCondLst>
                                  <p:childTnLst>
                                    <p:set>
                                      <p:cBhvr>
                                        <p:cTn id="91" dur="1" fill="hold">
                                          <p:stCondLst>
                                            <p:cond delay="0"/>
                                          </p:stCondLst>
                                        </p:cTn>
                                        <p:tgtEl>
                                          <p:spTgt spid="404"/>
                                        </p:tgtEl>
                                        <p:attrNameLst>
                                          <p:attrName>style.visibility</p:attrName>
                                        </p:attrNameLst>
                                      </p:cBhvr>
                                      <p:to>
                                        <p:strVal val="visible"/>
                                      </p:to>
                                    </p:set>
                                    <p:animEffect transition="in" filter="fade">
                                      <p:cBhvr>
                                        <p:cTn id="92" dur="500"/>
                                        <p:tgtEl>
                                          <p:spTgt spid="404"/>
                                        </p:tgtEl>
                                      </p:cBhvr>
                                    </p:animEffect>
                                  </p:childTnLst>
                                </p:cTn>
                              </p:par>
                              <p:par>
                                <p:cTn id="93" presetID="6" presetClass="emph" presetSubtype="0" accel="52000" decel="48000" autoRev="1" fill="hold" grpId="1" nodeType="withEffect">
                                  <p:stCondLst>
                                    <p:cond delay="0"/>
                                  </p:stCondLst>
                                  <p:childTnLst>
                                    <p:animScale>
                                      <p:cBhvr>
                                        <p:cTn id="94" dur="250" fill="hold"/>
                                        <p:tgtEl>
                                          <p:spTgt spid="404"/>
                                        </p:tgtEl>
                                      </p:cBhvr>
                                      <p:by x="200000" y="200000"/>
                                    </p:animScale>
                                  </p:childTnLst>
                                </p:cTn>
                              </p:par>
                              <p:par>
                                <p:cTn id="95" presetID="10" presetClass="entr" presetSubtype="0" fill="hold" grpId="1" nodeType="withEffect">
                                  <p:stCondLst>
                                    <p:cond delay="0"/>
                                  </p:stCondLst>
                                  <p:childTnLst>
                                    <p:set>
                                      <p:cBhvr>
                                        <p:cTn id="96" dur="1" fill="hold">
                                          <p:stCondLst>
                                            <p:cond delay="0"/>
                                          </p:stCondLst>
                                        </p:cTn>
                                        <p:tgtEl>
                                          <p:spTgt spid="368"/>
                                        </p:tgtEl>
                                        <p:attrNameLst>
                                          <p:attrName>style.visibility</p:attrName>
                                        </p:attrNameLst>
                                      </p:cBhvr>
                                      <p:to>
                                        <p:strVal val="visible"/>
                                      </p:to>
                                    </p:set>
                                    <p:animEffect transition="in" filter="fade">
                                      <p:cBhvr>
                                        <p:cTn id="97" dur="500"/>
                                        <p:tgtEl>
                                          <p:spTgt spid="368"/>
                                        </p:tgtEl>
                                      </p:cBhvr>
                                    </p:animEffect>
                                  </p:childTnLst>
                                </p:cTn>
                              </p:par>
                              <p:par>
                                <p:cTn id="98" presetID="6" presetClass="emph" presetSubtype="0" repeatCount="indefinite" autoRev="1" fill="hold" grpId="0" nodeType="withEffect">
                                  <p:stCondLst>
                                    <p:cond delay="0"/>
                                  </p:stCondLst>
                                  <p:childTnLst>
                                    <p:animScale>
                                      <p:cBhvr>
                                        <p:cTn id="99" dur="500" fill="hold"/>
                                        <p:tgtEl>
                                          <p:spTgt spid="368"/>
                                        </p:tgtEl>
                                      </p:cBhvr>
                                      <p:by x="250000" y="250000"/>
                                    </p:animScale>
                                  </p:childTnLst>
                                </p:cTn>
                              </p:par>
                              <p:par>
                                <p:cTn id="100" presetID="10" presetClass="entr" presetSubtype="0" fill="hold" grpId="0" nodeType="withEffect">
                                  <p:stCondLst>
                                    <p:cond delay="0"/>
                                  </p:stCondLst>
                                  <p:childTnLst>
                                    <p:set>
                                      <p:cBhvr>
                                        <p:cTn id="101" dur="1" fill="hold">
                                          <p:stCondLst>
                                            <p:cond delay="0"/>
                                          </p:stCondLst>
                                        </p:cTn>
                                        <p:tgtEl>
                                          <p:spTgt spid="393"/>
                                        </p:tgtEl>
                                        <p:attrNameLst>
                                          <p:attrName>style.visibility</p:attrName>
                                        </p:attrNameLst>
                                      </p:cBhvr>
                                      <p:to>
                                        <p:strVal val="visible"/>
                                      </p:to>
                                    </p:set>
                                    <p:animEffect transition="in" filter="fade">
                                      <p:cBhvr>
                                        <p:cTn id="102" dur="500"/>
                                        <p:tgtEl>
                                          <p:spTgt spid="393"/>
                                        </p:tgtEl>
                                      </p:cBhvr>
                                    </p:animEffect>
                                  </p:childTnLst>
                                </p:cTn>
                              </p:par>
                              <p:par>
                                <p:cTn id="103" presetID="6" presetClass="emph" presetSubtype="0" accel="52000" decel="48000" autoRev="1" fill="hold" grpId="1" nodeType="withEffect">
                                  <p:stCondLst>
                                    <p:cond delay="0"/>
                                  </p:stCondLst>
                                  <p:childTnLst>
                                    <p:animScale>
                                      <p:cBhvr>
                                        <p:cTn id="104" dur="250" fill="hold"/>
                                        <p:tgtEl>
                                          <p:spTgt spid="393"/>
                                        </p:tgtEl>
                                      </p:cBhvr>
                                      <p:by x="200000" y="200000"/>
                                    </p:animScale>
                                  </p:childTnLst>
                                </p:cTn>
                              </p:par>
                              <p:par>
                                <p:cTn id="105" presetID="10" presetClass="entr" presetSubtype="0" fill="hold" grpId="1" nodeType="withEffect">
                                  <p:stCondLst>
                                    <p:cond delay="0"/>
                                  </p:stCondLst>
                                  <p:childTnLst>
                                    <p:set>
                                      <p:cBhvr>
                                        <p:cTn id="106" dur="1" fill="hold">
                                          <p:stCondLst>
                                            <p:cond delay="0"/>
                                          </p:stCondLst>
                                        </p:cTn>
                                        <p:tgtEl>
                                          <p:spTgt spid="357"/>
                                        </p:tgtEl>
                                        <p:attrNameLst>
                                          <p:attrName>style.visibility</p:attrName>
                                        </p:attrNameLst>
                                      </p:cBhvr>
                                      <p:to>
                                        <p:strVal val="visible"/>
                                      </p:to>
                                    </p:set>
                                    <p:animEffect transition="in" filter="fade">
                                      <p:cBhvr>
                                        <p:cTn id="107" dur="500"/>
                                        <p:tgtEl>
                                          <p:spTgt spid="357"/>
                                        </p:tgtEl>
                                      </p:cBhvr>
                                    </p:animEffect>
                                  </p:childTnLst>
                                </p:cTn>
                              </p:par>
                              <p:par>
                                <p:cTn id="108" presetID="6" presetClass="emph" presetSubtype="0" repeatCount="indefinite" autoRev="1" fill="hold" grpId="0" nodeType="withEffect">
                                  <p:stCondLst>
                                    <p:cond delay="0"/>
                                  </p:stCondLst>
                                  <p:childTnLst>
                                    <p:animScale>
                                      <p:cBhvr>
                                        <p:cTn id="109" dur="500" fill="hold"/>
                                        <p:tgtEl>
                                          <p:spTgt spid="357"/>
                                        </p:tgtEl>
                                      </p:cBhvr>
                                      <p:by x="250000" y="250000"/>
                                    </p:animScale>
                                  </p:childTnLst>
                                </p:cTn>
                              </p:par>
                              <p:par>
                                <p:cTn id="110" presetID="10" presetClass="entr" presetSubtype="0" fill="hold" grpId="0" nodeType="withEffect">
                                  <p:stCondLst>
                                    <p:cond delay="0"/>
                                  </p:stCondLst>
                                  <p:childTnLst>
                                    <p:set>
                                      <p:cBhvr>
                                        <p:cTn id="111" dur="1" fill="hold">
                                          <p:stCondLst>
                                            <p:cond delay="0"/>
                                          </p:stCondLst>
                                        </p:cTn>
                                        <p:tgtEl>
                                          <p:spTgt spid="399"/>
                                        </p:tgtEl>
                                        <p:attrNameLst>
                                          <p:attrName>style.visibility</p:attrName>
                                        </p:attrNameLst>
                                      </p:cBhvr>
                                      <p:to>
                                        <p:strVal val="visible"/>
                                      </p:to>
                                    </p:set>
                                    <p:animEffect transition="in" filter="fade">
                                      <p:cBhvr>
                                        <p:cTn id="112" dur="500"/>
                                        <p:tgtEl>
                                          <p:spTgt spid="399"/>
                                        </p:tgtEl>
                                      </p:cBhvr>
                                    </p:animEffect>
                                  </p:childTnLst>
                                </p:cTn>
                              </p:par>
                              <p:par>
                                <p:cTn id="113" presetID="6" presetClass="emph" presetSubtype="0" accel="52000" decel="48000" autoRev="1" fill="hold" grpId="1" nodeType="withEffect">
                                  <p:stCondLst>
                                    <p:cond delay="0"/>
                                  </p:stCondLst>
                                  <p:childTnLst>
                                    <p:animScale>
                                      <p:cBhvr>
                                        <p:cTn id="114" dur="250" fill="hold"/>
                                        <p:tgtEl>
                                          <p:spTgt spid="399"/>
                                        </p:tgtEl>
                                      </p:cBhvr>
                                      <p:by x="200000" y="200000"/>
                                    </p:animScale>
                                  </p:childTnLst>
                                </p:cTn>
                              </p:par>
                              <p:par>
                                <p:cTn id="115" presetID="10" presetClass="entr" presetSubtype="0" fill="hold" grpId="1" nodeType="withEffect">
                                  <p:stCondLst>
                                    <p:cond delay="0"/>
                                  </p:stCondLst>
                                  <p:childTnLst>
                                    <p:set>
                                      <p:cBhvr>
                                        <p:cTn id="116" dur="1" fill="hold">
                                          <p:stCondLst>
                                            <p:cond delay="0"/>
                                          </p:stCondLst>
                                        </p:cTn>
                                        <p:tgtEl>
                                          <p:spTgt spid="363"/>
                                        </p:tgtEl>
                                        <p:attrNameLst>
                                          <p:attrName>style.visibility</p:attrName>
                                        </p:attrNameLst>
                                      </p:cBhvr>
                                      <p:to>
                                        <p:strVal val="visible"/>
                                      </p:to>
                                    </p:set>
                                    <p:animEffect transition="in" filter="fade">
                                      <p:cBhvr>
                                        <p:cTn id="117" dur="500"/>
                                        <p:tgtEl>
                                          <p:spTgt spid="363"/>
                                        </p:tgtEl>
                                      </p:cBhvr>
                                    </p:animEffect>
                                  </p:childTnLst>
                                </p:cTn>
                              </p:par>
                              <p:par>
                                <p:cTn id="118" presetID="6" presetClass="emph" presetSubtype="0" repeatCount="indefinite" autoRev="1" fill="hold" grpId="0" nodeType="withEffect">
                                  <p:stCondLst>
                                    <p:cond delay="0"/>
                                  </p:stCondLst>
                                  <p:childTnLst>
                                    <p:animScale>
                                      <p:cBhvr>
                                        <p:cTn id="119" dur="500" fill="hold"/>
                                        <p:tgtEl>
                                          <p:spTgt spid="363"/>
                                        </p:tgtEl>
                                      </p:cBhvr>
                                      <p:by x="250000" y="250000"/>
                                    </p:animScale>
                                  </p:childTnLst>
                                </p:cTn>
                              </p:par>
                              <p:par>
                                <p:cTn id="120" presetID="10" presetClass="entr" presetSubtype="0" fill="hold" grpId="0" nodeType="withEffect">
                                  <p:stCondLst>
                                    <p:cond delay="0"/>
                                  </p:stCondLst>
                                  <p:childTnLst>
                                    <p:set>
                                      <p:cBhvr>
                                        <p:cTn id="121" dur="1" fill="hold">
                                          <p:stCondLst>
                                            <p:cond delay="0"/>
                                          </p:stCondLst>
                                        </p:cTn>
                                        <p:tgtEl>
                                          <p:spTgt spid="387"/>
                                        </p:tgtEl>
                                        <p:attrNameLst>
                                          <p:attrName>style.visibility</p:attrName>
                                        </p:attrNameLst>
                                      </p:cBhvr>
                                      <p:to>
                                        <p:strVal val="visible"/>
                                      </p:to>
                                    </p:set>
                                    <p:animEffect transition="in" filter="fade">
                                      <p:cBhvr>
                                        <p:cTn id="122" dur="500"/>
                                        <p:tgtEl>
                                          <p:spTgt spid="387"/>
                                        </p:tgtEl>
                                      </p:cBhvr>
                                    </p:animEffect>
                                  </p:childTnLst>
                                </p:cTn>
                              </p:par>
                              <p:par>
                                <p:cTn id="123" presetID="6" presetClass="emph" presetSubtype="0" accel="52000" decel="48000" autoRev="1" fill="hold" grpId="1" nodeType="withEffect">
                                  <p:stCondLst>
                                    <p:cond delay="0"/>
                                  </p:stCondLst>
                                  <p:childTnLst>
                                    <p:animScale>
                                      <p:cBhvr>
                                        <p:cTn id="124" dur="250" fill="hold"/>
                                        <p:tgtEl>
                                          <p:spTgt spid="387"/>
                                        </p:tgtEl>
                                      </p:cBhvr>
                                      <p:by x="200000" y="200000"/>
                                    </p:animScale>
                                  </p:childTnLst>
                                </p:cTn>
                              </p:par>
                              <p:par>
                                <p:cTn id="125" presetID="10" presetClass="entr" presetSubtype="0" fill="hold" grpId="1" nodeType="withEffect">
                                  <p:stCondLst>
                                    <p:cond delay="0"/>
                                  </p:stCondLst>
                                  <p:childTnLst>
                                    <p:set>
                                      <p:cBhvr>
                                        <p:cTn id="126" dur="1" fill="hold">
                                          <p:stCondLst>
                                            <p:cond delay="0"/>
                                          </p:stCondLst>
                                        </p:cTn>
                                        <p:tgtEl>
                                          <p:spTgt spid="352"/>
                                        </p:tgtEl>
                                        <p:attrNameLst>
                                          <p:attrName>style.visibility</p:attrName>
                                        </p:attrNameLst>
                                      </p:cBhvr>
                                      <p:to>
                                        <p:strVal val="visible"/>
                                      </p:to>
                                    </p:set>
                                    <p:animEffect transition="in" filter="fade">
                                      <p:cBhvr>
                                        <p:cTn id="127" dur="500"/>
                                        <p:tgtEl>
                                          <p:spTgt spid="352"/>
                                        </p:tgtEl>
                                      </p:cBhvr>
                                    </p:animEffect>
                                  </p:childTnLst>
                                </p:cTn>
                              </p:par>
                              <p:par>
                                <p:cTn id="128" presetID="6" presetClass="emph" presetSubtype="0" repeatCount="indefinite" autoRev="1" fill="hold" grpId="0" nodeType="withEffect">
                                  <p:stCondLst>
                                    <p:cond delay="0"/>
                                  </p:stCondLst>
                                  <p:childTnLst>
                                    <p:animScale>
                                      <p:cBhvr>
                                        <p:cTn id="129" dur="500" fill="hold"/>
                                        <p:tgtEl>
                                          <p:spTgt spid="352"/>
                                        </p:tgtEl>
                                      </p:cBhvr>
                                      <p:by x="250000" y="250000"/>
                                    </p:animScale>
                                  </p:childTnLst>
                                </p:cTn>
                              </p:par>
                              <p:par>
                                <p:cTn id="130" presetID="10" presetClass="entr" presetSubtype="0" fill="hold" grpId="0" nodeType="withEffect">
                                  <p:stCondLst>
                                    <p:cond delay="0"/>
                                  </p:stCondLst>
                                  <p:childTnLst>
                                    <p:set>
                                      <p:cBhvr>
                                        <p:cTn id="131" dur="1" fill="hold">
                                          <p:stCondLst>
                                            <p:cond delay="0"/>
                                          </p:stCondLst>
                                        </p:cTn>
                                        <p:tgtEl>
                                          <p:spTgt spid="389"/>
                                        </p:tgtEl>
                                        <p:attrNameLst>
                                          <p:attrName>style.visibility</p:attrName>
                                        </p:attrNameLst>
                                      </p:cBhvr>
                                      <p:to>
                                        <p:strVal val="visible"/>
                                      </p:to>
                                    </p:set>
                                    <p:animEffect transition="in" filter="fade">
                                      <p:cBhvr>
                                        <p:cTn id="132" dur="500"/>
                                        <p:tgtEl>
                                          <p:spTgt spid="389"/>
                                        </p:tgtEl>
                                      </p:cBhvr>
                                    </p:animEffect>
                                  </p:childTnLst>
                                </p:cTn>
                              </p:par>
                              <p:par>
                                <p:cTn id="133" presetID="6" presetClass="emph" presetSubtype="0" accel="52000" decel="48000" autoRev="1" fill="hold" grpId="1" nodeType="withEffect">
                                  <p:stCondLst>
                                    <p:cond delay="0"/>
                                  </p:stCondLst>
                                  <p:childTnLst>
                                    <p:animScale>
                                      <p:cBhvr>
                                        <p:cTn id="134" dur="250" fill="hold"/>
                                        <p:tgtEl>
                                          <p:spTgt spid="389"/>
                                        </p:tgtEl>
                                      </p:cBhvr>
                                      <p:by x="200000" y="200000"/>
                                    </p:animScale>
                                  </p:childTnLst>
                                </p:cTn>
                              </p:par>
                              <p:par>
                                <p:cTn id="135" presetID="10" presetClass="entr" presetSubtype="0" fill="hold" grpId="1" nodeType="withEffect">
                                  <p:stCondLst>
                                    <p:cond delay="0"/>
                                  </p:stCondLst>
                                  <p:childTnLst>
                                    <p:set>
                                      <p:cBhvr>
                                        <p:cTn id="136" dur="1" fill="hold">
                                          <p:stCondLst>
                                            <p:cond delay="0"/>
                                          </p:stCondLst>
                                        </p:cTn>
                                        <p:tgtEl>
                                          <p:spTgt spid="277"/>
                                        </p:tgtEl>
                                        <p:attrNameLst>
                                          <p:attrName>style.visibility</p:attrName>
                                        </p:attrNameLst>
                                      </p:cBhvr>
                                      <p:to>
                                        <p:strVal val="visible"/>
                                      </p:to>
                                    </p:set>
                                    <p:animEffect transition="in" filter="fade">
                                      <p:cBhvr>
                                        <p:cTn id="137" dur="500"/>
                                        <p:tgtEl>
                                          <p:spTgt spid="277"/>
                                        </p:tgtEl>
                                      </p:cBhvr>
                                    </p:animEffect>
                                  </p:childTnLst>
                                </p:cTn>
                              </p:par>
                              <p:par>
                                <p:cTn id="138" presetID="6" presetClass="emph" presetSubtype="0" repeatCount="indefinite" autoRev="1" fill="hold" grpId="0" nodeType="withEffect">
                                  <p:stCondLst>
                                    <p:cond delay="0"/>
                                  </p:stCondLst>
                                  <p:childTnLst>
                                    <p:animScale>
                                      <p:cBhvr>
                                        <p:cTn id="139" dur="500" fill="hold"/>
                                        <p:tgtEl>
                                          <p:spTgt spid="277"/>
                                        </p:tgtEl>
                                      </p:cBhvr>
                                      <p:by x="250000" y="250000"/>
                                    </p:animScale>
                                  </p:childTnLst>
                                </p:cTn>
                              </p:par>
                              <p:par>
                                <p:cTn id="140" presetID="10" presetClass="entr" presetSubtype="0" fill="hold" grpId="0" nodeType="withEffect">
                                  <p:stCondLst>
                                    <p:cond delay="0"/>
                                  </p:stCondLst>
                                  <p:childTnLst>
                                    <p:set>
                                      <p:cBhvr>
                                        <p:cTn id="141" dur="1" fill="hold">
                                          <p:stCondLst>
                                            <p:cond delay="0"/>
                                          </p:stCondLst>
                                        </p:cTn>
                                        <p:tgtEl>
                                          <p:spTgt spid="410"/>
                                        </p:tgtEl>
                                        <p:attrNameLst>
                                          <p:attrName>style.visibility</p:attrName>
                                        </p:attrNameLst>
                                      </p:cBhvr>
                                      <p:to>
                                        <p:strVal val="visible"/>
                                      </p:to>
                                    </p:set>
                                    <p:animEffect transition="in" filter="fade">
                                      <p:cBhvr>
                                        <p:cTn id="142" dur="500"/>
                                        <p:tgtEl>
                                          <p:spTgt spid="410"/>
                                        </p:tgtEl>
                                      </p:cBhvr>
                                    </p:animEffect>
                                  </p:childTnLst>
                                </p:cTn>
                              </p:par>
                              <p:par>
                                <p:cTn id="143" presetID="6" presetClass="emph" presetSubtype="0" accel="52000" decel="48000" autoRev="1" fill="hold" grpId="1" nodeType="withEffect">
                                  <p:stCondLst>
                                    <p:cond delay="0"/>
                                  </p:stCondLst>
                                  <p:childTnLst>
                                    <p:animScale>
                                      <p:cBhvr>
                                        <p:cTn id="144" dur="250" fill="hold"/>
                                        <p:tgtEl>
                                          <p:spTgt spid="410"/>
                                        </p:tgtEl>
                                      </p:cBhvr>
                                      <p:by x="200000" y="200000"/>
                                    </p:animScale>
                                  </p:childTnLst>
                                </p:cTn>
                              </p:par>
                              <p:par>
                                <p:cTn id="145" presetID="10" presetClass="entr" presetSubtype="0" fill="hold" grpId="1" nodeType="withEffect">
                                  <p:stCondLst>
                                    <p:cond delay="0"/>
                                  </p:stCondLst>
                                  <p:childTnLst>
                                    <p:set>
                                      <p:cBhvr>
                                        <p:cTn id="146" dur="1" fill="hold">
                                          <p:stCondLst>
                                            <p:cond delay="0"/>
                                          </p:stCondLst>
                                        </p:cTn>
                                        <p:tgtEl>
                                          <p:spTgt spid="379"/>
                                        </p:tgtEl>
                                        <p:attrNameLst>
                                          <p:attrName>style.visibility</p:attrName>
                                        </p:attrNameLst>
                                      </p:cBhvr>
                                      <p:to>
                                        <p:strVal val="visible"/>
                                      </p:to>
                                    </p:set>
                                    <p:animEffect transition="in" filter="fade">
                                      <p:cBhvr>
                                        <p:cTn id="147" dur="500"/>
                                        <p:tgtEl>
                                          <p:spTgt spid="379"/>
                                        </p:tgtEl>
                                      </p:cBhvr>
                                    </p:animEffect>
                                  </p:childTnLst>
                                </p:cTn>
                              </p:par>
                              <p:par>
                                <p:cTn id="148" presetID="6" presetClass="emph" presetSubtype="0" repeatCount="indefinite" autoRev="1" fill="hold" grpId="0" nodeType="withEffect">
                                  <p:stCondLst>
                                    <p:cond delay="0"/>
                                  </p:stCondLst>
                                  <p:childTnLst>
                                    <p:animScale>
                                      <p:cBhvr>
                                        <p:cTn id="149" dur="500" fill="hold"/>
                                        <p:tgtEl>
                                          <p:spTgt spid="379"/>
                                        </p:tgtEl>
                                      </p:cBhvr>
                                      <p:by x="250000" y="250000"/>
                                    </p:animScale>
                                  </p:childTnLst>
                                </p:cTn>
                              </p:par>
                            </p:childTnLst>
                          </p:cTn>
                        </p:par>
                        <p:par>
                          <p:cTn id="150" fill="hold">
                            <p:stCondLst>
                              <p:cond delay="6000"/>
                            </p:stCondLst>
                            <p:childTnLst>
                              <p:par>
                                <p:cTn id="151" presetID="10" presetClass="entr" presetSubtype="0" fill="hold" grpId="0" nodeType="afterEffect">
                                  <p:stCondLst>
                                    <p:cond delay="0"/>
                                  </p:stCondLst>
                                  <p:childTnLst>
                                    <p:set>
                                      <p:cBhvr>
                                        <p:cTn id="152" dur="1" fill="hold">
                                          <p:stCondLst>
                                            <p:cond delay="0"/>
                                          </p:stCondLst>
                                        </p:cTn>
                                        <p:tgtEl>
                                          <p:spTgt spid="391"/>
                                        </p:tgtEl>
                                        <p:attrNameLst>
                                          <p:attrName>style.visibility</p:attrName>
                                        </p:attrNameLst>
                                      </p:cBhvr>
                                      <p:to>
                                        <p:strVal val="visible"/>
                                      </p:to>
                                    </p:set>
                                    <p:animEffect transition="in" filter="fade">
                                      <p:cBhvr>
                                        <p:cTn id="153" dur="500"/>
                                        <p:tgtEl>
                                          <p:spTgt spid="391"/>
                                        </p:tgtEl>
                                      </p:cBhvr>
                                    </p:animEffect>
                                  </p:childTnLst>
                                </p:cTn>
                              </p:par>
                              <p:par>
                                <p:cTn id="154" presetID="6" presetClass="emph" presetSubtype="0" accel="52000" decel="48000" autoRev="1" fill="hold" grpId="1" nodeType="withEffect">
                                  <p:stCondLst>
                                    <p:cond delay="0"/>
                                  </p:stCondLst>
                                  <p:childTnLst>
                                    <p:animScale>
                                      <p:cBhvr>
                                        <p:cTn id="155" dur="250" fill="hold"/>
                                        <p:tgtEl>
                                          <p:spTgt spid="391"/>
                                        </p:tgtEl>
                                      </p:cBhvr>
                                      <p:by x="200000" y="200000"/>
                                    </p:animScale>
                                  </p:childTnLst>
                                </p:cTn>
                              </p:par>
                              <p:par>
                                <p:cTn id="156" presetID="10" presetClass="entr" presetSubtype="0" fill="hold" grpId="1" nodeType="withEffect">
                                  <p:stCondLst>
                                    <p:cond delay="0"/>
                                  </p:stCondLst>
                                  <p:childTnLst>
                                    <p:set>
                                      <p:cBhvr>
                                        <p:cTn id="157" dur="1" fill="hold">
                                          <p:stCondLst>
                                            <p:cond delay="0"/>
                                          </p:stCondLst>
                                        </p:cTn>
                                        <p:tgtEl>
                                          <p:spTgt spid="354"/>
                                        </p:tgtEl>
                                        <p:attrNameLst>
                                          <p:attrName>style.visibility</p:attrName>
                                        </p:attrNameLst>
                                      </p:cBhvr>
                                      <p:to>
                                        <p:strVal val="visible"/>
                                      </p:to>
                                    </p:set>
                                    <p:animEffect transition="in" filter="fade">
                                      <p:cBhvr>
                                        <p:cTn id="158" dur="500"/>
                                        <p:tgtEl>
                                          <p:spTgt spid="354"/>
                                        </p:tgtEl>
                                      </p:cBhvr>
                                    </p:animEffect>
                                  </p:childTnLst>
                                </p:cTn>
                              </p:par>
                              <p:par>
                                <p:cTn id="159" presetID="6" presetClass="emph" presetSubtype="0" repeatCount="indefinite" autoRev="1" fill="hold" grpId="0" nodeType="withEffect">
                                  <p:stCondLst>
                                    <p:cond delay="0"/>
                                  </p:stCondLst>
                                  <p:childTnLst>
                                    <p:animScale>
                                      <p:cBhvr>
                                        <p:cTn id="160" dur="500" fill="hold"/>
                                        <p:tgtEl>
                                          <p:spTgt spid="354"/>
                                        </p:tgtEl>
                                      </p:cBhvr>
                                      <p:by x="250000" y="250000"/>
                                    </p:animScale>
                                  </p:childTnLst>
                                </p:cTn>
                              </p:par>
                              <p:par>
                                <p:cTn id="161" presetID="10" presetClass="entr" presetSubtype="0" fill="hold" grpId="0" nodeType="withEffect">
                                  <p:stCondLst>
                                    <p:cond delay="0"/>
                                  </p:stCondLst>
                                  <p:childTnLst>
                                    <p:set>
                                      <p:cBhvr>
                                        <p:cTn id="162" dur="1" fill="hold">
                                          <p:stCondLst>
                                            <p:cond delay="0"/>
                                          </p:stCondLst>
                                        </p:cTn>
                                        <p:tgtEl>
                                          <p:spTgt spid="383"/>
                                        </p:tgtEl>
                                        <p:attrNameLst>
                                          <p:attrName>style.visibility</p:attrName>
                                        </p:attrNameLst>
                                      </p:cBhvr>
                                      <p:to>
                                        <p:strVal val="visible"/>
                                      </p:to>
                                    </p:set>
                                    <p:animEffect transition="in" filter="fade">
                                      <p:cBhvr>
                                        <p:cTn id="163" dur="500"/>
                                        <p:tgtEl>
                                          <p:spTgt spid="383"/>
                                        </p:tgtEl>
                                      </p:cBhvr>
                                    </p:animEffect>
                                  </p:childTnLst>
                                </p:cTn>
                              </p:par>
                              <p:par>
                                <p:cTn id="164" presetID="6" presetClass="emph" presetSubtype="0" accel="52000" decel="48000" autoRev="1" fill="hold" grpId="1" nodeType="withEffect">
                                  <p:stCondLst>
                                    <p:cond delay="0"/>
                                  </p:stCondLst>
                                  <p:childTnLst>
                                    <p:animScale>
                                      <p:cBhvr>
                                        <p:cTn id="165" dur="250" fill="hold"/>
                                        <p:tgtEl>
                                          <p:spTgt spid="383"/>
                                        </p:tgtEl>
                                      </p:cBhvr>
                                      <p:by x="200000" y="200000"/>
                                    </p:animScale>
                                  </p:childTnLst>
                                </p:cTn>
                              </p:par>
                              <p:par>
                                <p:cTn id="166" presetID="10" presetClass="entr" presetSubtype="0" fill="hold" grpId="1" nodeType="withEffect">
                                  <p:stCondLst>
                                    <p:cond delay="0"/>
                                  </p:stCondLst>
                                  <p:childTnLst>
                                    <p:set>
                                      <p:cBhvr>
                                        <p:cTn id="167" dur="1" fill="hold">
                                          <p:stCondLst>
                                            <p:cond delay="0"/>
                                          </p:stCondLst>
                                        </p:cTn>
                                        <p:tgtEl>
                                          <p:spTgt spid="348"/>
                                        </p:tgtEl>
                                        <p:attrNameLst>
                                          <p:attrName>style.visibility</p:attrName>
                                        </p:attrNameLst>
                                      </p:cBhvr>
                                      <p:to>
                                        <p:strVal val="visible"/>
                                      </p:to>
                                    </p:set>
                                    <p:animEffect transition="in" filter="fade">
                                      <p:cBhvr>
                                        <p:cTn id="168" dur="500"/>
                                        <p:tgtEl>
                                          <p:spTgt spid="348"/>
                                        </p:tgtEl>
                                      </p:cBhvr>
                                    </p:animEffect>
                                  </p:childTnLst>
                                </p:cTn>
                              </p:par>
                              <p:par>
                                <p:cTn id="169" presetID="6" presetClass="emph" presetSubtype="0" repeatCount="indefinite" autoRev="1" fill="hold" grpId="0" nodeType="withEffect">
                                  <p:stCondLst>
                                    <p:cond delay="0"/>
                                  </p:stCondLst>
                                  <p:childTnLst>
                                    <p:animScale>
                                      <p:cBhvr>
                                        <p:cTn id="170" dur="500" fill="hold"/>
                                        <p:tgtEl>
                                          <p:spTgt spid="348"/>
                                        </p:tgtEl>
                                      </p:cBhvr>
                                      <p:by x="250000" y="250000"/>
                                    </p:animScale>
                                  </p:childTnLst>
                                </p:cTn>
                              </p:par>
                              <p:par>
                                <p:cTn id="171" presetID="10" presetClass="entr" presetSubtype="0" fill="hold" grpId="0" nodeType="withEffect">
                                  <p:stCondLst>
                                    <p:cond delay="0"/>
                                  </p:stCondLst>
                                  <p:childTnLst>
                                    <p:set>
                                      <p:cBhvr>
                                        <p:cTn id="172" dur="1" fill="hold">
                                          <p:stCondLst>
                                            <p:cond delay="0"/>
                                          </p:stCondLst>
                                        </p:cTn>
                                        <p:tgtEl>
                                          <p:spTgt spid="403"/>
                                        </p:tgtEl>
                                        <p:attrNameLst>
                                          <p:attrName>style.visibility</p:attrName>
                                        </p:attrNameLst>
                                      </p:cBhvr>
                                      <p:to>
                                        <p:strVal val="visible"/>
                                      </p:to>
                                    </p:set>
                                    <p:animEffect transition="in" filter="fade">
                                      <p:cBhvr>
                                        <p:cTn id="173" dur="500"/>
                                        <p:tgtEl>
                                          <p:spTgt spid="403"/>
                                        </p:tgtEl>
                                      </p:cBhvr>
                                    </p:animEffect>
                                  </p:childTnLst>
                                </p:cTn>
                              </p:par>
                              <p:par>
                                <p:cTn id="174" presetID="6" presetClass="emph" presetSubtype="0" accel="52000" decel="48000" autoRev="1" fill="hold" grpId="1" nodeType="withEffect">
                                  <p:stCondLst>
                                    <p:cond delay="0"/>
                                  </p:stCondLst>
                                  <p:childTnLst>
                                    <p:animScale>
                                      <p:cBhvr>
                                        <p:cTn id="175" dur="250" fill="hold"/>
                                        <p:tgtEl>
                                          <p:spTgt spid="403"/>
                                        </p:tgtEl>
                                      </p:cBhvr>
                                      <p:by x="200000" y="200000"/>
                                    </p:animScale>
                                  </p:childTnLst>
                                </p:cTn>
                              </p:par>
                              <p:par>
                                <p:cTn id="176" presetID="10" presetClass="entr" presetSubtype="0" fill="hold" grpId="1" nodeType="withEffect">
                                  <p:stCondLst>
                                    <p:cond delay="0"/>
                                  </p:stCondLst>
                                  <p:childTnLst>
                                    <p:set>
                                      <p:cBhvr>
                                        <p:cTn id="177" dur="1" fill="hold">
                                          <p:stCondLst>
                                            <p:cond delay="0"/>
                                          </p:stCondLst>
                                        </p:cTn>
                                        <p:tgtEl>
                                          <p:spTgt spid="367"/>
                                        </p:tgtEl>
                                        <p:attrNameLst>
                                          <p:attrName>style.visibility</p:attrName>
                                        </p:attrNameLst>
                                      </p:cBhvr>
                                      <p:to>
                                        <p:strVal val="visible"/>
                                      </p:to>
                                    </p:set>
                                    <p:animEffect transition="in" filter="fade">
                                      <p:cBhvr>
                                        <p:cTn id="178" dur="500"/>
                                        <p:tgtEl>
                                          <p:spTgt spid="367"/>
                                        </p:tgtEl>
                                      </p:cBhvr>
                                    </p:animEffect>
                                  </p:childTnLst>
                                </p:cTn>
                              </p:par>
                              <p:par>
                                <p:cTn id="179" presetID="6" presetClass="emph" presetSubtype="0" repeatCount="indefinite" autoRev="1" fill="hold" grpId="0" nodeType="withEffect">
                                  <p:stCondLst>
                                    <p:cond delay="0"/>
                                  </p:stCondLst>
                                  <p:childTnLst>
                                    <p:animScale>
                                      <p:cBhvr>
                                        <p:cTn id="180" dur="500" fill="hold"/>
                                        <p:tgtEl>
                                          <p:spTgt spid="367"/>
                                        </p:tgtEl>
                                      </p:cBhvr>
                                      <p:by x="250000" y="250000"/>
                                    </p:animScale>
                                  </p:childTnLst>
                                </p:cTn>
                              </p:par>
                              <p:par>
                                <p:cTn id="181" presetID="10" presetClass="entr" presetSubtype="0" fill="hold" grpId="0" nodeType="withEffect">
                                  <p:stCondLst>
                                    <p:cond delay="0"/>
                                  </p:stCondLst>
                                  <p:childTnLst>
                                    <p:set>
                                      <p:cBhvr>
                                        <p:cTn id="182" dur="1" fill="hold">
                                          <p:stCondLst>
                                            <p:cond delay="0"/>
                                          </p:stCondLst>
                                        </p:cTn>
                                        <p:tgtEl>
                                          <p:spTgt spid="409"/>
                                        </p:tgtEl>
                                        <p:attrNameLst>
                                          <p:attrName>style.visibility</p:attrName>
                                        </p:attrNameLst>
                                      </p:cBhvr>
                                      <p:to>
                                        <p:strVal val="visible"/>
                                      </p:to>
                                    </p:set>
                                    <p:animEffect transition="in" filter="fade">
                                      <p:cBhvr>
                                        <p:cTn id="183" dur="500"/>
                                        <p:tgtEl>
                                          <p:spTgt spid="409"/>
                                        </p:tgtEl>
                                      </p:cBhvr>
                                    </p:animEffect>
                                  </p:childTnLst>
                                </p:cTn>
                              </p:par>
                              <p:par>
                                <p:cTn id="184" presetID="6" presetClass="emph" presetSubtype="0" accel="52000" decel="48000" autoRev="1" fill="hold" grpId="1" nodeType="withEffect">
                                  <p:stCondLst>
                                    <p:cond delay="0"/>
                                  </p:stCondLst>
                                  <p:childTnLst>
                                    <p:animScale>
                                      <p:cBhvr>
                                        <p:cTn id="185" dur="250" fill="hold"/>
                                        <p:tgtEl>
                                          <p:spTgt spid="409"/>
                                        </p:tgtEl>
                                      </p:cBhvr>
                                      <p:by x="200000" y="200000"/>
                                    </p:animScale>
                                  </p:childTnLst>
                                </p:cTn>
                              </p:par>
                              <p:par>
                                <p:cTn id="186" presetID="10" presetClass="entr" presetSubtype="0" fill="hold" grpId="1" nodeType="withEffect">
                                  <p:stCondLst>
                                    <p:cond delay="0"/>
                                  </p:stCondLst>
                                  <p:childTnLst>
                                    <p:set>
                                      <p:cBhvr>
                                        <p:cTn id="187" dur="1" fill="hold">
                                          <p:stCondLst>
                                            <p:cond delay="0"/>
                                          </p:stCondLst>
                                        </p:cTn>
                                        <p:tgtEl>
                                          <p:spTgt spid="378"/>
                                        </p:tgtEl>
                                        <p:attrNameLst>
                                          <p:attrName>style.visibility</p:attrName>
                                        </p:attrNameLst>
                                      </p:cBhvr>
                                      <p:to>
                                        <p:strVal val="visible"/>
                                      </p:to>
                                    </p:set>
                                    <p:animEffect transition="in" filter="fade">
                                      <p:cBhvr>
                                        <p:cTn id="188" dur="500"/>
                                        <p:tgtEl>
                                          <p:spTgt spid="378"/>
                                        </p:tgtEl>
                                      </p:cBhvr>
                                    </p:animEffect>
                                  </p:childTnLst>
                                </p:cTn>
                              </p:par>
                              <p:par>
                                <p:cTn id="189" presetID="6" presetClass="emph" presetSubtype="0" repeatCount="indefinite" autoRev="1" fill="hold" grpId="0" nodeType="withEffect">
                                  <p:stCondLst>
                                    <p:cond delay="0"/>
                                  </p:stCondLst>
                                  <p:childTnLst>
                                    <p:animScale>
                                      <p:cBhvr>
                                        <p:cTn id="190" dur="500" fill="hold"/>
                                        <p:tgtEl>
                                          <p:spTgt spid="378"/>
                                        </p:tgtEl>
                                      </p:cBhvr>
                                      <p:by x="250000" y="250000"/>
                                    </p:animScale>
                                  </p:childTnLst>
                                </p:cTn>
                              </p:par>
                              <p:par>
                                <p:cTn id="191" presetID="10" presetClass="entr" presetSubtype="0" fill="hold" grpId="0" nodeType="withEffect">
                                  <p:stCondLst>
                                    <p:cond delay="0"/>
                                  </p:stCondLst>
                                  <p:childTnLst>
                                    <p:set>
                                      <p:cBhvr>
                                        <p:cTn id="192" dur="1" fill="hold">
                                          <p:stCondLst>
                                            <p:cond delay="0"/>
                                          </p:stCondLst>
                                        </p:cTn>
                                        <p:tgtEl>
                                          <p:spTgt spid="390"/>
                                        </p:tgtEl>
                                        <p:attrNameLst>
                                          <p:attrName>style.visibility</p:attrName>
                                        </p:attrNameLst>
                                      </p:cBhvr>
                                      <p:to>
                                        <p:strVal val="visible"/>
                                      </p:to>
                                    </p:set>
                                    <p:animEffect transition="in" filter="fade">
                                      <p:cBhvr>
                                        <p:cTn id="193" dur="500"/>
                                        <p:tgtEl>
                                          <p:spTgt spid="390"/>
                                        </p:tgtEl>
                                      </p:cBhvr>
                                    </p:animEffect>
                                  </p:childTnLst>
                                </p:cTn>
                              </p:par>
                              <p:par>
                                <p:cTn id="194" presetID="6" presetClass="emph" presetSubtype="0" accel="52000" decel="48000" autoRev="1" fill="hold" grpId="1" nodeType="withEffect">
                                  <p:stCondLst>
                                    <p:cond delay="0"/>
                                  </p:stCondLst>
                                  <p:childTnLst>
                                    <p:animScale>
                                      <p:cBhvr>
                                        <p:cTn id="195" dur="250" fill="hold"/>
                                        <p:tgtEl>
                                          <p:spTgt spid="390"/>
                                        </p:tgtEl>
                                      </p:cBhvr>
                                      <p:by x="200000" y="200000"/>
                                    </p:animScale>
                                  </p:childTnLst>
                                </p:cTn>
                              </p:par>
                              <p:par>
                                <p:cTn id="196" presetID="10" presetClass="entr" presetSubtype="0" fill="hold" grpId="1" nodeType="withEffect">
                                  <p:stCondLst>
                                    <p:cond delay="0"/>
                                  </p:stCondLst>
                                  <p:childTnLst>
                                    <p:set>
                                      <p:cBhvr>
                                        <p:cTn id="197" dur="1" fill="hold">
                                          <p:stCondLst>
                                            <p:cond delay="0"/>
                                          </p:stCondLst>
                                        </p:cTn>
                                        <p:tgtEl>
                                          <p:spTgt spid="313"/>
                                        </p:tgtEl>
                                        <p:attrNameLst>
                                          <p:attrName>style.visibility</p:attrName>
                                        </p:attrNameLst>
                                      </p:cBhvr>
                                      <p:to>
                                        <p:strVal val="visible"/>
                                      </p:to>
                                    </p:set>
                                    <p:animEffect transition="in" filter="fade">
                                      <p:cBhvr>
                                        <p:cTn id="198" dur="500"/>
                                        <p:tgtEl>
                                          <p:spTgt spid="313"/>
                                        </p:tgtEl>
                                      </p:cBhvr>
                                    </p:animEffect>
                                  </p:childTnLst>
                                </p:cTn>
                              </p:par>
                              <p:par>
                                <p:cTn id="199" presetID="6" presetClass="emph" presetSubtype="0" repeatCount="indefinite" autoRev="1" fill="hold" grpId="0" nodeType="withEffect">
                                  <p:stCondLst>
                                    <p:cond delay="0"/>
                                  </p:stCondLst>
                                  <p:childTnLst>
                                    <p:animScale>
                                      <p:cBhvr>
                                        <p:cTn id="200" dur="500" fill="hold"/>
                                        <p:tgtEl>
                                          <p:spTgt spid="313"/>
                                        </p:tgtEl>
                                      </p:cBhvr>
                                      <p:by x="250000" y="250000"/>
                                    </p:animScale>
                                  </p:childTnLst>
                                </p:cTn>
                              </p:par>
                              <p:par>
                                <p:cTn id="201" presetID="10" presetClass="entr" presetSubtype="0" fill="hold" grpId="0" nodeType="withEffect">
                                  <p:stCondLst>
                                    <p:cond delay="0"/>
                                  </p:stCondLst>
                                  <p:childTnLst>
                                    <p:set>
                                      <p:cBhvr>
                                        <p:cTn id="202" dur="1" fill="hold">
                                          <p:stCondLst>
                                            <p:cond delay="0"/>
                                          </p:stCondLst>
                                        </p:cTn>
                                        <p:tgtEl>
                                          <p:spTgt spid="401"/>
                                        </p:tgtEl>
                                        <p:attrNameLst>
                                          <p:attrName>style.visibility</p:attrName>
                                        </p:attrNameLst>
                                      </p:cBhvr>
                                      <p:to>
                                        <p:strVal val="visible"/>
                                      </p:to>
                                    </p:set>
                                    <p:animEffect transition="in" filter="fade">
                                      <p:cBhvr>
                                        <p:cTn id="203" dur="500"/>
                                        <p:tgtEl>
                                          <p:spTgt spid="401"/>
                                        </p:tgtEl>
                                      </p:cBhvr>
                                    </p:animEffect>
                                  </p:childTnLst>
                                </p:cTn>
                              </p:par>
                              <p:par>
                                <p:cTn id="204" presetID="6" presetClass="emph" presetSubtype="0" accel="52000" decel="48000" autoRev="1" fill="hold" grpId="1" nodeType="withEffect">
                                  <p:stCondLst>
                                    <p:cond delay="0"/>
                                  </p:stCondLst>
                                  <p:childTnLst>
                                    <p:animScale>
                                      <p:cBhvr>
                                        <p:cTn id="205" dur="250" fill="hold"/>
                                        <p:tgtEl>
                                          <p:spTgt spid="401"/>
                                        </p:tgtEl>
                                      </p:cBhvr>
                                      <p:by x="200000" y="200000"/>
                                    </p:animScale>
                                  </p:childTnLst>
                                </p:cTn>
                              </p:par>
                              <p:par>
                                <p:cTn id="206" presetID="10" presetClass="entr" presetSubtype="0" fill="hold" grpId="1" nodeType="withEffect">
                                  <p:stCondLst>
                                    <p:cond delay="0"/>
                                  </p:stCondLst>
                                  <p:childTnLst>
                                    <p:set>
                                      <p:cBhvr>
                                        <p:cTn id="207" dur="1" fill="hold">
                                          <p:stCondLst>
                                            <p:cond delay="0"/>
                                          </p:stCondLst>
                                        </p:cTn>
                                        <p:tgtEl>
                                          <p:spTgt spid="365"/>
                                        </p:tgtEl>
                                        <p:attrNameLst>
                                          <p:attrName>style.visibility</p:attrName>
                                        </p:attrNameLst>
                                      </p:cBhvr>
                                      <p:to>
                                        <p:strVal val="visible"/>
                                      </p:to>
                                    </p:set>
                                    <p:animEffect transition="in" filter="fade">
                                      <p:cBhvr>
                                        <p:cTn id="208" dur="500"/>
                                        <p:tgtEl>
                                          <p:spTgt spid="365"/>
                                        </p:tgtEl>
                                      </p:cBhvr>
                                    </p:animEffect>
                                  </p:childTnLst>
                                </p:cTn>
                              </p:par>
                              <p:par>
                                <p:cTn id="209" presetID="6" presetClass="emph" presetSubtype="0" repeatCount="indefinite" autoRev="1" fill="hold" grpId="0" nodeType="withEffect">
                                  <p:stCondLst>
                                    <p:cond delay="0"/>
                                  </p:stCondLst>
                                  <p:childTnLst>
                                    <p:animScale>
                                      <p:cBhvr>
                                        <p:cTn id="210" dur="500" fill="hold"/>
                                        <p:tgtEl>
                                          <p:spTgt spid="365"/>
                                        </p:tgtEl>
                                      </p:cBhvr>
                                      <p:by x="250000" y="250000"/>
                                    </p:animScale>
                                  </p:childTnLst>
                                </p:cTn>
                              </p:par>
                              <p:par>
                                <p:cTn id="211" presetID="10" presetClass="entr" presetSubtype="0" fill="hold" grpId="0" nodeType="withEffect">
                                  <p:stCondLst>
                                    <p:cond delay="0"/>
                                  </p:stCondLst>
                                  <p:childTnLst>
                                    <p:set>
                                      <p:cBhvr>
                                        <p:cTn id="212" dur="1" fill="hold">
                                          <p:stCondLst>
                                            <p:cond delay="0"/>
                                          </p:stCondLst>
                                        </p:cTn>
                                        <p:tgtEl>
                                          <p:spTgt spid="402"/>
                                        </p:tgtEl>
                                        <p:attrNameLst>
                                          <p:attrName>style.visibility</p:attrName>
                                        </p:attrNameLst>
                                      </p:cBhvr>
                                      <p:to>
                                        <p:strVal val="visible"/>
                                      </p:to>
                                    </p:set>
                                    <p:animEffect transition="in" filter="fade">
                                      <p:cBhvr>
                                        <p:cTn id="213" dur="500"/>
                                        <p:tgtEl>
                                          <p:spTgt spid="402"/>
                                        </p:tgtEl>
                                      </p:cBhvr>
                                    </p:animEffect>
                                  </p:childTnLst>
                                </p:cTn>
                              </p:par>
                              <p:par>
                                <p:cTn id="214" presetID="6" presetClass="emph" presetSubtype="0" accel="52000" decel="48000" autoRev="1" fill="hold" grpId="1" nodeType="withEffect">
                                  <p:stCondLst>
                                    <p:cond delay="0"/>
                                  </p:stCondLst>
                                  <p:childTnLst>
                                    <p:animScale>
                                      <p:cBhvr>
                                        <p:cTn id="215" dur="250" fill="hold"/>
                                        <p:tgtEl>
                                          <p:spTgt spid="402"/>
                                        </p:tgtEl>
                                      </p:cBhvr>
                                      <p:by x="200000" y="200000"/>
                                    </p:animScale>
                                  </p:childTnLst>
                                </p:cTn>
                              </p:par>
                              <p:par>
                                <p:cTn id="216" presetID="10" presetClass="entr" presetSubtype="0" fill="hold" grpId="1" nodeType="withEffect">
                                  <p:stCondLst>
                                    <p:cond delay="0"/>
                                  </p:stCondLst>
                                  <p:childTnLst>
                                    <p:set>
                                      <p:cBhvr>
                                        <p:cTn id="217" dur="1" fill="hold">
                                          <p:stCondLst>
                                            <p:cond delay="0"/>
                                          </p:stCondLst>
                                        </p:cTn>
                                        <p:tgtEl>
                                          <p:spTgt spid="366"/>
                                        </p:tgtEl>
                                        <p:attrNameLst>
                                          <p:attrName>style.visibility</p:attrName>
                                        </p:attrNameLst>
                                      </p:cBhvr>
                                      <p:to>
                                        <p:strVal val="visible"/>
                                      </p:to>
                                    </p:set>
                                    <p:animEffect transition="in" filter="fade">
                                      <p:cBhvr>
                                        <p:cTn id="218" dur="500"/>
                                        <p:tgtEl>
                                          <p:spTgt spid="366"/>
                                        </p:tgtEl>
                                      </p:cBhvr>
                                    </p:animEffect>
                                  </p:childTnLst>
                                </p:cTn>
                              </p:par>
                              <p:par>
                                <p:cTn id="219" presetID="6" presetClass="emph" presetSubtype="0" repeatCount="indefinite" autoRev="1" fill="hold" grpId="0" nodeType="withEffect">
                                  <p:stCondLst>
                                    <p:cond delay="0"/>
                                  </p:stCondLst>
                                  <p:childTnLst>
                                    <p:animScale>
                                      <p:cBhvr>
                                        <p:cTn id="220" dur="500" fill="hold"/>
                                        <p:tgtEl>
                                          <p:spTgt spid="366"/>
                                        </p:tgtEl>
                                      </p:cBhvr>
                                      <p:by x="250000" y="250000"/>
                                    </p:animScale>
                                  </p:childTnLst>
                                </p:cTn>
                              </p:par>
                              <p:par>
                                <p:cTn id="221" presetID="10" presetClass="entr" presetSubtype="0" fill="hold" grpId="0" nodeType="withEffect">
                                  <p:stCondLst>
                                    <p:cond delay="0"/>
                                  </p:stCondLst>
                                  <p:childTnLst>
                                    <p:set>
                                      <p:cBhvr>
                                        <p:cTn id="222" dur="1" fill="hold">
                                          <p:stCondLst>
                                            <p:cond delay="0"/>
                                          </p:stCondLst>
                                        </p:cTn>
                                        <p:tgtEl>
                                          <p:spTgt spid="380"/>
                                        </p:tgtEl>
                                        <p:attrNameLst>
                                          <p:attrName>style.visibility</p:attrName>
                                        </p:attrNameLst>
                                      </p:cBhvr>
                                      <p:to>
                                        <p:strVal val="visible"/>
                                      </p:to>
                                    </p:set>
                                    <p:animEffect transition="in" filter="fade">
                                      <p:cBhvr>
                                        <p:cTn id="223" dur="500"/>
                                        <p:tgtEl>
                                          <p:spTgt spid="380"/>
                                        </p:tgtEl>
                                      </p:cBhvr>
                                    </p:animEffect>
                                  </p:childTnLst>
                                </p:cTn>
                              </p:par>
                              <p:par>
                                <p:cTn id="224" presetID="6" presetClass="emph" presetSubtype="0" accel="52000" decel="48000" autoRev="1" fill="hold" grpId="1" nodeType="withEffect">
                                  <p:stCondLst>
                                    <p:cond delay="0"/>
                                  </p:stCondLst>
                                  <p:childTnLst>
                                    <p:animScale>
                                      <p:cBhvr>
                                        <p:cTn id="225" dur="250" fill="hold"/>
                                        <p:tgtEl>
                                          <p:spTgt spid="380"/>
                                        </p:tgtEl>
                                      </p:cBhvr>
                                      <p:by x="200000" y="200000"/>
                                    </p:animScale>
                                  </p:childTnLst>
                                </p:cTn>
                              </p:par>
                              <p:par>
                                <p:cTn id="226" presetID="10" presetClass="entr" presetSubtype="0" fill="hold" grpId="1" nodeType="withEffect">
                                  <p:stCondLst>
                                    <p:cond delay="0"/>
                                  </p:stCondLst>
                                  <p:childTnLst>
                                    <p:set>
                                      <p:cBhvr>
                                        <p:cTn id="227" dur="1" fill="hold">
                                          <p:stCondLst>
                                            <p:cond delay="0"/>
                                          </p:stCondLst>
                                        </p:cTn>
                                        <p:tgtEl>
                                          <p:spTgt spid="314"/>
                                        </p:tgtEl>
                                        <p:attrNameLst>
                                          <p:attrName>style.visibility</p:attrName>
                                        </p:attrNameLst>
                                      </p:cBhvr>
                                      <p:to>
                                        <p:strVal val="visible"/>
                                      </p:to>
                                    </p:set>
                                    <p:animEffect transition="in" filter="fade">
                                      <p:cBhvr>
                                        <p:cTn id="228" dur="500"/>
                                        <p:tgtEl>
                                          <p:spTgt spid="314"/>
                                        </p:tgtEl>
                                      </p:cBhvr>
                                    </p:animEffect>
                                  </p:childTnLst>
                                </p:cTn>
                              </p:par>
                              <p:par>
                                <p:cTn id="229" presetID="6" presetClass="emph" presetSubtype="0" repeatCount="indefinite" autoRev="1" fill="hold" grpId="0" nodeType="withEffect">
                                  <p:stCondLst>
                                    <p:cond delay="0"/>
                                  </p:stCondLst>
                                  <p:childTnLst>
                                    <p:animScale>
                                      <p:cBhvr>
                                        <p:cTn id="230" dur="500" fill="hold"/>
                                        <p:tgtEl>
                                          <p:spTgt spid="314"/>
                                        </p:tgtEl>
                                      </p:cBhvr>
                                      <p:by x="250000" y="250000"/>
                                    </p:animScale>
                                  </p:childTnLst>
                                </p:cTn>
                              </p:par>
                              <p:par>
                                <p:cTn id="231" presetID="10" presetClass="entr" presetSubtype="0" fill="hold" grpId="0" nodeType="withEffect">
                                  <p:stCondLst>
                                    <p:cond delay="0"/>
                                  </p:stCondLst>
                                  <p:childTnLst>
                                    <p:set>
                                      <p:cBhvr>
                                        <p:cTn id="232" dur="1" fill="hold">
                                          <p:stCondLst>
                                            <p:cond delay="0"/>
                                          </p:stCondLst>
                                        </p:cTn>
                                        <p:tgtEl>
                                          <p:spTgt spid="388"/>
                                        </p:tgtEl>
                                        <p:attrNameLst>
                                          <p:attrName>style.visibility</p:attrName>
                                        </p:attrNameLst>
                                      </p:cBhvr>
                                      <p:to>
                                        <p:strVal val="visible"/>
                                      </p:to>
                                    </p:set>
                                    <p:animEffect transition="in" filter="fade">
                                      <p:cBhvr>
                                        <p:cTn id="233" dur="500"/>
                                        <p:tgtEl>
                                          <p:spTgt spid="388"/>
                                        </p:tgtEl>
                                      </p:cBhvr>
                                    </p:animEffect>
                                  </p:childTnLst>
                                </p:cTn>
                              </p:par>
                              <p:par>
                                <p:cTn id="234" presetID="6" presetClass="emph" presetSubtype="0" accel="52000" decel="48000" autoRev="1" fill="hold" grpId="1" nodeType="withEffect">
                                  <p:stCondLst>
                                    <p:cond delay="0"/>
                                  </p:stCondLst>
                                  <p:childTnLst>
                                    <p:animScale>
                                      <p:cBhvr>
                                        <p:cTn id="235" dur="250" fill="hold"/>
                                        <p:tgtEl>
                                          <p:spTgt spid="388"/>
                                        </p:tgtEl>
                                      </p:cBhvr>
                                      <p:by x="200000" y="200000"/>
                                    </p:animScale>
                                  </p:childTnLst>
                                </p:cTn>
                              </p:par>
                              <p:par>
                                <p:cTn id="236" presetID="10" presetClass="entr" presetSubtype="0" fill="hold" grpId="1" nodeType="withEffect">
                                  <p:stCondLst>
                                    <p:cond delay="0"/>
                                  </p:stCondLst>
                                  <p:childTnLst>
                                    <p:set>
                                      <p:cBhvr>
                                        <p:cTn id="237" dur="1" fill="hold">
                                          <p:stCondLst>
                                            <p:cond delay="0"/>
                                          </p:stCondLst>
                                        </p:cTn>
                                        <p:tgtEl>
                                          <p:spTgt spid="353"/>
                                        </p:tgtEl>
                                        <p:attrNameLst>
                                          <p:attrName>style.visibility</p:attrName>
                                        </p:attrNameLst>
                                      </p:cBhvr>
                                      <p:to>
                                        <p:strVal val="visible"/>
                                      </p:to>
                                    </p:set>
                                    <p:animEffect transition="in" filter="fade">
                                      <p:cBhvr>
                                        <p:cTn id="238" dur="500"/>
                                        <p:tgtEl>
                                          <p:spTgt spid="353"/>
                                        </p:tgtEl>
                                      </p:cBhvr>
                                    </p:animEffect>
                                  </p:childTnLst>
                                </p:cTn>
                              </p:par>
                              <p:par>
                                <p:cTn id="239" presetID="6" presetClass="emph" presetSubtype="0" repeatCount="indefinite" autoRev="1" fill="hold" grpId="0" nodeType="withEffect">
                                  <p:stCondLst>
                                    <p:cond delay="0"/>
                                  </p:stCondLst>
                                  <p:childTnLst>
                                    <p:animScale>
                                      <p:cBhvr>
                                        <p:cTn id="240" dur="500" fill="hold"/>
                                        <p:tgtEl>
                                          <p:spTgt spid="353"/>
                                        </p:tgtEl>
                                      </p:cBhvr>
                                      <p:by x="250000" y="250000"/>
                                    </p:animScale>
                                  </p:childTnLst>
                                </p:cTn>
                              </p:par>
                              <p:par>
                                <p:cTn id="241" presetID="10" presetClass="entr" presetSubtype="0" fill="hold" grpId="0" nodeType="withEffect">
                                  <p:stCondLst>
                                    <p:cond delay="0"/>
                                  </p:stCondLst>
                                  <p:childTnLst>
                                    <p:set>
                                      <p:cBhvr>
                                        <p:cTn id="242" dur="1" fill="hold">
                                          <p:stCondLst>
                                            <p:cond delay="0"/>
                                          </p:stCondLst>
                                        </p:cTn>
                                        <p:tgtEl>
                                          <p:spTgt spid="385"/>
                                        </p:tgtEl>
                                        <p:attrNameLst>
                                          <p:attrName>style.visibility</p:attrName>
                                        </p:attrNameLst>
                                      </p:cBhvr>
                                      <p:to>
                                        <p:strVal val="visible"/>
                                      </p:to>
                                    </p:set>
                                    <p:animEffect transition="in" filter="fade">
                                      <p:cBhvr>
                                        <p:cTn id="243" dur="500"/>
                                        <p:tgtEl>
                                          <p:spTgt spid="385"/>
                                        </p:tgtEl>
                                      </p:cBhvr>
                                    </p:animEffect>
                                  </p:childTnLst>
                                </p:cTn>
                              </p:par>
                              <p:par>
                                <p:cTn id="244" presetID="6" presetClass="emph" presetSubtype="0" accel="52000" decel="48000" autoRev="1" fill="hold" grpId="1" nodeType="withEffect">
                                  <p:stCondLst>
                                    <p:cond delay="0"/>
                                  </p:stCondLst>
                                  <p:childTnLst>
                                    <p:animScale>
                                      <p:cBhvr>
                                        <p:cTn id="245" dur="250" fill="hold"/>
                                        <p:tgtEl>
                                          <p:spTgt spid="385"/>
                                        </p:tgtEl>
                                      </p:cBhvr>
                                      <p:by x="200000" y="200000"/>
                                    </p:animScale>
                                  </p:childTnLst>
                                </p:cTn>
                              </p:par>
                              <p:par>
                                <p:cTn id="246" presetID="10" presetClass="entr" presetSubtype="0" fill="hold" grpId="1" nodeType="withEffect">
                                  <p:stCondLst>
                                    <p:cond delay="0"/>
                                  </p:stCondLst>
                                  <p:childTnLst>
                                    <p:set>
                                      <p:cBhvr>
                                        <p:cTn id="247" dur="1" fill="hold">
                                          <p:stCondLst>
                                            <p:cond delay="0"/>
                                          </p:stCondLst>
                                        </p:cTn>
                                        <p:tgtEl>
                                          <p:spTgt spid="350"/>
                                        </p:tgtEl>
                                        <p:attrNameLst>
                                          <p:attrName>style.visibility</p:attrName>
                                        </p:attrNameLst>
                                      </p:cBhvr>
                                      <p:to>
                                        <p:strVal val="visible"/>
                                      </p:to>
                                    </p:set>
                                    <p:animEffect transition="in" filter="fade">
                                      <p:cBhvr>
                                        <p:cTn id="248" dur="500"/>
                                        <p:tgtEl>
                                          <p:spTgt spid="350"/>
                                        </p:tgtEl>
                                      </p:cBhvr>
                                    </p:animEffect>
                                  </p:childTnLst>
                                </p:cTn>
                              </p:par>
                              <p:par>
                                <p:cTn id="249" presetID="6" presetClass="emph" presetSubtype="0" repeatCount="indefinite" autoRev="1" fill="hold" grpId="0" nodeType="withEffect">
                                  <p:stCondLst>
                                    <p:cond delay="0"/>
                                  </p:stCondLst>
                                  <p:childTnLst>
                                    <p:animScale>
                                      <p:cBhvr>
                                        <p:cTn id="250" dur="500" fill="hold"/>
                                        <p:tgtEl>
                                          <p:spTgt spid="350"/>
                                        </p:tgtEl>
                                      </p:cBhvr>
                                      <p:by x="250000" y="250000"/>
                                    </p:animScale>
                                  </p:childTnLst>
                                </p:cTn>
                              </p:par>
                              <p:par>
                                <p:cTn id="251" presetID="10" presetClass="entr" presetSubtype="0" fill="hold" grpId="0" nodeType="withEffect">
                                  <p:stCondLst>
                                    <p:cond delay="0"/>
                                  </p:stCondLst>
                                  <p:childTnLst>
                                    <p:set>
                                      <p:cBhvr>
                                        <p:cTn id="252" dur="1" fill="hold">
                                          <p:stCondLst>
                                            <p:cond delay="0"/>
                                          </p:stCondLst>
                                        </p:cTn>
                                        <p:tgtEl>
                                          <p:spTgt spid="405"/>
                                        </p:tgtEl>
                                        <p:attrNameLst>
                                          <p:attrName>style.visibility</p:attrName>
                                        </p:attrNameLst>
                                      </p:cBhvr>
                                      <p:to>
                                        <p:strVal val="visible"/>
                                      </p:to>
                                    </p:set>
                                    <p:animEffect transition="in" filter="fade">
                                      <p:cBhvr>
                                        <p:cTn id="253" dur="500"/>
                                        <p:tgtEl>
                                          <p:spTgt spid="405"/>
                                        </p:tgtEl>
                                      </p:cBhvr>
                                    </p:animEffect>
                                  </p:childTnLst>
                                </p:cTn>
                              </p:par>
                              <p:par>
                                <p:cTn id="254" presetID="6" presetClass="emph" presetSubtype="0" accel="52000" decel="48000" autoRev="1" fill="hold" grpId="1" nodeType="withEffect">
                                  <p:stCondLst>
                                    <p:cond delay="0"/>
                                  </p:stCondLst>
                                  <p:childTnLst>
                                    <p:animScale>
                                      <p:cBhvr>
                                        <p:cTn id="255" dur="250" fill="hold"/>
                                        <p:tgtEl>
                                          <p:spTgt spid="405"/>
                                        </p:tgtEl>
                                      </p:cBhvr>
                                      <p:by x="200000" y="200000"/>
                                    </p:animScale>
                                  </p:childTnLst>
                                </p:cTn>
                              </p:par>
                              <p:par>
                                <p:cTn id="256" presetID="10" presetClass="entr" presetSubtype="0" fill="hold" grpId="1" nodeType="withEffect">
                                  <p:stCondLst>
                                    <p:cond delay="0"/>
                                  </p:stCondLst>
                                  <p:childTnLst>
                                    <p:set>
                                      <p:cBhvr>
                                        <p:cTn id="257" dur="1" fill="hold">
                                          <p:stCondLst>
                                            <p:cond delay="0"/>
                                          </p:stCondLst>
                                        </p:cTn>
                                        <p:tgtEl>
                                          <p:spTgt spid="372"/>
                                        </p:tgtEl>
                                        <p:attrNameLst>
                                          <p:attrName>style.visibility</p:attrName>
                                        </p:attrNameLst>
                                      </p:cBhvr>
                                      <p:to>
                                        <p:strVal val="visible"/>
                                      </p:to>
                                    </p:set>
                                    <p:animEffect transition="in" filter="fade">
                                      <p:cBhvr>
                                        <p:cTn id="258" dur="500"/>
                                        <p:tgtEl>
                                          <p:spTgt spid="372"/>
                                        </p:tgtEl>
                                      </p:cBhvr>
                                    </p:animEffect>
                                  </p:childTnLst>
                                </p:cTn>
                              </p:par>
                              <p:par>
                                <p:cTn id="259" presetID="6" presetClass="emph" presetSubtype="0" repeatCount="indefinite" autoRev="1" fill="hold" grpId="0" nodeType="withEffect">
                                  <p:stCondLst>
                                    <p:cond delay="0"/>
                                  </p:stCondLst>
                                  <p:childTnLst>
                                    <p:animScale>
                                      <p:cBhvr>
                                        <p:cTn id="260" dur="500" fill="hold"/>
                                        <p:tgtEl>
                                          <p:spTgt spid="372"/>
                                        </p:tgtEl>
                                      </p:cBhvr>
                                      <p:by x="250000" y="250000"/>
                                    </p:animScale>
                                  </p:childTnLst>
                                </p:cTn>
                              </p:par>
                              <p:par>
                                <p:cTn id="261" presetID="10" presetClass="entr" presetSubtype="0" fill="hold" grpId="0" nodeType="withEffect">
                                  <p:stCondLst>
                                    <p:cond delay="0"/>
                                  </p:stCondLst>
                                  <p:childTnLst>
                                    <p:set>
                                      <p:cBhvr>
                                        <p:cTn id="262" dur="1" fill="hold">
                                          <p:stCondLst>
                                            <p:cond delay="0"/>
                                          </p:stCondLst>
                                        </p:cTn>
                                        <p:tgtEl>
                                          <p:spTgt spid="384"/>
                                        </p:tgtEl>
                                        <p:attrNameLst>
                                          <p:attrName>style.visibility</p:attrName>
                                        </p:attrNameLst>
                                      </p:cBhvr>
                                      <p:to>
                                        <p:strVal val="visible"/>
                                      </p:to>
                                    </p:set>
                                    <p:animEffect transition="in" filter="fade">
                                      <p:cBhvr>
                                        <p:cTn id="263" dur="500"/>
                                        <p:tgtEl>
                                          <p:spTgt spid="384"/>
                                        </p:tgtEl>
                                      </p:cBhvr>
                                    </p:animEffect>
                                  </p:childTnLst>
                                </p:cTn>
                              </p:par>
                              <p:par>
                                <p:cTn id="264" presetID="6" presetClass="emph" presetSubtype="0" accel="52000" decel="48000" autoRev="1" fill="hold" grpId="1" nodeType="withEffect">
                                  <p:stCondLst>
                                    <p:cond delay="0"/>
                                  </p:stCondLst>
                                  <p:childTnLst>
                                    <p:animScale>
                                      <p:cBhvr>
                                        <p:cTn id="265" dur="250" fill="hold"/>
                                        <p:tgtEl>
                                          <p:spTgt spid="384"/>
                                        </p:tgtEl>
                                      </p:cBhvr>
                                      <p:by x="200000" y="200000"/>
                                    </p:animScale>
                                  </p:childTnLst>
                                </p:cTn>
                              </p:par>
                              <p:par>
                                <p:cTn id="266" presetID="10" presetClass="entr" presetSubtype="0" fill="hold" grpId="1" nodeType="withEffect">
                                  <p:stCondLst>
                                    <p:cond delay="0"/>
                                  </p:stCondLst>
                                  <p:childTnLst>
                                    <p:set>
                                      <p:cBhvr>
                                        <p:cTn id="267" dur="1" fill="hold">
                                          <p:stCondLst>
                                            <p:cond delay="0"/>
                                          </p:stCondLst>
                                        </p:cTn>
                                        <p:tgtEl>
                                          <p:spTgt spid="349"/>
                                        </p:tgtEl>
                                        <p:attrNameLst>
                                          <p:attrName>style.visibility</p:attrName>
                                        </p:attrNameLst>
                                      </p:cBhvr>
                                      <p:to>
                                        <p:strVal val="visible"/>
                                      </p:to>
                                    </p:set>
                                    <p:animEffect transition="in" filter="fade">
                                      <p:cBhvr>
                                        <p:cTn id="268" dur="500"/>
                                        <p:tgtEl>
                                          <p:spTgt spid="349"/>
                                        </p:tgtEl>
                                      </p:cBhvr>
                                    </p:animEffect>
                                  </p:childTnLst>
                                </p:cTn>
                              </p:par>
                              <p:par>
                                <p:cTn id="269" presetID="6" presetClass="emph" presetSubtype="0" repeatCount="indefinite" autoRev="1" fill="hold" grpId="0" nodeType="withEffect">
                                  <p:stCondLst>
                                    <p:cond delay="0"/>
                                  </p:stCondLst>
                                  <p:childTnLst>
                                    <p:animScale>
                                      <p:cBhvr>
                                        <p:cTn id="270" dur="500" fill="hold"/>
                                        <p:tgtEl>
                                          <p:spTgt spid="349"/>
                                        </p:tgtEl>
                                      </p:cBhvr>
                                      <p:by x="250000" y="250000"/>
                                    </p:animScale>
                                  </p:childTnLst>
                                </p:cTn>
                              </p:par>
                              <p:par>
                                <p:cTn id="271" presetID="10" presetClass="entr" presetSubtype="0" fill="hold" grpId="0" nodeType="withEffect">
                                  <p:stCondLst>
                                    <p:cond delay="0"/>
                                  </p:stCondLst>
                                  <p:childTnLst>
                                    <p:set>
                                      <p:cBhvr>
                                        <p:cTn id="272" dur="1" fill="hold">
                                          <p:stCondLst>
                                            <p:cond delay="0"/>
                                          </p:stCondLst>
                                        </p:cTn>
                                        <p:tgtEl>
                                          <p:spTgt spid="394"/>
                                        </p:tgtEl>
                                        <p:attrNameLst>
                                          <p:attrName>style.visibility</p:attrName>
                                        </p:attrNameLst>
                                      </p:cBhvr>
                                      <p:to>
                                        <p:strVal val="visible"/>
                                      </p:to>
                                    </p:set>
                                    <p:animEffect transition="in" filter="fade">
                                      <p:cBhvr>
                                        <p:cTn id="273" dur="500"/>
                                        <p:tgtEl>
                                          <p:spTgt spid="394"/>
                                        </p:tgtEl>
                                      </p:cBhvr>
                                    </p:animEffect>
                                  </p:childTnLst>
                                </p:cTn>
                              </p:par>
                              <p:par>
                                <p:cTn id="274" presetID="6" presetClass="emph" presetSubtype="0" accel="52000" decel="48000" autoRev="1" fill="hold" grpId="1" nodeType="withEffect">
                                  <p:stCondLst>
                                    <p:cond delay="0"/>
                                  </p:stCondLst>
                                  <p:childTnLst>
                                    <p:animScale>
                                      <p:cBhvr>
                                        <p:cTn id="275" dur="250" fill="hold"/>
                                        <p:tgtEl>
                                          <p:spTgt spid="394"/>
                                        </p:tgtEl>
                                      </p:cBhvr>
                                      <p:by x="200000" y="200000"/>
                                    </p:animScale>
                                  </p:childTnLst>
                                </p:cTn>
                              </p:par>
                              <p:par>
                                <p:cTn id="276" presetID="10" presetClass="entr" presetSubtype="0" fill="hold" grpId="1" nodeType="withEffect">
                                  <p:stCondLst>
                                    <p:cond delay="0"/>
                                  </p:stCondLst>
                                  <p:childTnLst>
                                    <p:set>
                                      <p:cBhvr>
                                        <p:cTn id="277" dur="1" fill="hold">
                                          <p:stCondLst>
                                            <p:cond delay="0"/>
                                          </p:stCondLst>
                                        </p:cTn>
                                        <p:tgtEl>
                                          <p:spTgt spid="358"/>
                                        </p:tgtEl>
                                        <p:attrNameLst>
                                          <p:attrName>style.visibility</p:attrName>
                                        </p:attrNameLst>
                                      </p:cBhvr>
                                      <p:to>
                                        <p:strVal val="visible"/>
                                      </p:to>
                                    </p:set>
                                    <p:animEffect transition="in" filter="fade">
                                      <p:cBhvr>
                                        <p:cTn id="278" dur="500"/>
                                        <p:tgtEl>
                                          <p:spTgt spid="358"/>
                                        </p:tgtEl>
                                      </p:cBhvr>
                                    </p:animEffect>
                                  </p:childTnLst>
                                </p:cTn>
                              </p:par>
                              <p:par>
                                <p:cTn id="279" presetID="6" presetClass="emph" presetSubtype="0" repeatCount="indefinite" autoRev="1" fill="hold" grpId="0" nodeType="withEffect">
                                  <p:stCondLst>
                                    <p:cond delay="0"/>
                                  </p:stCondLst>
                                  <p:childTnLst>
                                    <p:animScale>
                                      <p:cBhvr>
                                        <p:cTn id="280" dur="500" fill="hold"/>
                                        <p:tgtEl>
                                          <p:spTgt spid="358"/>
                                        </p:tgtEl>
                                      </p:cBhvr>
                                      <p:by x="250000" y="250000"/>
                                    </p:animScale>
                                  </p:childTnLst>
                                </p:cTn>
                              </p:par>
                              <p:par>
                                <p:cTn id="281" presetID="10" presetClass="entr" presetSubtype="0" fill="hold" grpId="0" nodeType="withEffect">
                                  <p:stCondLst>
                                    <p:cond delay="0"/>
                                  </p:stCondLst>
                                  <p:childTnLst>
                                    <p:set>
                                      <p:cBhvr>
                                        <p:cTn id="282" dur="1" fill="hold">
                                          <p:stCondLst>
                                            <p:cond delay="0"/>
                                          </p:stCondLst>
                                        </p:cTn>
                                        <p:tgtEl>
                                          <p:spTgt spid="396"/>
                                        </p:tgtEl>
                                        <p:attrNameLst>
                                          <p:attrName>style.visibility</p:attrName>
                                        </p:attrNameLst>
                                      </p:cBhvr>
                                      <p:to>
                                        <p:strVal val="visible"/>
                                      </p:to>
                                    </p:set>
                                    <p:animEffect transition="in" filter="fade">
                                      <p:cBhvr>
                                        <p:cTn id="283" dur="500"/>
                                        <p:tgtEl>
                                          <p:spTgt spid="396"/>
                                        </p:tgtEl>
                                      </p:cBhvr>
                                    </p:animEffect>
                                  </p:childTnLst>
                                </p:cTn>
                              </p:par>
                              <p:par>
                                <p:cTn id="284" presetID="6" presetClass="emph" presetSubtype="0" accel="52000" decel="48000" autoRev="1" fill="hold" grpId="1" nodeType="withEffect">
                                  <p:stCondLst>
                                    <p:cond delay="0"/>
                                  </p:stCondLst>
                                  <p:childTnLst>
                                    <p:animScale>
                                      <p:cBhvr>
                                        <p:cTn id="285" dur="250" fill="hold"/>
                                        <p:tgtEl>
                                          <p:spTgt spid="396"/>
                                        </p:tgtEl>
                                      </p:cBhvr>
                                      <p:by x="200000" y="200000"/>
                                    </p:animScale>
                                  </p:childTnLst>
                                </p:cTn>
                              </p:par>
                              <p:par>
                                <p:cTn id="286" presetID="10" presetClass="entr" presetSubtype="0" fill="hold" grpId="1" nodeType="withEffect">
                                  <p:stCondLst>
                                    <p:cond delay="0"/>
                                  </p:stCondLst>
                                  <p:childTnLst>
                                    <p:set>
                                      <p:cBhvr>
                                        <p:cTn id="287" dur="1" fill="hold">
                                          <p:stCondLst>
                                            <p:cond delay="0"/>
                                          </p:stCondLst>
                                        </p:cTn>
                                        <p:tgtEl>
                                          <p:spTgt spid="360"/>
                                        </p:tgtEl>
                                        <p:attrNameLst>
                                          <p:attrName>style.visibility</p:attrName>
                                        </p:attrNameLst>
                                      </p:cBhvr>
                                      <p:to>
                                        <p:strVal val="visible"/>
                                      </p:to>
                                    </p:set>
                                    <p:animEffect transition="in" filter="fade">
                                      <p:cBhvr>
                                        <p:cTn id="288" dur="500"/>
                                        <p:tgtEl>
                                          <p:spTgt spid="360"/>
                                        </p:tgtEl>
                                      </p:cBhvr>
                                    </p:animEffect>
                                  </p:childTnLst>
                                </p:cTn>
                              </p:par>
                              <p:par>
                                <p:cTn id="289" presetID="6" presetClass="emph" presetSubtype="0" repeatCount="indefinite" autoRev="1" fill="hold" grpId="0" nodeType="withEffect">
                                  <p:stCondLst>
                                    <p:cond delay="0"/>
                                  </p:stCondLst>
                                  <p:childTnLst>
                                    <p:animScale>
                                      <p:cBhvr>
                                        <p:cTn id="290" dur="500" fill="hold"/>
                                        <p:tgtEl>
                                          <p:spTgt spid="360"/>
                                        </p:tgtEl>
                                      </p:cBhvr>
                                      <p:by x="250000" y="250000"/>
                                    </p:animScale>
                                  </p:childTnLst>
                                </p:cTn>
                              </p:par>
                              <p:par>
                                <p:cTn id="291" presetID="10" presetClass="entr" presetSubtype="0" fill="hold" grpId="0" nodeType="withEffect">
                                  <p:stCondLst>
                                    <p:cond delay="0"/>
                                  </p:stCondLst>
                                  <p:childTnLst>
                                    <p:set>
                                      <p:cBhvr>
                                        <p:cTn id="292" dur="1" fill="hold">
                                          <p:stCondLst>
                                            <p:cond delay="0"/>
                                          </p:stCondLst>
                                        </p:cTn>
                                        <p:tgtEl>
                                          <p:spTgt spid="397"/>
                                        </p:tgtEl>
                                        <p:attrNameLst>
                                          <p:attrName>style.visibility</p:attrName>
                                        </p:attrNameLst>
                                      </p:cBhvr>
                                      <p:to>
                                        <p:strVal val="visible"/>
                                      </p:to>
                                    </p:set>
                                    <p:animEffect transition="in" filter="fade">
                                      <p:cBhvr>
                                        <p:cTn id="293" dur="500"/>
                                        <p:tgtEl>
                                          <p:spTgt spid="397"/>
                                        </p:tgtEl>
                                      </p:cBhvr>
                                    </p:animEffect>
                                  </p:childTnLst>
                                </p:cTn>
                              </p:par>
                              <p:par>
                                <p:cTn id="294" presetID="6" presetClass="emph" presetSubtype="0" accel="52000" decel="48000" autoRev="1" fill="hold" grpId="1" nodeType="withEffect">
                                  <p:stCondLst>
                                    <p:cond delay="0"/>
                                  </p:stCondLst>
                                  <p:childTnLst>
                                    <p:animScale>
                                      <p:cBhvr>
                                        <p:cTn id="295" dur="250" fill="hold"/>
                                        <p:tgtEl>
                                          <p:spTgt spid="397"/>
                                        </p:tgtEl>
                                      </p:cBhvr>
                                      <p:by x="200000" y="200000"/>
                                    </p:animScale>
                                  </p:childTnLst>
                                </p:cTn>
                              </p:par>
                              <p:par>
                                <p:cTn id="296" presetID="10" presetClass="entr" presetSubtype="0" fill="hold" grpId="1" nodeType="withEffect">
                                  <p:stCondLst>
                                    <p:cond delay="0"/>
                                  </p:stCondLst>
                                  <p:childTnLst>
                                    <p:set>
                                      <p:cBhvr>
                                        <p:cTn id="297" dur="1" fill="hold">
                                          <p:stCondLst>
                                            <p:cond delay="0"/>
                                          </p:stCondLst>
                                        </p:cTn>
                                        <p:tgtEl>
                                          <p:spTgt spid="361"/>
                                        </p:tgtEl>
                                        <p:attrNameLst>
                                          <p:attrName>style.visibility</p:attrName>
                                        </p:attrNameLst>
                                      </p:cBhvr>
                                      <p:to>
                                        <p:strVal val="visible"/>
                                      </p:to>
                                    </p:set>
                                    <p:animEffect transition="in" filter="fade">
                                      <p:cBhvr>
                                        <p:cTn id="298" dur="500"/>
                                        <p:tgtEl>
                                          <p:spTgt spid="361"/>
                                        </p:tgtEl>
                                      </p:cBhvr>
                                    </p:animEffect>
                                  </p:childTnLst>
                                </p:cTn>
                              </p:par>
                              <p:par>
                                <p:cTn id="299" presetID="6" presetClass="emph" presetSubtype="0" repeatCount="indefinite" autoRev="1" fill="hold" grpId="0" nodeType="withEffect">
                                  <p:stCondLst>
                                    <p:cond delay="0"/>
                                  </p:stCondLst>
                                  <p:childTnLst>
                                    <p:animScale>
                                      <p:cBhvr>
                                        <p:cTn id="300" dur="500" fill="hold"/>
                                        <p:tgtEl>
                                          <p:spTgt spid="361"/>
                                        </p:tgtEl>
                                      </p:cBhvr>
                                      <p:by x="250000" y="250000"/>
                                    </p:animScale>
                                  </p:childTnLst>
                                </p:cTn>
                              </p:par>
                              <p:par>
                                <p:cTn id="301" presetID="10" presetClass="entr" presetSubtype="0" fill="hold" grpId="0" nodeType="withEffect">
                                  <p:stCondLst>
                                    <p:cond delay="0"/>
                                  </p:stCondLst>
                                  <p:childTnLst>
                                    <p:set>
                                      <p:cBhvr>
                                        <p:cTn id="302" dur="1" fill="hold">
                                          <p:stCondLst>
                                            <p:cond delay="0"/>
                                          </p:stCondLst>
                                        </p:cTn>
                                        <p:tgtEl>
                                          <p:spTgt spid="408"/>
                                        </p:tgtEl>
                                        <p:attrNameLst>
                                          <p:attrName>style.visibility</p:attrName>
                                        </p:attrNameLst>
                                      </p:cBhvr>
                                      <p:to>
                                        <p:strVal val="visible"/>
                                      </p:to>
                                    </p:set>
                                    <p:animEffect transition="in" filter="fade">
                                      <p:cBhvr>
                                        <p:cTn id="303" dur="500"/>
                                        <p:tgtEl>
                                          <p:spTgt spid="408"/>
                                        </p:tgtEl>
                                      </p:cBhvr>
                                    </p:animEffect>
                                  </p:childTnLst>
                                </p:cTn>
                              </p:par>
                              <p:par>
                                <p:cTn id="304" presetID="6" presetClass="emph" presetSubtype="0" accel="52000" decel="48000" autoRev="1" fill="hold" grpId="1" nodeType="withEffect">
                                  <p:stCondLst>
                                    <p:cond delay="0"/>
                                  </p:stCondLst>
                                  <p:childTnLst>
                                    <p:animScale>
                                      <p:cBhvr>
                                        <p:cTn id="305" dur="250" fill="hold"/>
                                        <p:tgtEl>
                                          <p:spTgt spid="408"/>
                                        </p:tgtEl>
                                      </p:cBhvr>
                                      <p:by x="200000" y="200000"/>
                                    </p:animScale>
                                  </p:childTnLst>
                                </p:cTn>
                              </p:par>
                              <p:par>
                                <p:cTn id="306" presetID="10" presetClass="entr" presetSubtype="0" fill="hold" grpId="1" nodeType="withEffect">
                                  <p:stCondLst>
                                    <p:cond delay="0"/>
                                  </p:stCondLst>
                                  <p:childTnLst>
                                    <p:set>
                                      <p:cBhvr>
                                        <p:cTn id="307" dur="1" fill="hold">
                                          <p:stCondLst>
                                            <p:cond delay="0"/>
                                          </p:stCondLst>
                                        </p:cTn>
                                        <p:tgtEl>
                                          <p:spTgt spid="377"/>
                                        </p:tgtEl>
                                        <p:attrNameLst>
                                          <p:attrName>style.visibility</p:attrName>
                                        </p:attrNameLst>
                                      </p:cBhvr>
                                      <p:to>
                                        <p:strVal val="visible"/>
                                      </p:to>
                                    </p:set>
                                    <p:animEffect transition="in" filter="fade">
                                      <p:cBhvr>
                                        <p:cTn id="308" dur="500"/>
                                        <p:tgtEl>
                                          <p:spTgt spid="377"/>
                                        </p:tgtEl>
                                      </p:cBhvr>
                                    </p:animEffect>
                                  </p:childTnLst>
                                </p:cTn>
                              </p:par>
                              <p:par>
                                <p:cTn id="309" presetID="6" presetClass="emph" presetSubtype="0" repeatCount="indefinite" autoRev="1" fill="hold" grpId="0" nodeType="withEffect">
                                  <p:stCondLst>
                                    <p:cond delay="0"/>
                                  </p:stCondLst>
                                  <p:childTnLst>
                                    <p:animScale>
                                      <p:cBhvr>
                                        <p:cTn id="310" dur="500" fill="hold"/>
                                        <p:tgtEl>
                                          <p:spTgt spid="377"/>
                                        </p:tgtEl>
                                      </p:cBhvr>
                                      <p:by x="250000" y="250000"/>
                                    </p:animScale>
                                  </p:childTnLst>
                                </p:cTn>
                              </p:par>
                              <p:par>
                                <p:cTn id="311" presetID="10" presetClass="entr" presetSubtype="0" fill="hold" grpId="0" nodeType="withEffect">
                                  <p:stCondLst>
                                    <p:cond delay="0"/>
                                  </p:stCondLst>
                                  <p:childTnLst>
                                    <p:set>
                                      <p:cBhvr>
                                        <p:cTn id="312" dur="1" fill="hold">
                                          <p:stCondLst>
                                            <p:cond delay="0"/>
                                          </p:stCondLst>
                                        </p:cTn>
                                        <p:tgtEl>
                                          <p:spTgt spid="406"/>
                                        </p:tgtEl>
                                        <p:attrNameLst>
                                          <p:attrName>style.visibility</p:attrName>
                                        </p:attrNameLst>
                                      </p:cBhvr>
                                      <p:to>
                                        <p:strVal val="visible"/>
                                      </p:to>
                                    </p:set>
                                    <p:animEffect transition="in" filter="fade">
                                      <p:cBhvr>
                                        <p:cTn id="313" dur="500"/>
                                        <p:tgtEl>
                                          <p:spTgt spid="406"/>
                                        </p:tgtEl>
                                      </p:cBhvr>
                                    </p:animEffect>
                                  </p:childTnLst>
                                </p:cTn>
                              </p:par>
                              <p:par>
                                <p:cTn id="314" presetID="6" presetClass="emph" presetSubtype="0" accel="52000" decel="48000" autoRev="1" fill="hold" grpId="1" nodeType="withEffect">
                                  <p:stCondLst>
                                    <p:cond delay="0"/>
                                  </p:stCondLst>
                                  <p:childTnLst>
                                    <p:animScale>
                                      <p:cBhvr>
                                        <p:cTn id="315" dur="250" fill="hold"/>
                                        <p:tgtEl>
                                          <p:spTgt spid="406"/>
                                        </p:tgtEl>
                                      </p:cBhvr>
                                      <p:by x="200000" y="200000"/>
                                    </p:animScale>
                                  </p:childTnLst>
                                </p:cTn>
                              </p:par>
                              <p:par>
                                <p:cTn id="316" presetID="10" presetClass="entr" presetSubtype="0" fill="hold" grpId="1" nodeType="withEffect">
                                  <p:stCondLst>
                                    <p:cond delay="0"/>
                                  </p:stCondLst>
                                  <p:childTnLst>
                                    <p:set>
                                      <p:cBhvr>
                                        <p:cTn id="317" dur="1" fill="hold">
                                          <p:stCondLst>
                                            <p:cond delay="0"/>
                                          </p:stCondLst>
                                        </p:cTn>
                                        <p:tgtEl>
                                          <p:spTgt spid="373"/>
                                        </p:tgtEl>
                                        <p:attrNameLst>
                                          <p:attrName>style.visibility</p:attrName>
                                        </p:attrNameLst>
                                      </p:cBhvr>
                                      <p:to>
                                        <p:strVal val="visible"/>
                                      </p:to>
                                    </p:set>
                                    <p:animEffect transition="in" filter="fade">
                                      <p:cBhvr>
                                        <p:cTn id="318" dur="500"/>
                                        <p:tgtEl>
                                          <p:spTgt spid="373"/>
                                        </p:tgtEl>
                                      </p:cBhvr>
                                    </p:animEffect>
                                  </p:childTnLst>
                                </p:cTn>
                              </p:par>
                              <p:par>
                                <p:cTn id="319" presetID="6" presetClass="emph" presetSubtype="0" repeatCount="indefinite" autoRev="1" fill="hold" grpId="0" nodeType="withEffect">
                                  <p:stCondLst>
                                    <p:cond delay="0"/>
                                  </p:stCondLst>
                                  <p:childTnLst>
                                    <p:animScale>
                                      <p:cBhvr>
                                        <p:cTn id="320" dur="500" fill="hold"/>
                                        <p:tgtEl>
                                          <p:spTgt spid="373"/>
                                        </p:tgtEl>
                                      </p:cBhvr>
                                      <p:by x="250000" y="250000"/>
                                    </p:animScale>
                                  </p:childTnLst>
                                </p:cTn>
                              </p:par>
                            </p:childTnLst>
                          </p:cTn>
                        </p:par>
                        <p:par>
                          <p:cTn id="321" fill="hold">
                            <p:stCondLst>
                              <p:cond delay="7000"/>
                            </p:stCondLst>
                            <p:childTnLst>
                              <p:par>
                                <p:cTn id="322" presetID="22" presetClass="entr" presetSubtype="8" fill="hold" nodeType="afterEffect">
                                  <p:stCondLst>
                                    <p:cond delay="0"/>
                                  </p:stCondLst>
                                  <p:childTnLst>
                                    <p:set>
                                      <p:cBhvr>
                                        <p:cTn id="323" dur="1" fill="hold">
                                          <p:stCondLst>
                                            <p:cond delay="0"/>
                                          </p:stCondLst>
                                        </p:cTn>
                                        <p:tgtEl>
                                          <p:spTgt spid="278"/>
                                        </p:tgtEl>
                                        <p:attrNameLst>
                                          <p:attrName>style.visibility</p:attrName>
                                        </p:attrNameLst>
                                      </p:cBhvr>
                                      <p:to>
                                        <p:strVal val="visible"/>
                                      </p:to>
                                    </p:set>
                                    <p:animEffect transition="in" filter="wipe(left)">
                                      <p:cBhvr>
                                        <p:cTn id="324" dur="250"/>
                                        <p:tgtEl>
                                          <p:spTgt spid="278"/>
                                        </p:tgtEl>
                                      </p:cBhvr>
                                    </p:animEffect>
                                  </p:childTnLst>
                                </p:cTn>
                              </p:par>
                              <p:par>
                                <p:cTn id="325" presetID="22" presetClass="entr" presetSubtype="4" fill="hold" nodeType="withEffect">
                                  <p:stCondLst>
                                    <p:cond delay="200"/>
                                  </p:stCondLst>
                                  <p:childTnLst>
                                    <p:set>
                                      <p:cBhvr>
                                        <p:cTn id="326" dur="1" fill="hold">
                                          <p:stCondLst>
                                            <p:cond delay="0"/>
                                          </p:stCondLst>
                                        </p:cTn>
                                        <p:tgtEl>
                                          <p:spTgt spid="279"/>
                                        </p:tgtEl>
                                        <p:attrNameLst>
                                          <p:attrName>style.visibility</p:attrName>
                                        </p:attrNameLst>
                                      </p:cBhvr>
                                      <p:to>
                                        <p:strVal val="visible"/>
                                      </p:to>
                                    </p:set>
                                    <p:animEffect transition="in" filter="wipe(down)">
                                      <p:cBhvr>
                                        <p:cTn id="327" dur="500"/>
                                        <p:tgtEl>
                                          <p:spTgt spid="279"/>
                                        </p:tgtEl>
                                      </p:cBhvr>
                                    </p:animEffect>
                                  </p:childTnLst>
                                </p:cTn>
                              </p:par>
                              <p:par>
                                <p:cTn id="328" presetID="22" presetClass="entr" presetSubtype="1" fill="hold" nodeType="withEffect">
                                  <p:stCondLst>
                                    <p:cond delay="0"/>
                                  </p:stCondLst>
                                  <p:childTnLst>
                                    <p:set>
                                      <p:cBhvr>
                                        <p:cTn id="329" dur="1" fill="hold">
                                          <p:stCondLst>
                                            <p:cond delay="0"/>
                                          </p:stCondLst>
                                        </p:cTn>
                                        <p:tgtEl>
                                          <p:spTgt spid="280"/>
                                        </p:tgtEl>
                                        <p:attrNameLst>
                                          <p:attrName>style.visibility</p:attrName>
                                        </p:attrNameLst>
                                      </p:cBhvr>
                                      <p:to>
                                        <p:strVal val="visible"/>
                                      </p:to>
                                    </p:set>
                                    <p:animEffect transition="in" filter="wipe(up)">
                                      <p:cBhvr>
                                        <p:cTn id="330" dur="250"/>
                                        <p:tgtEl>
                                          <p:spTgt spid="280"/>
                                        </p:tgtEl>
                                      </p:cBhvr>
                                    </p:animEffect>
                                  </p:childTnLst>
                                </p:cTn>
                              </p:par>
                              <p:par>
                                <p:cTn id="331" presetID="22" presetClass="entr" presetSubtype="8" fill="hold" nodeType="withEffect">
                                  <p:stCondLst>
                                    <p:cond delay="200"/>
                                  </p:stCondLst>
                                  <p:childTnLst>
                                    <p:set>
                                      <p:cBhvr>
                                        <p:cTn id="332" dur="1" fill="hold">
                                          <p:stCondLst>
                                            <p:cond delay="0"/>
                                          </p:stCondLst>
                                        </p:cTn>
                                        <p:tgtEl>
                                          <p:spTgt spid="281"/>
                                        </p:tgtEl>
                                        <p:attrNameLst>
                                          <p:attrName>style.visibility</p:attrName>
                                        </p:attrNameLst>
                                      </p:cBhvr>
                                      <p:to>
                                        <p:strVal val="visible"/>
                                      </p:to>
                                    </p:set>
                                    <p:animEffect transition="in" filter="wipe(left)">
                                      <p:cBhvr>
                                        <p:cTn id="333" dur="500"/>
                                        <p:tgtEl>
                                          <p:spTgt spid="281"/>
                                        </p:tgtEl>
                                      </p:cBhvr>
                                    </p:animEffect>
                                  </p:childTnLst>
                                </p:cTn>
                              </p:par>
                              <p:par>
                                <p:cTn id="334" presetID="22" presetClass="entr" presetSubtype="2" fill="hold" nodeType="withEffect">
                                  <p:stCondLst>
                                    <p:cond delay="0"/>
                                  </p:stCondLst>
                                  <p:childTnLst>
                                    <p:set>
                                      <p:cBhvr>
                                        <p:cTn id="335" dur="1" fill="hold">
                                          <p:stCondLst>
                                            <p:cond delay="0"/>
                                          </p:stCondLst>
                                        </p:cTn>
                                        <p:tgtEl>
                                          <p:spTgt spid="282"/>
                                        </p:tgtEl>
                                        <p:attrNameLst>
                                          <p:attrName>style.visibility</p:attrName>
                                        </p:attrNameLst>
                                      </p:cBhvr>
                                      <p:to>
                                        <p:strVal val="visible"/>
                                      </p:to>
                                    </p:set>
                                    <p:animEffect transition="in" filter="wipe(right)">
                                      <p:cBhvr>
                                        <p:cTn id="336" dur="750"/>
                                        <p:tgtEl>
                                          <p:spTgt spid="282"/>
                                        </p:tgtEl>
                                      </p:cBhvr>
                                    </p:animEffect>
                                  </p:childTnLst>
                                </p:cTn>
                              </p:par>
                              <p:par>
                                <p:cTn id="337" presetID="22" presetClass="entr" presetSubtype="8" fill="hold" nodeType="withEffect">
                                  <p:stCondLst>
                                    <p:cond delay="0"/>
                                  </p:stCondLst>
                                  <p:childTnLst>
                                    <p:set>
                                      <p:cBhvr>
                                        <p:cTn id="338" dur="1" fill="hold">
                                          <p:stCondLst>
                                            <p:cond delay="0"/>
                                          </p:stCondLst>
                                        </p:cTn>
                                        <p:tgtEl>
                                          <p:spTgt spid="283"/>
                                        </p:tgtEl>
                                        <p:attrNameLst>
                                          <p:attrName>style.visibility</p:attrName>
                                        </p:attrNameLst>
                                      </p:cBhvr>
                                      <p:to>
                                        <p:strVal val="visible"/>
                                      </p:to>
                                    </p:set>
                                    <p:animEffect transition="in" filter="wipe(left)">
                                      <p:cBhvr>
                                        <p:cTn id="339" dur="750"/>
                                        <p:tgtEl>
                                          <p:spTgt spid="283"/>
                                        </p:tgtEl>
                                      </p:cBhvr>
                                    </p:animEffect>
                                  </p:childTnLst>
                                </p:cTn>
                              </p:par>
                              <p:par>
                                <p:cTn id="340" presetID="22" presetClass="entr" presetSubtype="8" fill="hold" nodeType="withEffect">
                                  <p:stCondLst>
                                    <p:cond delay="0"/>
                                  </p:stCondLst>
                                  <p:childTnLst>
                                    <p:set>
                                      <p:cBhvr>
                                        <p:cTn id="341" dur="1" fill="hold">
                                          <p:stCondLst>
                                            <p:cond delay="0"/>
                                          </p:stCondLst>
                                        </p:cTn>
                                        <p:tgtEl>
                                          <p:spTgt spid="284"/>
                                        </p:tgtEl>
                                        <p:attrNameLst>
                                          <p:attrName>style.visibility</p:attrName>
                                        </p:attrNameLst>
                                      </p:cBhvr>
                                      <p:to>
                                        <p:strVal val="visible"/>
                                      </p:to>
                                    </p:set>
                                    <p:animEffect transition="in" filter="wipe(left)">
                                      <p:cBhvr>
                                        <p:cTn id="342" dur="750"/>
                                        <p:tgtEl>
                                          <p:spTgt spid="284"/>
                                        </p:tgtEl>
                                      </p:cBhvr>
                                    </p:animEffect>
                                  </p:childTnLst>
                                </p:cTn>
                              </p:par>
                              <p:par>
                                <p:cTn id="343" presetID="22" presetClass="entr" presetSubtype="8" fill="hold" nodeType="withEffect">
                                  <p:stCondLst>
                                    <p:cond delay="0"/>
                                  </p:stCondLst>
                                  <p:childTnLst>
                                    <p:set>
                                      <p:cBhvr>
                                        <p:cTn id="344" dur="1" fill="hold">
                                          <p:stCondLst>
                                            <p:cond delay="0"/>
                                          </p:stCondLst>
                                        </p:cTn>
                                        <p:tgtEl>
                                          <p:spTgt spid="285"/>
                                        </p:tgtEl>
                                        <p:attrNameLst>
                                          <p:attrName>style.visibility</p:attrName>
                                        </p:attrNameLst>
                                      </p:cBhvr>
                                      <p:to>
                                        <p:strVal val="visible"/>
                                      </p:to>
                                    </p:set>
                                    <p:animEffect transition="in" filter="wipe(left)">
                                      <p:cBhvr>
                                        <p:cTn id="345" dur="750"/>
                                        <p:tgtEl>
                                          <p:spTgt spid="285"/>
                                        </p:tgtEl>
                                      </p:cBhvr>
                                    </p:animEffect>
                                  </p:childTnLst>
                                </p:cTn>
                              </p:par>
                              <p:par>
                                <p:cTn id="346" presetID="22" presetClass="entr" presetSubtype="8" fill="hold" nodeType="withEffect">
                                  <p:stCondLst>
                                    <p:cond delay="0"/>
                                  </p:stCondLst>
                                  <p:childTnLst>
                                    <p:set>
                                      <p:cBhvr>
                                        <p:cTn id="347" dur="1" fill="hold">
                                          <p:stCondLst>
                                            <p:cond delay="0"/>
                                          </p:stCondLst>
                                        </p:cTn>
                                        <p:tgtEl>
                                          <p:spTgt spid="286"/>
                                        </p:tgtEl>
                                        <p:attrNameLst>
                                          <p:attrName>style.visibility</p:attrName>
                                        </p:attrNameLst>
                                      </p:cBhvr>
                                      <p:to>
                                        <p:strVal val="visible"/>
                                      </p:to>
                                    </p:set>
                                    <p:animEffect transition="in" filter="wipe(left)">
                                      <p:cBhvr>
                                        <p:cTn id="348" dur="750"/>
                                        <p:tgtEl>
                                          <p:spTgt spid="286"/>
                                        </p:tgtEl>
                                      </p:cBhvr>
                                    </p:animEffect>
                                  </p:childTnLst>
                                </p:cTn>
                              </p:par>
                              <p:par>
                                <p:cTn id="349" presetID="22" presetClass="entr" presetSubtype="8" fill="hold" nodeType="withEffect">
                                  <p:stCondLst>
                                    <p:cond delay="0"/>
                                  </p:stCondLst>
                                  <p:childTnLst>
                                    <p:set>
                                      <p:cBhvr>
                                        <p:cTn id="350" dur="1" fill="hold">
                                          <p:stCondLst>
                                            <p:cond delay="0"/>
                                          </p:stCondLst>
                                        </p:cTn>
                                        <p:tgtEl>
                                          <p:spTgt spid="287"/>
                                        </p:tgtEl>
                                        <p:attrNameLst>
                                          <p:attrName>style.visibility</p:attrName>
                                        </p:attrNameLst>
                                      </p:cBhvr>
                                      <p:to>
                                        <p:strVal val="visible"/>
                                      </p:to>
                                    </p:set>
                                    <p:animEffect transition="in" filter="wipe(left)">
                                      <p:cBhvr>
                                        <p:cTn id="351" dur="750"/>
                                        <p:tgtEl>
                                          <p:spTgt spid="287"/>
                                        </p:tgtEl>
                                      </p:cBhvr>
                                    </p:animEffect>
                                  </p:childTnLst>
                                </p:cTn>
                              </p:par>
                              <p:par>
                                <p:cTn id="352" presetID="22" presetClass="entr" presetSubtype="1" fill="hold" nodeType="withEffect">
                                  <p:stCondLst>
                                    <p:cond delay="0"/>
                                  </p:stCondLst>
                                  <p:childTnLst>
                                    <p:set>
                                      <p:cBhvr>
                                        <p:cTn id="353" dur="1" fill="hold">
                                          <p:stCondLst>
                                            <p:cond delay="0"/>
                                          </p:stCondLst>
                                        </p:cTn>
                                        <p:tgtEl>
                                          <p:spTgt spid="288"/>
                                        </p:tgtEl>
                                        <p:attrNameLst>
                                          <p:attrName>style.visibility</p:attrName>
                                        </p:attrNameLst>
                                      </p:cBhvr>
                                      <p:to>
                                        <p:strVal val="visible"/>
                                      </p:to>
                                    </p:set>
                                    <p:animEffect transition="in" filter="wipe(up)">
                                      <p:cBhvr>
                                        <p:cTn id="354" dur="250"/>
                                        <p:tgtEl>
                                          <p:spTgt spid="288"/>
                                        </p:tgtEl>
                                      </p:cBhvr>
                                    </p:animEffect>
                                  </p:childTnLst>
                                </p:cTn>
                              </p:par>
                              <p:par>
                                <p:cTn id="355" presetID="22" presetClass="entr" presetSubtype="8" fill="hold" nodeType="withEffect">
                                  <p:stCondLst>
                                    <p:cond delay="200"/>
                                  </p:stCondLst>
                                  <p:childTnLst>
                                    <p:set>
                                      <p:cBhvr>
                                        <p:cTn id="356" dur="1" fill="hold">
                                          <p:stCondLst>
                                            <p:cond delay="0"/>
                                          </p:stCondLst>
                                        </p:cTn>
                                        <p:tgtEl>
                                          <p:spTgt spid="289"/>
                                        </p:tgtEl>
                                        <p:attrNameLst>
                                          <p:attrName>style.visibility</p:attrName>
                                        </p:attrNameLst>
                                      </p:cBhvr>
                                      <p:to>
                                        <p:strVal val="visible"/>
                                      </p:to>
                                    </p:set>
                                    <p:animEffect transition="in" filter="wipe(left)">
                                      <p:cBhvr>
                                        <p:cTn id="357" dur="500"/>
                                        <p:tgtEl>
                                          <p:spTgt spid="289"/>
                                        </p:tgtEl>
                                      </p:cBhvr>
                                    </p:animEffect>
                                  </p:childTnLst>
                                </p:cTn>
                              </p:par>
                              <p:par>
                                <p:cTn id="358" presetID="22" presetClass="entr" presetSubtype="2" fill="hold" nodeType="withEffect">
                                  <p:stCondLst>
                                    <p:cond delay="0"/>
                                  </p:stCondLst>
                                  <p:childTnLst>
                                    <p:set>
                                      <p:cBhvr>
                                        <p:cTn id="359" dur="1" fill="hold">
                                          <p:stCondLst>
                                            <p:cond delay="0"/>
                                          </p:stCondLst>
                                        </p:cTn>
                                        <p:tgtEl>
                                          <p:spTgt spid="290"/>
                                        </p:tgtEl>
                                        <p:attrNameLst>
                                          <p:attrName>style.visibility</p:attrName>
                                        </p:attrNameLst>
                                      </p:cBhvr>
                                      <p:to>
                                        <p:strVal val="visible"/>
                                      </p:to>
                                    </p:set>
                                    <p:animEffect transition="in" filter="wipe(right)">
                                      <p:cBhvr>
                                        <p:cTn id="360" dur="750"/>
                                        <p:tgtEl>
                                          <p:spTgt spid="290"/>
                                        </p:tgtEl>
                                      </p:cBhvr>
                                    </p:animEffect>
                                  </p:childTnLst>
                                </p:cTn>
                              </p:par>
                              <p:par>
                                <p:cTn id="361" presetID="22" presetClass="entr" presetSubtype="1" fill="hold" nodeType="withEffect">
                                  <p:stCondLst>
                                    <p:cond delay="0"/>
                                  </p:stCondLst>
                                  <p:childTnLst>
                                    <p:set>
                                      <p:cBhvr>
                                        <p:cTn id="362" dur="1" fill="hold">
                                          <p:stCondLst>
                                            <p:cond delay="0"/>
                                          </p:stCondLst>
                                        </p:cTn>
                                        <p:tgtEl>
                                          <p:spTgt spid="291"/>
                                        </p:tgtEl>
                                        <p:attrNameLst>
                                          <p:attrName>style.visibility</p:attrName>
                                        </p:attrNameLst>
                                      </p:cBhvr>
                                      <p:to>
                                        <p:strVal val="visible"/>
                                      </p:to>
                                    </p:set>
                                    <p:animEffect transition="in" filter="wipe(up)">
                                      <p:cBhvr>
                                        <p:cTn id="363" dur="250"/>
                                        <p:tgtEl>
                                          <p:spTgt spid="291"/>
                                        </p:tgtEl>
                                      </p:cBhvr>
                                    </p:animEffect>
                                  </p:childTnLst>
                                </p:cTn>
                              </p:par>
                              <p:par>
                                <p:cTn id="364" presetID="22" presetClass="entr" presetSubtype="2" fill="hold" nodeType="withEffect">
                                  <p:stCondLst>
                                    <p:cond delay="200"/>
                                  </p:stCondLst>
                                  <p:childTnLst>
                                    <p:set>
                                      <p:cBhvr>
                                        <p:cTn id="365" dur="1" fill="hold">
                                          <p:stCondLst>
                                            <p:cond delay="0"/>
                                          </p:stCondLst>
                                        </p:cTn>
                                        <p:tgtEl>
                                          <p:spTgt spid="292"/>
                                        </p:tgtEl>
                                        <p:attrNameLst>
                                          <p:attrName>style.visibility</p:attrName>
                                        </p:attrNameLst>
                                      </p:cBhvr>
                                      <p:to>
                                        <p:strVal val="visible"/>
                                      </p:to>
                                    </p:set>
                                    <p:animEffect transition="in" filter="wipe(right)">
                                      <p:cBhvr>
                                        <p:cTn id="366" dur="500"/>
                                        <p:tgtEl>
                                          <p:spTgt spid="292"/>
                                        </p:tgtEl>
                                      </p:cBhvr>
                                    </p:animEffect>
                                  </p:childTnLst>
                                </p:cTn>
                              </p:par>
                              <p:par>
                                <p:cTn id="367" presetID="22" presetClass="entr" presetSubtype="4" fill="hold" nodeType="withEffect">
                                  <p:stCondLst>
                                    <p:cond delay="0"/>
                                  </p:stCondLst>
                                  <p:childTnLst>
                                    <p:set>
                                      <p:cBhvr>
                                        <p:cTn id="368" dur="1" fill="hold">
                                          <p:stCondLst>
                                            <p:cond delay="0"/>
                                          </p:stCondLst>
                                        </p:cTn>
                                        <p:tgtEl>
                                          <p:spTgt spid="293"/>
                                        </p:tgtEl>
                                        <p:attrNameLst>
                                          <p:attrName>style.visibility</p:attrName>
                                        </p:attrNameLst>
                                      </p:cBhvr>
                                      <p:to>
                                        <p:strVal val="visible"/>
                                      </p:to>
                                    </p:set>
                                    <p:animEffect transition="in" filter="wipe(down)">
                                      <p:cBhvr>
                                        <p:cTn id="369" dur="250"/>
                                        <p:tgtEl>
                                          <p:spTgt spid="293"/>
                                        </p:tgtEl>
                                      </p:cBhvr>
                                    </p:animEffect>
                                  </p:childTnLst>
                                </p:cTn>
                              </p:par>
                              <p:par>
                                <p:cTn id="370" presetID="22" presetClass="entr" presetSubtype="2" fill="hold" nodeType="withEffect">
                                  <p:stCondLst>
                                    <p:cond delay="200"/>
                                  </p:stCondLst>
                                  <p:childTnLst>
                                    <p:set>
                                      <p:cBhvr>
                                        <p:cTn id="371" dur="1" fill="hold">
                                          <p:stCondLst>
                                            <p:cond delay="0"/>
                                          </p:stCondLst>
                                        </p:cTn>
                                        <p:tgtEl>
                                          <p:spTgt spid="294"/>
                                        </p:tgtEl>
                                        <p:attrNameLst>
                                          <p:attrName>style.visibility</p:attrName>
                                        </p:attrNameLst>
                                      </p:cBhvr>
                                      <p:to>
                                        <p:strVal val="visible"/>
                                      </p:to>
                                    </p:set>
                                    <p:animEffect transition="in" filter="wipe(right)">
                                      <p:cBhvr>
                                        <p:cTn id="372" dur="500"/>
                                        <p:tgtEl>
                                          <p:spTgt spid="294"/>
                                        </p:tgtEl>
                                      </p:cBhvr>
                                    </p:animEffect>
                                  </p:childTnLst>
                                </p:cTn>
                              </p:par>
                              <p:par>
                                <p:cTn id="373" presetID="22" presetClass="entr" presetSubtype="4" fill="hold" nodeType="withEffect">
                                  <p:stCondLst>
                                    <p:cond delay="250"/>
                                  </p:stCondLst>
                                  <p:childTnLst>
                                    <p:set>
                                      <p:cBhvr>
                                        <p:cTn id="374" dur="1" fill="hold">
                                          <p:stCondLst>
                                            <p:cond delay="0"/>
                                          </p:stCondLst>
                                        </p:cTn>
                                        <p:tgtEl>
                                          <p:spTgt spid="295"/>
                                        </p:tgtEl>
                                        <p:attrNameLst>
                                          <p:attrName>style.visibility</p:attrName>
                                        </p:attrNameLst>
                                      </p:cBhvr>
                                      <p:to>
                                        <p:strVal val="visible"/>
                                      </p:to>
                                    </p:set>
                                    <p:animEffect transition="in" filter="wipe(down)">
                                      <p:cBhvr>
                                        <p:cTn id="375" dur="500"/>
                                        <p:tgtEl>
                                          <p:spTgt spid="295"/>
                                        </p:tgtEl>
                                      </p:cBhvr>
                                    </p:animEffect>
                                  </p:childTnLst>
                                </p:cTn>
                              </p:par>
                              <p:par>
                                <p:cTn id="376" presetID="22" presetClass="entr" presetSubtype="4" fill="hold" nodeType="withEffect">
                                  <p:stCondLst>
                                    <p:cond delay="0"/>
                                  </p:stCondLst>
                                  <p:childTnLst>
                                    <p:set>
                                      <p:cBhvr>
                                        <p:cTn id="377" dur="1" fill="hold">
                                          <p:stCondLst>
                                            <p:cond delay="0"/>
                                          </p:stCondLst>
                                        </p:cTn>
                                        <p:tgtEl>
                                          <p:spTgt spid="296"/>
                                        </p:tgtEl>
                                        <p:attrNameLst>
                                          <p:attrName>style.visibility</p:attrName>
                                        </p:attrNameLst>
                                      </p:cBhvr>
                                      <p:to>
                                        <p:strVal val="visible"/>
                                      </p:to>
                                    </p:set>
                                    <p:animEffect transition="in" filter="wipe(down)">
                                      <p:cBhvr>
                                        <p:cTn id="378" dur="500"/>
                                        <p:tgtEl>
                                          <p:spTgt spid="296"/>
                                        </p:tgtEl>
                                      </p:cBhvr>
                                    </p:animEffect>
                                  </p:childTnLst>
                                </p:cTn>
                              </p:par>
                              <p:par>
                                <p:cTn id="379" presetID="22" presetClass="entr" presetSubtype="8" fill="hold" nodeType="withEffect">
                                  <p:stCondLst>
                                    <p:cond delay="0"/>
                                  </p:stCondLst>
                                  <p:childTnLst>
                                    <p:set>
                                      <p:cBhvr>
                                        <p:cTn id="380" dur="1" fill="hold">
                                          <p:stCondLst>
                                            <p:cond delay="0"/>
                                          </p:stCondLst>
                                        </p:cTn>
                                        <p:tgtEl>
                                          <p:spTgt spid="297"/>
                                        </p:tgtEl>
                                        <p:attrNameLst>
                                          <p:attrName>style.visibility</p:attrName>
                                        </p:attrNameLst>
                                      </p:cBhvr>
                                      <p:to>
                                        <p:strVal val="visible"/>
                                      </p:to>
                                    </p:set>
                                    <p:animEffect transition="in" filter="wipe(left)">
                                      <p:cBhvr>
                                        <p:cTn id="381" dur="250"/>
                                        <p:tgtEl>
                                          <p:spTgt spid="297"/>
                                        </p:tgtEl>
                                      </p:cBhvr>
                                    </p:animEffect>
                                  </p:childTnLst>
                                </p:cTn>
                              </p:par>
                              <p:par>
                                <p:cTn id="382" presetID="22" presetClass="entr" presetSubtype="8" fill="hold" nodeType="withEffect">
                                  <p:stCondLst>
                                    <p:cond delay="200"/>
                                  </p:stCondLst>
                                  <p:childTnLst>
                                    <p:set>
                                      <p:cBhvr>
                                        <p:cTn id="383" dur="1" fill="hold">
                                          <p:stCondLst>
                                            <p:cond delay="0"/>
                                          </p:stCondLst>
                                        </p:cTn>
                                        <p:tgtEl>
                                          <p:spTgt spid="298"/>
                                        </p:tgtEl>
                                        <p:attrNameLst>
                                          <p:attrName>style.visibility</p:attrName>
                                        </p:attrNameLst>
                                      </p:cBhvr>
                                      <p:to>
                                        <p:strVal val="visible"/>
                                      </p:to>
                                    </p:set>
                                    <p:animEffect transition="in" filter="wipe(left)">
                                      <p:cBhvr>
                                        <p:cTn id="384" dur="500"/>
                                        <p:tgtEl>
                                          <p:spTgt spid="298"/>
                                        </p:tgtEl>
                                      </p:cBhvr>
                                    </p:animEffect>
                                  </p:childTnLst>
                                </p:cTn>
                              </p:par>
                              <p:par>
                                <p:cTn id="385" presetID="22" presetClass="entr" presetSubtype="4" fill="hold" nodeType="withEffect">
                                  <p:stCondLst>
                                    <p:cond delay="0"/>
                                  </p:stCondLst>
                                  <p:childTnLst>
                                    <p:set>
                                      <p:cBhvr>
                                        <p:cTn id="386" dur="1" fill="hold">
                                          <p:stCondLst>
                                            <p:cond delay="0"/>
                                          </p:stCondLst>
                                        </p:cTn>
                                        <p:tgtEl>
                                          <p:spTgt spid="299"/>
                                        </p:tgtEl>
                                        <p:attrNameLst>
                                          <p:attrName>style.visibility</p:attrName>
                                        </p:attrNameLst>
                                      </p:cBhvr>
                                      <p:to>
                                        <p:strVal val="visible"/>
                                      </p:to>
                                    </p:set>
                                    <p:animEffect transition="in" filter="wipe(down)">
                                      <p:cBhvr>
                                        <p:cTn id="387" dur="750"/>
                                        <p:tgtEl>
                                          <p:spTgt spid="299"/>
                                        </p:tgtEl>
                                      </p:cBhvr>
                                    </p:animEffect>
                                  </p:childTnLst>
                                </p:cTn>
                              </p:par>
                              <p:par>
                                <p:cTn id="388" presetID="22" presetClass="entr" presetSubtype="4" fill="hold" nodeType="withEffect">
                                  <p:stCondLst>
                                    <p:cond delay="250"/>
                                  </p:stCondLst>
                                  <p:childTnLst>
                                    <p:set>
                                      <p:cBhvr>
                                        <p:cTn id="389" dur="1" fill="hold">
                                          <p:stCondLst>
                                            <p:cond delay="0"/>
                                          </p:stCondLst>
                                        </p:cTn>
                                        <p:tgtEl>
                                          <p:spTgt spid="300"/>
                                        </p:tgtEl>
                                        <p:attrNameLst>
                                          <p:attrName>style.visibility</p:attrName>
                                        </p:attrNameLst>
                                      </p:cBhvr>
                                      <p:to>
                                        <p:strVal val="visible"/>
                                      </p:to>
                                    </p:set>
                                    <p:animEffect transition="in" filter="wipe(down)">
                                      <p:cBhvr>
                                        <p:cTn id="390" dur="500"/>
                                        <p:tgtEl>
                                          <p:spTgt spid="300"/>
                                        </p:tgtEl>
                                      </p:cBhvr>
                                    </p:animEffect>
                                  </p:childTnLst>
                                </p:cTn>
                              </p:par>
                              <p:par>
                                <p:cTn id="391" presetID="22" presetClass="entr" presetSubtype="8" fill="hold" nodeType="withEffect">
                                  <p:stCondLst>
                                    <p:cond delay="0"/>
                                  </p:stCondLst>
                                  <p:childTnLst>
                                    <p:set>
                                      <p:cBhvr>
                                        <p:cTn id="392" dur="1" fill="hold">
                                          <p:stCondLst>
                                            <p:cond delay="0"/>
                                          </p:stCondLst>
                                        </p:cTn>
                                        <p:tgtEl>
                                          <p:spTgt spid="301"/>
                                        </p:tgtEl>
                                        <p:attrNameLst>
                                          <p:attrName>style.visibility</p:attrName>
                                        </p:attrNameLst>
                                      </p:cBhvr>
                                      <p:to>
                                        <p:strVal val="visible"/>
                                      </p:to>
                                    </p:set>
                                    <p:animEffect transition="in" filter="wipe(left)">
                                      <p:cBhvr>
                                        <p:cTn id="393" dur="250"/>
                                        <p:tgtEl>
                                          <p:spTgt spid="301"/>
                                        </p:tgtEl>
                                      </p:cBhvr>
                                    </p:animEffect>
                                  </p:childTnLst>
                                </p:cTn>
                              </p:par>
                              <p:par>
                                <p:cTn id="394" presetID="22" presetClass="entr" presetSubtype="1" fill="hold" nodeType="withEffect">
                                  <p:stCondLst>
                                    <p:cond delay="200"/>
                                  </p:stCondLst>
                                  <p:childTnLst>
                                    <p:set>
                                      <p:cBhvr>
                                        <p:cTn id="395" dur="1" fill="hold">
                                          <p:stCondLst>
                                            <p:cond delay="0"/>
                                          </p:stCondLst>
                                        </p:cTn>
                                        <p:tgtEl>
                                          <p:spTgt spid="302"/>
                                        </p:tgtEl>
                                        <p:attrNameLst>
                                          <p:attrName>style.visibility</p:attrName>
                                        </p:attrNameLst>
                                      </p:cBhvr>
                                      <p:to>
                                        <p:strVal val="visible"/>
                                      </p:to>
                                    </p:set>
                                    <p:animEffect transition="in" filter="wipe(up)">
                                      <p:cBhvr>
                                        <p:cTn id="396" dur="500"/>
                                        <p:tgtEl>
                                          <p:spTgt spid="302"/>
                                        </p:tgtEl>
                                      </p:cBhvr>
                                    </p:animEffect>
                                  </p:childTnLst>
                                </p:cTn>
                              </p:par>
                              <p:par>
                                <p:cTn id="397" presetID="22" presetClass="entr" presetSubtype="8" fill="hold" nodeType="withEffect">
                                  <p:stCondLst>
                                    <p:cond delay="0"/>
                                  </p:stCondLst>
                                  <p:childTnLst>
                                    <p:set>
                                      <p:cBhvr>
                                        <p:cTn id="398" dur="1" fill="hold">
                                          <p:stCondLst>
                                            <p:cond delay="0"/>
                                          </p:stCondLst>
                                        </p:cTn>
                                        <p:tgtEl>
                                          <p:spTgt spid="303"/>
                                        </p:tgtEl>
                                        <p:attrNameLst>
                                          <p:attrName>style.visibility</p:attrName>
                                        </p:attrNameLst>
                                      </p:cBhvr>
                                      <p:to>
                                        <p:strVal val="visible"/>
                                      </p:to>
                                    </p:set>
                                    <p:animEffect transition="in" filter="wipe(left)">
                                      <p:cBhvr>
                                        <p:cTn id="399" dur="750"/>
                                        <p:tgtEl>
                                          <p:spTgt spid="303"/>
                                        </p:tgtEl>
                                      </p:cBhvr>
                                    </p:animEffect>
                                  </p:childTnLst>
                                </p:cTn>
                              </p:par>
                              <p:par>
                                <p:cTn id="400" presetID="22" presetClass="entr" presetSubtype="8" fill="hold" nodeType="withEffect">
                                  <p:stCondLst>
                                    <p:cond delay="0"/>
                                  </p:stCondLst>
                                  <p:childTnLst>
                                    <p:set>
                                      <p:cBhvr>
                                        <p:cTn id="401" dur="1" fill="hold">
                                          <p:stCondLst>
                                            <p:cond delay="0"/>
                                          </p:stCondLst>
                                        </p:cTn>
                                        <p:tgtEl>
                                          <p:spTgt spid="304"/>
                                        </p:tgtEl>
                                        <p:attrNameLst>
                                          <p:attrName>style.visibility</p:attrName>
                                        </p:attrNameLst>
                                      </p:cBhvr>
                                      <p:to>
                                        <p:strVal val="visible"/>
                                      </p:to>
                                    </p:set>
                                    <p:animEffect transition="in" filter="wipe(left)">
                                      <p:cBhvr>
                                        <p:cTn id="402" dur="750"/>
                                        <p:tgtEl>
                                          <p:spTgt spid="304"/>
                                        </p:tgtEl>
                                      </p:cBhvr>
                                    </p:animEffect>
                                  </p:childTnLst>
                                </p:cTn>
                              </p:par>
                              <p:par>
                                <p:cTn id="403" presetID="22" presetClass="entr" presetSubtype="8" fill="hold" nodeType="withEffect">
                                  <p:stCondLst>
                                    <p:cond delay="0"/>
                                  </p:stCondLst>
                                  <p:childTnLst>
                                    <p:set>
                                      <p:cBhvr>
                                        <p:cTn id="404" dur="1" fill="hold">
                                          <p:stCondLst>
                                            <p:cond delay="0"/>
                                          </p:stCondLst>
                                        </p:cTn>
                                        <p:tgtEl>
                                          <p:spTgt spid="305"/>
                                        </p:tgtEl>
                                        <p:attrNameLst>
                                          <p:attrName>style.visibility</p:attrName>
                                        </p:attrNameLst>
                                      </p:cBhvr>
                                      <p:to>
                                        <p:strVal val="visible"/>
                                      </p:to>
                                    </p:set>
                                    <p:animEffect transition="in" filter="wipe(left)">
                                      <p:cBhvr>
                                        <p:cTn id="405" dur="750"/>
                                        <p:tgtEl>
                                          <p:spTgt spid="305"/>
                                        </p:tgtEl>
                                      </p:cBhvr>
                                    </p:animEffect>
                                  </p:childTnLst>
                                </p:cTn>
                              </p:par>
                              <p:par>
                                <p:cTn id="406" presetID="22" presetClass="entr" presetSubtype="1" fill="hold" nodeType="withEffect">
                                  <p:stCondLst>
                                    <p:cond delay="0"/>
                                  </p:stCondLst>
                                  <p:childTnLst>
                                    <p:set>
                                      <p:cBhvr>
                                        <p:cTn id="407" dur="1" fill="hold">
                                          <p:stCondLst>
                                            <p:cond delay="0"/>
                                          </p:stCondLst>
                                        </p:cTn>
                                        <p:tgtEl>
                                          <p:spTgt spid="306"/>
                                        </p:tgtEl>
                                        <p:attrNameLst>
                                          <p:attrName>style.visibility</p:attrName>
                                        </p:attrNameLst>
                                      </p:cBhvr>
                                      <p:to>
                                        <p:strVal val="visible"/>
                                      </p:to>
                                    </p:set>
                                    <p:animEffect transition="in" filter="wipe(up)">
                                      <p:cBhvr>
                                        <p:cTn id="408" dur="750"/>
                                        <p:tgtEl>
                                          <p:spTgt spid="306"/>
                                        </p:tgtEl>
                                      </p:cBhvr>
                                    </p:animEffect>
                                  </p:childTnLst>
                                </p:cTn>
                              </p:par>
                              <p:par>
                                <p:cTn id="409" presetID="22" presetClass="entr" presetSubtype="1" fill="hold" nodeType="withEffect">
                                  <p:stCondLst>
                                    <p:cond delay="0"/>
                                  </p:stCondLst>
                                  <p:childTnLst>
                                    <p:set>
                                      <p:cBhvr>
                                        <p:cTn id="410" dur="1" fill="hold">
                                          <p:stCondLst>
                                            <p:cond delay="0"/>
                                          </p:stCondLst>
                                        </p:cTn>
                                        <p:tgtEl>
                                          <p:spTgt spid="307"/>
                                        </p:tgtEl>
                                        <p:attrNameLst>
                                          <p:attrName>style.visibility</p:attrName>
                                        </p:attrNameLst>
                                      </p:cBhvr>
                                      <p:to>
                                        <p:strVal val="visible"/>
                                      </p:to>
                                    </p:set>
                                    <p:animEffect transition="in" filter="wipe(up)">
                                      <p:cBhvr>
                                        <p:cTn id="411" dur="750"/>
                                        <p:tgtEl>
                                          <p:spTgt spid="307"/>
                                        </p:tgtEl>
                                      </p:cBhvr>
                                    </p:animEffect>
                                  </p:childTnLst>
                                </p:cTn>
                              </p:par>
                              <p:par>
                                <p:cTn id="412" presetID="22" presetClass="entr" presetSubtype="2" fill="hold" nodeType="withEffect">
                                  <p:stCondLst>
                                    <p:cond delay="0"/>
                                  </p:stCondLst>
                                  <p:childTnLst>
                                    <p:set>
                                      <p:cBhvr>
                                        <p:cTn id="413" dur="1" fill="hold">
                                          <p:stCondLst>
                                            <p:cond delay="0"/>
                                          </p:stCondLst>
                                        </p:cTn>
                                        <p:tgtEl>
                                          <p:spTgt spid="308"/>
                                        </p:tgtEl>
                                        <p:attrNameLst>
                                          <p:attrName>style.visibility</p:attrName>
                                        </p:attrNameLst>
                                      </p:cBhvr>
                                      <p:to>
                                        <p:strVal val="visible"/>
                                      </p:to>
                                    </p:set>
                                    <p:animEffect transition="in" filter="wipe(right)">
                                      <p:cBhvr>
                                        <p:cTn id="414" dur="750"/>
                                        <p:tgtEl>
                                          <p:spTgt spid="308"/>
                                        </p:tgtEl>
                                      </p:cBhvr>
                                    </p:animEffect>
                                  </p:childTnLst>
                                </p:cTn>
                              </p:par>
                              <p:par>
                                <p:cTn id="415" presetID="22" presetClass="entr" presetSubtype="4" fill="hold" nodeType="withEffect">
                                  <p:stCondLst>
                                    <p:cond delay="0"/>
                                  </p:stCondLst>
                                  <p:childTnLst>
                                    <p:set>
                                      <p:cBhvr>
                                        <p:cTn id="416" dur="1" fill="hold">
                                          <p:stCondLst>
                                            <p:cond delay="0"/>
                                          </p:stCondLst>
                                        </p:cTn>
                                        <p:tgtEl>
                                          <p:spTgt spid="309"/>
                                        </p:tgtEl>
                                        <p:attrNameLst>
                                          <p:attrName>style.visibility</p:attrName>
                                        </p:attrNameLst>
                                      </p:cBhvr>
                                      <p:to>
                                        <p:strVal val="visible"/>
                                      </p:to>
                                    </p:set>
                                    <p:animEffect transition="in" filter="wipe(down)">
                                      <p:cBhvr>
                                        <p:cTn id="417" dur="750"/>
                                        <p:tgtEl>
                                          <p:spTgt spid="309"/>
                                        </p:tgtEl>
                                      </p:cBhvr>
                                    </p:animEffect>
                                  </p:childTnLst>
                                </p:cTn>
                              </p:par>
                              <p:par>
                                <p:cTn id="418" presetID="22" presetClass="entr" presetSubtype="1" fill="hold" nodeType="withEffect">
                                  <p:stCondLst>
                                    <p:cond delay="0"/>
                                  </p:stCondLst>
                                  <p:childTnLst>
                                    <p:set>
                                      <p:cBhvr>
                                        <p:cTn id="419" dur="1" fill="hold">
                                          <p:stCondLst>
                                            <p:cond delay="0"/>
                                          </p:stCondLst>
                                        </p:cTn>
                                        <p:tgtEl>
                                          <p:spTgt spid="310"/>
                                        </p:tgtEl>
                                        <p:attrNameLst>
                                          <p:attrName>style.visibility</p:attrName>
                                        </p:attrNameLst>
                                      </p:cBhvr>
                                      <p:to>
                                        <p:strVal val="visible"/>
                                      </p:to>
                                    </p:set>
                                    <p:animEffect transition="in" filter="wipe(up)">
                                      <p:cBhvr>
                                        <p:cTn id="420" dur="250"/>
                                        <p:tgtEl>
                                          <p:spTgt spid="310"/>
                                        </p:tgtEl>
                                      </p:cBhvr>
                                    </p:animEffect>
                                  </p:childTnLst>
                                </p:cTn>
                              </p:par>
                              <p:par>
                                <p:cTn id="421" presetID="22" presetClass="entr" presetSubtype="2" fill="hold" nodeType="withEffect">
                                  <p:stCondLst>
                                    <p:cond delay="250"/>
                                  </p:stCondLst>
                                  <p:childTnLst>
                                    <p:set>
                                      <p:cBhvr>
                                        <p:cTn id="422" dur="1" fill="hold">
                                          <p:stCondLst>
                                            <p:cond delay="0"/>
                                          </p:stCondLst>
                                        </p:cTn>
                                        <p:tgtEl>
                                          <p:spTgt spid="311"/>
                                        </p:tgtEl>
                                        <p:attrNameLst>
                                          <p:attrName>style.visibility</p:attrName>
                                        </p:attrNameLst>
                                      </p:cBhvr>
                                      <p:to>
                                        <p:strVal val="visible"/>
                                      </p:to>
                                    </p:set>
                                    <p:animEffect transition="in" filter="wipe(right)">
                                      <p:cBhvr>
                                        <p:cTn id="423" dur="500"/>
                                        <p:tgtEl>
                                          <p:spTgt spid="311"/>
                                        </p:tgtEl>
                                      </p:cBhvr>
                                    </p:animEffect>
                                  </p:childTnLst>
                                </p:cTn>
                              </p:par>
                              <p:par>
                                <p:cTn id="424" presetID="22" presetClass="entr" presetSubtype="8" fill="hold" nodeType="withEffect">
                                  <p:stCondLst>
                                    <p:cond delay="500"/>
                                  </p:stCondLst>
                                  <p:childTnLst>
                                    <p:set>
                                      <p:cBhvr>
                                        <p:cTn id="425" dur="1" fill="hold">
                                          <p:stCondLst>
                                            <p:cond delay="0"/>
                                          </p:stCondLst>
                                        </p:cTn>
                                        <p:tgtEl>
                                          <p:spTgt spid="312"/>
                                        </p:tgtEl>
                                        <p:attrNameLst>
                                          <p:attrName>style.visibility</p:attrName>
                                        </p:attrNameLst>
                                      </p:cBhvr>
                                      <p:to>
                                        <p:strVal val="visible"/>
                                      </p:to>
                                    </p:set>
                                    <p:animEffect transition="in" filter="wipe(left)">
                                      <p:cBhvr>
                                        <p:cTn id="426" dur="250"/>
                                        <p:tgtEl>
                                          <p:spTgt spid="312"/>
                                        </p:tgtEl>
                                      </p:cBhvr>
                                    </p:animEffect>
                                  </p:childTnLst>
                                </p:cTn>
                              </p:par>
                              <p:par>
                                <p:cTn id="427" presetID="22" presetClass="entr" presetSubtype="8" fill="hold" nodeType="withEffect">
                                  <p:stCondLst>
                                    <p:cond delay="0"/>
                                  </p:stCondLst>
                                  <p:childTnLst>
                                    <p:set>
                                      <p:cBhvr>
                                        <p:cTn id="428" dur="1" fill="hold">
                                          <p:stCondLst>
                                            <p:cond delay="0"/>
                                          </p:stCondLst>
                                        </p:cTn>
                                        <p:tgtEl>
                                          <p:spTgt spid="315"/>
                                        </p:tgtEl>
                                        <p:attrNameLst>
                                          <p:attrName>style.visibility</p:attrName>
                                        </p:attrNameLst>
                                      </p:cBhvr>
                                      <p:to>
                                        <p:strVal val="visible"/>
                                      </p:to>
                                    </p:set>
                                    <p:animEffect transition="in" filter="wipe(left)">
                                      <p:cBhvr>
                                        <p:cTn id="429" dur="750"/>
                                        <p:tgtEl>
                                          <p:spTgt spid="315"/>
                                        </p:tgtEl>
                                      </p:cBhvr>
                                    </p:animEffect>
                                  </p:childTnLst>
                                </p:cTn>
                              </p:par>
                              <p:par>
                                <p:cTn id="430" presetID="22" presetClass="entr" presetSubtype="8" fill="hold" nodeType="withEffect">
                                  <p:stCondLst>
                                    <p:cond delay="250"/>
                                  </p:stCondLst>
                                  <p:childTnLst>
                                    <p:set>
                                      <p:cBhvr>
                                        <p:cTn id="431" dur="1" fill="hold">
                                          <p:stCondLst>
                                            <p:cond delay="0"/>
                                          </p:stCondLst>
                                        </p:cTn>
                                        <p:tgtEl>
                                          <p:spTgt spid="316"/>
                                        </p:tgtEl>
                                        <p:attrNameLst>
                                          <p:attrName>style.visibility</p:attrName>
                                        </p:attrNameLst>
                                      </p:cBhvr>
                                      <p:to>
                                        <p:strVal val="visible"/>
                                      </p:to>
                                    </p:set>
                                    <p:animEffect transition="in" filter="wipe(left)">
                                      <p:cBhvr>
                                        <p:cTn id="432" dur="500"/>
                                        <p:tgtEl>
                                          <p:spTgt spid="316"/>
                                        </p:tgtEl>
                                      </p:cBhvr>
                                    </p:animEffect>
                                  </p:childTnLst>
                                </p:cTn>
                              </p:par>
                              <p:par>
                                <p:cTn id="433" presetID="22" presetClass="entr" presetSubtype="8" fill="hold" nodeType="withEffect">
                                  <p:stCondLst>
                                    <p:cond delay="250"/>
                                  </p:stCondLst>
                                  <p:childTnLst>
                                    <p:set>
                                      <p:cBhvr>
                                        <p:cTn id="434" dur="1" fill="hold">
                                          <p:stCondLst>
                                            <p:cond delay="0"/>
                                          </p:stCondLst>
                                        </p:cTn>
                                        <p:tgtEl>
                                          <p:spTgt spid="317"/>
                                        </p:tgtEl>
                                        <p:attrNameLst>
                                          <p:attrName>style.visibility</p:attrName>
                                        </p:attrNameLst>
                                      </p:cBhvr>
                                      <p:to>
                                        <p:strVal val="visible"/>
                                      </p:to>
                                    </p:set>
                                    <p:animEffect transition="in" filter="wipe(left)">
                                      <p:cBhvr>
                                        <p:cTn id="435" dur="500"/>
                                        <p:tgtEl>
                                          <p:spTgt spid="317"/>
                                        </p:tgtEl>
                                      </p:cBhvr>
                                    </p:animEffect>
                                  </p:childTnLst>
                                </p:cTn>
                              </p:par>
                              <p:par>
                                <p:cTn id="436" presetID="22" presetClass="entr" presetSubtype="1" fill="hold" nodeType="withEffect">
                                  <p:stCondLst>
                                    <p:cond delay="250"/>
                                  </p:stCondLst>
                                  <p:childTnLst>
                                    <p:set>
                                      <p:cBhvr>
                                        <p:cTn id="437" dur="1" fill="hold">
                                          <p:stCondLst>
                                            <p:cond delay="0"/>
                                          </p:stCondLst>
                                        </p:cTn>
                                        <p:tgtEl>
                                          <p:spTgt spid="318"/>
                                        </p:tgtEl>
                                        <p:attrNameLst>
                                          <p:attrName>style.visibility</p:attrName>
                                        </p:attrNameLst>
                                      </p:cBhvr>
                                      <p:to>
                                        <p:strVal val="visible"/>
                                      </p:to>
                                    </p:set>
                                    <p:animEffect transition="in" filter="wipe(up)">
                                      <p:cBhvr>
                                        <p:cTn id="438" dur="500"/>
                                        <p:tgtEl>
                                          <p:spTgt spid="318"/>
                                        </p:tgtEl>
                                      </p:cBhvr>
                                    </p:animEffect>
                                  </p:childTnLst>
                                </p:cTn>
                              </p:par>
                              <p:par>
                                <p:cTn id="439" presetID="22" presetClass="entr" presetSubtype="8" fill="hold" nodeType="withEffect">
                                  <p:stCondLst>
                                    <p:cond delay="0"/>
                                  </p:stCondLst>
                                  <p:childTnLst>
                                    <p:set>
                                      <p:cBhvr>
                                        <p:cTn id="440" dur="1" fill="hold">
                                          <p:stCondLst>
                                            <p:cond delay="0"/>
                                          </p:stCondLst>
                                        </p:cTn>
                                        <p:tgtEl>
                                          <p:spTgt spid="319"/>
                                        </p:tgtEl>
                                        <p:attrNameLst>
                                          <p:attrName>style.visibility</p:attrName>
                                        </p:attrNameLst>
                                      </p:cBhvr>
                                      <p:to>
                                        <p:strVal val="visible"/>
                                      </p:to>
                                    </p:set>
                                    <p:animEffect transition="in" filter="wipe(left)">
                                      <p:cBhvr>
                                        <p:cTn id="441" dur="750"/>
                                        <p:tgtEl>
                                          <p:spTgt spid="319"/>
                                        </p:tgtEl>
                                      </p:cBhvr>
                                    </p:animEffect>
                                  </p:childTnLst>
                                </p:cTn>
                              </p:par>
                              <p:par>
                                <p:cTn id="442" presetID="22" presetClass="entr" presetSubtype="8" fill="hold" nodeType="withEffect">
                                  <p:stCondLst>
                                    <p:cond delay="0"/>
                                  </p:stCondLst>
                                  <p:childTnLst>
                                    <p:set>
                                      <p:cBhvr>
                                        <p:cTn id="443" dur="1" fill="hold">
                                          <p:stCondLst>
                                            <p:cond delay="0"/>
                                          </p:stCondLst>
                                        </p:cTn>
                                        <p:tgtEl>
                                          <p:spTgt spid="320"/>
                                        </p:tgtEl>
                                        <p:attrNameLst>
                                          <p:attrName>style.visibility</p:attrName>
                                        </p:attrNameLst>
                                      </p:cBhvr>
                                      <p:to>
                                        <p:strVal val="visible"/>
                                      </p:to>
                                    </p:set>
                                    <p:animEffect transition="in" filter="wipe(left)">
                                      <p:cBhvr>
                                        <p:cTn id="444" dur="750"/>
                                        <p:tgtEl>
                                          <p:spTgt spid="320"/>
                                        </p:tgtEl>
                                      </p:cBhvr>
                                    </p:animEffect>
                                  </p:childTnLst>
                                </p:cTn>
                              </p:par>
                              <p:par>
                                <p:cTn id="445" presetID="22" presetClass="entr" presetSubtype="8" fill="hold" nodeType="withEffect">
                                  <p:stCondLst>
                                    <p:cond delay="250"/>
                                  </p:stCondLst>
                                  <p:childTnLst>
                                    <p:set>
                                      <p:cBhvr>
                                        <p:cTn id="446" dur="1" fill="hold">
                                          <p:stCondLst>
                                            <p:cond delay="0"/>
                                          </p:stCondLst>
                                        </p:cTn>
                                        <p:tgtEl>
                                          <p:spTgt spid="321"/>
                                        </p:tgtEl>
                                        <p:attrNameLst>
                                          <p:attrName>style.visibility</p:attrName>
                                        </p:attrNameLst>
                                      </p:cBhvr>
                                      <p:to>
                                        <p:strVal val="visible"/>
                                      </p:to>
                                    </p:set>
                                    <p:animEffect transition="in" filter="wipe(left)">
                                      <p:cBhvr>
                                        <p:cTn id="447" dur="500"/>
                                        <p:tgtEl>
                                          <p:spTgt spid="321"/>
                                        </p:tgtEl>
                                      </p:cBhvr>
                                    </p:animEffect>
                                  </p:childTnLst>
                                </p:cTn>
                              </p:par>
                              <p:par>
                                <p:cTn id="448" presetID="22" presetClass="entr" presetSubtype="4" fill="hold" nodeType="withEffect">
                                  <p:stCondLst>
                                    <p:cond delay="0"/>
                                  </p:stCondLst>
                                  <p:childTnLst>
                                    <p:set>
                                      <p:cBhvr>
                                        <p:cTn id="449" dur="1" fill="hold">
                                          <p:stCondLst>
                                            <p:cond delay="0"/>
                                          </p:stCondLst>
                                        </p:cTn>
                                        <p:tgtEl>
                                          <p:spTgt spid="322"/>
                                        </p:tgtEl>
                                        <p:attrNameLst>
                                          <p:attrName>style.visibility</p:attrName>
                                        </p:attrNameLst>
                                      </p:cBhvr>
                                      <p:to>
                                        <p:strVal val="visible"/>
                                      </p:to>
                                    </p:set>
                                    <p:animEffect transition="in" filter="wipe(down)">
                                      <p:cBhvr>
                                        <p:cTn id="450" dur="500"/>
                                        <p:tgtEl>
                                          <p:spTgt spid="322"/>
                                        </p:tgtEl>
                                      </p:cBhvr>
                                    </p:animEffect>
                                  </p:childTnLst>
                                </p:cTn>
                              </p:par>
                              <p:par>
                                <p:cTn id="451" presetID="22" presetClass="entr" presetSubtype="8" fill="hold" nodeType="withEffect">
                                  <p:stCondLst>
                                    <p:cond delay="250"/>
                                  </p:stCondLst>
                                  <p:childTnLst>
                                    <p:set>
                                      <p:cBhvr>
                                        <p:cTn id="452" dur="1" fill="hold">
                                          <p:stCondLst>
                                            <p:cond delay="0"/>
                                          </p:stCondLst>
                                        </p:cTn>
                                        <p:tgtEl>
                                          <p:spTgt spid="323"/>
                                        </p:tgtEl>
                                        <p:attrNameLst>
                                          <p:attrName>style.visibility</p:attrName>
                                        </p:attrNameLst>
                                      </p:cBhvr>
                                      <p:to>
                                        <p:strVal val="visible"/>
                                      </p:to>
                                    </p:set>
                                    <p:animEffect transition="in" filter="wipe(left)">
                                      <p:cBhvr>
                                        <p:cTn id="453" dur="250"/>
                                        <p:tgtEl>
                                          <p:spTgt spid="323"/>
                                        </p:tgtEl>
                                      </p:cBhvr>
                                    </p:animEffect>
                                  </p:childTnLst>
                                </p:cTn>
                              </p:par>
                              <p:par>
                                <p:cTn id="454" presetID="22" presetClass="entr" presetSubtype="1" fill="hold" nodeType="withEffect">
                                  <p:stCondLst>
                                    <p:cond delay="250"/>
                                  </p:stCondLst>
                                  <p:childTnLst>
                                    <p:set>
                                      <p:cBhvr>
                                        <p:cTn id="455" dur="1" fill="hold">
                                          <p:stCondLst>
                                            <p:cond delay="0"/>
                                          </p:stCondLst>
                                        </p:cTn>
                                        <p:tgtEl>
                                          <p:spTgt spid="324"/>
                                        </p:tgtEl>
                                        <p:attrNameLst>
                                          <p:attrName>style.visibility</p:attrName>
                                        </p:attrNameLst>
                                      </p:cBhvr>
                                      <p:to>
                                        <p:strVal val="visible"/>
                                      </p:to>
                                    </p:set>
                                    <p:animEffect transition="in" filter="wipe(up)">
                                      <p:cBhvr>
                                        <p:cTn id="456" dur="500"/>
                                        <p:tgtEl>
                                          <p:spTgt spid="324"/>
                                        </p:tgtEl>
                                      </p:cBhvr>
                                    </p:animEffect>
                                  </p:childTnLst>
                                </p:cTn>
                              </p:par>
                              <p:par>
                                <p:cTn id="457" presetID="22" presetClass="entr" presetSubtype="1" fill="hold" nodeType="withEffect">
                                  <p:stCondLst>
                                    <p:cond delay="250"/>
                                  </p:stCondLst>
                                  <p:childTnLst>
                                    <p:set>
                                      <p:cBhvr>
                                        <p:cTn id="458" dur="1" fill="hold">
                                          <p:stCondLst>
                                            <p:cond delay="0"/>
                                          </p:stCondLst>
                                        </p:cTn>
                                        <p:tgtEl>
                                          <p:spTgt spid="325"/>
                                        </p:tgtEl>
                                        <p:attrNameLst>
                                          <p:attrName>style.visibility</p:attrName>
                                        </p:attrNameLst>
                                      </p:cBhvr>
                                      <p:to>
                                        <p:strVal val="visible"/>
                                      </p:to>
                                    </p:set>
                                    <p:animEffect transition="in" filter="wipe(up)">
                                      <p:cBhvr>
                                        <p:cTn id="459" dur="500"/>
                                        <p:tgtEl>
                                          <p:spTgt spid="325"/>
                                        </p:tgtEl>
                                      </p:cBhvr>
                                    </p:animEffect>
                                  </p:childTnLst>
                                </p:cTn>
                              </p:par>
                              <p:par>
                                <p:cTn id="460" presetID="22" presetClass="entr" presetSubtype="4" fill="hold" nodeType="withEffect">
                                  <p:stCondLst>
                                    <p:cond delay="250"/>
                                  </p:stCondLst>
                                  <p:childTnLst>
                                    <p:set>
                                      <p:cBhvr>
                                        <p:cTn id="461" dur="1" fill="hold">
                                          <p:stCondLst>
                                            <p:cond delay="0"/>
                                          </p:stCondLst>
                                        </p:cTn>
                                        <p:tgtEl>
                                          <p:spTgt spid="326"/>
                                        </p:tgtEl>
                                        <p:attrNameLst>
                                          <p:attrName>style.visibility</p:attrName>
                                        </p:attrNameLst>
                                      </p:cBhvr>
                                      <p:to>
                                        <p:strVal val="visible"/>
                                      </p:to>
                                    </p:set>
                                    <p:animEffect transition="in" filter="wipe(down)">
                                      <p:cBhvr>
                                        <p:cTn id="462" dur="500"/>
                                        <p:tgtEl>
                                          <p:spTgt spid="326"/>
                                        </p:tgtEl>
                                      </p:cBhvr>
                                    </p:animEffect>
                                  </p:childTnLst>
                                </p:cTn>
                              </p:par>
                              <p:par>
                                <p:cTn id="463" presetID="22" presetClass="entr" presetSubtype="2" fill="hold" nodeType="withEffect">
                                  <p:stCondLst>
                                    <p:cond delay="250"/>
                                  </p:stCondLst>
                                  <p:childTnLst>
                                    <p:set>
                                      <p:cBhvr>
                                        <p:cTn id="464" dur="1" fill="hold">
                                          <p:stCondLst>
                                            <p:cond delay="0"/>
                                          </p:stCondLst>
                                        </p:cTn>
                                        <p:tgtEl>
                                          <p:spTgt spid="327"/>
                                        </p:tgtEl>
                                        <p:attrNameLst>
                                          <p:attrName>style.visibility</p:attrName>
                                        </p:attrNameLst>
                                      </p:cBhvr>
                                      <p:to>
                                        <p:strVal val="visible"/>
                                      </p:to>
                                    </p:set>
                                    <p:animEffect transition="in" filter="wipe(right)">
                                      <p:cBhvr>
                                        <p:cTn id="465" dur="500"/>
                                        <p:tgtEl>
                                          <p:spTgt spid="327"/>
                                        </p:tgtEl>
                                      </p:cBhvr>
                                    </p:animEffect>
                                  </p:childTnLst>
                                </p:cTn>
                              </p:par>
                              <p:par>
                                <p:cTn id="466" presetID="22" presetClass="entr" presetSubtype="8" fill="hold" nodeType="withEffect">
                                  <p:stCondLst>
                                    <p:cond delay="250"/>
                                  </p:stCondLst>
                                  <p:childTnLst>
                                    <p:set>
                                      <p:cBhvr>
                                        <p:cTn id="467" dur="1" fill="hold">
                                          <p:stCondLst>
                                            <p:cond delay="0"/>
                                          </p:stCondLst>
                                        </p:cTn>
                                        <p:tgtEl>
                                          <p:spTgt spid="328"/>
                                        </p:tgtEl>
                                        <p:attrNameLst>
                                          <p:attrName>style.visibility</p:attrName>
                                        </p:attrNameLst>
                                      </p:cBhvr>
                                      <p:to>
                                        <p:strVal val="visible"/>
                                      </p:to>
                                    </p:set>
                                    <p:animEffect transition="in" filter="wipe(left)">
                                      <p:cBhvr>
                                        <p:cTn id="468" dur="500"/>
                                        <p:tgtEl>
                                          <p:spTgt spid="328"/>
                                        </p:tgtEl>
                                      </p:cBhvr>
                                    </p:animEffect>
                                  </p:childTnLst>
                                </p:cTn>
                              </p:par>
                              <p:par>
                                <p:cTn id="469" presetID="22" presetClass="entr" presetSubtype="8" fill="hold" nodeType="withEffect">
                                  <p:stCondLst>
                                    <p:cond delay="0"/>
                                  </p:stCondLst>
                                  <p:childTnLst>
                                    <p:set>
                                      <p:cBhvr>
                                        <p:cTn id="470" dur="1" fill="hold">
                                          <p:stCondLst>
                                            <p:cond delay="0"/>
                                          </p:stCondLst>
                                        </p:cTn>
                                        <p:tgtEl>
                                          <p:spTgt spid="329"/>
                                        </p:tgtEl>
                                        <p:attrNameLst>
                                          <p:attrName>style.visibility</p:attrName>
                                        </p:attrNameLst>
                                      </p:cBhvr>
                                      <p:to>
                                        <p:strVal val="visible"/>
                                      </p:to>
                                    </p:set>
                                    <p:animEffect transition="in" filter="wipe(left)">
                                      <p:cBhvr>
                                        <p:cTn id="471" dur="750"/>
                                        <p:tgtEl>
                                          <p:spTgt spid="329"/>
                                        </p:tgtEl>
                                      </p:cBhvr>
                                    </p:animEffect>
                                  </p:childTnLst>
                                </p:cTn>
                              </p:par>
                              <p:par>
                                <p:cTn id="472" presetID="22" presetClass="entr" presetSubtype="4" fill="hold" nodeType="withEffect">
                                  <p:stCondLst>
                                    <p:cond delay="250"/>
                                  </p:stCondLst>
                                  <p:childTnLst>
                                    <p:set>
                                      <p:cBhvr>
                                        <p:cTn id="473" dur="1" fill="hold">
                                          <p:stCondLst>
                                            <p:cond delay="0"/>
                                          </p:stCondLst>
                                        </p:cTn>
                                        <p:tgtEl>
                                          <p:spTgt spid="330"/>
                                        </p:tgtEl>
                                        <p:attrNameLst>
                                          <p:attrName>style.visibility</p:attrName>
                                        </p:attrNameLst>
                                      </p:cBhvr>
                                      <p:to>
                                        <p:strVal val="visible"/>
                                      </p:to>
                                    </p:set>
                                    <p:animEffect transition="in" filter="wipe(down)">
                                      <p:cBhvr>
                                        <p:cTn id="474" dur="500"/>
                                        <p:tgtEl>
                                          <p:spTgt spid="330"/>
                                        </p:tgtEl>
                                      </p:cBhvr>
                                    </p:animEffect>
                                  </p:childTnLst>
                                </p:cTn>
                              </p:par>
                              <p:par>
                                <p:cTn id="475" presetID="22" presetClass="entr" presetSubtype="4" fill="hold" nodeType="withEffect">
                                  <p:stCondLst>
                                    <p:cond delay="0"/>
                                  </p:stCondLst>
                                  <p:childTnLst>
                                    <p:set>
                                      <p:cBhvr>
                                        <p:cTn id="476" dur="1" fill="hold">
                                          <p:stCondLst>
                                            <p:cond delay="0"/>
                                          </p:stCondLst>
                                        </p:cTn>
                                        <p:tgtEl>
                                          <p:spTgt spid="331"/>
                                        </p:tgtEl>
                                        <p:attrNameLst>
                                          <p:attrName>style.visibility</p:attrName>
                                        </p:attrNameLst>
                                      </p:cBhvr>
                                      <p:to>
                                        <p:strVal val="visible"/>
                                      </p:to>
                                    </p:set>
                                    <p:animEffect transition="in" filter="wipe(down)">
                                      <p:cBhvr>
                                        <p:cTn id="477" dur="500"/>
                                        <p:tgtEl>
                                          <p:spTgt spid="331"/>
                                        </p:tgtEl>
                                      </p:cBhvr>
                                    </p:animEffect>
                                  </p:childTnLst>
                                </p:cTn>
                              </p:par>
                              <p:par>
                                <p:cTn id="478" presetID="22" presetClass="entr" presetSubtype="4" fill="hold" nodeType="withEffect">
                                  <p:stCondLst>
                                    <p:cond delay="250"/>
                                  </p:stCondLst>
                                  <p:childTnLst>
                                    <p:set>
                                      <p:cBhvr>
                                        <p:cTn id="479" dur="1" fill="hold">
                                          <p:stCondLst>
                                            <p:cond delay="0"/>
                                          </p:stCondLst>
                                        </p:cTn>
                                        <p:tgtEl>
                                          <p:spTgt spid="332"/>
                                        </p:tgtEl>
                                        <p:attrNameLst>
                                          <p:attrName>style.visibility</p:attrName>
                                        </p:attrNameLst>
                                      </p:cBhvr>
                                      <p:to>
                                        <p:strVal val="visible"/>
                                      </p:to>
                                    </p:set>
                                    <p:animEffect transition="in" filter="wipe(down)">
                                      <p:cBhvr>
                                        <p:cTn id="480" dur="500"/>
                                        <p:tgtEl>
                                          <p:spTgt spid="332"/>
                                        </p:tgtEl>
                                      </p:cBhvr>
                                    </p:animEffect>
                                  </p:childTnLst>
                                </p:cTn>
                              </p:par>
                              <p:par>
                                <p:cTn id="481" presetID="22" presetClass="entr" presetSubtype="1" fill="hold" nodeType="withEffect">
                                  <p:stCondLst>
                                    <p:cond delay="250"/>
                                  </p:stCondLst>
                                  <p:childTnLst>
                                    <p:set>
                                      <p:cBhvr>
                                        <p:cTn id="482" dur="1" fill="hold">
                                          <p:stCondLst>
                                            <p:cond delay="0"/>
                                          </p:stCondLst>
                                        </p:cTn>
                                        <p:tgtEl>
                                          <p:spTgt spid="333"/>
                                        </p:tgtEl>
                                        <p:attrNameLst>
                                          <p:attrName>style.visibility</p:attrName>
                                        </p:attrNameLst>
                                      </p:cBhvr>
                                      <p:to>
                                        <p:strVal val="visible"/>
                                      </p:to>
                                    </p:set>
                                    <p:animEffect transition="in" filter="wipe(up)">
                                      <p:cBhvr>
                                        <p:cTn id="483" dur="500"/>
                                        <p:tgtEl>
                                          <p:spTgt spid="333"/>
                                        </p:tgtEl>
                                      </p:cBhvr>
                                    </p:animEffect>
                                  </p:childTnLst>
                                </p:cTn>
                              </p:par>
                              <p:par>
                                <p:cTn id="484" presetID="22" presetClass="entr" presetSubtype="1" fill="hold" nodeType="withEffect">
                                  <p:stCondLst>
                                    <p:cond delay="250"/>
                                  </p:stCondLst>
                                  <p:childTnLst>
                                    <p:set>
                                      <p:cBhvr>
                                        <p:cTn id="485" dur="1" fill="hold">
                                          <p:stCondLst>
                                            <p:cond delay="0"/>
                                          </p:stCondLst>
                                        </p:cTn>
                                        <p:tgtEl>
                                          <p:spTgt spid="334"/>
                                        </p:tgtEl>
                                        <p:attrNameLst>
                                          <p:attrName>style.visibility</p:attrName>
                                        </p:attrNameLst>
                                      </p:cBhvr>
                                      <p:to>
                                        <p:strVal val="visible"/>
                                      </p:to>
                                    </p:set>
                                    <p:animEffect transition="in" filter="wipe(up)">
                                      <p:cBhvr>
                                        <p:cTn id="486" dur="500"/>
                                        <p:tgtEl>
                                          <p:spTgt spid="334"/>
                                        </p:tgtEl>
                                      </p:cBhvr>
                                    </p:animEffect>
                                  </p:childTnLst>
                                </p:cTn>
                              </p:par>
                              <p:par>
                                <p:cTn id="487" presetID="22" presetClass="entr" presetSubtype="1" fill="hold" nodeType="withEffect">
                                  <p:stCondLst>
                                    <p:cond delay="0"/>
                                  </p:stCondLst>
                                  <p:childTnLst>
                                    <p:set>
                                      <p:cBhvr>
                                        <p:cTn id="488" dur="1" fill="hold">
                                          <p:stCondLst>
                                            <p:cond delay="0"/>
                                          </p:stCondLst>
                                        </p:cTn>
                                        <p:tgtEl>
                                          <p:spTgt spid="335"/>
                                        </p:tgtEl>
                                        <p:attrNameLst>
                                          <p:attrName>style.visibility</p:attrName>
                                        </p:attrNameLst>
                                      </p:cBhvr>
                                      <p:to>
                                        <p:strVal val="visible"/>
                                      </p:to>
                                    </p:set>
                                    <p:animEffect transition="in" filter="wipe(up)">
                                      <p:cBhvr>
                                        <p:cTn id="489" dur="750"/>
                                        <p:tgtEl>
                                          <p:spTgt spid="335"/>
                                        </p:tgtEl>
                                      </p:cBhvr>
                                    </p:animEffect>
                                  </p:childTnLst>
                                </p:cTn>
                              </p:par>
                              <p:par>
                                <p:cTn id="490" presetID="22" presetClass="entr" presetSubtype="2" fill="hold" nodeType="withEffect">
                                  <p:stCondLst>
                                    <p:cond delay="0"/>
                                  </p:stCondLst>
                                  <p:childTnLst>
                                    <p:set>
                                      <p:cBhvr>
                                        <p:cTn id="491" dur="1" fill="hold">
                                          <p:stCondLst>
                                            <p:cond delay="0"/>
                                          </p:stCondLst>
                                        </p:cTn>
                                        <p:tgtEl>
                                          <p:spTgt spid="336"/>
                                        </p:tgtEl>
                                        <p:attrNameLst>
                                          <p:attrName>style.visibility</p:attrName>
                                        </p:attrNameLst>
                                      </p:cBhvr>
                                      <p:to>
                                        <p:strVal val="visible"/>
                                      </p:to>
                                    </p:set>
                                    <p:animEffect transition="in" filter="wipe(right)">
                                      <p:cBhvr>
                                        <p:cTn id="492" dur="750"/>
                                        <p:tgtEl>
                                          <p:spTgt spid="336"/>
                                        </p:tgtEl>
                                      </p:cBhvr>
                                    </p:animEffect>
                                  </p:childTnLst>
                                </p:cTn>
                              </p:par>
                              <p:par>
                                <p:cTn id="493" presetID="22" presetClass="entr" presetSubtype="8" fill="hold" nodeType="withEffect">
                                  <p:stCondLst>
                                    <p:cond delay="0"/>
                                  </p:stCondLst>
                                  <p:childTnLst>
                                    <p:set>
                                      <p:cBhvr>
                                        <p:cTn id="494" dur="1" fill="hold">
                                          <p:stCondLst>
                                            <p:cond delay="0"/>
                                          </p:stCondLst>
                                        </p:cTn>
                                        <p:tgtEl>
                                          <p:spTgt spid="337"/>
                                        </p:tgtEl>
                                        <p:attrNameLst>
                                          <p:attrName>style.visibility</p:attrName>
                                        </p:attrNameLst>
                                      </p:cBhvr>
                                      <p:to>
                                        <p:strVal val="visible"/>
                                      </p:to>
                                    </p:set>
                                    <p:animEffect transition="in" filter="wipe(left)">
                                      <p:cBhvr>
                                        <p:cTn id="495" dur="750"/>
                                        <p:tgtEl>
                                          <p:spTgt spid="337"/>
                                        </p:tgtEl>
                                      </p:cBhvr>
                                    </p:animEffect>
                                  </p:childTnLst>
                                </p:cTn>
                              </p:par>
                              <p:par>
                                <p:cTn id="496" presetID="22" presetClass="entr" presetSubtype="1" fill="hold" nodeType="withEffect">
                                  <p:stCondLst>
                                    <p:cond delay="250"/>
                                  </p:stCondLst>
                                  <p:childTnLst>
                                    <p:set>
                                      <p:cBhvr>
                                        <p:cTn id="497" dur="1" fill="hold">
                                          <p:stCondLst>
                                            <p:cond delay="0"/>
                                          </p:stCondLst>
                                        </p:cTn>
                                        <p:tgtEl>
                                          <p:spTgt spid="338"/>
                                        </p:tgtEl>
                                        <p:attrNameLst>
                                          <p:attrName>style.visibility</p:attrName>
                                        </p:attrNameLst>
                                      </p:cBhvr>
                                      <p:to>
                                        <p:strVal val="visible"/>
                                      </p:to>
                                    </p:set>
                                    <p:animEffect transition="in" filter="wipe(up)">
                                      <p:cBhvr>
                                        <p:cTn id="498" dur="500"/>
                                        <p:tgtEl>
                                          <p:spTgt spid="338"/>
                                        </p:tgtEl>
                                      </p:cBhvr>
                                    </p:animEffect>
                                  </p:childTnLst>
                                </p:cTn>
                              </p:par>
                              <p:par>
                                <p:cTn id="499" presetID="22" presetClass="entr" presetSubtype="1" fill="hold" nodeType="withEffect">
                                  <p:stCondLst>
                                    <p:cond delay="250"/>
                                  </p:stCondLst>
                                  <p:childTnLst>
                                    <p:set>
                                      <p:cBhvr>
                                        <p:cTn id="500" dur="1" fill="hold">
                                          <p:stCondLst>
                                            <p:cond delay="0"/>
                                          </p:stCondLst>
                                        </p:cTn>
                                        <p:tgtEl>
                                          <p:spTgt spid="339"/>
                                        </p:tgtEl>
                                        <p:attrNameLst>
                                          <p:attrName>style.visibility</p:attrName>
                                        </p:attrNameLst>
                                      </p:cBhvr>
                                      <p:to>
                                        <p:strVal val="visible"/>
                                      </p:to>
                                    </p:set>
                                    <p:animEffect transition="in" filter="wipe(up)">
                                      <p:cBhvr>
                                        <p:cTn id="501" dur="500"/>
                                        <p:tgtEl>
                                          <p:spTgt spid="339"/>
                                        </p:tgtEl>
                                      </p:cBhvr>
                                    </p:animEffect>
                                  </p:childTnLst>
                                </p:cTn>
                              </p:par>
                              <p:par>
                                <p:cTn id="502" presetID="22" presetClass="entr" presetSubtype="2" fill="hold" nodeType="withEffect">
                                  <p:stCondLst>
                                    <p:cond delay="250"/>
                                  </p:stCondLst>
                                  <p:childTnLst>
                                    <p:set>
                                      <p:cBhvr>
                                        <p:cTn id="503" dur="1" fill="hold">
                                          <p:stCondLst>
                                            <p:cond delay="0"/>
                                          </p:stCondLst>
                                        </p:cTn>
                                        <p:tgtEl>
                                          <p:spTgt spid="340"/>
                                        </p:tgtEl>
                                        <p:attrNameLst>
                                          <p:attrName>style.visibility</p:attrName>
                                        </p:attrNameLst>
                                      </p:cBhvr>
                                      <p:to>
                                        <p:strVal val="visible"/>
                                      </p:to>
                                    </p:set>
                                    <p:animEffect transition="in" filter="wipe(right)">
                                      <p:cBhvr>
                                        <p:cTn id="504" dur="500"/>
                                        <p:tgtEl>
                                          <p:spTgt spid="340"/>
                                        </p:tgtEl>
                                      </p:cBhvr>
                                    </p:animEffect>
                                  </p:childTnLst>
                                </p:cTn>
                              </p:par>
                              <p:par>
                                <p:cTn id="505" presetID="22" presetClass="entr" presetSubtype="2" fill="hold" nodeType="withEffect">
                                  <p:stCondLst>
                                    <p:cond delay="200"/>
                                  </p:stCondLst>
                                  <p:childTnLst>
                                    <p:set>
                                      <p:cBhvr>
                                        <p:cTn id="506" dur="1" fill="hold">
                                          <p:stCondLst>
                                            <p:cond delay="0"/>
                                          </p:stCondLst>
                                        </p:cTn>
                                        <p:tgtEl>
                                          <p:spTgt spid="341"/>
                                        </p:tgtEl>
                                        <p:attrNameLst>
                                          <p:attrName>style.visibility</p:attrName>
                                        </p:attrNameLst>
                                      </p:cBhvr>
                                      <p:to>
                                        <p:strVal val="visible"/>
                                      </p:to>
                                    </p:set>
                                    <p:animEffect transition="in" filter="wipe(right)">
                                      <p:cBhvr>
                                        <p:cTn id="507" dur="500"/>
                                        <p:tgtEl>
                                          <p:spTgt spid="341"/>
                                        </p:tgtEl>
                                      </p:cBhvr>
                                    </p:animEffect>
                                  </p:childTnLst>
                                </p:cTn>
                              </p:par>
                              <p:par>
                                <p:cTn id="508" presetID="22" presetClass="entr" presetSubtype="4" fill="hold" nodeType="withEffect">
                                  <p:stCondLst>
                                    <p:cond delay="200"/>
                                  </p:stCondLst>
                                  <p:childTnLst>
                                    <p:set>
                                      <p:cBhvr>
                                        <p:cTn id="509" dur="1" fill="hold">
                                          <p:stCondLst>
                                            <p:cond delay="0"/>
                                          </p:stCondLst>
                                        </p:cTn>
                                        <p:tgtEl>
                                          <p:spTgt spid="342"/>
                                        </p:tgtEl>
                                        <p:attrNameLst>
                                          <p:attrName>style.visibility</p:attrName>
                                        </p:attrNameLst>
                                      </p:cBhvr>
                                      <p:to>
                                        <p:strVal val="visible"/>
                                      </p:to>
                                    </p:set>
                                    <p:animEffect transition="in" filter="wipe(down)">
                                      <p:cBhvr>
                                        <p:cTn id="510" dur="500"/>
                                        <p:tgtEl>
                                          <p:spTgt spid="342"/>
                                        </p:tgtEl>
                                      </p:cBhvr>
                                    </p:animEffect>
                                  </p:childTnLst>
                                </p:cTn>
                              </p:par>
                              <p:par>
                                <p:cTn id="511" presetID="22" presetClass="entr" presetSubtype="2" fill="hold" nodeType="withEffect">
                                  <p:stCondLst>
                                    <p:cond delay="250"/>
                                  </p:stCondLst>
                                  <p:childTnLst>
                                    <p:set>
                                      <p:cBhvr>
                                        <p:cTn id="512" dur="1" fill="hold">
                                          <p:stCondLst>
                                            <p:cond delay="0"/>
                                          </p:stCondLst>
                                        </p:cTn>
                                        <p:tgtEl>
                                          <p:spTgt spid="343"/>
                                        </p:tgtEl>
                                        <p:attrNameLst>
                                          <p:attrName>style.visibility</p:attrName>
                                        </p:attrNameLst>
                                      </p:cBhvr>
                                      <p:to>
                                        <p:strVal val="visible"/>
                                      </p:to>
                                    </p:set>
                                    <p:animEffect transition="in" filter="wipe(right)">
                                      <p:cBhvr>
                                        <p:cTn id="513" dur="500"/>
                                        <p:tgtEl>
                                          <p:spTgt spid="343"/>
                                        </p:tgtEl>
                                      </p:cBhvr>
                                    </p:animEffect>
                                  </p:childTnLst>
                                </p:cTn>
                              </p:par>
                              <p:par>
                                <p:cTn id="514" presetID="22" presetClass="entr" presetSubtype="8" fill="hold" nodeType="withEffect">
                                  <p:stCondLst>
                                    <p:cond delay="250"/>
                                  </p:stCondLst>
                                  <p:childTnLst>
                                    <p:set>
                                      <p:cBhvr>
                                        <p:cTn id="515" dur="1" fill="hold">
                                          <p:stCondLst>
                                            <p:cond delay="0"/>
                                          </p:stCondLst>
                                        </p:cTn>
                                        <p:tgtEl>
                                          <p:spTgt spid="355"/>
                                        </p:tgtEl>
                                        <p:attrNameLst>
                                          <p:attrName>style.visibility</p:attrName>
                                        </p:attrNameLst>
                                      </p:cBhvr>
                                      <p:to>
                                        <p:strVal val="visible"/>
                                      </p:to>
                                    </p:set>
                                    <p:animEffect transition="in" filter="wipe(left)">
                                      <p:cBhvr>
                                        <p:cTn id="516" dur="500"/>
                                        <p:tgtEl>
                                          <p:spTgt spid="355"/>
                                        </p:tgtEl>
                                      </p:cBhvr>
                                    </p:animEffect>
                                  </p:childTnLst>
                                </p:cTn>
                              </p:par>
                              <p:par>
                                <p:cTn id="517" presetID="22" presetClass="entr" presetSubtype="4" fill="hold" nodeType="withEffect">
                                  <p:stCondLst>
                                    <p:cond delay="200"/>
                                  </p:stCondLst>
                                  <p:childTnLst>
                                    <p:set>
                                      <p:cBhvr>
                                        <p:cTn id="518" dur="1" fill="hold">
                                          <p:stCondLst>
                                            <p:cond delay="0"/>
                                          </p:stCondLst>
                                        </p:cTn>
                                        <p:tgtEl>
                                          <p:spTgt spid="344"/>
                                        </p:tgtEl>
                                        <p:attrNameLst>
                                          <p:attrName>style.visibility</p:attrName>
                                        </p:attrNameLst>
                                      </p:cBhvr>
                                      <p:to>
                                        <p:strVal val="visible"/>
                                      </p:to>
                                    </p:set>
                                    <p:animEffect transition="in" filter="wipe(down)">
                                      <p:cBhvr>
                                        <p:cTn id="519" dur="500"/>
                                        <p:tgtEl>
                                          <p:spTgt spid="344"/>
                                        </p:tgtEl>
                                      </p:cBhvr>
                                    </p:animEffect>
                                  </p:childTnLst>
                                </p:cTn>
                              </p:par>
                              <p:par>
                                <p:cTn id="520" presetID="22" presetClass="entr" presetSubtype="2" fill="hold" nodeType="withEffect">
                                  <p:stCondLst>
                                    <p:cond delay="0"/>
                                  </p:stCondLst>
                                  <p:childTnLst>
                                    <p:set>
                                      <p:cBhvr>
                                        <p:cTn id="521" dur="1" fill="hold">
                                          <p:stCondLst>
                                            <p:cond delay="0"/>
                                          </p:stCondLst>
                                        </p:cTn>
                                        <p:tgtEl>
                                          <p:spTgt spid="345"/>
                                        </p:tgtEl>
                                        <p:attrNameLst>
                                          <p:attrName>style.visibility</p:attrName>
                                        </p:attrNameLst>
                                      </p:cBhvr>
                                      <p:to>
                                        <p:strVal val="visible"/>
                                      </p:to>
                                    </p:set>
                                    <p:animEffect transition="in" filter="wipe(right)">
                                      <p:cBhvr>
                                        <p:cTn id="522" dur="750"/>
                                        <p:tgtEl>
                                          <p:spTgt spid="345"/>
                                        </p:tgtEl>
                                      </p:cBhvr>
                                    </p:animEffect>
                                  </p:childTnLst>
                                </p:cTn>
                              </p:par>
                              <p:par>
                                <p:cTn id="523" presetID="22" presetClass="entr" presetSubtype="8" fill="hold" nodeType="withEffect">
                                  <p:stCondLst>
                                    <p:cond delay="250"/>
                                  </p:stCondLst>
                                  <p:childTnLst>
                                    <p:set>
                                      <p:cBhvr>
                                        <p:cTn id="524" dur="1" fill="hold">
                                          <p:stCondLst>
                                            <p:cond delay="0"/>
                                          </p:stCondLst>
                                        </p:cTn>
                                        <p:tgtEl>
                                          <p:spTgt spid="369"/>
                                        </p:tgtEl>
                                        <p:attrNameLst>
                                          <p:attrName>style.visibility</p:attrName>
                                        </p:attrNameLst>
                                      </p:cBhvr>
                                      <p:to>
                                        <p:strVal val="visible"/>
                                      </p:to>
                                    </p:set>
                                    <p:animEffect transition="in" filter="wipe(left)">
                                      <p:cBhvr>
                                        <p:cTn id="525" dur="500"/>
                                        <p:tgtEl>
                                          <p:spTgt spid="369"/>
                                        </p:tgtEl>
                                      </p:cBhvr>
                                    </p:animEffect>
                                  </p:childTnLst>
                                </p:cTn>
                              </p:par>
                              <p:par>
                                <p:cTn id="526" presetID="22" presetClass="entr" presetSubtype="8" fill="hold" nodeType="withEffect">
                                  <p:stCondLst>
                                    <p:cond delay="250"/>
                                  </p:stCondLst>
                                  <p:childTnLst>
                                    <p:set>
                                      <p:cBhvr>
                                        <p:cTn id="527" dur="1" fill="hold">
                                          <p:stCondLst>
                                            <p:cond delay="0"/>
                                          </p:stCondLst>
                                        </p:cTn>
                                        <p:tgtEl>
                                          <p:spTgt spid="370"/>
                                        </p:tgtEl>
                                        <p:attrNameLst>
                                          <p:attrName>style.visibility</p:attrName>
                                        </p:attrNameLst>
                                      </p:cBhvr>
                                      <p:to>
                                        <p:strVal val="visible"/>
                                      </p:to>
                                    </p:set>
                                    <p:animEffect transition="in" filter="wipe(left)">
                                      <p:cBhvr>
                                        <p:cTn id="528" dur="500"/>
                                        <p:tgtEl>
                                          <p:spTgt spid="370"/>
                                        </p:tgtEl>
                                      </p:cBhvr>
                                    </p:animEffect>
                                  </p:childTnLst>
                                </p:cTn>
                              </p:par>
                              <p:par>
                                <p:cTn id="529" presetID="22" presetClass="entr" presetSubtype="8" fill="hold" nodeType="withEffect">
                                  <p:stCondLst>
                                    <p:cond delay="250"/>
                                  </p:stCondLst>
                                  <p:childTnLst>
                                    <p:set>
                                      <p:cBhvr>
                                        <p:cTn id="530" dur="1" fill="hold">
                                          <p:stCondLst>
                                            <p:cond delay="0"/>
                                          </p:stCondLst>
                                        </p:cTn>
                                        <p:tgtEl>
                                          <p:spTgt spid="371"/>
                                        </p:tgtEl>
                                        <p:attrNameLst>
                                          <p:attrName>style.visibility</p:attrName>
                                        </p:attrNameLst>
                                      </p:cBhvr>
                                      <p:to>
                                        <p:strVal val="visible"/>
                                      </p:to>
                                    </p:set>
                                    <p:animEffect transition="in" filter="wipe(left)">
                                      <p:cBhvr>
                                        <p:cTn id="531" dur="500"/>
                                        <p:tgtEl>
                                          <p:spTgt spid="371"/>
                                        </p:tgtEl>
                                      </p:cBhvr>
                                    </p:animEffect>
                                  </p:childTnLst>
                                </p:cTn>
                              </p:par>
                              <p:par>
                                <p:cTn id="532" presetID="22" presetClass="entr" presetSubtype="4" fill="hold" nodeType="withEffect">
                                  <p:stCondLst>
                                    <p:cond delay="0"/>
                                  </p:stCondLst>
                                  <p:childTnLst>
                                    <p:set>
                                      <p:cBhvr>
                                        <p:cTn id="533" dur="1" fill="hold">
                                          <p:stCondLst>
                                            <p:cond delay="0"/>
                                          </p:stCondLst>
                                        </p:cTn>
                                        <p:tgtEl>
                                          <p:spTgt spid="276"/>
                                        </p:tgtEl>
                                        <p:attrNameLst>
                                          <p:attrName>style.visibility</p:attrName>
                                        </p:attrNameLst>
                                      </p:cBhvr>
                                      <p:to>
                                        <p:strVal val="visible"/>
                                      </p:to>
                                    </p:set>
                                    <p:animEffect transition="in" filter="wipe(down)">
                                      <p:cBhvr>
                                        <p:cTn id="534" dur="750"/>
                                        <p:tgtEl>
                                          <p:spTgt spid="276"/>
                                        </p:tgtEl>
                                      </p:cBhvr>
                                    </p:animEffect>
                                  </p:childTnLst>
                                </p:cTn>
                              </p:par>
                              <p:par>
                                <p:cTn id="535" presetID="22" presetClass="entr" presetSubtype="4" fill="hold" nodeType="withEffect">
                                  <p:stCondLst>
                                    <p:cond delay="0"/>
                                  </p:stCondLst>
                                  <p:childTnLst>
                                    <p:set>
                                      <p:cBhvr>
                                        <p:cTn id="536" dur="1" fill="hold">
                                          <p:stCondLst>
                                            <p:cond delay="0"/>
                                          </p:stCondLst>
                                        </p:cTn>
                                        <p:tgtEl>
                                          <p:spTgt spid="375"/>
                                        </p:tgtEl>
                                        <p:attrNameLst>
                                          <p:attrName>style.visibility</p:attrName>
                                        </p:attrNameLst>
                                      </p:cBhvr>
                                      <p:to>
                                        <p:strVal val="visible"/>
                                      </p:to>
                                    </p:set>
                                    <p:animEffect transition="in" filter="wipe(down)">
                                      <p:cBhvr>
                                        <p:cTn id="537" dur="750"/>
                                        <p:tgtEl>
                                          <p:spTgt spid="375"/>
                                        </p:tgtEl>
                                      </p:cBhvr>
                                    </p:animEffect>
                                  </p:childTnLst>
                                </p:cTn>
                              </p:par>
                              <p:par>
                                <p:cTn id="538" presetID="22" presetClass="entr" presetSubtype="4" fill="hold" nodeType="withEffect">
                                  <p:stCondLst>
                                    <p:cond delay="0"/>
                                  </p:stCondLst>
                                  <p:childTnLst>
                                    <p:set>
                                      <p:cBhvr>
                                        <p:cTn id="539" dur="1" fill="hold">
                                          <p:stCondLst>
                                            <p:cond delay="0"/>
                                          </p:stCondLst>
                                        </p:cTn>
                                        <p:tgtEl>
                                          <p:spTgt spid="376"/>
                                        </p:tgtEl>
                                        <p:attrNameLst>
                                          <p:attrName>style.visibility</p:attrName>
                                        </p:attrNameLst>
                                      </p:cBhvr>
                                      <p:to>
                                        <p:strVal val="visible"/>
                                      </p:to>
                                    </p:set>
                                    <p:animEffect transition="in" filter="wipe(down)">
                                      <p:cBhvr>
                                        <p:cTn id="540" dur="750"/>
                                        <p:tgtEl>
                                          <p:spTgt spid="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 grpId="0" animBg="1"/>
      <p:bldP spid="277" grpId="1" animBg="1"/>
      <p:bldP spid="313" grpId="0" animBg="1"/>
      <p:bldP spid="313" grpId="1" animBg="1"/>
      <p:bldP spid="314" grpId="0" animBg="1"/>
      <p:bldP spid="314" grpId="1" animBg="1"/>
      <p:bldP spid="346" grpId="0" animBg="1"/>
      <p:bldP spid="346" grpId="1" animBg="1"/>
      <p:bldP spid="347" grpId="0" animBg="1"/>
      <p:bldP spid="347" grpId="1" animBg="1"/>
      <p:bldP spid="348" grpId="0" animBg="1"/>
      <p:bldP spid="348" grpId="1" animBg="1"/>
      <p:bldP spid="349" grpId="0" animBg="1"/>
      <p:bldP spid="349" grpId="1" animBg="1"/>
      <p:bldP spid="350" grpId="0" animBg="1"/>
      <p:bldP spid="350" grpId="1" animBg="1"/>
      <p:bldP spid="351" grpId="0" animBg="1"/>
      <p:bldP spid="351" grpId="1" animBg="1"/>
      <p:bldP spid="352" grpId="0" animBg="1"/>
      <p:bldP spid="352" grpId="1" animBg="1"/>
      <p:bldP spid="353" grpId="0" animBg="1"/>
      <p:bldP spid="353" grpId="1" animBg="1"/>
      <p:bldP spid="354" grpId="0" animBg="1"/>
      <p:bldP spid="354" grpId="1" animBg="1"/>
      <p:bldP spid="356" grpId="0" animBg="1"/>
      <p:bldP spid="356" grpId="1" animBg="1"/>
      <p:bldP spid="357" grpId="0" animBg="1"/>
      <p:bldP spid="357" grpId="1" animBg="1"/>
      <p:bldP spid="358" grpId="0" animBg="1"/>
      <p:bldP spid="358" grpId="1" animBg="1"/>
      <p:bldP spid="359" grpId="0" animBg="1"/>
      <p:bldP spid="359" grpId="1" animBg="1"/>
      <p:bldP spid="360" grpId="0" animBg="1"/>
      <p:bldP spid="360" grpId="1" animBg="1"/>
      <p:bldP spid="361" grpId="0" animBg="1"/>
      <p:bldP spid="361" grpId="1" animBg="1"/>
      <p:bldP spid="362" grpId="0" animBg="1"/>
      <p:bldP spid="362" grpId="1" animBg="1"/>
      <p:bldP spid="363" grpId="0" animBg="1"/>
      <p:bldP spid="363" grpId="1" animBg="1"/>
      <p:bldP spid="364" grpId="0" animBg="1"/>
      <p:bldP spid="364" grpId="1" animBg="1"/>
      <p:bldP spid="365" grpId="0" animBg="1"/>
      <p:bldP spid="365" grpId="1" animBg="1"/>
      <p:bldP spid="366" grpId="0" animBg="1"/>
      <p:bldP spid="366" grpId="1" animBg="1"/>
      <p:bldP spid="367" grpId="0" animBg="1"/>
      <p:bldP spid="367" grpId="1" animBg="1"/>
      <p:bldP spid="368" grpId="0" animBg="1"/>
      <p:bldP spid="368" grpId="1" animBg="1"/>
      <p:bldP spid="372" grpId="0" animBg="1"/>
      <p:bldP spid="372" grpId="1" animBg="1"/>
      <p:bldP spid="373" grpId="0" animBg="1"/>
      <p:bldP spid="373" grpId="1" animBg="1"/>
      <p:bldP spid="374" grpId="0" animBg="1"/>
      <p:bldP spid="374" grpId="1" animBg="1"/>
      <p:bldP spid="377" grpId="0" animBg="1"/>
      <p:bldP spid="377" grpId="1" animBg="1"/>
      <p:bldP spid="378" grpId="0" animBg="1"/>
      <p:bldP spid="378" grpId="1" animBg="1"/>
      <p:bldP spid="379" grpId="0" animBg="1"/>
      <p:bldP spid="379" grpId="1" animBg="1"/>
      <p:bldP spid="380" grpId="0" animBg="1"/>
      <p:bldP spid="380" grpId="1" animBg="1"/>
      <p:bldP spid="381" grpId="0" animBg="1"/>
      <p:bldP spid="381" grpId="1" animBg="1"/>
      <p:bldP spid="382" grpId="0" animBg="1"/>
      <p:bldP spid="382" grpId="1" animBg="1"/>
      <p:bldP spid="383" grpId="0" animBg="1"/>
      <p:bldP spid="383" grpId="1" animBg="1"/>
      <p:bldP spid="384" grpId="0" animBg="1"/>
      <p:bldP spid="384" grpId="1" animBg="1"/>
      <p:bldP spid="385" grpId="0" animBg="1"/>
      <p:bldP spid="385" grpId="1" animBg="1"/>
      <p:bldP spid="386" grpId="0" animBg="1"/>
      <p:bldP spid="386" grpId="1" animBg="1"/>
      <p:bldP spid="387" grpId="0" animBg="1"/>
      <p:bldP spid="387" grpId="1" animBg="1"/>
      <p:bldP spid="388" grpId="0" animBg="1"/>
      <p:bldP spid="388" grpId="1" animBg="1"/>
      <p:bldP spid="389" grpId="0" animBg="1"/>
      <p:bldP spid="389" grpId="1" animBg="1"/>
      <p:bldP spid="390" grpId="0" animBg="1"/>
      <p:bldP spid="390" grpId="1" animBg="1"/>
      <p:bldP spid="391" grpId="0" animBg="1"/>
      <p:bldP spid="391" grpId="1" animBg="1"/>
      <p:bldP spid="392" grpId="0" animBg="1"/>
      <p:bldP spid="392" grpId="1" animBg="1"/>
      <p:bldP spid="393" grpId="0" animBg="1"/>
      <p:bldP spid="393" grpId="1" animBg="1"/>
      <p:bldP spid="394" grpId="0" animBg="1"/>
      <p:bldP spid="394" grpId="1" animBg="1"/>
      <p:bldP spid="395" grpId="0" animBg="1"/>
      <p:bldP spid="395" grpId="1" animBg="1"/>
      <p:bldP spid="396" grpId="0" animBg="1"/>
      <p:bldP spid="396" grpId="1" animBg="1"/>
      <p:bldP spid="397" grpId="0" animBg="1"/>
      <p:bldP spid="397" grpId="1" animBg="1"/>
      <p:bldP spid="398" grpId="0" animBg="1"/>
      <p:bldP spid="398" grpId="1" animBg="1"/>
      <p:bldP spid="399" grpId="0" animBg="1"/>
      <p:bldP spid="399" grpId="1" animBg="1"/>
      <p:bldP spid="400" grpId="0" animBg="1"/>
      <p:bldP spid="400" grpId="1" animBg="1"/>
      <p:bldP spid="401" grpId="0" animBg="1"/>
      <p:bldP spid="401" grpId="1" animBg="1"/>
      <p:bldP spid="402" grpId="0" animBg="1"/>
      <p:bldP spid="402" grpId="1" animBg="1"/>
      <p:bldP spid="403" grpId="0" animBg="1"/>
      <p:bldP spid="403" grpId="1" animBg="1"/>
      <p:bldP spid="404" grpId="0" animBg="1"/>
      <p:bldP spid="404" grpId="1" animBg="1"/>
      <p:bldP spid="405" grpId="0" animBg="1"/>
      <p:bldP spid="405" grpId="1" animBg="1"/>
      <p:bldP spid="406" grpId="0" animBg="1"/>
      <p:bldP spid="406" grpId="1" animBg="1"/>
      <p:bldP spid="407" grpId="0" animBg="1"/>
      <p:bldP spid="407" grpId="1" animBg="1"/>
      <p:bldP spid="408" grpId="0" animBg="1"/>
      <p:bldP spid="408" grpId="1" animBg="1"/>
      <p:bldP spid="409" grpId="0" animBg="1"/>
      <p:bldP spid="409" grpId="1" animBg="1"/>
      <p:bldP spid="410" grpId="0" animBg="1"/>
      <p:bldP spid="410"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DD97AE-7261-AEBA-D81C-E0E91F52A28D}"/>
              </a:ext>
              <a:ext uri="{C183D7F6-B498-43B3-948B-1728B52AA6E4}">
                <adec:decorative xmlns:adec="http://schemas.microsoft.com/office/drawing/2017/decorative" val="1"/>
              </a:ext>
            </a:extLst>
          </p:cNvPr>
          <p:cNvSpPr/>
          <p:nvPr/>
        </p:nvSpPr>
        <p:spPr bwMode="auto">
          <a:xfrm>
            <a:off x="588262" y="4661568"/>
            <a:ext cx="11013474" cy="1448674"/>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957EE44F-9A99-2A2A-42B7-5AE0AA1F9EBE}"/>
              </a:ext>
              <a:ext uri="{C183D7F6-B498-43B3-948B-1728B52AA6E4}">
                <adec:decorative xmlns:adec="http://schemas.microsoft.com/office/drawing/2017/decorative" val="1"/>
              </a:ext>
            </a:extLst>
          </p:cNvPr>
          <p:cNvSpPr>
            <a:spLocks/>
          </p:cNvSpPr>
          <p:nvPr/>
        </p:nvSpPr>
        <p:spPr bwMode="auto">
          <a:xfrm>
            <a:off x="588262" y="1289050"/>
            <a:ext cx="11013474" cy="4983734"/>
          </a:xfrm>
          <a:prstGeom prst="rect">
            <a:avLst/>
          </a:prstGeom>
          <a:noFill/>
          <a:ln w="38100">
            <a:solidFill>
              <a:srgbClr val="C73ECC"/>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0" name="Picture 39">
            <a:extLst>
              <a:ext uri="{FF2B5EF4-FFF2-40B4-BE49-F238E27FC236}">
                <a16:creationId xmlns:a16="http://schemas.microsoft.com/office/drawing/2014/main" id="{793F555F-5DB6-0AE4-75D4-8BA15ACCBA6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282035" y="4784961"/>
            <a:ext cx="737628" cy="544838"/>
          </a:xfrm>
          <a:prstGeom prst="rect">
            <a:avLst/>
          </a:prstGeom>
        </p:spPr>
      </p:pic>
      <p:sp>
        <p:nvSpPr>
          <p:cNvPr id="3" name="Title 2">
            <a:extLst>
              <a:ext uri="{FF2B5EF4-FFF2-40B4-BE49-F238E27FC236}">
                <a16:creationId xmlns:a16="http://schemas.microsoft.com/office/drawing/2014/main" id="{C391739F-775E-E200-DA89-D45BB660FAED}"/>
              </a:ext>
              <a:ext uri="{C183D7F6-B498-43B3-948B-1728B52AA6E4}">
                <adec:decorative xmlns:adec="http://schemas.microsoft.com/office/drawing/2017/decorative" val="0"/>
              </a:ext>
            </a:extLst>
          </p:cNvPr>
          <p:cNvSpPr>
            <a:spLocks noGrp="1"/>
          </p:cNvSpPr>
          <p:nvPr>
            <p:ph type="title"/>
          </p:nvPr>
        </p:nvSpPr>
        <p:spPr/>
        <p:txBody>
          <a:bodyPr/>
          <a:lstStyle/>
          <a:p>
            <a:r>
              <a:rPr lang="en-US" noProof="0"/>
              <a:t>Microsoft Power Platform</a:t>
            </a:r>
            <a:endParaRPr lang="en-US"/>
          </a:p>
        </p:txBody>
      </p:sp>
      <p:pic>
        <p:nvPicPr>
          <p:cNvPr id="17" name="Picture 2" descr="Power apps icon">
            <a:extLst>
              <a:ext uri="{FF2B5EF4-FFF2-40B4-BE49-F238E27FC236}">
                <a16:creationId xmlns:a16="http://schemas.microsoft.com/office/drawing/2014/main" id="{09F3B880-380A-2E4B-D11C-AFBA16DB9854}"/>
              </a:ext>
              <a:ext uri="{C183D7F6-B498-43B3-948B-1728B52AA6E4}">
                <adec:decorative xmlns:adec="http://schemas.microsoft.com/office/drawing/2017/decorative" val="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2761" y="1522295"/>
            <a:ext cx="676176" cy="67617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224E725-835C-D89E-C77C-827B5FBA3866}"/>
              </a:ext>
              <a:ext uri="{C183D7F6-B498-43B3-948B-1728B52AA6E4}">
                <adec:decorative xmlns:adec="http://schemas.microsoft.com/office/drawing/2017/decorative" val="0"/>
              </a:ext>
            </a:extLst>
          </p:cNvPr>
          <p:cNvSpPr>
            <a:spLocks/>
          </p:cNvSpPr>
          <p:nvPr/>
        </p:nvSpPr>
        <p:spPr bwMode="auto">
          <a:xfrm>
            <a:off x="588261" y="2416159"/>
            <a:ext cx="2125176" cy="782428"/>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2200" b="0" i="0" u="none" strike="noStrike" kern="1200" cap="none" spc="0" normalizeH="0" baseline="0" noProof="0">
                <a:ln>
                  <a:noFill/>
                </a:ln>
                <a:solidFill>
                  <a:srgbClr val="000000"/>
                </a:solidFill>
                <a:effectLst/>
                <a:uLnTx/>
                <a:uFillTx/>
                <a:latin typeface="Segoe UI Semibold"/>
                <a:ea typeface="+mn-ea"/>
                <a:cs typeface="Segoe UI Semibold"/>
              </a:rPr>
              <a:t>Power Apps</a:t>
            </a:r>
          </a:p>
        </p:txBody>
      </p:sp>
      <p:sp>
        <p:nvSpPr>
          <p:cNvPr id="23" name="Rectangle 22">
            <a:extLst>
              <a:ext uri="{FF2B5EF4-FFF2-40B4-BE49-F238E27FC236}">
                <a16:creationId xmlns:a16="http://schemas.microsoft.com/office/drawing/2014/main" id="{96AF3BD6-D1EB-8573-0D08-5B4B09330715}"/>
              </a:ext>
              <a:ext uri="{C183D7F6-B498-43B3-948B-1728B52AA6E4}">
                <adec:decorative xmlns:adec="http://schemas.microsoft.com/office/drawing/2017/decorative" val="0"/>
              </a:ext>
            </a:extLst>
          </p:cNvPr>
          <p:cNvSpPr>
            <a:spLocks/>
          </p:cNvSpPr>
          <p:nvPr/>
        </p:nvSpPr>
        <p:spPr bwMode="auto">
          <a:xfrm>
            <a:off x="588261" y="3198587"/>
            <a:ext cx="2125176" cy="1195613"/>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Semibold"/>
              </a:rPr>
              <a:t>for </a:t>
            </a:r>
            <a:br>
              <a:rPr kumimoji="0" lang="en-US" sz="1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web and mobile </a:t>
            </a:r>
            <a:br>
              <a:rPr kumimoji="0" lang="en-US" sz="1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application development</a:t>
            </a:r>
            <a:endPar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a:endParaRPr>
          </a:p>
        </p:txBody>
      </p:sp>
      <p:pic>
        <p:nvPicPr>
          <p:cNvPr id="18" name="Picture 4" descr="Power Automate icon">
            <a:extLst>
              <a:ext uri="{FF2B5EF4-FFF2-40B4-BE49-F238E27FC236}">
                <a16:creationId xmlns:a16="http://schemas.microsoft.com/office/drawing/2014/main" id="{06CE1FDB-39BF-7F61-1F3D-FE3012FB0497}"/>
              </a:ext>
              <a:ext uri="{C183D7F6-B498-43B3-948B-1728B52AA6E4}">
                <adec:decorative xmlns:adec="http://schemas.microsoft.com/office/drawing/2017/decorative" val="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2450" y="1522295"/>
            <a:ext cx="676176" cy="6761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5A4EF67-184E-EA22-BF20-E7881F23B114}"/>
              </a:ext>
              <a:ext uri="{C183D7F6-B498-43B3-948B-1728B52AA6E4}">
                <adec:decorative xmlns:adec="http://schemas.microsoft.com/office/drawing/2017/decorative" val="0"/>
              </a:ext>
            </a:extLst>
          </p:cNvPr>
          <p:cNvSpPr>
            <a:spLocks/>
          </p:cNvSpPr>
          <p:nvPr/>
        </p:nvSpPr>
        <p:spPr bwMode="auto">
          <a:xfrm>
            <a:off x="2810336" y="2416159"/>
            <a:ext cx="2125176" cy="782428"/>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2200" b="0" i="0" u="none" strike="noStrike" kern="1200" cap="none" spc="0" normalizeH="0" baseline="0" noProof="0">
                <a:ln>
                  <a:noFill/>
                </a:ln>
                <a:solidFill>
                  <a:srgbClr val="000000"/>
                </a:solidFill>
                <a:effectLst/>
                <a:uLnTx/>
                <a:uFillTx/>
                <a:latin typeface="Segoe UI Semibold"/>
                <a:ea typeface="+mn-ea"/>
                <a:cs typeface="Segoe UI Semibold"/>
              </a:rPr>
              <a:t>Power Automate</a:t>
            </a:r>
          </a:p>
        </p:txBody>
      </p:sp>
      <p:sp>
        <p:nvSpPr>
          <p:cNvPr id="26" name="Rectangle 25">
            <a:extLst>
              <a:ext uri="{FF2B5EF4-FFF2-40B4-BE49-F238E27FC236}">
                <a16:creationId xmlns:a16="http://schemas.microsoft.com/office/drawing/2014/main" id="{E0C30B88-6D41-C4DF-4343-44D6A7A18518}"/>
              </a:ext>
              <a:ext uri="{C183D7F6-B498-43B3-948B-1728B52AA6E4}">
                <adec:decorative xmlns:adec="http://schemas.microsoft.com/office/drawing/2017/decorative" val="0"/>
              </a:ext>
            </a:extLst>
          </p:cNvPr>
          <p:cNvSpPr>
            <a:spLocks/>
          </p:cNvSpPr>
          <p:nvPr/>
        </p:nvSpPr>
        <p:spPr bwMode="auto">
          <a:xfrm>
            <a:off x="2810336" y="3198587"/>
            <a:ext cx="2125176" cy="1195613"/>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Semibold"/>
              </a:rPr>
              <a:t>for </a:t>
            </a:r>
            <a:br>
              <a:rPr kumimoji="0" lang="en-US" sz="1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process</a:t>
            </a:r>
            <a:br>
              <a:rPr kumimoji="0" lang="en-US" sz="1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or workflow automation</a:t>
            </a:r>
            <a:endPar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a:endParaRPr>
          </a:p>
        </p:txBody>
      </p:sp>
      <p:pic>
        <p:nvPicPr>
          <p:cNvPr id="19" name="Picture 18" descr="Power Virtual Agents icon">
            <a:extLst>
              <a:ext uri="{FF2B5EF4-FFF2-40B4-BE49-F238E27FC236}">
                <a16:creationId xmlns:a16="http://schemas.microsoft.com/office/drawing/2014/main" id="{FA0D58E9-8E79-B2FE-A2D3-4D33D9321FF5}"/>
              </a:ext>
              <a:ext uri="{C183D7F6-B498-43B3-948B-1728B52AA6E4}">
                <adec:decorative xmlns:adec="http://schemas.microsoft.com/office/drawing/2017/decorative" val="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895" y="1523005"/>
            <a:ext cx="674758" cy="67475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F6927FFD-BE17-C4A0-1BEC-6AF1E5477090}"/>
              </a:ext>
              <a:ext uri="{C183D7F6-B498-43B3-948B-1728B52AA6E4}">
                <adec:decorative xmlns:adec="http://schemas.microsoft.com/office/drawing/2017/decorative" val="0"/>
              </a:ext>
            </a:extLst>
          </p:cNvPr>
          <p:cNvSpPr>
            <a:spLocks/>
          </p:cNvSpPr>
          <p:nvPr/>
        </p:nvSpPr>
        <p:spPr bwMode="auto">
          <a:xfrm>
            <a:off x="5032411" y="2416159"/>
            <a:ext cx="2125176" cy="782428"/>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Segoe UI Semibold"/>
                <a:ea typeface="+mn-ea"/>
                <a:cs typeface="Segoe UI Semibold"/>
              </a:rPr>
              <a:t>Copilot Studio</a:t>
            </a:r>
          </a:p>
        </p:txBody>
      </p:sp>
      <p:sp>
        <p:nvSpPr>
          <p:cNvPr id="25" name="Rectangle 24">
            <a:extLst>
              <a:ext uri="{FF2B5EF4-FFF2-40B4-BE49-F238E27FC236}">
                <a16:creationId xmlns:a16="http://schemas.microsoft.com/office/drawing/2014/main" id="{1D18BF5D-BFA0-7589-CD4F-6FE6EBE4FAAE}"/>
              </a:ext>
              <a:ext uri="{C183D7F6-B498-43B3-948B-1728B52AA6E4}">
                <adec:decorative xmlns:adec="http://schemas.microsoft.com/office/drawing/2017/decorative" val="0"/>
              </a:ext>
            </a:extLst>
          </p:cNvPr>
          <p:cNvSpPr>
            <a:spLocks/>
          </p:cNvSpPr>
          <p:nvPr/>
        </p:nvSpPr>
        <p:spPr bwMode="auto">
          <a:xfrm>
            <a:off x="5032411" y="3198587"/>
            <a:ext cx="2125176" cy="1195613"/>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a:ea typeface="+mn-ea"/>
                <a:cs typeface="Segoe UI Semibold"/>
              </a:rPr>
              <a:t>for </a:t>
            </a:r>
            <a:br>
              <a:rPr kumimoji="0" lang="en-US" sz="1800" b="0" i="0" u="none" strike="noStrike" kern="1200" cap="none" spc="0" normalizeH="0" baseline="0" noProof="0" dirty="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dirty="0">
                <a:ln>
                  <a:noFill/>
                </a:ln>
                <a:solidFill>
                  <a:srgbClr val="000000"/>
                </a:solidFill>
                <a:effectLst/>
                <a:uLnTx/>
                <a:uFillTx/>
                <a:latin typeface="Segoe UI"/>
                <a:ea typeface="+mn-ea"/>
                <a:cs typeface="Segoe UI Semibold" panose="020B0702040204020203" pitchFamily="34" charset="0"/>
              </a:rPr>
              <a:t>creating and extending copilots</a:t>
            </a:r>
            <a:endParaRPr kumimoji="0" lang="en-US" sz="1800" b="0" i="0" u="none" strike="noStrike" kern="1200" cap="none" spc="0" normalizeH="0" baseline="0" noProof="0" dirty="0">
              <a:ln>
                <a:noFill/>
              </a:ln>
              <a:solidFill>
                <a:srgbClr val="000000"/>
              </a:solidFill>
              <a:effectLst/>
              <a:uLnTx/>
              <a:uFillTx/>
              <a:latin typeface="Segoe UI"/>
              <a:ea typeface="+mn-ea"/>
              <a:cs typeface="Segoe UI Semibold"/>
            </a:endParaRPr>
          </a:p>
        </p:txBody>
      </p:sp>
      <p:pic>
        <p:nvPicPr>
          <p:cNvPr id="20" name="Graphic 19" descr="Power Pages icon">
            <a:extLst>
              <a:ext uri="{FF2B5EF4-FFF2-40B4-BE49-F238E27FC236}">
                <a16:creationId xmlns:a16="http://schemas.microsoft.com/office/drawing/2014/main" id="{631F2EF5-37DF-D19E-8CBB-9252E440082F}"/>
              </a:ext>
              <a:ext uri="{C183D7F6-B498-43B3-948B-1728B52AA6E4}">
                <adec:decorative xmlns:adec="http://schemas.microsoft.com/office/drawing/2017/decorative" val="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021102" y="1523003"/>
            <a:ext cx="625264" cy="674760"/>
          </a:xfrm>
          <a:prstGeom prst="rect">
            <a:avLst/>
          </a:prstGeom>
        </p:spPr>
      </p:pic>
      <p:sp>
        <p:nvSpPr>
          <p:cNvPr id="8" name="Rectangle 7">
            <a:extLst>
              <a:ext uri="{FF2B5EF4-FFF2-40B4-BE49-F238E27FC236}">
                <a16:creationId xmlns:a16="http://schemas.microsoft.com/office/drawing/2014/main" id="{AB9802F1-D8ED-0A9D-5356-8FC040427E34}"/>
              </a:ext>
              <a:ext uri="{C183D7F6-B498-43B3-948B-1728B52AA6E4}">
                <adec:decorative xmlns:adec="http://schemas.microsoft.com/office/drawing/2017/decorative" val="0"/>
              </a:ext>
            </a:extLst>
          </p:cNvPr>
          <p:cNvSpPr>
            <a:spLocks/>
          </p:cNvSpPr>
          <p:nvPr/>
        </p:nvSpPr>
        <p:spPr bwMode="auto">
          <a:xfrm>
            <a:off x="7254485" y="2416159"/>
            <a:ext cx="2125176" cy="782428"/>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2200" b="0" i="0" u="none" strike="noStrike" kern="1200" cap="none" spc="0" normalizeH="0" baseline="0" noProof="0">
                <a:ln>
                  <a:noFill/>
                </a:ln>
                <a:solidFill>
                  <a:srgbClr val="000000"/>
                </a:solidFill>
                <a:effectLst/>
                <a:uLnTx/>
                <a:uFillTx/>
                <a:latin typeface="Segoe UI Semibold"/>
                <a:ea typeface="+mn-ea"/>
                <a:cs typeface="Segoe UI Semibold"/>
              </a:rPr>
              <a:t>Power Pages</a:t>
            </a:r>
          </a:p>
        </p:txBody>
      </p:sp>
      <p:sp>
        <p:nvSpPr>
          <p:cNvPr id="24" name="Rectangle 23">
            <a:extLst>
              <a:ext uri="{FF2B5EF4-FFF2-40B4-BE49-F238E27FC236}">
                <a16:creationId xmlns:a16="http://schemas.microsoft.com/office/drawing/2014/main" id="{B6DB5F5A-68E6-E2BE-6F1A-5A1F03497C22}"/>
              </a:ext>
              <a:ext uri="{C183D7F6-B498-43B3-948B-1728B52AA6E4}">
                <adec:decorative xmlns:adec="http://schemas.microsoft.com/office/drawing/2017/decorative" val="0"/>
              </a:ext>
            </a:extLst>
          </p:cNvPr>
          <p:cNvSpPr>
            <a:spLocks/>
          </p:cNvSpPr>
          <p:nvPr/>
        </p:nvSpPr>
        <p:spPr bwMode="auto">
          <a:xfrm>
            <a:off x="7254486" y="3198587"/>
            <a:ext cx="2125176" cy="1195613"/>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Semibold"/>
              </a:rPr>
              <a:t>for </a:t>
            </a:r>
          </a:p>
          <a:p>
            <a:pPr marL="0" marR="0" lvl="0" indent="0" algn="ctr" defTabSz="861251"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Semibold"/>
              </a:rPr>
              <a:t>building secure,</a:t>
            </a:r>
            <a:br>
              <a:rPr kumimoji="0" lang="en-US" sz="1800" b="0" i="0" u="none" strike="noStrike" kern="1200" cap="none" spc="0" normalizeH="0" baseline="0" noProof="0">
                <a:ln>
                  <a:noFill/>
                </a:ln>
                <a:solidFill>
                  <a:srgbClr val="000000"/>
                </a:solidFill>
                <a:effectLst/>
                <a:uLnTx/>
                <a:uFillTx/>
                <a:latin typeface="Segoe UI"/>
                <a:ea typeface="+mn-ea"/>
                <a:cs typeface="Segoe UI Semibold"/>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 data-centric business websites</a:t>
            </a:r>
          </a:p>
        </p:txBody>
      </p:sp>
      <p:pic>
        <p:nvPicPr>
          <p:cNvPr id="21" name="Picture 6" descr="Power BI icon">
            <a:extLst>
              <a:ext uri="{FF2B5EF4-FFF2-40B4-BE49-F238E27FC236}">
                <a16:creationId xmlns:a16="http://schemas.microsoft.com/office/drawing/2014/main" id="{A9E0D641-77E1-CB17-6312-97E0020D361E}"/>
              </a:ext>
              <a:ext uri="{C183D7F6-B498-43B3-948B-1728B52AA6E4}">
                <adec:decorative xmlns:adec="http://schemas.microsoft.com/office/drawing/2017/decorative" val="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01060" y="1522295"/>
            <a:ext cx="676176" cy="67617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5DE0AE3-F932-E8C7-B3A5-C2A784FD63C5}"/>
              </a:ext>
              <a:ext uri="{C183D7F6-B498-43B3-948B-1728B52AA6E4}">
                <adec:decorative xmlns:adec="http://schemas.microsoft.com/office/drawing/2017/decorative" val="0"/>
              </a:ext>
            </a:extLst>
          </p:cNvPr>
          <p:cNvSpPr>
            <a:spLocks/>
          </p:cNvSpPr>
          <p:nvPr/>
        </p:nvSpPr>
        <p:spPr bwMode="auto">
          <a:xfrm>
            <a:off x="9476560" y="2416159"/>
            <a:ext cx="2125176" cy="782428"/>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2200" b="0" i="0" u="none" strike="noStrike" kern="1200" cap="none" spc="0" normalizeH="0" baseline="0" noProof="0">
                <a:ln>
                  <a:noFill/>
                </a:ln>
                <a:solidFill>
                  <a:srgbClr val="000000"/>
                </a:solidFill>
                <a:effectLst/>
                <a:uLnTx/>
                <a:uFillTx/>
                <a:latin typeface="Segoe UI Semibold"/>
                <a:ea typeface="+mn-ea"/>
                <a:cs typeface="Segoe UI Semibold"/>
              </a:rPr>
              <a:t>Power BI</a:t>
            </a:r>
          </a:p>
        </p:txBody>
      </p:sp>
      <p:sp>
        <p:nvSpPr>
          <p:cNvPr id="22" name="Rectangle 21">
            <a:extLst>
              <a:ext uri="{FF2B5EF4-FFF2-40B4-BE49-F238E27FC236}">
                <a16:creationId xmlns:a16="http://schemas.microsoft.com/office/drawing/2014/main" id="{D260C165-9F24-1950-B88A-1FE690B19092}"/>
              </a:ext>
              <a:ext uri="{C183D7F6-B498-43B3-948B-1728B52AA6E4}">
                <adec:decorative xmlns:adec="http://schemas.microsoft.com/office/drawing/2017/decorative" val="0"/>
              </a:ext>
            </a:extLst>
          </p:cNvPr>
          <p:cNvSpPr>
            <a:spLocks/>
          </p:cNvSpPr>
          <p:nvPr/>
        </p:nvSpPr>
        <p:spPr bwMode="auto">
          <a:xfrm>
            <a:off x="9476560" y="3198587"/>
            <a:ext cx="2125176" cy="1195613"/>
          </a:xfrm>
          <a:prstGeom prst="rect">
            <a:avLst/>
          </a:prstGeom>
          <a:noFill/>
          <a:ln w="381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61251" rtl="0" eaLnBrk="1" fontAlgn="auto" latinLnBrk="0" hangingPunct="1">
              <a:lnSpc>
                <a:spcPct val="100000"/>
              </a:lnSpc>
              <a:spcBef>
                <a:spcPts val="0"/>
              </a:spcBef>
              <a:spcAft>
                <a:spcPts val="4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Semibold"/>
              </a:rPr>
              <a:t>for </a:t>
            </a:r>
            <a:br>
              <a:rPr kumimoji="0" lang="en-US" sz="1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data exploration, </a:t>
            </a:r>
            <a:br>
              <a:rPr kumimoji="0" lang="en-US" sz="1800" b="0" i="0" u="none" strike="noStrike" kern="1200" cap="none" spc="0" normalizeH="0" baseline="0" noProof="0">
                <a:ln>
                  <a:noFill/>
                </a:ln>
                <a:solidFill>
                  <a:srgbClr val="000000"/>
                </a:solidFill>
                <a:effectLst/>
                <a:uLnTx/>
                <a:uFillTx/>
                <a:latin typeface="Segoe UI"/>
                <a:ea typeface="+mn-ea"/>
                <a:cs typeface="Segoe UI Semibold" panose="020B0702040204020203"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Segoe UI Semibold"/>
              </a:rPr>
              <a:t>analytics and reporting</a:t>
            </a:r>
            <a:endParaRPr kumimoji="0" lang="en-US" sz="18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a:endParaRPr>
          </a:p>
        </p:txBody>
      </p:sp>
      <p:sp>
        <p:nvSpPr>
          <p:cNvPr id="27" name="Rectangle 26">
            <a:extLst>
              <a:ext uri="{FF2B5EF4-FFF2-40B4-BE49-F238E27FC236}">
                <a16:creationId xmlns:a16="http://schemas.microsoft.com/office/drawing/2014/main" id="{CCB4864B-512C-721E-2EA8-F29E7AE7B8D7}"/>
              </a:ext>
              <a:ext uri="{C183D7F6-B498-43B3-948B-1728B52AA6E4}">
                <adec:decorative xmlns:adec="http://schemas.microsoft.com/office/drawing/2017/decorative" val="0"/>
              </a:ext>
            </a:extLst>
          </p:cNvPr>
          <p:cNvSpPr/>
          <p:nvPr/>
        </p:nvSpPr>
        <p:spPr bwMode="auto">
          <a:xfrm>
            <a:off x="724395" y="5439459"/>
            <a:ext cx="1852908" cy="63585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ts val="400"/>
              </a:spcAft>
              <a:buClrTx/>
              <a:buSzTx/>
              <a:buFontTx/>
              <a:buNone/>
              <a:tabLst/>
              <a:defRPr/>
            </a:pPr>
            <a: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t>Data</a:t>
            </a:r>
            <a:b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br>
            <a: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t>connectors</a:t>
            </a:r>
          </a:p>
        </p:txBody>
      </p:sp>
      <p:grpSp>
        <p:nvGrpSpPr>
          <p:cNvPr id="10" name="Group 9" descr="AI Builder">
            <a:extLst>
              <a:ext uri="{FF2B5EF4-FFF2-40B4-BE49-F238E27FC236}">
                <a16:creationId xmlns:a16="http://schemas.microsoft.com/office/drawing/2014/main" id="{11707FF3-D44A-ACE3-C4DC-D067FAA8353A}"/>
              </a:ext>
            </a:extLst>
          </p:cNvPr>
          <p:cNvGrpSpPr/>
          <p:nvPr/>
        </p:nvGrpSpPr>
        <p:grpSpPr>
          <a:xfrm>
            <a:off x="2946470" y="4836695"/>
            <a:ext cx="1852908" cy="1238622"/>
            <a:chOff x="2946470" y="4846220"/>
            <a:chExt cx="1852908" cy="1238622"/>
          </a:xfrm>
        </p:grpSpPr>
        <p:pic>
          <p:nvPicPr>
            <p:cNvPr id="29" name="Graphic 45">
              <a:extLst>
                <a:ext uri="{FF2B5EF4-FFF2-40B4-BE49-F238E27FC236}">
                  <a16:creationId xmlns:a16="http://schemas.microsoft.com/office/drawing/2014/main" id="{9DC653A9-676A-CDEE-7EE3-129B2AAA4943}"/>
                </a:ext>
                <a:ext uri="{C183D7F6-B498-43B3-948B-1728B52AA6E4}">
                  <adec:decorative xmlns:adec="http://schemas.microsoft.com/office/drawing/2017/decorative" val="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3652239" y="4846220"/>
              <a:ext cx="441372" cy="441370"/>
            </a:xfrm>
            <a:prstGeom prst="rect">
              <a:avLst/>
            </a:prstGeom>
            <a:effectLst/>
          </p:spPr>
        </p:pic>
        <p:sp>
          <p:nvSpPr>
            <p:cNvPr id="30" name="Rectangle 29">
              <a:extLst>
                <a:ext uri="{FF2B5EF4-FFF2-40B4-BE49-F238E27FC236}">
                  <a16:creationId xmlns:a16="http://schemas.microsoft.com/office/drawing/2014/main" id="{F3C3EA32-573F-43F9-0375-6CA9B23FD94B}"/>
                </a:ext>
                <a:ext uri="{C183D7F6-B498-43B3-948B-1728B52AA6E4}">
                  <adec:decorative xmlns:adec="http://schemas.microsoft.com/office/drawing/2017/decorative" val="0"/>
                </a:ext>
              </a:extLst>
            </p:cNvPr>
            <p:cNvSpPr/>
            <p:nvPr/>
          </p:nvSpPr>
          <p:spPr bwMode="auto">
            <a:xfrm>
              <a:off x="2946470" y="5448984"/>
              <a:ext cx="1852908" cy="63585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ts val="400"/>
                </a:spcAft>
                <a:buClrTx/>
                <a:buSzTx/>
                <a:buFontTx/>
                <a:buNone/>
                <a:tabLst/>
                <a:defRPr/>
              </a:pPr>
              <a: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t>AI Builder</a:t>
              </a:r>
            </a:p>
          </p:txBody>
        </p:sp>
      </p:grpSp>
      <p:grpSp>
        <p:nvGrpSpPr>
          <p:cNvPr id="11" name="Group 10" descr="Microsoft Dataverse">
            <a:extLst>
              <a:ext uri="{FF2B5EF4-FFF2-40B4-BE49-F238E27FC236}">
                <a16:creationId xmlns:a16="http://schemas.microsoft.com/office/drawing/2014/main" id="{9BC75119-BC1F-618C-7C57-6D72112C6C52}"/>
              </a:ext>
            </a:extLst>
          </p:cNvPr>
          <p:cNvGrpSpPr/>
          <p:nvPr/>
        </p:nvGrpSpPr>
        <p:grpSpPr>
          <a:xfrm>
            <a:off x="5168545" y="4808300"/>
            <a:ext cx="1852908" cy="1267017"/>
            <a:chOff x="5168545" y="4817825"/>
            <a:chExt cx="1852908" cy="1267017"/>
          </a:xfrm>
        </p:grpSpPr>
        <p:pic>
          <p:nvPicPr>
            <p:cNvPr id="32" name="Picture 2">
              <a:extLst>
                <a:ext uri="{FF2B5EF4-FFF2-40B4-BE49-F238E27FC236}">
                  <a16:creationId xmlns:a16="http://schemas.microsoft.com/office/drawing/2014/main" id="{4099689C-7AB4-B0B3-0F3F-A72BE6A931D0}"/>
                </a:ext>
                <a:ext uri="{C183D7F6-B498-43B3-948B-1728B52AA6E4}">
                  <adec:decorative xmlns:adec="http://schemas.microsoft.com/office/drawing/2017/decorative" val="0"/>
                </a:ext>
              </a:extLst>
            </p:cNvPr>
            <p:cNvPicPr>
              <a:picLocks noChangeAspect="1" noChangeArrowheads="1"/>
            </p:cNvPicPr>
            <p:nvPr/>
          </p:nvPicPr>
          <p:blipFill>
            <a:blip r:embed="rId12">
              <a:alphaModFix/>
              <a:extLst>
                <a:ext uri="{28A0092B-C50C-407E-A947-70E740481C1C}">
                  <a14:useLocalDpi xmlns:a14="http://schemas.microsoft.com/office/drawing/2010/main" val="0"/>
                </a:ext>
              </a:extLst>
            </a:blip>
            <a:srcRect/>
            <a:stretch>
              <a:fillRect/>
            </a:stretch>
          </p:blipFill>
          <p:spPr bwMode="auto">
            <a:xfrm>
              <a:off x="5847611" y="4817825"/>
              <a:ext cx="494778" cy="498160"/>
            </a:xfrm>
            <a:prstGeom prst="rect">
              <a:avLst/>
            </a:prstGeom>
            <a:noFill/>
            <a:ln>
              <a:noFill/>
            </a:ln>
          </p:spPr>
        </p:pic>
        <p:sp>
          <p:nvSpPr>
            <p:cNvPr id="33" name="Rectangle 32">
              <a:extLst>
                <a:ext uri="{FF2B5EF4-FFF2-40B4-BE49-F238E27FC236}">
                  <a16:creationId xmlns:a16="http://schemas.microsoft.com/office/drawing/2014/main" id="{7F9A6A62-ED0C-FAF1-7834-04498EC54A8A}"/>
                </a:ext>
                <a:ext uri="{C183D7F6-B498-43B3-948B-1728B52AA6E4}">
                  <adec:decorative xmlns:adec="http://schemas.microsoft.com/office/drawing/2017/decorative" val="0"/>
                </a:ext>
              </a:extLst>
            </p:cNvPr>
            <p:cNvSpPr/>
            <p:nvPr/>
          </p:nvSpPr>
          <p:spPr bwMode="auto">
            <a:xfrm>
              <a:off x="5168545" y="5448984"/>
              <a:ext cx="1852908" cy="63585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ts val="400"/>
                </a:spcAft>
                <a:buClrTx/>
                <a:buSzTx/>
                <a:buFontTx/>
                <a:buNone/>
                <a:tabLst/>
                <a:defRPr/>
              </a:pPr>
              <a: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t>Microsoft Dataverse</a:t>
              </a:r>
            </a:p>
          </p:txBody>
        </p:sp>
      </p:grpSp>
      <p:grpSp>
        <p:nvGrpSpPr>
          <p:cNvPr id="12" name="Group 11" descr="Power Fx">
            <a:extLst>
              <a:ext uri="{FF2B5EF4-FFF2-40B4-BE49-F238E27FC236}">
                <a16:creationId xmlns:a16="http://schemas.microsoft.com/office/drawing/2014/main" id="{0ACEE727-A40D-8335-58C2-F1D939EEEBC8}"/>
              </a:ext>
            </a:extLst>
          </p:cNvPr>
          <p:cNvGrpSpPr/>
          <p:nvPr/>
        </p:nvGrpSpPr>
        <p:grpSpPr>
          <a:xfrm>
            <a:off x="7390620" y="4808004"/>
            <a:ext cx="1852908" cy="1267313"/>
            <a:chOff x="7390620" y="4817529"/>
            <a:chExt cx="1852908" cy="1267313"/>
          </a:xfrm>
        </p:grpSpPr>
        <p:pic>
          <p:nvPicPr>
            <p:cNvPr id="35" name="Graphic 1">
              <a:extLst>
                <a:ext uri="{FF2B5EF4-FFF2-40B4-BE49-F238E27FC236}">
                  <a16:creationId xmlns:a16="http://schemas.microsoft.com/office/drawing/2014/main" id="{47070109-6561-A8A9-0451-2A1D71E31BC0}"/>
                </a:ext>
                <a:ext uri="{C183D7F6-B498-43B3-948B-1728B52AA6E4}">
                  <adec:decorative xmlns:adec="http://schemas.microsoft.com/office/drawing/2017/decorative" val="0"/>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8067697" y="4817529"/>
              <a:ext cx="498752" cy="498752"/>
            </a:xfrm>
            <a:prstGeom prst="rect">
              <a:avLst/>
            </a:prstGeom>
            <a:noFill/>
            <a:ln>
              <a:noFill/>
            </a:ln>
          </p:spPr>
        </p:pic>
        <p:sp>
          <p:nvSpPr>
            <p:cNvPr id="36" name="Rectangle 35">
              <a:extLst>
                <a:ext uri="{FF2B5EF4-FFF2-40B4-BE49-F238E27FC236}">
                  <a16:creationId xmlns:a16="http://schemas.microsoft.com/office/drawing/2014/main" id="{41236972-33F8-8FEF-EFAC-C0A7096FD5FE}"/>
                </a:ext>
                <a:ext uri="{C183D7F6-B498-43B3-948B-1728B52AA6E4}">
                  <adec:decorative xmlns:adec="http://schemas.microsoft.com/office/drawing/2017/decorative" val="0"/>
                </a:ext>
              </a:extLst>
            </p:cNvPr>
            <p:cNvSpPr/>
            <p:nvPr/>
          </p:nvSpPr>
          <p:spPr bwMode="auto">
            <a:xfrm>
              <a:off x="7390620" y="5448984"/>
              <a:ext cx="1852908" cy="63585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t>Power </a:t>
              </a:r>
              <a:r>
                <a:rPr kumimoji="0" lang="en-US" sz="1800" b="1" i="0" u="none" strike="noStrike" kern="1200" cap="none" spc="0" normalizeH="0" baseline="0" noProof="0" err="1">
                  <a:ln>
                    <a:noFill/>
                  </a:ln>
                  <a:solidFill>
                    <a:srgbClr val="000000"/>
                  </a:solidFill>
                  <a:effectLst/>
                  <a:uLnTx/>
                  <a:uFillTx/>
                  <a:latin typeface="Segoe UI Semibold"/>
                  <a:ea typeface="+mn-ea"/>
                  <a:cs typeface="Segoe UI" pitchFamily="34" charset="0"/>
                </a:rPr>
                <a:t>Fx</a:t>
              </a:r>
              <a:endPar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endParaRPr>
            </a:p>
          </p:txBody>
        </p:sp>
      </p:grpSp>
      <p:grpSp>
        <p:nvGrpSpPr>
          <p:cNvPr id="13" name="Group 12" descr="Managed environments">
            <a:extLst>
              <a:ext uri="{FF2B5EF4-FFF2-40B4-BE49-F238E27FC236}">
                <a16:creationId xmlns:a16="http://schemas.microsoft.com/office/drawing/2014/main" id="{2E5DD617-2D13-5143-CA3B-FFD639C96E7D}"/>
              </a:ext>
            </a:extLst>
          </p:cNvPr>
          <p:cNvGrpSpPr/>
          <p:nvPr/>
        </p:nvGrpSpPr>
        <p:grpSpPr>
          <a:xfrm>
            <a:off x="9612694" y="4786922"/>
            <a:ext cx="1852908" cy="1288395"/>
            <a:chOff x="9612694" y="4796447"/>
            <a:chExt cx="1852908" cy="1288395"/>
          </a:xfrm>
        </p:grpSpPr>
        <p:pic>
          <p:nvPicPr>
            <p:cNvPr id="38" name="Picture 14">
              <a:extLst>
                <a:ext uri="{FF2B5EF4-FFF2-40B4-BE49-F238E27FC236}">
                  <a16:creationId xmlns:a16="http://schemas.microsoft.com/office/drawing/2014/main" id="{36FE022D-6DF1-AC5A-0012-4678FB058A54}"/>
                </a:ext>
                <a:ext uri="{C183D7F6-B498-43B3-948B-1728B52AA6E4}">
                  <adec:decorative xmlns:adec="http://schemas.microsoft.com/office/drawing/2017/decorative" val="0"/>
                </a:ext>
              </a:extLst>
            </p:cNvPr>
            <p:cNvPicPr>
              <a:picLocks noChangeAspect="1"/>
            </p:cNvPicPr>
            <p:nvPr/>
          </p:nvPicPr>
          <p:blipFill>
            <a:blip r:embed="rId14"/>
            <a:stretch>
              <a:fillRect/>
            </a:stretch>
          </p:blipFill>
          <p:spPr>
            <a:xfrm>
              <a:off x="10265678" y="4796447"/>
              <a:ext cx="546942" cy="540916"/>
            </a:xfrm>
            <a:prstGeom prst="rect">
              <a:avLst/>
            </a:prstGeom>
          </p:spPr>
        </p:pic>
        <p:sp>
          <p:nvSpPr>
            <p:cNvPr id="39" name="Rectangle 38">
              <a:extLst>
                <a:ext uri="{FF2B5EF4-FFF2-40B4-BE49-F238E27FC236}">
                  <a16:creationId xmlns:a16="http://schemas.microsoft.com/office/drawing/2014/main" id="{DCC56FF5-6F27-13ED-AA3A-AD89B784318E}"/>
                </a:ext>
                <a:ext uri="{C183D7F6-B498-43B3-948B-1728B52AA6E4}">
                  <adec:decorative xmlns:adec="http://schemas.microsoft.com/office/drawing/2017/decorative" val="0"/>
                </a:ext>
              </a:extLst>
            </p:cNvPr>
            <p:cNvSpPr/>
            <p:nvPr/>
          </p:nvSpPr>
          <p:spPr bwMode="auto">
            <a:xfrm>
              <a:off x="9612694" y="5448984"/>
              <a:ext cx="1852908" cy="63585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32114" rtl="0" eaLnBrk="1" fontAlgn="base"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Segoe UI Semibold"/>
                  <a:ea typeface="+mn-ea"/>
                  <a:cs typeface="Segoe UI" pitchFamily="34" charset="0"/>
                </a:rPr>
                <a:t>Managed Environments</a:t>
              </a:r>
            </a:p>
          </p:txBody>
        </p:sp>
      </p:grpSp>
      <p:pic>
        <p:nvPicPr>
          <p:cNvPr id="14" name="Picture 13">
            <a:extLst>
              <a:ext uri="{FF2B5EF4-FFF2-40B4-BE49-F238E27FC236}">
                <a16:creationId xmlns:a16="http://schemas.microsoft.com/office/drawing/2014/main" id="{AB4749B7-5257-E592-98FB-245AA5BEE64F}"/>
              </a:ext>
            </a:extLst>
          </p:cNvPr>
          <p:cNvPicPr>
            <a:picLocks noChangeAspect="1"/>
          </p:cNvPicPr>
          <p:nvPr/>
        </p:nvPicPr>
        <p:blipFill>
          <a:blip r:embed="rId15"/>
          <a:stretch>
            <a:fillRect/>
          </a:stretch>
        </p:blipFill>
        <p:spPr>
          <a:xfrm>
            <a:off x="5697220" y="1425815"/>
            <a:ext cx="913358" cy="913358"/>
          </a:xfrm>
          <a:prstGeom prst="rect">
            <a:avLst/>
          </a:prstGeom>
        </p:spPr>
      </p:pic>
    </p:spTree>
    <p:extLst>
      <p:ext uri="{BB962C8B-B14F-4D97-AF65-F5344CB8AC3E}">
        <p14:creationId xmlns:p14="http://schemas.microsoft.com/office/powerpoint/2010/main" val="399991053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24840" y="548640"/>
            <a:ext cx="6766560" cy="2651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Calibri"/>
                <a:ea typeface="+mn-ea"/>
                <a:cs typeface="+mn-cs"/>
              </a:rPr>
              <a:t>Module 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4600" b="1" dirty="0">
              <a:solidFill>
                <a:srgbClr val="FFFFFF"/>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FFFFF"/>
                </a:solidFill>
                <a:effectLst/>
                <a:uLnTx/>
                <a:uFillTx/>
                <a:latin typeface="Calibri"/>
                <a:ea typeface="+mn-ea"/>
                <a:cs typeface="+mn-cs"/>
              </a:rPr>
              <a:t>Microsoft Power Apps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F1EAFB"/>
                </a:solidFill>
                <a:effectLst/>
                <a:uLnTx/>
                <a:uFillTx/>
                <a:latin typeface="Calibri"/>
                <a:ea typeface="+mn-ea"/>
                <a:cs typeface="+mn-cs"/>
              </a:rPr>
              <a:t>Code Apps</a:t>
            </a:r>
            <a:endParaRPr kumimoji="0" lang="en-US" sz="2800" b="0" i="0" u="none" strike="noStrike" kern="1200" cap="none" spc="0" normalizeH="0" baseline="0" noProof="0" dirty="0">
              <a:ln>
                <a:noFill/>
              </a:ln>
              <a:solidFill>
                <a:srgbClr val="1B1340"/>
              </a:solidFill>
              <a:effectLst/>
              <a:uLnTx/>
              <a:uFillTx/>
              <a:latin typeface="Calibri"/>
              <a:ea typeface="+mn-ea"/>
              <a:cs typeface="+mn-cs"/>
            </a:endParaRPr>
          </a:p>
        </p:txBody>
      </p:sp>
      <p:sp>
        <p:nvSpPr>
          <p:cNvPr id="3" name="Subtitle"/>
          <p:cNvSpPr txBox="1"/>
          <p:nvPr/>
        </p:nvSpPr>
        <p:spPr>
          <a:xfrm>
            <a:off x="640080" y="3886200"/>
            <a:ext cx="67665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dirty="0">
                <a:ln>
                  <a:noFill/>
                </a:ln>
                <a:solidFill>
                  <a:srgbClr val="FFFFFF"/>
                </a:solidFill>
                <a:effectLst/>
                <a:uLnTx/>
                <a:uFillTx/>
                <a:latin typeface="Calibri"/>
                <a:ea typeface="+mn-ea"/>
                <a:cs typeface="+mn-cs"/>
              </a:rPr>
              <a:t>Bridging Pro-Code with Power Platform</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4" name="Description"/>
          <p:cNvSpPr txBox="1"/>
          <p:nvPr/>
        </p:nvSpPr>
        <p:spPr>
          <a:xfrm>
            <a:off x="640080" y="4572000"/>
            <a:ext cx="658368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1EAFB"/>
                </a:solidFill>
                <a:effectLst/>
                <a:uLnTx/>
                <a:uFillTx/>
                <a:latin typeface="Calibri"/>
                <a:ea typeface="+mn-ea"/>
                <a:cs typeface="+mn-cs"/>
              </a:rPr>
              <a:t>A more developer-centric way to build modern, custom web applications while leveraging the Power Platform ecosystem.</a:t>
            </a:r>
            <a:endParaRPr kumimoji="0" lang="en-US" sz="18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Code window"/>
          <p:cNvSpPr/>
          <p:nvPr/>
        </p:nvSpPr>
        <p:spPr>
          <a:xfrm>
            <a:off x="7680960" y="1188720"/>
            <a:ext cx="4023360" cy="4389120"/>
          </a:xfrm>
          <a:prstGeom prst="roundRect">
            <a:avLst>
              <a:gd name="adj" fmla="val 3409"/>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6" name="Window dot"/>
          <p:cNvSpPr/>
          <p:nvPr/>
        </p:nvSpPr>
        <p:spPr>
          <a:xfrm>
            <a:off x="7909560" y="1417320"/>
            <a:ext cx="146304" cy="146304"/>
          </a:xfrm>
          <a:prstGeom prst="ellipse">
            <a:avLst/>
          </a:prstGeom>
          <a:solidFill>
            <a:schemeClr val="accent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7" name="Window dot"/>
          <p:cNvSpPr/>
          <p:nvPr/>
        </p:nvSpPr>
        <p:spPr>
          <a:xfrm>
            <a:off x="8165592" y="1417320"/>
            <a:ext cx="146304" cy="146304"/>
          </a:xfrm>
          <a:prstGeom prst="ellipse">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8" name="Window dot"/>
          <p:cNvSpPr/>
          <p:nvPr/>
        </p:nvSpPr>
        <p:spPr>
          <a:xfrm>
            <a:off x="8421624" y="1417320"/>
            <a:ext cx="146304" cy="146304"/>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9" name="File name"/>
          <p:cNvSpPr txBox="1"/>
          <p:nvPr/>
        </p:nvSpPr>
        <p:spPr>
          <a:xfrm>
            <a:off x="8778240" y="1344168"/>
            <a:ext cx="1828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1EAFB"/>
                </a:solidFill>
                <a:effectLst/>
                <a:uLnTx/>
                <a:uFillTx/>
                <a:latin typeface="Courier New" pitchFamily="34" charset="0"/>
                <a:ea typeface="Courier New" pitchFamily="34" charset="-122"/>
                <a:cs typeface="Courier New" pitchFamily="34" charset="-120"/>
              </a:rPr>
              <a:t>App.tsx</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0" name="Code snippet"/>
          <p:cNvSpPr txBox="1"/>
          <p:nvPr/>
        </p:nvSpPr>
        <p:spPr>
          <a:xfrm>
            <a:off x="7909560" y="1874520"/>
            <a:ext cx="3657600" cy="3474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import { AuthProvider } from './auth';</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function App() {</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return (</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&lt;div className="app-container"&gt;</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&lt;h1&gt;Power Apps Code App&lt;/h1&gt;</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&lt;p&gt;Connected with Dataverse&lt;/p&gt;</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&lt;/div&gt;</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 </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urier New" pitchFamily="34" charset="0"/>
                <a:ea typeface="Courier New" pitchFamily="34" charset="-122"/>
                <a:cs typeface="Courier New" pitchFamily="34" charset="-120"/>
              </a:rPr>
              <a:t>export default App;</a:t>
            </a:r>
            <a:endParaRPr kumimoji="0" lang="en-US" sz="1100" b="0" i="0" u="none" strike="noStrike" kern="1200" cap="none" spc="0" normalizeH="0" baseline="0" noProof="0" dirty="0">
              <a:ln>
                <a:noFill/>
              </a:ln>
              <a:solidFill>
                <a:srgbClr val="1B1340"/>
              </a:solidFill>
              <a:effectLst/>
              <a:uLnTx/>
              <a:uFillTx/>
              <a:latin typeface="Calibr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742774"/>
                </a:solidFill>
                <a:latin typeface="Segoe UI" pitchFamily="34" charset="0"/>
                <a:ea typeface="Segoe UI" pitchFamily="34" charset="-122"/>
                <a:cs typeface="Segoe UI" pitchFamily="34" charset="-120"/>
              </a:rPr>
              <a:t>What are Canvas Apps?</a:t>
            </a:r>
            <a:endParaRPr lang="en-US" sz="3600" dirty="0"/>
          </a:p>
        </p:txBody>
      </p:sp>
      <p:sp>
        <p:nvSpPr>
          <p:cNvPr id="3" name="Text 1"/>
          <p:cNvSpPr/>
          <p:nvPr/>
        </p:nvSpPr>
        <p:spPr>
          <a:xfrm>
            <a:off x="812800" y="1620490"/>
            <a:ext cx="9156700"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B1340"/>
                </a:solidFill>
                <a:latin typeface="Segoe UI" pitchFamily="34" charset="0"/>
                <a:ea typeface="Segoe UI" pitchFamily="34" charset="-122"/>
                <a:cs typeface="Segoe UI" pitchFamily="34" charset="-120"/>
              </a:rPr>
              <a:t>Quickly build business applications with a low-code approach.</a:t>
            </a:r>
            <a:endParaRPr lang="en-US" sz="1800" dirty="0"/>
          </a:p>
        </p:txBody>
      </p:sp>
      <p:sp>
        <p:nvSpPr>
          <p:cNvPr id="4" name="Shape 2"/>
          <p:cNvSpPr/>
          <p:nvPr/>
        </p:nvSpPr>
        <p:spPr>
          <a:xfrm>
            <a:off x="812800" y="2245320"/>
            <a:ext cx="6739483" cy="2363440"/>
          </a:xfrm>
          <a:prstGeom prst="roundRect">
            <a:avLst>
              <a:gd name="adj" fmla="val 4299"/>
            </a:avLst>
          </a:prstGeom>
          <a:solidFill>
            <a:srgbClr val="FFFFFF"/>
          </a:solidFill>
          <a:ln/>
        </p:spPr>
        <p:txBody>
          <a:bodyPr/>
          <a:lstStyle/>
          <a:p>
            <a:endParaRPr lang="en-IN"/>
          </a:p>
        </p:txBody>
      </p:sp>
      <p:sp>
        <p:nvSpPr>
          <p:cNvPr id="5" name="Shape 3"/>
          <p:cNvSpPr/>
          <p:nvPr/>
        </p:nvSpPr>
        <p:spPr>
          <a:xfrm>
            <a:off x="812800" y="2245320"/>
            <a:ext cx="6739483" cy="2363440"/>
          </a:xfrm>
          <a:custGeom>
            <a:avLst/>
            <a:gdLst/>
            <a:ahLst/>
            <a:cxnLst/>
            <a:rect l="l" t="t" r="r" b="b"/>
            <a:pathLst>
              <a:path w="6739483" h="2363440">
                <a:moveTo>
                  <a:pt x="0" y="101600"/>
                </a:moveTo>
                <a:lnTo>
                  <a:pt x="0" y="101600"/>
                </a:lnTo>
                <a:arcTo wR="101600" hR="101600" stAng="10800000" swAng="5400000"/>
                <a:lnTo>
                  <a:pt x="6637883" y="0"/>
                </a:lnTo>
                <a:arcTo wR="101600" hR="101600" stAng="16200000" swAng="5400000"/>
                <a:lnTo>
                  <a:pt x="6739483" y="101600"/>
                </a:lnTo>
                <a:arcTo wR="101600" hR="50800" stAng="0" swAng="-5400000"/>
                <a:lnTo>
                  <a:pt x="101600" y="50800"/>
                </a:lnTo>
                <a:arcTo wR="101600" hR="50800" stAng="16200000" swAng="-5400000"/>
                <a:close/>
              </a:path>
            </a:pathLst>
          </a:custGeom>
          <a:solidFill>
            <a:srgbClr val="B146C2"/>
          </a:solidFill>
          <a:ln/>
        </p:spPr>
        <p:txBody>
          <a:bodyPr/>
          <a:lstStyle/>
          <a:p>
            <a:endParaRPr lang="en-IN"/>
          </a:p>
        </p:txBody>
      </p:sp>
      <p:sp>
        <p:nvSpPr>
          <p:cNvPr id="6" name="Text 4"/>
          <p:cNvSpPr/>
          <p:nvPr/>
        </p:nvSpPr>
        <p:spPr>
          <a:xfrm>
            <a:off x="1066800" y="2550120"/>
            <a:ext cx="641842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742774"/>
                </a:solidFill>
                <a:latin typeface="Segoe UI" pitchFamily="34" charset="0"/>
                <a:ea typeface="Segoe UI" pitchFamily="34" charset="-122"/>
                <a:cs typeface="Segoe UI" pitchFamily="34" charset="-120"/>
              </a:rPr>
              <a:t>Key traits</a:t>
            </a:r>
            <a:endParaRPr lang="en-US" sz="1800" dirty="0"/>
          </a:p>
        </p:txBody>
      </p:sp>
      <p:sp>
        <p:nvSpPr>
          <p:cNvPr id="7" name="Text 5"/>
          <p:cNvSpPr/>
          <p:nvPr/>
        </p:nvSpPr>
        <p:spPr>
          <a:xfrm>
            <a:off x="1131570" y="2926011"/>
            <a:ext cx="6346038" cy="1454150"/>
          </a:xfrm>
          <a:prstGeom prst="rect">
            <a:avLst/>
          </a:prstGeom>
          <a:noFill/>
          <a:ln/>
        </p:spPr>
        <p:txBody>
          <a:bodyPr wrap="square" lIns="0" tIns="0" rIns="0" bIns="0" rtlCol="0" anchor="t">
            <a:normAutofit/>
          </a:bodyPr>
          <a:lstStyle/>
          <a:p>
            <a:pPr marL="189230" indent="-189230" algn="l">
              <a:lnSpc>
                <a:spcPts val="2250"/>
              </a:lnSpc>
              <a:buSzPct val="100000"/>
              <a:buChar char="•"/>
            </a:pPr>
            <a:r>
              <a:rPr lang="en-US" sz="1500" dirty="0">
                <a:solidFill>
                  <a:srgbClr val="1B1340"/>
                </a:solidFill>
                <a:latin typeface="Segoe UI" pitchFamily="34" charset="0"/>
                <a:ea typeface="Segoe UI" pitchFamily="34" charset="-122"/>
                <a:cs typeface="Segoe UI" pitchFamily="34" charset="-120"/>
              </a:rPr>
              <a:t>Built with a visual designer</a:t>
            </a:r>
            <a:endParaRPr lang="en-US" sz="1500" dirty="0"/>
          </a:p>
          <a:p>
            <a:pPr marL="189230" indent="-189230" algn="l">
              <a:lnSpc>
                <a:spcPts val="2250"/>
              </a:lnSpc>
              <a:buSzPct val="100000"/>
              <a:buChar char="•"/>
            </a:pPr>
            <a:r>
              <a:rPr lang="en-US" sz="1500" dirty="0">
                <a:solidFill>
                  <a:srgbClr val="1B1340"/>
                </a:solidFill>
                <a:latin typeface="Segoe UI" pitchFamily="34" charset="0"/>
                <a:ea typeface="Segoe UI" pitchFamily="34" charset="-122"/>
                <a:cs typeface="Segoe UI" pitchFamily="34" charset="-120"/>
              </a:rPr>
              <a:t>Great for rapid development</a:t>
            </a:r>
            <a:endParaRPr lang="en-US" sz="1500" dirty="0"/>
          </a:p>
          <a:p>
            <a:pPr marL="189230" indent="-189230" algn="l">
              <a:lnSpc>
                <a:spcPts val="2250"/>
              </a:lnSpc>
              <a:buSzPct val="100000"/>
              <a:buChar char="•"/>
            </a:pPr>
            <a:r>
              <a:rPr lang="en-US" sz="1500" dirty="0">
                <a:solidFill>
                  <a:srgbClr val="1B1340"/>
                </a:solidFill>
                <a:latin typeface="Segoe UI" pitchFamily="34" charset="0"/>
                <a:ea typeface="Segoe UI" pitchFamily="34" charset="-122"/>
                <a:cs typeface="Segoe UI" pitchFamily="34" charset="-120"/>
              </a:rPr>
              <a:t>Minimal custom code</a:t>
            </a:r>
            <a:endParaRPr lang="en-US" sz="1500" dirty="0"/>
          </a:p>
          <a:p>
            <a:pPr marL="189230" indent="-189230" algn="l">
              <a:lnSpc>
                <a:spcPts val="2250"/>
              </a:lnSpc>
              <a:buSzPct val="100000"/>
              <a:buChar char="•"/>
            </a:pPr>
            <a:r>
              <a:rPr lang="en-US" sz="1500" dirty="0">
                <a:solidFill>
                  <a:srgbClr val="1B1340"/>
                </a:solidFill>
                <a:latin typeface="Segoe UI" pitchFamily="34" charset="0"/>
                <a:ea typeface="Segoe UI" pitchFamily="34" charset="-122"/>
                <a:cs typeface="Segoe UI" pitchFamily="34" charset="-120"/>
              </a:rPr>
              <a:t>Ideal for simpler business apps and citizen developers</a:t>
            </a:r>
            <a:endParaRPr lang="en-US" sz="1500" dirty="0"/>
          </a:p>
          <a:p>
            <a:pPr marL="189230" indent="-189230" algn="l">
              <a:lnSpc>
                <a:spcPts val="2250"/>
              </a:lnSpc>
              <a:buSzPct val="100000"/>
              <a:buChar char="•"/>
            </a:pPr>
            <a:r>
              <a:rPr lang="en-US" sz="1500" dirty="0">
                <a:solidFill>
                  <a:srgbClr val="1B1340"/>
                </a:solidFill>
                <a:latin typeface="Segoe UI" pitchFamily="34" charset="0"/>
                <a:ea typeface="Segoe UI" pitchFamily="34" charset="-122"/>
                <a:cs typeface="Segoe UI" pitchFamily="34" charset="-120"/>
              </a:rPr>
              <a:t>Connect to Dataverse and many other data sources</a:t>
            </a:r>
            <a:endParaRPr lang="en-US" sz="1500" dirty="0"/>
          </a:p>
        </p:txBody>
      </p:sp>
      <p:sp>
        <p:nvSpPr>
          <p:cNvPr id="8" name="Shape 6"/>
          <p:cNvSpPr/>
          <p:nvPr/>
        </p:nvSpPr>
        <p:spPr>
          <a:xfrm>
            <a:off x="7755483" y="2245320"/>
            <a:ext cx="3623717" cy="2363440"/>
          </a:xfrm>
          <a:prstGeom prst="roundRect">
            <a:avLst>
              <a:gd name="adj" fmla="val 4299"/>
            </a:avLst>
          </a:prstGeom>
          <a:solidFill>
            <a:srgbClr val="742774"/>
          </a:solidFill>
          <a:ln/>
        </p:spPr>
        <p:txBody>
          <a:bodyPr/>
          <a:lstStyle/>
          <a:p>
            <a:endParaRPr lang="en-IN"/>
          </a:p>
        </p:txBody>
      </p:sp>
      <p:sp>
        <p:nvSpPr>
          <p:cNvPr id="9" name="Text 7"/>
          <p:cNvSpPr/>
          <p:nvPr/>
        </p:nvSpPr>
        <p:spPr>
          <a:xfrm>
            <a:off x="8009483" y="2954635"/>
            <a:ext cx="320918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0C3FF"/>
                </a:solidFill>
                <a:latin typeface="Segoe UI" pitchFamily="34" charset="0"/>
                <a:ea typeface="Segoe UI" pitchFamily="34" charset="-122"/>
                <a:cs typeface="Segoe UI" pitchFamily="34" charset="-120"/>
              </a:rPr>
              <a:t>Best for</a:t>
            </a:r>
            <a:endParaRPr lang="en-US" sz="1800" dirty="0"/>
          </a:p>
        </p:txBody>
      </p:sp>
      <p:sp>
        <p:nvSpPr>
          <p:cNvPr id="10" name="Text 8"/>
          <p:cNvSpPr/>
          <p:nvPr/>
        </p:nvSpPr>
        <p:spPr>
          <a:xfrm>
            <a:off x="8009483" y="3330525"/>
            <a:ext cx="320918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FA"/>
                </a:solidFill>
                <a:latin typeface="Segoe UI" pitchFamily="34" charset="0"/>
                <a:ea typeface="Segoe UI" pitchFamily="34" charset="-122"/>
                <a:cs typeface="Segoe UI" pitchFamily="34" charset="-120"/>
              </a:rPr>
              <a:t>Speed, simplicity and low-code scenarios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742774"/>
                </a:solidFill>
                <a:latin typeface="Segoe UI" pitchFamily="34" charset="0"/>
                <a:ea typeface="Segoe UI" pitchFamily="34" charset="-122"/>
                <a:cs typeface="Segoe UI" pitchFamily="34" charset="-120"/>
              </a:rPr>
              <a:t>Canvas Apps vs Code Apps</a:t>
            </a:r>
            <a:endParaRPr lang="en-US" sz="3600" dirty="0"/>
          </a:p>
        </p:txBody>
      </p:sp>
      <p:sp>
        <p:nvSpPr>
          <p:cNvPr id="3" name="Shape 1"/>
          <p:cNvSpPr/>
          <p:nvPr/>
        </p:nvSpPr>
        <p:spPr>
          <a:xfrm>
            <a:off x="812800" y="1569690"/>
            <a:ext cx="5181600" cy="3395911"/>
          </a:xfrm>
          <a:prstGeom prst="roundRect">
            <a:avLst>
              <a:gd name="adj" fmla="val 2992"/>
            </a:avLst>
          </a:prstGeom>
          <a:solidFill>
            <a:srgbClr val="FFFFFF"/>
          </a:solidFill>
          <a:ln/>
        </p:spPr>
        <p:txBody>
          <a:bodyPr/>
          <a:lstStyle/>
          <a:p>
            <a:endParaRPr lang="en-IN"/>
          </a:p>
        </p:txBody>
      </p:sp>
      <p:sp>
        <p:nvSpPr>
          <p:cNvPr id="4" name="Shape 2"/>
          <p:cNvSpPr/>
          <p:nvPr/>
        </p:nvSpPr>
        <p:spPr>
          <a:xfrm>
            <a:off x="812800" y="1569690"/>
            <a:ext cx="5181600" cy="3395911"/>
          </a:xfrm>
          <a:custGeom>
            <a:avLst/>
            <a:gdLst/>
            <a:ahLst/>
            <a:cxnLst/>
            <a:rect l="l" t="t" r="r" b="b"/>
            <a:pathLst>
              <a:path w="5181600" h="3395911">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B146C2"/>
          </a:solidFill>
          <a:ln/>
        </p:spPr>
        <p:txBody>
          <a:bodyPr/>
          <a:lstStyle/>
          <a:p>
            <a:endParaRPr lang="en-IN"/>
          </a:p>
        </p:txBody>
      </p:sp>
      <p:sp>
        <p:nvSpPr>
          <p:cNvPr id="5" name="Text 3"/>
          <p:cNvSpPr/>
          <p:nvPr/>
        </p:nvSpPr>
        <p:spPr>
          <a:xfrm>
            <a:off x="1066800" y="1874490"/>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B146C2"/>
                </a:solidFill>
                <a:latin typeface="Segoe UI" pitchFamily="34" charset="0"/>
                <a:ea typeface="Segoe UI" pitchFamily="34" charset="-122"/>
                <a:cs typeface="Segoe UI" pitchFamily="34" charset="-120"/>
              </a:rPr>
              <a:t>Canvas Apps</a:t>
            </a:r>
            <a:endParaRPr lang="en-US" sz="2200" dirty="0"/>
          </a:p>
        </p:txBody>
      </p:sp>
      <p:sp>
        <p:nvSpPr>
          <p:cNvPr id="6" name="Text 4"/>
          <p:cNvSpPr/>
          <p:nvPr/>
        </p:nvSpPr>
        <p:spPr>
          <a:xfrm>
            <a:off x="1066800" y="236215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470"/>
                </a:solidFill>
                <a:latin typeface="Segoe UI" pitchFamily="34" charset="0"/>
                <a:ea typeface="Segoe UI" pitchFamily="34" charset="-122"/>
                <a:cs typeface="Segoe UI" pitchFamily="34" charset="-120"/>
              </a:rPr>
              <a:t>Quickly build business apps with a low-code approach.</a:t>
            </a:r>
            <a:endParaRPr lang="en-US" sz="1400" dirty="0"/>
          </a:p>
        </p:txBody>
      </p:sp>
      <p:sp>
        <p:nvSpPr>
          <p:cNvPr id="7" name="Text 5"/>
          <p:cNvSpPr/>
          <p:nvPr/>
        </p:nvSpPr>
        <p:spPr>
          <a:xfrm>
            <a:off x="1138682" y="2763441"/>
            <a:ext cx="4734306" cy="1358900"/>
          </a:xfrm>
          <a:prstGeom prst="rect">
            <a:avLst/>
          </a:prstGeom>
          <a:noFill/>
          <a:ln/>
        </p:spPr>
        <p:txBody>
          <a:bodyPr wrap="square" lIns="0" tIns="0" rIns="0" bIns="0" rtlCol="0" anchor="t">
            <a:normAutofit/>
          </a:bodyPr>
          <a:lstStyle/>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Visual designer</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Great for rapid development</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Minimal custom code</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Ideal for simpler apps and citizen developers</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Connects to Dataverse and many data sources</a:t>
            </a:r>
            <a:endParaRPr lang="en-US" sz="1400" dirty="0"/>
          </a:p>
        </p:txBody>
      </p:sp>
      <p:sp>
        <p:nvSpPr>
          <p:cNvPr id="8" name="Text 6"/>
          <p:cNvSpPr/>
          <p:nvPr/>
        </p:nvSpPr>
        <p:spPr>
          <a:xfrm>
            <a:off x="1066800" y="4249341"/>
            <a:ext cx="4813808"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146C2"/>
                </a:solidFill>
                <a:latin typeface="Segoe UI" pitchFamily="34" charset="0"/>
                <a:ea typeface="Segoe UI" pitchFamily="34" charset="-122"/>
                <a:cs typeface="Segoe UI" pitchFamily="34" charset="-120"/>
              </a:rPr>
              <a:t>Best for: speed, simplicity and low-code scenarios</a:t>
            </a:r>
            <a:endParaRPr lang="en-US" sz="1300" dirty="0"/>
          </a:p>
        </p:txBody>
      </p:sp>
      <p:sp>
        <p:nvSpPr>
          <p:cNvPr id="9" name="Shape 7"/>
          <p:cNvSpPr/>
          <p:nvPr/>
        </p:nvSpPr>
        <p:spPr>
          <a:xfrm>
            <a:off x="6197600" y="1569690"/>
            <a:ext cx="5181600" cy="3395911"/>
          </a:xfrm>
          <a:prstGeom prst="roundRect">
            <a:avLst>
              <a:gd name="adj" fmla="val 2992"/>
            </a:avLst>
          </a:prstGeom>
          <a:solidFill>
            <a:srgbClr val="FFFFFF"/>
          </a:solidFill>
          <a:ln/>
        </p:spPr>
        <p:txBody>
          <a:bodyPr/>
          <a:lstStyle/>
          <a:p>
            <a:endParaRPr lang="en-IN"/>
          </a:p>
        </p:txBody>
      </p:sp>
      <p:sp>
        <p:nvSpPr>
          <p:cNvPr id="10" name="Shape 8"/>
          <p:cNvSpPr/>
          <p:nvPr/>
        </p:nvSpPr>
        <p:spPr>
          <a:xfrm>
            <a:off x="6197600" y="1569690"/>
            <a:ext cx="5181600" cy="3395911"/>
          </a:xfrm>
          <a:custGeom>
            <a:avLst/>
            <a:gdLst/>
            <a:ahLst/>
            <a:cxnLst/>
            <a:rect l="l" t="t" r="r" b="b"/>
            <a:pathLst>
              <a:path w="5181600" h="3395911">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3B6FE0"/>
          </a:solidFill>
          <a:ln/>
        </p:spPr>
        <p:txBody>
          <a:bodyPr/>
          <a:lstStyle/>
          <a:p>
            <a:endParaRPr lang="en-IN"/>
          </a:p>
        </p:txBody>
      </p:sp>
      <p:sp>
        <p:nvSpPr>
          <p:cNvPr id="11" name="Text 9"/>
          <p:cNvSpPr/>
          <p:nvPr/>
        </p:nvSpPr>
        <p:spPr>
          <a:xfrm>
            <a:off x="6451600" y="1874490"/>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3B6FE0"/>
                </a:solidFill>
                <a:latin typeface="Segoe UI" pitchFamily="34" charset="0"/>
                <a:ea typeface="Segoe UI" pitchFamily="34" charset="-122"/>
                <a:cs typeface="Segoe UI" pitchFamily="34" charset="-120"/>
              </a:rPr>
              <a:t>Code Apps</a:t>
            </a:r>
            <a:endParaRPr lang="en-US" sz="2200" dirty="0"/>
          </a:p>
        </p:txBody>
      </p:sp>
      <p:sp>
        <p:nvSpPr>
          <p:cNvPr id="12" name="Text 10"/>
          <p:cNvSpPr/>
          <p:nvPr/>
        </p:nvSpPr>
        <p:spPr>
          <a:xfrm>
            <a:off x="6451600" y="236215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470"/>
                </a:solidFill>
                <a:latin typeface="Segoe UI" pitchFamily="34" charset="0"/>
                <a:ea typeface="Segoe UI" pitchFamily="34" charset="-122"/>
                <a:cs typeface="Segoe UI" pitchFamily="34" charset="-120"/>
              </a:rPr>
              <a:t>Build modern web apps with pro-code tools.</a:t>
            </a:r>
            <a:endParaRPr lang="en-US" sz="1400" dirty="0"/>
          </a:p>
        </p:txBody>
      </p:sp>
      <p:sp>
        <p:nvSpPr>
          <p:cNvPr id="13" name="Text 11"/>
          <p:cNvSpPr/>
          <p:nvPr/>
        </p:nvSpPr>
        <p:spPr>
          <a:xfrm>
            <a:off x="6523482" y="2763441"/>
            <a:ext cx="4734306" cy="1358900"/>
          </a:xfrm>
          <a:prstGeom prst="rect">
            <a:avLst/>
          </a:prstGeom>
          <a:noFill/>
          <a:ln/>
        </p:spPr>
        <p:txBody>
          <a:bodyPr wrap="square" lIns="0" tIns="0" rIns="0" bIns="0" rtlCol="0" anchor="t">
            <a:normAutofit/>
          </a:bodyPr>
          <a:lstStyle/>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React, TypeScript, Vue and modern web tools</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Full control over UI and architecture</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Suits complex logic and reusable components</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Power Platform data sources and 1,500+ connectors</a:t>
            </a:r>
            <a:endParaRPr lang="en-US" sz="1400" dirty="0"/>
          </a:p>
          <a:p>
            <a:pPr marL="182118" indent="-182118" algn="l">
              <a:lnSpc>
                <a:spcPts val="2100"/>
              </a:lnSpc>
              <a:buSzPct val="100000"/>
              <a:buChar char="•"/>
            </a:pPr>
            <a:r>
              <a:rPr lang="en-US" sz="1400" dirty="0">
                <a:solidFill>
                  <a:srgbClr val="1B1340"/>
                </a:solidFill>
                <a:latin typeface="Segoe UI" pitchFamily="34" charset="0"/>
                <a:ea typeface="Segoe UI" pitchFamily="34" charset="-122"/>
                <a:cs typeface="Segoe UI" pitchFamily="34" charset="-120"/>
              </a:rPr>
              <a:t>Managed authentication, governance and ALM</a:t>
            </a:r>
            <a:endParaRPr lang="en-US" sz="1400" dirty="0"/>
          </a:p>
        </p:txBody>
      </p:sp>
      <p:sp>
        <p:nvSpPr>
          <p:cNvPr id="14" name="Text 12"/>
          <p:cNvSpPr/>
          <p:nvPr/>
        </p:nvSpPr>
        <p:spPr>
          <a:xfrm>
            <a:off x="6451600" y="4249341"/>
            <a:ext cx="4813808"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B6FE0"/>
                </a:solidFill>
                <a:latin typeface="Segoe UI" pitchFamily="34" charset="0"/>
                <a:ea typeface="Segoe UI" pitchFamily="34" charset="-122"/>
                <a:cs typeface="Segoe UI" pitchFamily="34" charset="-120"/>
              </a:rPr>
              <a:t>Best for: developer control, complex UI and pro-code scenarios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lIns="0" tIns="0" rIns="0" bIns="0" rtlCol="0" anchor="ctr"/>
          <a:lstStyle/>
          <a:p>
            <a:pPr marL="0" indent="0" algn="l">
              <a:buNone/>
            </a:pPr>
            <a:r>
              <a:rPr lang="en-US" sz="3800" b="1" dirty="0">
                <a:solidFill>
                  <a:schemeClr val="tx2"/>
                </a:solidFill>
              </a:rPr>
              <a:t>What are Code Apps?</a:t>
            </a:r>
            <a:endParaRPr lang="en-US" sz="3800" dirty="0"/>
          </a:p>
        </p:txBody>
      </p:sp>
      <p:sp>
        <p:nvSpPr>
          <p:cNvPr id="3" name="Section badge"/>
          <p:cNvSpPr/>
          <p:nvPr/>
        </p:nvSpPr>
        <p:spPr>
          <a:xfrm>
            <a:off x="640080" y="502920"/>
            <a:ext cx="731520" cy="73152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4" name="Section number"/>
          <p:cNvSpPr txBox="1"/>
          <p:nvPr/>
        </p:nvSpPr>
        <p:spPr>
          <a:xfrm>
            <a:off x="640080" y="502920"/>
            <a:ext cx="7315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1</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Definition"/>
          <p:cNvSpPr txBox="1"/>
          <p:nvPr/>
        </p:nvSpPr>
        <p:spPr>
          <a:xfrm>
            <a:off x="640080" y="1645920"/>
            <a:ext cx="6492240" cy="2377440"/>
          </a:xfrm>
          <a:prstGeom prst="rect">
            <a:avLst/>
          </a:prstGeom>
          <a:noFill/>
          <a:ln/>
        </p:spPr>
        <p:txBody>
          <a:bodyPr wrap="square"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1B1340"/>
                </a:solidFill>
                <a:effectLst/>
                <a:uLnTx/>
                <a:uFillTx/>
                <a:latin typeface="Calibri"/>
                <a:ea typeface="+mn-ea"/>
                <a:cs typeface="+mn-cs"/>
              </a:rPr>
              <a:t>Power Apps Code Apps allow developers to build application UI and logic using familiar web development technologies, while still leveraging the Power Platform ecosystem for data, security and business processes.</a:t>
            </a:r>
          </a:p>
        </p:txBody>
      </p:sp>
      <p:sp>
        <p:nvSpPr>
          <p:cNvPr id="6" name="Chip icon circle"/>
          <p:cNvSpPr/>
          <p:nvPr/>
        </p:nvSpPr>
        <p:spPr>
          <a:xfrm>
            <a:off x="640080" y="4160520"/>
            <a:ext cx="502920" cy="502920"/>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7" name="Chip icon" descr="preencoded.png"/>
          <p:cNvPicPr>
            <a:picLocks noChangeAspect="1"/>
          </p:cNvPicPr>
          <p:nvPr/>
        </p:nvPicPr>
        <p:blipFill>
          <a:blip r:embed="rId3"/>
          <a:stretch>
            <a:fillRect/>
          </a:stretch>
        </p:blipFill>
        <p:spPr>
          <a:xfrm>
            <a:off x="765810" y="4286250"/>
            <a:ext cx="251460" cy="251460"/>
          </a:xfrm>
          <a:prstGeom prst="rect">
            <a:avLst/>
          </a:prstGeom>
        </p:spPr>
      </p:pic>
      <p:sp>
        <p:nvSpPr>
          <p:cNvPr id="8" name="Chip label"/>
          <p:cNvSpPr txBox="1"/>
          <p:nvPr/>
        </p:nvSpPr>
        <p:spPr>
          <a:xfrm>
            <a:off x="1325880" y="4160520"/>
            <a:ext cx="566928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Familiar web development technologies</a:t>
            </a:r>
          </a:p>
        </p:txBody>
      </p:sp>
      <p:sp>
        <p:nvSpPr>
          <p:cNvPr id="9" name="Chip icon circle"/>
          <p:cNvSpPr/>
          <p:nvPr/>
        </p:nvSpPr>
        <p:spPr>
          <a:xfrm>
            <a:off x="640080" y="4846320"/>
            <a:ext cx="502920" cy="502920"/>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0" name="Chip icon" descr="preencoded.png"/>
          <p:cNvPicPr>
            <a:picLocks noChangeAspect="1"/>
          </p:cNvPicPr>
          <p:nvPr/>
        </p:nvPicPr>
        <p:blipFill>
          <a:blip r:embed="rId4"/>
          <a:stretch>
            <a:fillRect/>
          </a:stretch>
        </p:blipFill>
        <p:spPr>
          <a:xfrm>
            <a:off x="765810" y="4972050"/>
            <a:ext cx="251460" cy="251460"/>
          </a:xfrm>
          <a:prstGeom prst="rect">
            <a:avLst/>
          </a:prstGeom>
        </p:spPr>
      </p:pic>
      <p:sp>
        <p:nvSpPr>
          <p:cNvPr id="11" name="Chip label"/>
          <p:cNvSpPr txBox="1"/>
          <p:nvPr/>
        </p:nvSpPr>
        <p:spPr>
          <a:xfrm>
            <a:off x="1325880" y="4846320"/>
            <a:ext cx="566928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Power Platform data</a:t>
            </a:r>
          </a:p>
        </p:txBody>
      </p:sp>
      <p:sp>
        <p:nvSpPr>
          <p:cNvPr id="12" name="Chip icon circle"/>
          <p:cNvSpPr/>
          <p:nvPr/>
        </p:nvSpPr>
        <p:spPr>
          <a:xfrm>
            <a:off x="640080" y="5532120"/>
            <a:ext cx="502920" cy="502920"/>
          </a:xfrm>
          <a:prstGeom prst="ellipse">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3" name="Chip icon" descr="preencoded.png"/>
          <p:cNvPicPr>
            <a:picLocks noChangeAspect="1"/>
          </p:cNvPicPr>
          <p:nvPr/>
        </p:nvPicPr>
        <p:blipFill>
          <a:blip r:embed="rId5"/>
          <a:stretch>
            <a:fillRect/>
          </a:stretch>
        </p:blipFill>
        <p:spPr>
          <a:xfrm>
            <a:off x="765810" y="5657850"/>
            <a:ext cx="251460" cy="251460"/>
          </a:xfrm>
          <a:prstGeom prst="rect">
            <a:avLst/>
          </a:prstGeom>
        </p:spPr>
      </p:pic>
      <p:sp>
        <p:nvSpPr>
          <p:cNvPr id="14" name="Chip label"/>
          <p:cNvSpPr txBox="1"/>
          <p:nvPr/>
        </p:nvSpPr>
        <p:spPr>
          <a:xfrm>
            <a:off x="1325880" y="5532120"/>
            <a:ext cx="566928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Security and business processes</a:t>
            </a:r>
          </a:p>
        </p:txBody>
      </p:sp>
      <p:sp>
        <p:nvSpPr>
          <p:cNvPr id="15" name="Window graphic"/>
          <p:cNvSpPr/>
          <p:nvPr/>
        </p:nvSpPr>
        <p:spPr>
          <a:xfrm>
            <a:off x="7680960" y="1645920"/>
            <a:ext cx="3867912" cy="4206240"/>
          </a:xfrm>
          <a:prstGeom prst="roundRect">
            <a:avLst>
              <a:gd name="adj" fmla="val 4728"/>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6" name="Window dot"/>
          <p:cNvSpPr/>
          <p:nvPr/>
        </p:nvSpPr>
        <p:spPr>
          <a:xfrm>
            <a:off x="7955280" y="1920240"/>
            <a:ext cx="164592" cy="164592"/>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7" name="Window dot"/>
          <p:cNvSpPr/>
          <p:nvPr/>
        </p:nvSpPr>
        <p:spPr>
          <a:xfrm>
            <a:off x="8229600" y="1920240"/>
            <a:ext cx="164592" cy="164592"/>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8" name="Window dot"/>
          <p:cNvSpPr/>
          <p:nvPr/>
        </p:nvSpPr>
        <p:spPr>
          <a:xfrm>
            <a:off x="8503920" y="1920240"/>
            <a:ext cx="164592" cy="164592"/>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9" name="Code icon" descr="preencoded.png"/>
          <p:cNvPicPr>
            <a:picLocks noChangeAspect="1"/>
          </p:cNvPicPr>
          <p:nvPr/>
        </p:nvPicPr>
        <p:blipFill>
          <a:blip r:embed="rId6"/>
          <a:stretch>
            <a:fillRect/>
          </a:stretch>
        </p:blipFill>
        <p:spPr>
          <a:xfrm>
            <a:off x="8503920" y="2834640"/>
            <a:ext cx="2194560" cy="1920240"/>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5A6B8C"/>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5A6B8C"/>
              </a:solidFill>
              <a:effectLst/>
              <a:uLnTx/>
              <a:uFillTx/>
              <a:latin typeface="Calibri"/>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lIns="0" tIns="0" rIns="0" bIns="0" rtlCol="0" anchor="ctr"/>
          <a:lstStyle/>
          <a:p>
            <a:pPr marL="0" indent="0" algn="l">
              <a:buNone/>
            </a:pPr>
            <a:r>
              <a:rPr lang="en-US" sz="3800" b="1" dirty="0">
                <a:solidFill>
                  <a:schemeClr val="tx2"/>
                </a:solidFill>
              </a:rPr>
              <a:t>How are they different?</a:t>
            </a:r>
            <a:endParaRPr lang="en-US" sz="3800" dirty="0"/>
          </a:p>
        </p:txBody>
      </p:sp>
      <p:sp>
        <p:nvSpPr>
          <p:cNvPr id="3" name="Section badge"/>
          <p:cNvSpPr/>
          <p:nvPr/>
        </p:nvSpPr>
        <p:spPr>
          <a:xfrm>
            <a:off x="640080" y="502920"/>
            <a:ext cx="731520" cy="73152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4" name="Section number"/>
          <p:cNvSpPr txBox="1"/>
          <p:nvPr/>
        </p:nvSpPr>
        <p:spPr>
          <a:xfrm>
            <a:off x="640080" y="502920"/>
            <a:ext cx="7315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2</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Canvas Apps card"/>
          <p:cNvSpPr/>
          <p:nvPr/>
        </p:nvSpPr>
        <p:spPr>
          <a:xfrm>
            <a:off x="640080" y="1645920"/>
            <a:ext cx="3453384" cy="4389120"/>
          </a:xfrm>
          <a:prstGeom prst="roundRect">
            <a:avLst>
              <a:gd name="adj" fmla="val 3972"/>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6" name="Canvas Apps icon circle"/>
          <p:cNvSpPr/>
          <p:nvPr/>
        </p:nvSpPr>
        <p:spPr>
          <a:xfrm>
            <a:off x="914400" y="1920240"/>
            <a:ext cx="777240" cy="77724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7" name="Canvas Apps icon" descr="preencoded.png"/>
          <p:cNvPicPr>
            <a:picLocks noChangeAspect="1"/>
          </p:cNvPicPr>
          <p:nvPr/>
        </p:nvPicPr>
        <p:blipFill>
          <a:blip r:embed="rId3"/>
          <a:stretch>
            <a:fillRect/>
          </a:stretch>
        </p:blipFill>
        <p:spPr>
          <a:xfrm>
            <a:off x="1100938" y="2106778"/>
            <a:ext cx="404165" cy="404165"/>
          </a:xfrm>
          <a:prstGeom prst="rect">
            <a:avLst/>
          </a:prstGeom>
        </p:spPr>
      </p:pic>
      <p:sp>
        <p:nvSpPr>
          <p:cNvPr id="8" name="Canvas Apps title"/>
          <p:cNvSpPr txBox="1"/>
          <p:nvPr/>
        </p:nvSpPr>
        <p:spPr>
          <a:xfrm>
            <a:off x="1828800" y="1920240"/>
            <a:ext cx="2081784"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B1340"/>
                </a:solidFill>
                <a:effectLst/>
                <a:uLnTx/>
                <a:uFillTx/>
                <a:latin typeface="Calibri"/>
                <a:ea typeface="+mn-ea"/>
                <a:cs typeface="+mn-cs"/>
              </a:rPr>
              <a:t>Canvas Apps</a:t>
            </a:r>
            <a:endParaRPr kumimoji="0" lang="en-US" sz="2400" b="0" i="0" u="none" strike="noStrike" kern="1200" cap="none" spc="0" normalizeH="0" baseline="0" noProof="0" dirty="0">
              <a:ln>
                <a:noFill/>
              </a:ln>
              <a:solidFill>
                <a:srgbClr val="1B1340"/>
              </a:solidFill>
              <a:effectLst/>
              <a:uLnTx/>
              <a:uFillTx/>
              <a:latin typeface="Calibri"/>
              <a:ea typeface="+mn-ea"/>
              <a:cs typeface="+mn-cs"/>
            </a:endParaRPr>
          </a:p>
        </p:txBody>
      </p:sp>
      <p:sp>
        <p:nvSpPr>
          <p:cNvPr id="9" name="Overview label"/>
          <p:cNvSpPr txBox="1"/>
          <p:nvPr/>
        </p:nvSpPr>
        <p:spPr>
          <a:xfrm>
            <a:off x="960120" y="3017520"/>
            <a:ext cx="281330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5A6B8C"/>
                </a:solidFill>
                <a:effectLst/>
                <a:uLnTx/>
                <a:uFillTx/>
                <a:latin typeface="Calibri"/>
                <a:ea typeface="+mn-ea"/>
                <a:cs typeface="+mn-cs"/>
              </a:rPr>
              <a:t>OVERVIEW</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0" name="Canvas Apps overview"/>
          <p:cNvSpPr txBox="1"/>
          <p:nvPr/>
        </p:nvSpPr>
        <p:spPr>
          <a:xfrm>
            <a:off x="960120" y="3337560"/>
            <a:ext cx="2813304"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B1340"/>
                </a:solidFill>
                <a:effectLst/>
                <a:uLnTx/>
                <a:uFillTx/>
                <a:latin typeface="Calibri"/>
                <a:ea typeface="+mn-ea"/>
                <a:cs typeface="+mn-cs"/>
              </a:rPr>
              <a:t>Low-code, highly customizable UI</a:t>
            </a:r>
          </a:p>
        </p:txBody>
      </p:sp>
      <p:sp>
        <p:nvSpPr>
          <p:cNvPr id="11" name="Best for label"/>
          <p:cNvSpPr txBox="1"/>
          <p:nvPr/>
        </p:nvSpPr>
        <p:spPr>
          <a:xfrm>
            <a:off x="960120" y="4572000"/>
            <a:ext cx="281330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5A6B8C"/>
                </a:solidFill>
                <a:effectLst/>
                <a:uLnTx/>
                <a:uFillTx/>
                <a:latin typeface="Calibri"/>
                <a:ea typeface="+mn-ea"/>
                <a:cs typeface="+mn-cs"/>
              </a:rPr>
              <a:t>BEST FOR</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2" name="Canvas Apps best for"/>
          <p:cNvSpPr txBox="1"/>
          <p:nvPr/>
        </p:nvSpPr>
        <p:spPr>
          <a:xfrm>
            <a:off x="960120" y="4892040"/>
            <a:ext cx="2813304"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B1340"/>
                </a:solidFill>
                <a:effectLst/>
                <a:uLnTx/>
                <a:uFillTx/>
                <a:latin typeface="Calibri"/>
                <a:ea typeface="+mn-ea"/>
                <a:cs typeface="+mn-cs"/>
              </a:rPr>
              <a:t>Simple to moderate complexity</a:t>
            </a:r>
          </a:p>
        </p:txBody>
      </p:sp>
      <p:sp>
        <p:nvSpPr>
          <p:cNvPr id="13" name="Model-Driven Apps card"/>
          <p:cNvSpPr/>
          <p:nvPr/>
        </p:nvSpPr>
        <p:spPr>
          <a:xfrm>
            <a:off x="4367784" y="1645920"/>
            <a:ext cx="3453384" cy="4389120"/>
          </a:xfrm>
          <a:prstGeom prst="roundRect">
            <a:avLst>
              <a:gd name="adj" fmla="val 3972"/>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4" name="Model-Driven Apps icon circle"/>
          <p:cNvSpPr/>
          <p:nvPr/>
        </p:nvSpPr>
        <p:spPr>
          <a:xfrm>
            <a:off x="4642104" y="1920240"/>
            <a:ext cx="777240" cy="77724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5" name="Model-Driven Apps icon" descr="preencoded.png"/>
          <p:cNvPicPr>
            <a:picLocks noChangeAspect="1"/>
          </p:cNvPicPr>
          <p:nvPr/>
        </p:nvPicPr>
        <p:blipFill>
          <a:blip r:embed="rId4"/>
          <a:stretch>
            <a:fillRect/>
          </a:stretch>
        </p:blipFill>
        <p:spPr>
          <a:xfrm>
            <a:off x="4828642" y="2106778"/>
            <a:ext cx="404165" cy="404165"/>
          </a:xfrm>
          <a:prstGeom prst="rect">
            <a:avLst/>
          </a:prstGeom>
        </p:spPr>
      </p:pic>
      <p:sp>
        <p:nvSpPr>
          <p:cNvPr id="16" name="Model-Driven Apps title"/>
          <p:cNvSpPr txBox="1"/>
          <p:nvPr/>
        </p:nvSpPr>
        <p:spPr>
          <a:xfrm>
            <a:off x="5556504" y="1920240"/>
            <a:ext cx="2081784"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1B1340"/>
                </a:solidFill>
                <a:effectLst/>
                <a:uLnTx/>
                <a:uFillTx/>
                <a:latin typeface="Calibri"/>
                <a:ea typeface="+mn-ea"/>
                <a:cs typeface="+mn-cs"/>
              </a:rPr>
              <a:t>Model-Driven Apps</a:t>
            </a:r>
            <a:endParaRPr kumimoji="0" lang="en-US" sz="24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7" name="Overview label"/>
          <p:cNvSpPr txBox="1"/>
          <p:nvPr/>
        </p:nvSpPr>
        <p:spPr>
          <a:xfrm>
            <a:off x="4687824" y="3017520"/>
            <a:ext cx="281330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5A6B8C"/>
                </a:solidFill>
                <a:effectLst/>
                <a:uLnTx/>
                <a:uFillTx/>
                <a:latin typeface="Calibri"/>
                <a:ea typeface="+mn-ea"/>
                <a:cs typeface="+mn-cs"/>
              </a:rPr>
              <a:t>OVERVIEW</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8" name="Model-Driven Apps overview"/>
          <p:cNvSpPr txBox="1"/>
          <p:nvPr/>
        </p:nvSpPr>
        <p:spPr>
          <a:xfrm>
            <a:off x="4687824" y="3337560"/>
            <a:ext cx="2813304"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B1340"/>
                </a:solidFill>
                <a:effectLst/>
                <a:uLnTx/>
                <a:uFillTx/>
                <a:latin typeface="Calibri"/>
                <a:ea typeface="+mn-ea"/>
                <a:cs typeface="+mn-cs"/>
              </a:rPr>
              <a:t>Dataverse-driven with built-in capabilities</a:t>
            </a:r>
          </a:p>
        </p:txBody>
      </p:sp>
      <p:sp>
        <p:nvSpPr>
          <p:cNvPr id="19" name="Best for label"/>
          <p:cNvSpPr txBox="1"/>
          <p:nvPr/>
        </p:nvSpPr>
        <p:spPr>
          <a:xfrm>
            <a:off x="4687824" y="4572000"/>
            <a:ext cx="281330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5A6B8C"/>
                </a:solidFill>
                <a:effectLst/>
                <a:uLnTx/>
                <a:uFillTx/>
                <a:latin typeface="Calibri"/>
                <a:ea typeface="+mn-ea"/>
                <a:cs typeface="+mn-cs"/>
              </a:rPr>
              <a:t>BEST FOR</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0" name="Model-Driven Apps best for"/>
          <p:cNvSpPr txBox="1"/>
          <p:nvPr/>
        </p:nvSpPr>
        <p:spPr>
          <a:xfrm>
            <a:off x="4687824" y="4892040"/>
            <a:ext cx="2813304"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1B1340"/>
                </a:solidFill>
                <a:effectLst/>
                <a:uLnTx/>
                <a:uFillTx/>
                <a:latin typeface="Calibri"/>
                <a:ea typeface="+mn-ea"/>
                <a:cs typeface="+mn-cs"/>
              </a:rPr>
              <a:t>Data-driven business applications</a:t>
            </a:r>
          </a:p>
        </p:txBody>
      </p:sp>
      <p:sp>
        <p:nvSpPr>
          <p:cNvPr id="21" name="Code Apps card"/>
          <p:cNvSpPr/>
          <p:nvPr/>
        </p:nvSpPr>
        <p:spPr>
          <a:xfrm>
            <a:off x="8095488" y="1645920"/>
            <a:ext cx="3453384" cy="4389120"/>
          </a:xfrm>
          <a:prstGeom prst="roundRect">
            <a:avLst>
              <a:gd name="adj" fmla="val 3972"/>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2" name="Code Apps icon circle"/>
          <p:cNvSpPr/>
          <p:nvPr/>
        </p:nvSpPr>
        <p:spPr>
          <a:xfrm>
            <a:off x="8369808" y="1920240"/>
            <a:ext cx="777240" cy="77724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3" name="Code Apps icon" descr="preencoded.png"/>
          <p:cNvPicPr>
            <a:picLocks noChangeAspect="1"/>
          </p:cNvPicPr>
          <p:nvPr/>
        </p:nvPicPr>
        <p:blipFill>
          <a:blip r:embed="rId5"/>
          <a:stretch>
            <a:fillRect/>
          </a:stretch>
        </p:blipFill>
        <p:spPr>
          <a:xfrm>
            <a:off x="8556346" y="2106778"/>
            <a:ext cx="404165" cy="404165"/>
          </a:xfrm>
          <a:prstGeom prst="rect">
            <a:avLst/>
          </a:prstGeom>
        </p:spPr>
      </p:pic>
      <p:sp>
        <p:nvSpPr>
          <p:cNvPr id="24" name="Code Apps title"/>
          <p:cNvSpPr txBox="1"/>
          <p:nvPr/>
        </p:nvSpPr>
        <p:spPr>
          <a:xfrm>
            <a:off x="9284208" y="1920240"/>
            <a:ext cx="2081784"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Calibri"/>
                <a:ea typeface="+mn-ea"/>
                <a:cs typeface="+mn-cs"/>
              </a:rPr>
              <a:t>Code Apps</a:t>
            </a:r>
            <a:endParaRPr kumimoji="0" lang="en-US" sz="24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5" name="Overview label"/>
          <p:cNvSpPr txBox="1"/>
          <p:nvPr/>
        </p:nvSpPr>
        <p:spPr>
          <a:xfrm>
            <a:off x="8415528" y="3017520"/>
            <a:ext cx="281330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1EAFB"/>
                </a:solidFill>
                <a:effectLst/>
                <a:uLnTx/>
                <a:uFillTx/>
                <a:latin typeface="Calibri"/>
                <a:ea typeface="+mn-ea"/>
                <a:cs typeface="+mn-cs"/>
              </a:rPr>
              <a:t>OVERVIEW</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6" name="Code Apps overview"/>
          <p:cNvSpPr txBox="1"/>
          <p:nvPr/>
        </p:nvSpPr>
        <p:spPr>
          <a:xfrm>
            <a:off x="8415528" y="3337560"/>
            <a:ext cx="2813304" cy="1188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a:ea typeface="+mn-ea"/>
                <a:cs typeface="+mn-cs"/>
              </a:rPr>
              <a:t>Pro-code approach using modern web technologies</a:t>
            </a:r>
            <a:endParaRPr kumimoji="0" lang="en-US" sz="2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7" name="Best for label"/>
          <p:cNvSpPr txBox="1"/>
          <p:nvPr/>
        </p:nvSpPr>
        <p:spPr>
          <a:xfrm>
            <a:off x="8415528" y="4572000"/>
            <a:ext cx="2813304"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F1EAFB"/>
                </a:solidFill>
                <a:effectLst/>
                <a:uLnTx/>
                <a:uFillTx/>
                <a:latin typeface="Calibri"/>
                <a:ea typeface="+mn-ea"/>
                <a:cs typeface="+mn-cs"/>
              </a:rPr>
              <a:t>BEST FOR</a:t>
            </a:r>
            <a:endParaRPr kumimoji="0" lang="en-US" sz="1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8" name="Code Apps best for"/>
          <p:cNvSpPr txBox="1"/>
          <p:nvPr/>
        </p:nvSpPr>
        <p:spPr>
          <a:xfrm>
            <a:off x="8415528" y="4892040"/>
            <a:ext cx="2813304"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alibri"/>
                <a:ea typeface="+mn-ea"/>
                <a:cs typeface="+mn-cs"/>
              </a:rPr>
              <a:t>Highly customized and complex experiences</a:t>
            </a:r>
            <a:endParaRPr kumimoji="0" lang="en-US" sz="2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9"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5A6B8C"/>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5A6B8C"/>
              </a:solidFill>
              <a:effectLst/>
              <a:uLnTx/>
              <a:uFillTx/>
              <a:latin typeface="Calibri"/>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lIns="0" tIns="0" rIns="0" bIns="0" rtlCol="0" anchor="ctr"/>
          <a:lstStyle/>
          <a:p>
            <a:pPr marL="0" indent="0" algn="l">
              <a:buNone/>
            </a:pPr>
            <a:r>
              <a:rPr lang="en-US" sz="3800" b="1" dirty="0">
                <a:solidFill>
                  <a:schemeClr val="tx2"/>
                </a:solidFill>
              </a:rPr>
              <a:t>Technologies involved</a:t>
            </a:r>
            <a:endParaRPr lang="en-US" sz="3800" dirty="0"/>
          </a:p>
        </p:txBody>
      </p:sp>
      <p:sp>
        <p:nvSpPr>
          <p:cNvPr id="3" name="Section badge"/>
          <p:cNvSpPr/>
          <p:nvPr/>
        </p:nvSpPr>
        <p:spPr>
          <a:xfrm>
            <a:off x="640080" y="502920"/>
            <a:ext cx="731520" cy="73152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4" name="Section number"/>
          <p:cNvSpPr txBox="1"/>
          <p:nvPr/>
        </p:nvSpPr>
        <p:spPr>
          <a:xfrm>
            <a:off x="640080" y="502920"/>
            <a:ext cx="7315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3</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React tile"/>
          <p:cNvSpPr/>
          <p:nvPr/>
        </p:nvSpPr>
        <p:spPr>
          <a:xfrm>
            <a:off x="640080" y="1645920"/>
            <a:ext cx="3453384" cy="2057400"/>
          </a:xfrm>
          <a:prstGeom prst="roundRect">
            <a:avLst>
              <a:gd name="adj" fmla="val 6667"/>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6" name="React icon circle"/>
          <p:cNvSpPr/>
          <p:nvPr/>
        </p:nvSpPr>
        <p:spPr>
          <a:xfrm>
            <a:off x="1005840" y="2125980"/>
            <a:ext cx="1097280" cy="109728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7" name="React icon" descr="preencoded.png"/>
          <p:cNvPicPr>
            <a:picLocks noChangeAspect="1"/>
          </p:cNvPicPr>
          <p:nvPr/>
        </p:nvPicPr>
        <p:blipFill>
          <a:blip r:embed="rId3"/>
          <a:stretch>
            <a:fillRect/>
          </a:stretch>
        </p:blipFill>
        <p:spPr>
          <a:xfrm>
            <a:off x="1252728" y="2372868"/>
            <a:ext cx="603504" cy="603504"/>
          </a:xfrm>
          <a:prstGeom prst="rect">
            <a:avLst/>
          </a:prstGeom>
        </p:spPr>
      </p:pic>
      <p:sp>
        <p:nvSpPr>
          <p:cNvPr id="8" name="React label"/>
          <p:cNvSpPr txBox="1"/>
          <p:nvPr/>
        </p:nvSpPr>
        <p:spPr>
          <a:xfrm>
            <a:off x="2331720" y="1920240"/>
            <a:ext cx="1533144" cy="1508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340"/>
                </a:solidFill>
                <a:effectLst/>
                <a:uLnTx/>
                <a:uFillTx/>
                <a:latin typeface="Calibri"/>
                <a:ea typeface="+mn-ea"/>
                <a:cs typeface="+mn-cs"/>
              </a:rPr>
              <a:t>React</a:t>
            </a:r>
            <a:endParaRPr kumimoji="0" lang="en-US" sz="2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9" name="TypeScript tile"/>
          <p:cNvSpPr/>
          <p:nvPr/>
        </p:nvSpPr>
        <p:spPr>
          <a:xfrm>
            <a:off x="4367784" y="1645920"/>
            <a:ext cx="3453384" cy="2057400"/>
          </a:xfrm>
          <a:prstGeom prst="roundRect">
            <a:avLst>
              <a:gd name="adj" fmla="val 6667"/>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0" name="TypeScript icon circle"/>
          <p:cNvSpPr/>
          <p:nvPr/>
        </p:nvSpPr>
        <p:spPr>
          <a:xfrm>
            <a:off x="4733544" y="2125980"/>
            <a:ext cx="1097280" cy="109728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1" name="TypeScript icon" descr="preencoded.png"/>
          <p:cNvPicPr>
            <a:picLocks noChangeAspect="1"/>
          </p:cNvPicPr>
          <p:nvPr/>
        </p:nvPicPr>
        <p:blipFill>
          <a:blip r:embed="rId4"/>
          <a:stretch>
            <a:fillRect/>
          </a:stretch>
        </p:blipFill>
        <p:spPr>
          <a:xfrm>
            <a:off x="4980432" y="2372868"/>
            <a:ext cx="603504" cy="603504"/>
          </a:xfrm>
          <a:prstGeom prst="rect">
            <a:avLst/>
          </a:prstGeom>
        </p:spPr>
      </p:pic>
      <p:sp>
        <p:nvSpPr>
          <p:cNvPr id="12" name="TypeScript label"/>
          <p:cNvSpPr txBox="1"/>
          <p:nvPr/>
        </p:nvSpPr>
        <p:spPr>
          <a:xfrm>
            <a:off x="6059424" y="1920240"/>
            <a:ext cx="1533144" cy="1508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340"/>
                </a:solidFill>
                <a:effectLst/>
                <a:uLnTx/>
                <a:uFillTx/>
                <a:latin typeface="Calibri"/>
                <a:ea typeface="+mn-ea"/>
                <a:cs typeface="+mn-cs"/>
              </a:rPr>
              <a:t>TypeScript</a:t>
            </a:r>
            <a:endParaRPr kumimoji="0" lang="en-US" sz="2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3" name="JavaScript tile"/>
          <p:cNvSpPr/>
          <p:nvPr/>
        </p:nvSpPr>
        <p:spPr>
          <a:xfrm>
            <a:off x="8095488" y="1645920"/>
            <a:ext cx="3453384" cy="2057400"/>
          </a:xfrm>
          <a:prstGeom prst="roundRect">
            <a:avLst>
              <a:gd name="adj" fmla="val 6667"/>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4" name="JavaScript icon circle"/>
          <p:cNvSpPr/>
          <p:nvPr/>
        </p:nvSpPr>
        <p:spPr>
          <a:xfrm>
            <a:off x="8461248" y="2125980"/>
            <a:ext cx="1097280" cy="109728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5" name="JavaScript icon" descr="preencoded.png"/>
          <p:cNvPicPr>
            <a:picLocks noChangeAspect="1"/>
          </p:cNvPicPr>
          <p:nvPr/>
        </p:nvPicPr>
        <p:blipFill>
          <a:blip r:embed="rId5"/>
          <a:stretch>
            <a:fillRect/>
          </a:stretch>
        </p:blipFill>
        <p:spPr>
          <a:xfrm>
            <a:off x="8708136" y="2372868"/>
            <a:ext cx="603504" cy="603504"/>
          </a:xfrm>
          <a:prstGeom prst="rect">
            <a:avLst/>
          </a:prstGeom>
        </p:spPr>
      </p:pic>
      <p:sp>
        <p:nvSpPr>
          <p:cNvPr id="16" name="JavaScript label"/>
          <p:cNvSpPr txBox="1"/>
          <p:nvPr/>
        </p:nvSpPr>
        <p:spPr>
          <a:xfrm>
            <a:off x="9787128" y="1920240"/>
            <a:ext cx="1533144" cy="1508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340"/>
                </a:solidFill>
                <a:effectLst/>
                <a:uLnTx/>
                <a:uFillTx/>
                <a:latin typeface="Calibri"/>
                <a:ea typeface="+mn-ea"/>
                <a:cs typeface="+mn-cs"/>
              </a:rPr>
              <a:t>JavaScript</a:t>
            </a:r>
            <a:endParaRPr kumimoji="0" lang="en-US" sz="2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7" name="HTML tile"/>
          <p:cNvSpPr/>
          <p:nvPr/>
        </p:nvSpPr>
        <p:spPr>
          <a:xfrm>
            <a:off x="640080" y="3977640"/>
            <a:ext cx="3453384" cy="2057400"/>
          </a:xfrm>
          <a:prstGeom prst="roundRect">
            <a:avLst>
              <a:gd name="adj" fmla="val 6667"/>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8" name="HTML icon circle"/>
          <p:cNvSpPr/>
          <p:nvPr/>
        </p:nvSpPr>
        <p:spPr>
          <a:xfrm>
            <a:off x="1005840" y="4457700"/>
            <a:ext cx="1097280" cy="109728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9" name="HTML icon" descr="preencoded.png"/>
          <p:cNvPicPr>
            <a:picLocks noChangeAspect="1"/>
          </p:cNvPicPr>
          <p:nvPr/>
        </p:nvPicPr>
        <p:blipFill>
          <a:blip r:embed="rId6"/>
          <a:stretch>
            <a:fillRect/>
          </a:stretch>
        </p:blipFill>
        <p:spPr>
          <a:xfrm>
            <a:off x="1252728" y="4704588"/>
            <a:ext cx="603504" cy="603504"/>
          </a:xfrm>
          <a:prstGeom prst="rect">
            <a:avLst/>
          </a:prstGeom>
        </p:spPr>
      </p:pic>
      <p:sp>
        <p:nvSpPr>
          <p:cNvPr id="20" name="HTML label"/>
          <p:cNvSpPr txBox="1"/>
          <p:nvPr/>
        </p:nvSpPr>
        <p:spPr>
          <a:xfrm>
            <a:off x="2331720" y="4251960"/>
            <a:ext cx="1533144" cy="1508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340"/>
                </a:solidFill>
                <a:effectLst/>
                <a:uLnTx/>
                <a:uFillTx/>
                <a:latin typeface="Calibri"/>
                <a:ea typeface="+mn-ea"/>
                <a:cs typeface="+mn-cs"/>
              </a:rPr>
              <a:t>HTML</a:t>
            </a:r>
            <a:endParaRPr kumimoji="0" lang="en-US" sz="2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1" name="CSS tile"/>
          <p:cNvSpPr/>
          <p:nvPr/>
        </p:nvSpPr>
        <p:spPr>
          <a:xfrm>
            <a:off x="4367784" y="3977640"/>
            <a:ext cx="3453384" cy="2057400"/>
          </a:xfrm>
          <a:prstGeom prst="roundRect">
            <a:avLst>
              <a:gd name="adj" fmla="val 6667"/>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2" name="CSS icon circle"/>
          <p:cNvSpPr/>
          <p:nvPr/>
        </p:nvSpPr>
        <p:spPr>
          <a:xfrm>
            <a:off x="4733544" y="4457700"/>
            <a:ext cx="1097280" cy="109728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3" name="CSS icon" descr="preencoded.png"/>
          <p:cNvPicPr>
            <a:picLocks noChangeAspect="1"/>
          </p:cNvPicPr>
          <p:nvPr/>
        </p:nvPicPr>
        <p:blipFill>
          <a:blip r:embed="rId7"/>
          <a:stretch>
            <a:fillRect/>
          </a:stretch>
        </p:blipFill>
        <p:spPr>
          <a:xfrm>
            <a:off x="4980432" y="4704588"/>
            <a:ext cx="603504" cy="603504"/>
          </a:xfrm>
          <a:prstGeom prst="rect">
            <a:avLst/>
          </a:prstGeom>
        </p:spPr>
      </p:pic>
      <p:sp>
        <p:nvSpPr>
          <p:cNvPr id="24" name="CSS label"/>
          <p:cNvSpPr txBox="1"/>
          <p:nvPr/>
        </p:nvSpPr>
        <p:spPr>
          <a:xfrm>
            <a:off x="6059424" y="4251960"/>
            <a:ext cx="1533144" cy="1508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340"/>
                </a:solidFill>
                <a:effectLst/>
                <a:uLnTx/>
                <a:uFillTx/>
                <a:latin typeface="Calibri"/>
                <a:ea typeface="+mn-ea"/>
                <a:cs typeface="+mn-cs"/>
              </a:rPr>
              <a:t>CSS</a:t>
            </a:r>
            <a:endParaRPr kumimoji="0" lang="en-US" sz="2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5" name="Power Platform SDK &amp; Libraries tile"/>
          <p:cNvSpPr/>
          <p:nvPr/>
        </p:nvSpPr>
        <p:spPr>
          <a:xfrm>
            <a:off x="8095488" y="3977640"/>
            <a:ext cx="3453384" cy="2057400"/>
          </a:xfrm>
          <a:prstGeom prst="roundRect">
            <a:avLst>
              <a:gd name="adj" fmla="val 6667"/>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6" name="Power Platform SDK &amp; Libraries icon circle"/>
          <p:cNvSpPr/>
          <p:nvPr/>
        </p:nvSpPr>
        <p:spPr>
          <a:xfrm>
            <a:off x="8461248" y="4457700"/>
            <a:ext cx="1097280" cy="109728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7" name="Power Platform SDK &amp; Libraries icon" descr="preencoded.png"/>
          <p:cNvPicPr>
            <a:picLocks noChangeAspect="1"/>
          </p:cNvPicPr>
          <p:nvPr/>
        </p:nvPicPr>
        <p:blipFill>
          <a:blip r:embed="rId8"/>
          <a:stretch>
            <a:fillRect/>
          </a:stretch>
        </p:blipFill>
        <p:spPr>
          <a:xfrm>
            <a:off x="8708136" y="4704588"/>
            <a:ext cx="603504" cy="603504"/>
          </a:xfrm>
          <a:prstGeom prst="rect">
            <a:avLst/>
          </a:prstGeom>
        </p:spPr>
      </p:pic>
      <p:sp>
        <p:nvSpPr>
          <p:cNvPr id="28" name="Power Platform SDK &amp;amp; Libraries label"/>
          <p:cNvSpPr txBox="1"/>
          <p:nvPr/>
        </p:nvSpPr>
        <p:spPr>
          <a:xfrm>
            <a:off x="9787128" y="4251960"/>
            <a:ext cx="1533144" cy="1508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340"/>
                </a:solidFill>
                <a:effectLst/>
                <a:uLnTx/>
                <a:uFillTx/>
                <a:latin typeface="Calibri"/>
                <a:ea typeface="+mn-ea"/>
                <a:cs typeface="+mn-cs"/>
              </a:rPr>
              <a:t>Power Platform SDK &amp; Libraries</a:t>
            </a:r>
            <a:endParaRPr kumimoji="0" lang="en-US" sz="22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9"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5A6B8C"/>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5A6B8C"/>
              </a:solidFill>
              <a:effectLst/>
              <a:uLnTx/>
              <a:uFillTx/>
              <a:latin typeface="Calibri"/>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lIns="0" tIns="0" rIns="0" bIns="0" rtlCol="0" anchor="ctr"/>
          <a:lstStyle/>
          <a:p>
            <a:pPr marL="0" indent="0" algn="l">
              <a:buNone/>
            </a:pPr>
            <a:r>
              <a:rPr lang="en-US" sz="3800" b="1" dirty="0">
                <a:solidFill>
                  <a:schemeClr val="tx2"/>
                </a:solidFill>
              </a:rPr>
              <a:t>Architecture flow</a:t>
            </a:r>
            <a:endParaRPr lang="en-US" sz="3800" dirty="0"/>
          </a:p>
        </p:txBody>
      </p:sp>
      <p:sp>
        <p:nvSpPr>
          <p:cNvPr id="3" name="Section badge"/>
          <p:cNvSpPr/>
          <p:nvPr/>
        </p:nvSpPr>
        <p:spPr>
          <a:xfrm>
            <a:off x="640080" y="502920"/>
            <a:ext cx="731520" cy="73152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4" name="Section number"/>
          <p:cNvSpPr txBox="1"/>
          <p:nvPr/>
        </p:nvSpPr>
        <p:spPr>
          <a:xfrm>
            <a:off x="640080" y="502920"/>
            <a:ext cx="7315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4</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Power Apps Code App box"/>
          <p:cNvSpPr/>
          <p:nvPr/>
        </p:nvSpPr>
        <p:spPr>
          <a:xfrm>
            <a:off x="640080" y="1600200"/>
            <a:ext cx="2286000" cy="2926080"/>
          </a:xfrm>
          <a:prstGeom prst="roundRect">
            <a:avLst>
              <a:gd name="adj" fmla="val 6000"/>
            </a:avLst>
          </a:prstGeom>
          <a:solidFill>
            <a:schemeClr val="accent1">
              <a:alpha val="12000"/>
            </a:schemeClr>
          </a:solidFill>
          <a:ln w="19050">
            <a:solidFill>
              <a:schemeClr val="accent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6" name="Power Apps Code App icon circle"/>
          <p:cNvSpPr/>
          <p:nvPr/>
        </p:nvSpPr>
        <p:spPr>
          <a:xfrm>
            <a:off x="868680" y="1828800"/>
            <a:ext cx="731520" cy="73152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7" name="Power Apps Code App icon" descr="preencoded.png"/>
          <p:cNvPicPr>
            <a:picLocks noChangeAspect="1"/>
          </p:cNvPicPr>
          <p:nvPr/>
        </p:nvPicPr>
        <p:blipFill>
          <a:blip r:embed="rId3"/>
          <a:stretch>
            <a:fillRect/>
          </a:stretch>
        </p:blipFill>
        <p:spPr>
          <a:xfrm>
            <a:off x="1051560" y="2011680"/>
            <a:ext cx="365760" cy="365760"/>
          </a:xfrm>
          <a:prstGeom prst="rect">
            <a:avLst/>
          </a:prstGeom>
        </p:spPr>
      </p:pic>
      <p:sp>
        <p:nvSpPr>
          <p:cNvPr id="8" name="Power Apps Code App title"/>
          <p:cNvSpPr txBox="1"/>
          <p:nvPr/>
        </p:nvSpPr>
        <p:spPr>
          <a:xfrm>
            <a:off x="868680" y="2697480"/>
            <a:ext cx="18288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B1340"/>
                </a:solidFill>
                <a:effectLst/>
                <a:uLnTx/>
                <a:uFillTx/>
                <a:latin typeface="Calibri"/>
                <a:ea typeface="+mn-ea"/>
                <a:cs typeface="+mn-cs"/>
              </a:rPr>
              <a:t>Power Apps Code App</a:t>
            </a:r>
            <a:endParaRPr kumimoji="0" lang="en-US" sz="2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9" name="Power Apps Code App description"/>
          <p:cNvSpPr txBox="1"/>
          <p:nvPr/>
        </p:nvSpPr>
        <p:spPr>
          <a:xfrm>
            <a:off x="868680" y="3383280"/>
            <a:ext cx="1828800"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340"/>
                </a:solidFill>
                <a:effectLst/>
                <a:uLnTx/>
                <a:uFillTx/>
                <a:latin typeface="Calibri"/>
                <a:ea typeface="+mn-ea"/>
                <a:cs typeface="+mn-cs"/>
              </a:rPr>
              <a:t>Custom UI built with React, TypeScript, etc.</a:t>
            </a:r>
          </a:p>
        </p:txBody>
      </p:sp>
      <p:sp>
        <p:nvSpPr>
          <p:cNvPr id="10" name="Microsoft Dataverse box"/>
          <p:cNvSpPr/>
          <p:nvPr/>
        </p:nvSpPr>
        <p:spPr>
          <a:xfrm>
            <a:off x="3514344" y="1600200"/>
            <a:ext cx="2286000" cy="2926080"/>
          </a:xfrm>
          <a:prstGeom prst="roundRect">
            <a:avLst>
              <a:gd name="adj" fmla="val 6000"/>
            </a:avLst>
          </a:prstGeom>
          <a:solidFill>
            <a:schemeClr val="accent3">
              <a:alpha val="12000"/>
            </a:schemeClr>
          </a:solidFill>
          <a:ln w="19050">
            <a:solidFill>
              <a:schemeClr val="accent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1" name="Microsoft Dataverse icon circle"/>
          <p:cNvSpPr/>
          <p:nvPr/>
        </p:nvSpPr>
        <p:spPr>
          <a:xfrm>
            <a:off x="3742944" y="1828800"/>
            <a:ext cx="731520" cy="73152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2" name="Microsoft Dataverse icon" descr="preencoded.png"/>
          <p:cNvPicPr>
            <a:picLocks noChangeAspect="1"/>
          </p:cNvPicPr>
          <p:nvPr/>
        </p:nvPicPr>
        <p:blipFill>
          <a:blip r:embed="rId4"/>
          <a:stretch>
            <a:fillRect/>
          </a:stretch>
        </p:blipFill>
        <p:spPr>
          <a:xfrm>
            <a:off x="3925824" y="2011680"/>
            <a:ext cx="365760" cy="365760"/>
          </a:xfrm>
          <a:prstGeom prst="rect">
            <a:avLst/>
          </a:prstGeom>
        </p:spPr>
      </p:pic>
      <p:sp>
        <p:nvSpPr>
          <p:cNvPr id="13" name="Microsoft Dataverse title"/>
          <p:cNvSpPr txBox="1"/>
          <p:nvPr/>
        </p:nvSpPr>
        <p:spPr>
          <a:xfrm>
            <a:off x="3742944" y="2697480"/>
            <a:ext cx="18288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B1340"/>
                </a:solidFill>
                <a:effectLst/>
                <a:uLnTx/>
                <a:uFillTx/>
                <a:latin typeface="Calibri"/>
                <a:ea typeface="+mn-ea"/>
                <a:cs typeface="+mn-cs"/>
              </a:rPr>
              <a:t>Microsoft Dataverse</a:t>
            </a:r>
            <a:endParaRPr kumimoji="0" lang="en-US" sz="2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4" name="Microsoft Dataverse description"/>
          <p:cNvSpPr txBox="1"/>
          <p:nvPr/>
        </p:nvSpPr>
        <p:spPr>
          <a:xfrm>
            <a:off x="3742944" y="3383280"/>
            <a:ext cx="1828800"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340"/>
                </a:solidFill>
                <a:effectLst/>
                <a:uLnTx/>
                <a:uFillTx/>
                <a:latin typeface="Calibri"/>
                <a:ea typeface="+mn-ea"/>
                <a:cs typeface="+mn-cs"/>
              </a:rPr>
              <a:t>Business data, relationships and security</a:t>
            </a:r>
          </a:p>
        </p:txBody>
      </p:sp>
      <p:sp>
        <p:nvSpPr>
          <p:cNvPr id="15" name="Power Automate box"/>
          <p:cNvSpPr/>
          <p:nvPr/>
        </p:nvSpPr>
        <p:spPr>
          <a:xfrm>
            <a:off x="6388608" y="1600200"/>
            <a:ext cx="2286000" cy="2926080"/>
          </a:xfrm>
          <a:prstGeom prst="roundRect">
            <a:avLst>
              <a:gd name="adj" fmla="val 6000"/>
            </a:avLst>
          </a:prstGeom>
          <a:solidFill>
            <a:schemeClr val="accent2">
              <a:alpha val="12000"/>
            </a:schemeClr>
          </a:solidFill>
          <a:ln w="19050">
            <a:solidFill>
              <a:schemeClr val="accent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6" name="Power Automate icon circle"/>
          <p:cNvSpPr/>
          <p:nvPr/>
        </p:nvSpPr>
        <p:spPr>
          <a:xfrm>
            <a:off x="6617208" y="1828800"/>
            <a:ext cx="731520" cy="73152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7" name="Power Automate icon" descr="preencoded.png"/>
          <p:cNvPicPr>
            <a:picLocks noChangeAspect="1"/>
          </p:cNvPicPr>
          <p:nvPr/>
        </p:nvPicPr>
        <p:blipFill>
          <a:blip r:embed="rId5"/>
          <a:stretch>
            <a:fillRect/>
          </a:stretch>
        </p:blipFill>
        <p:spPr>
          <a:xfrm>
            <a:off x="6800088" y="2011680"/>
            <a:ext cx="365760" cy="365760"/>
          </a:xfrm>
          <a:prstGeom prst="rect">
            <a:avLst/>
          </a:prstGeom>
        </p:spPr>
      </p:pic>
      <p:sp>
        <p:nvSpPr>
          <p:cNvPr id="18" name="Power Automate title"/>
          <p:cNvSpPr txBox="1"/>
          <p:nvPr/>
        </p:nvSpPr>
        <p:spPr>
          <a:xfrm>
            <a:off x="6617208" y="2697480"/>
            <a:ext cx="18288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B1340"/>
                </a:solidFill>
                <a:effectLst/>
                <a:uLnTx/>
                <a:uFillTx/>
                <a:latin typeface="Calibri"/>
                <a:ea typeface="+mn-ea"/>
                <a:cs typeface="+mn-cs"/>
              </a:rPr>
              <a:t>Power Automate</a:t>
            </a:r>
            <a:endParaRPr kumimoji="0" lang="en-US" sz="2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9" name="Power Automate description"/>
          <p:cNvSpPr txBox="1"/>
          <p:nvPr/>
        </p:nvSpPr>
        <p:spPr>
          <a:xfrm>
            <a:off x="6617208" y="3383280"/>
            <a:ext cx="1828800"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340"/>
                </a:solidFill>
                <a:effectLst/>
                <a:uLnTx/>
                <a:uFillTx/>
                <a:latin typeface="Calibri"/>
                <a:ea typeface="+mn-ea"/>
                <a:cs typeface="+mn-cs"/>
              </a:rPr>
              <a:t>Automation, approvals and integrations</a:t>
            </a:r>
          </a:p>
        </p:txBody>
      </p:sp>
      <p:sp>
        <p:nvSpPr>
          <p:cNvPr id="20" name="External Systems box"/>
          <p:cNvSpPr/>
          <p:nvPr/>
        </p:nvSpPr>
        <p:spPr>
          <a:xfrm>
            <a:off x="9262872" y="1600200"/>
            <a:ext cx="2286000" cy="2926080"/>
          </a:xfrm>
          <a:prstGeom prst="roundRect">
            <a:avLst>
              <a:gd name="adj" fmla="val 6000"/>
            </a:avLst>
          </a:prstGeom>
          <a:solidFill>
            <a:schemeClr val="accent4">
              <a:alpha val="12000"/>
            </a:schemeClr>
          </a:solidFill>
          <a:ln w="19050">
            <a:solidFill>
              <a:schemeClr val="accent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1" name="External Systems icon circle"/>
          <p:cNvSpPr/>
          <p:nvPr/>
        </p:nvSpPr>
        <p:spPr>
          <a:xfrm>
            <a:off x="9491472" y="1828800"/>
            <a:ext cx="731520" cy="73152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2" name="External Systems icon" descr="preencoded.png"/>
          <p:cNvPicPr>
            <a:picLocks noChangeAspect="1"/>
          </p:cNvPicPr>
          <p:nvPr/>
        </p:nvPicPr>
        <p:blipFill>
          <a:blip r:embed="rId6"/>
          <a:stretch>
            <a:fillRect/>
          </a:stretch>
        </p:blipFill>
        <p:spPr>
          <a:xfrm>
            <a:off x="9674352" y="2011680"/>
            <a:ext cx="365760" cy="365760"/>
          </a:xfrm>
          <a:prstGeom prst="rect">
            <a:avLst/>
          </a:prstGeom>
        </p:spPr>
      </p:pic>
      <p:sp>
        <p:nvSpPr>
          <p:cNvPr id="23" name="External Systems title"/>
          <p:cNvSpPr txBox="1"/>
          <p:nvPr/>
        </p:nvSpPr>
        <p:spPr>
          <a:xfrm>
            <a:off x="9491472" y="2697480"/>
            <a:ext cx="182880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B1340"/>
                </a:solidFill>
                <a:effectLst/>
                <a:uLnTx/>
                <a:uFillTx/>
                <a:latin typeface="Calibri"/>
                <a:ea typeface="+mn-ea"/>
                <a:cs typeface="+mn-cs"/>
              </a:rPr>
              <a:t>External Systems</a:t>
            </a:r>
            <a:endParaRPr kumimoji="0" lang="en-US" sz="2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4" name="External Systems description"/>
          <p:cNvSpPr txBox="1"/>
          <p:nvPr/>
        </p:nvSpPr>
        <p:spPr>
          <a:xfrm>
            <a:off x="9491472" y="3383280"/>
            <a:ext cx="1828800" cy="10058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340"/>
                </a:solidFill>
                <a:effectLst/>
                <a:uLnTx/>
                <a:uFillTx/>
                <a:latin typeface="Calibri"/>
                <a:ea typeface="+mn-ea"/>
                <a:cs typeface="+mn-cs"/>
              </a:rPr>
              <a:t>REST APIs (ERP, third-party services, custom systems, etc.)</a:t>
            </a:r>
          </a:p>
        </p:txBody>
      </p:sp>
      <p:sp>
        <p:nvSpPr>
          <p:cNvPr id="25" name="Flow arrow"/>
          <p:cNvSpPr/>
          <p:nvPr/>
        </p:nvSpPr>
        <p:spPr>
          <a:xfrm>
            <a:off x="2999232" y="3063240"/>
            <a:ext cx="441960" cy="0"/>
          </a:xfrm>
          <a:prstGeom prst="line">
            <a:avLst/>
          </a:prstGeom>
          <a:noFill/>
          <a:ln w="38100">
            <a:solidFill>
              <a:schemeClr val="accent1"/>
            </a:solidFill>
            <a:prstDash val="solid"/>
            <a:headEnd type="triangl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6" name="Link label card"/>
          <p:cNvSpPr/>
          <p:nvPr/>
        </p:nvSpPr>
        <p:spPr>
          <a:xfrm>
            <a:off x="1848612" y="4983480"/>
            <a:ext cx="2743200" cy="914400"/>
          </a:xfrm>
          <a:prstGeom prst="roundRect">
            <a:avLst>
              <a:gd name="adj" fmla="val 15000"/>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7" name="Link leader"/>
          <p:cNvSpPr/>
          <p:nvPr/>
        </p:nvSpPr>
        <p:spPr>
          <a:xfrm>
            <a:off x="3220212" y="3200400"/>
            <a:ext cx="0" cy="1783080"/>
          </a:xfrm>
          <a:prstGeom prst="line">
            <a:avLst/>
          </a:prstGeom>
          <a:noFill/>
          <a:ln w="15875">
            <a:solidFill>
              <a:schemeClr val="accent1"/>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8" name="Link label"/>
          <p:cNvSpPr txBox="1"/>
          <p:nvPr/>
        </p:nvSpPr>
        <p:spPr>
          <a:xfrm>
            <a:off x="2031492" y="4983480"/>
            <a:ext cx="23774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7B3FC4"/>
                </a:solidFill>
                <a:effectLst/>
                <a:uLnTx/>
                <a:uFillTx/>
                <a:latin typeface="Calibri"/>
                <a:ea typeface="+mn-ea"/>
                <a:cs typeface="+mn-cs"/>
              </a:rPr>
              <a:t>CRUD operations via Web API / SDK</a:t>
            </a:r>
            <a:endParaRPr kumimoji="0" lang="en-US" sz="1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9" name="Flow arrow"/>
          <p:cNvSpPr/>
          <p:nvPr/>
        </p:nvSpPr>
        <p:spPr>
          <a:xfrm>
            <a:off x="5873496" y="3063240"/>
            <a:ext cx="441960" cy="0"/>
          </a:xfrm>
          <a:prstGeom prst="line">
            <a:avLst/>
          </a:prstGeom>
          <a:noFill/>
          <a:ln w="38100">
            <a:solidFill>
              <a:schemeClr val="accent2"/>
            </a:solidFill>
            <a:prstDash val="solid"/>
            <a:headEnd type="triangl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30" name="Link label card"/>
          <p:cNvSpPr/>
          <p:nvPr/>
        </p:nvSpPr>
        <p:spPr>
          <a:xfrm>
            <a:off x="4722876" y="4983480"/>
            <a:ext cx="2743200" cy="914400"/>
          </a:xfrm>
          <a:prstGeom prst="roundRect">
            <a:avLst>
              <a:gd name="adj" fmla="val 15000"/>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31" name="Link leader"/>
          <p:cNvSpPr/>
          <p:nvPr/>
        </p:nvSpPr>
        <p:spPr>
          <a:xfrm>
            <a:off x="6094476" y="3200400"/>
            <a:ext cx="0" cy="1783080"/>
          </a:xfrm>
          <a:prstGeom prst="line">
            <a:avLst/>
          </a:prstGeom>
          <a:noFill/>
          <a:ln w="15875">
            <a:solidFill>
              <a:schemeClr val="accent2"/>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32" name="Link label"/>
          <p:cNvSpPr txBox="1"/>
          <p:nvPr/>
        </p:nvSpPr>
        <p:spPr>
          <a:xfrm>
            <a:off x="4905756" y="4983480"/>
            <a:ext cx="23774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B6FD6"/>
                </a:solidFill>
                <a:effectLst/>
                <a:uLnTx/>
                <a:uFillTx/>
                <a:latin typeface="Calibri"/>
                <a:ea typeface="+mn-ea"/>
                <a:cs typeface="+mn-cs"/>
              </a:rPr>
              <a:t>Trigger workflows or business logic</a:t>
            </a:r>
            <a:endParaRPr kumimoji="0" lang="en-US" sz="1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33" name="Flow arrow"/>
          <p:cNvSpPr/>
          <p:nvPr/>
        </p:nvSpPr>
        <p:spPr>
          <a:xfrm>
            <a:off x="8747760" y="3063240"/>
            <a:ext cx="441960" cy="0"/>
          </a:xfrm>
          <a:prstGeom prst="line">
            <a:avLst/>
          </a:prstGeom>
          <a:noFill/>
          <a:ln w="38100">
            <a:solidFill>
              <a:schemeClr val="accent3"/>
            </a:solidFill>
            <a:prstDash val="solid"/>
            <a:headEnd type="triangle"/>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34" name="Link label card"/>
          <p:cNvSpPr/>
          <p:nvPr/>
        </p:nvSpPr>
        <p:spPr>
          <a:xfrm>
            <a:off x="7597140" y="4983480"/>
            <a:ext cx="2743200" cy="914400"/>
          </a:xfrm>
          <a:prstGeom prst="roundRect">
            <a:avLst>
              <a:gd name="adj" fmla="val 15000"/>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35" name="Link leader"/>
          <p:cNvSpPr/>
          <p:nvPr/>
        </p:nvSpPr>
        <p:spPr>
          <a:xfrm>
            <a:off x="8968740" y="3200400"/>
            <a:ext cx="0" cy="1783080"/>
          </a:xfrm>
          <a:prstGeom prst="line">
            <a:avLst/>
          </a:prstGeom>
          <a:noFill/>
          <a:ln w="15875">
            <a:solidFill>
              <a:schemeClr val="accent3"/>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36" name="Link label"/>
          <p:cNvSpPr txBox="1"/>
          <p:nvPr/>
        </p:nvSpPr>
        <p:spPr>
          <a:xfrm>
            <a:off x="7780020" y="4983480"/>
            <a:ext cx="237744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F63"/>
                </a:solidFill>
                <a:effectLst/>
                <a:uLnTx/>
                <a:uFillTx/>
                <a:latin typeface="Calibri"/>
                <a:ea typeface="+mn-ea"/>
                <a:cs typeface="+mn-cs"/>
              </a:rPr>
              <a:t>Call external services using HTTP actions</a:t>
            </a:r>
            <a:endParaRPr kumimoji="0" lang="en-US" sz="1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37"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5A6B8C"/>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5A6B8C"/>
              </a:solidFill>
              <a:effectLst/>
              <a:uLnTx/>
              <a:uFillTx/>
              <a:latin typeface="Calibri"/>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lIns="0" tIns="0" rIns="0" bIns="0" rtlCol="0" anchor="ctr"/>
          <a:lstStyle/>
          <a:p>
            <a:pPr marL="0" indent="0" algn="l">
              <a:buNone/>
            </a:pPr>
            <a:r>
              <a:rPr lang="en-US" sz="3800" b="1" dirty="0">
                <a:solidFill>
                  <a:schemeClr val="tx2"/>
                </a:solidFill>
              </a:rPr>
              <a:t>Real-world use case</a:t>
            </a:r>
            <a:endParaRPr lang="en-US" sz="3800" dirty="0"/>
          </a:p>
        </p:txBody>
      </p:sp>
      <p:sp>
        <p:nvSpPr>
          <p:cNvPr id="3" name="Section badge"/>
          <p:cNvSpPr/>
          <p:nvPr/>
        </p:nvSpPr>
        <p:spPr>
          <a:xfrm>
            <a:off x="640080" y="502920"/>
            <a:ext cx="731520" cy="73152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4" name="Section number"/>
          <p:cNvSpPr txBox="1"/>
          <p:nvPr/>
        </p:nvSpPr>
        <p:spPr>
          <a:xfrm>
            <a:off x="640080" y="502920"/>
            <a:ext cx="7315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5</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Use case panel"/>
          <p:cNvSpPr/>
          <p:nvPr/>
        </p:nvSpPr>
        <p:spPr>
          <a:xfrm>
            <a:off x="640080" y="1645920"/>
            <a:ext cx="3840480" cy="4389120"/>
          </a:xfrm>
          <a:prstGeom prst="roundRect">
            <a:avLst>
              <a:gd name="adj" fmla="val 4762"/>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6" name="Clipboard icon" descr="preencoded.png"/>
          <p:cNvPicPr>
            <a:picLocks noChangeAspect="1"/>
          </p:cNvPicPr>
          <p:nvPr/>
        </p:nvPicPr>
        <p:blipFill>
          <a:blip r:embed="rId3"/>
          <a:stretch>
            <a:fillRect/>
          </a:stretch>
        </p:blipFill>
        <p:spPr>
          <a:xfrm>
            <a:off x="1097280" y="2194560"/>
            <a:ext cx="1097280" cy="1254191"/>
          </a:xfrm>
          <a:prstGeom prst="rect">
            <a:avLst/>
          </a:prstGeom>
        </p:spPr>
      </p:pic>
      <p:sp>
        <p:nvSpPr>
          <p:cNvPr id="7" name="Use case title"/>
          <p:cNvSpPr txBox="1"/>
          <p:nvPr/>
        </p:nvSpPr>
        <p:spPr>
          <a:xfrm>
            <a:off x="1097280" y="3840480"/>
            <a:ext cx="2926080" cy="1463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libri"/>
                <a:ea typeface="+mn-ea"/>
                <a:cs typeface="+mn-cs"/>
              </a:rPr>
              <a:t>Service Management Application</a:t>
            </a:r>
            <a:endParaRPr kumimoji="0" lang="en-US" sz="3000" b="0" i="0" u="none" strike="noStrike" kern="1200" cap="none" spc="0" normalizeH="0" baseline="0" noProof="0" dirty="0">
              <a:ln>
                <a:noFill/>
              </a:ln>
              <a:solidFill>
                <a:srgbClr val="1B1340"/>
              </a:solidFill>
              <a:effectLst/>
              <a:uLnTx/>
              <a:uFillTx/>
              <a:latin typeface="Calibri"/>
              <a:ea typeface="+mn-ea"/>
              <a:cs typeface="+mn-cs"/>
            </a:endParaRPr>
          </a:p>
        </p:txBody>
      </p:sp>
      <p:sp>
        <p:nvSpPr>
          <p:cNvPr id="8" name="Use case row"/>
          <p:cNvSpPr/>
          <p:nvPr/>
        </p:nvSpPr>
        <p:spPr>
          <a:xfrm>
            <a:off x="4846320" y="1645920"/>
            <a:ext cx="6702552" cy="640080"/>
          </a:xfrm>
          <a:prstGeom prst="roundRect">
            <a:avLst>
              <a:gd name="adj" fmla="val 2142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9" name="Check circle"/>
          <p:cNvSpPr/>
          <p:nvPr/>
        </p:nvSpPr>
        <p:spPr>
          <a:xfrm>
            <a:off x="5074920" y="1737360"/>
            <a:ext cx="457200" cy="457200"/>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0" name="Check icon" descr="preencoded.png"/>
          <p:cNvPicPr>
            <a:picLocks noChangeAspect="1"/>
          </p:cNvPicPr>
          <p:nvPr/>
        </p:nvPicPr>
        <p:blipFill>
          <a:blip r:embed="rId4"/>
          <a:stretch>
            <a:fillRect/>
          </a:stretch>
        </p:blipFill>
        <p:spPr>
          <a:xfrm>
            <a:off x="5202936" y="1874520"/>
            <a:ext cx="201168" cy="182880"/>
          </a:xfrm>
          <a:prstGeom prst="rect">
            <a:avLst/>
          </a:prstGeom>
        </p:spPr>
      </p:pic>
      <p:sp>
        <p:nvSpPr>
          <p:cNvPr id="11" name="Use case item"/>
          <p:cNvSpPr txBox="1"/>
          <p:nvPr/>
        </p:nvSpPr>
        <p:spPr>
          <a:xfrm>
            <a:off x="5760720" y="1645920"/>
            <a:ext cx="56052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Custom React-based UI</a:t>
            </a:r>
          </a:p>
        </p:txBody>
      </p:sp>
      <p:sp>
        <p:nvSpPr>
          <p:cNvPr id="12" name="Use case row"/>
          <p:cNvSpPr/>
          <p:nvPr/>
        </p:nvSpPr>
        <p:spPr>
          <a:xfrm>
            <a:off x="4846320" y="2395728"/>
            <a:ext cx="6702552" cy="640080"/>
          </a:xfrm>
          <a:prstGeom prst="roundRect">
            <a:avLst>
              <a:gd name="adj" fmla="val 2142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3" name="Check circle"/>
          <p:cNvSpPr/>
          <p:nvPr/>
        </p:nvSpPr>
        <p:spPr>
          <a:xfrm>
            <a:off x="5074920" y="2487168"/>
            <a:ext cx="457200" cy="457200"/>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4" name="Check icon" descr="preencoded.png"/>
          <p:cNvPicPr>
            <a:picLocks noChangeAspect="1"/>
          </p:cNvPicPr>
          <p:nvPr/>
        </p:nvPicPr>
        <p:blipFill>
          <a:blip r:embed="rId4"/>
          <a:stretch>
            <a:fillRect/>
          </a:stretch>
        </p:blipFill>
        <p:spPr>
          <a:xfrm>
            <a:off x="5202936" y="2624328"/>
            <a:ext cx="201168" cy="182880"/>
          </a:xfrm>
          <a:prstGeom prst="rect">
            <a:avLst/>
          </a:prstGeom>
        </p:spPr>
      </p:pic>
      <p:sp>
        <p:nvSpPr>
          <p:cNvPr id="15" name="Use case item"/>
          <p:cNvSpPr txBox="1"/>
          <p:nvPr/>
        </p:nvSpPr>
        <p:spPr>
          <a:xfrm>
            <a:off x="5760720" y="2395728"/>
            <a:ext cx="56052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Display customer and asset information from Dataverse</a:t>
            </a:r>
          </a:p>
        </p:txBody>
      </p:sp>
      <p:sp>
        <p:nvSpPr>
          <p:cNvPr id="16" name="Use case row"/>
          <p:cNvSpPr/>
          <p:nvPr/>
        </p:nvSpPr>
        <p:spPr>
          <a:xfrm>
            <a:off x="4846320" y="3145536"/>
            <a:ext cx="6702552" cy="640080"/>
          </a:xfrm>
          <a:prstGeom prst="roundRect">
            <a:avLst>
              <a:gd name="adj" fmla="val 2142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7" name="Check circle"/>
          <p:cNvSpPr/>
          <p:nvPr/>
        </p:nvSpPr>
        <p:spPr>
          <a:xfrm>
            <a:off x="5074920" y="3236976"/>
            <a:ext cx="457200" cy="457200"/>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8" name="Check icon" descr="preencoded.png"/>
          <p:cNvPicPr>
            <a:picLocks noChangeAspect="1"/>
          </p:cNvPicPr>
          <p:nvPr/>
        </p:nvPicPr>
        <p:blipFill>
          <a:blip r:embed="rId4"/>
          <a:stretch>
            <a:fillRect/>
          </a:stretch>
        </p:blipFill>
        <p:spPr>
          <a:xfrm>
            <a:off x="5202936" y="3374136"/>
            <a:ext cx="201168" cy="182880"/>
          </a:xfrm>
          <a:prstGeom prst="rect">
            <a:avLst/>
          </a:prstGeom>
        </p:spPr>
      </p:pic>
      <p:sp>
        <p:nvSpPr>
          <p:cNvPr id="19" name="Use case item"/>
          <p:cNvSpPr txBox="1"/>
          <p:nvPr/>
        </p:nvSpPr>
        <p:spPr>
          <a:xfrm>
            <a:off x="5760720" y="3145536"/>
            <a:ext cx="56052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Create/update service records</a:t>
            </a:r>
          </a:p>
        </p:txBody>
      </p:sp>
      <p:sp>
        <p:nvSpPr>
          <p:cNvPr id="20" name="Use case row"/>
          <p:cNvSpPr/>
          <p:nvPr/>
        </p:nvSpPr>
        <p:spPr>
          <a:xfrm>
            <a:off x="4846320" y="3895344"/>
            <a:ext cx="6702552" cy="640080"/>
          </a:xfrm>
          <a:prstGeom prst="roundRect">
            <a:avLst>
              <a:gd name="adj" fmla="val 2142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1" name="Check circle"/>
          <p:cNvSpPr/>
          <p:nvPr/>
        </p:nvSpPr>
        <p:spPr>
          <a:xfrm>
            <a:off x="5074920" y="3986784"/>
            <a:ext cx="457200" cy="457200"/>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2" name="Check icon" descr="preencoded.png"/>
          <p:cNvPicPr>
            <a:picLocks noChangeAspect="1"/>
          </p:cNvPicPr>
          <p:nvPr/>
        </p:nvPicPr>
        <p:blipFill>
          <a:blip r:embed="rId4"/>
          <a:stretch>
            <a:fillRect/>
          </a:stretch>
        </p:blipFill>
        <p:spPr>
          <a:xfrm>
            <a:off x="5202936" y="4123944"/>
            <a:ext cx="201168" cy="182880"/>
          </a:xfrm>
          <a:prstGeom prst="rect">
            <a:avLst/>
          </a:prstGeom>
        </p:spPr>
      </p:pic>
      <p:sp>
        <p:nvSpPr>
          <p:cNvPr id="23" name="Use case item"/>
          <p:cNvSpPr txBox="1"/>
          <p:nvPr/>
        </p:nvSpPr>
        <p:spPr>
          <a:xfrm>
            <a:off x="5760720" y="3895344"/>
            <a:ext cx="56052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Trigger Power Automate workflows</a:t>
            </a:r>
          </a:p>
        </p:txBody>
      </p:sp>
      <p:sp>
        <p:nvSpPr>
          <p:cNvPr id="24" name="Use case row"/>
          <p:cNvSpPr/>
          <p:nvPr/>
        </p:nvSpPr>
        <p:spPr>
          <a:xfrm>
            <a:off x="4846320" y="4645152"/>
            <a:ext cx="6702552" cy="640080"/>
          </a:xfrm>
          <a:prstGeom prst="roundRect">
            <a:avLst>
              <a:gd name="adj" fmla="val 2142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5" name="Check circle"/>
          <p:cNvSpPr/>
          <p:nvPr/>
        </p:nvSpPr>
        <p:spPr>
          <a:xfrm>
            <a:off x="5074920" y="4736592"/>
            <a:ext cx="457200" cy="457200"/>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6" name="Check icon" descr="preencoded.png"/>
          <p:cNvPicPr>
            <a:picLocks noChangeAspect="1"/>
          </p:cNvPicPr>
          <p:nvPr/>
        </p:nvPicPr>
        <p:blipFill>
          <a:blip r:embed="rId4"/>
          <a:stretch>
            <a:fillRect/>
          </a:stretch>
        </p:blipFill>
        <p:spPr>
          <a:xfrm>
            <a:off x="5202936" y="4873752"/>
            <a:ext cx="201168" cy="182880"/>
          </a:xfrm>
          <a:prstGeom prst="rect">
            <a:avLst/>
          </a:prstGeom>
        </p:spPr>
      </p:pic>
      <p:sp>
        <p:nvSpPr>
          <p:cNvPr id="27" name="Use case item"/>
          <p:cNvSpPr txBox="1"/>
          <p:nvPr/>
        </p:nvSpPr>
        <p:spPr>
          <a:xfrm>
            <a:off x="5760720" y="4645152"/>
            <a:ext cx="56052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Integrate with external REST API (e.g., asset information)</a:t>
            </a:r>
          </a:p>
        </p:txBody>
      </p:sp>
      <p:sp>
        <p:nvSpPr>
          <p:cNvPr id="28" name="Use case row"/>
          <p:cNvSpPr/>
          <p:nvPr/>
        </p:nvSpPr>
        <p:spPr>
          <a:xfrm>
            <a:off x="4846320" y="5394960"/>
            <a:ext cx="6702552" cy="640080"/>
          </a:xfrm>
          <a:prstGeom prst="roundRect">
            <a:avLst>
              <a:gd name="adj" fmla="val 2142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9" name="Check circle"/>
          <p:cNvSpPr/>
          <p:nvPr/>
        </p:nvSpPr>
        <p:spPr>
          <a:xfrm>
            <a:off x="5074920" y="5486400"/>
            <a:ext cx="457200" cy="457200"/>
          </a:xfrm>
          <a:prstGeom prst="ellipse">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30" name="Check icon" descr="preencoded.png"/>
          <p:cNvPicPr>
            <a:picLocks noChangeAspect="1"/>
          </p:cNvPicPr>
          <p:nvPr/>
        </p:nvPicPr>
        <p:blipFill>
          <a:blip r:embed="rId4"/>
          <a:stretch>
            <a:fillRect/>
          </a:stretch>
        </p:blipFill>
        <p:spPr>
          <a:xfrm>
            <a:off x="5202936" y="5623560"/>
            <a:ext cx="201168" cy="182880"/>
          </a:xfrm>
          <a:prstGeom prst="rect">
            <a:avLst/>
          </a:prstGeom>
        </p:spPr>
      </p:pic>
      <p:sp>
        <p:nvSpPr>
          <p:cNvPr id="31" name="Use case item"/>
          <p:cNvSpPr txBox="1"/>
          <p:nvPr/>
        </p:nvSpPr>
        <p:spPr>
          <a:xfrm>
            <a:off x="5760720" y="5394960"/>
            <a:ext cx="5605272"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340"/>
                </a:solidFill>
                <a:effectLst/>
                <a:uLnTx/>
                <a:uFillTx/>
                <a:latin typeface="Calibri"/>
                <a:ea typeface="+mn-ea"/>
                <a:cs typeface="+mn-cs"/>
              </a:rPr>
              <a:t>Custom dashboards and visualizations</a:t>
            </a:r>
          </a:p>
        </p:txBody>
      </p:sp>
      <p:sp>
        <p:nvSpPr>
          <p:cNvPr id="32"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5A6B8C"/>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5A6B8C"/>
              </a:solidFill>
              <a:effectLst/>
              <a:uLnTx/>
              <a:uFillTx/>
              <a:latin typeface="Calibri"/>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508760" y="457200"/>
            <a:ext cx="9966960" cy="822960"/>
          </a:xfrm>
          <a:prstGeom prst="rect">
            <a:avLst/>
          </a:prstGeom>
          <a:noFill/>
          <a:ln/>
        </p:spPr>
        <p:txBody>
          <a:bodyPr wrap="square" lIns="0" tIns="0" rIns="0" bIns="0" rtlCol="0" anchor="ctr"/>
          <a:lstStyle/>
          <a:p>
            <a:pPr marL="0" indent="0" algn="l">
              <a:buNone/>
            </a:pPr>
            <a:r>
              <a:rPr lang="en-US" sz="3800" b="1" dirty="0">
                <a:solidFill>
                  <a:schemeClr val="tx2"/>
                </a:solidFill>
              </a:rPr>
              <a:t>Why developers should explore it</a:t>
            </a:r>
            <a:endParaRPr lang="en-US" sz="3800" dirty="0"/>
          </a:p>
        </p:txBody>
      </p:sp>
      <p:sp>
        <p:nvSpPr>
          <p:cNvPr id="3" name="Section badge"/>
          <p:cNvSpPr/>
          <p:nvPr/>
        </p:nvSpPr>
        <p:spPr>
          <a:xfrm>
            <a:off x="640080" y="502920"/>
            <a:ext cx="731520" cy="731520"/>
          </a:xfrm>
          <a:prstGeom prst="ellipse">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4" name="Section number"/>
          <p:cNvSpPr txBox="1"/>
          <p:nvPr/>
        </p:nvSpPr>
        <p:spPr>
          <a:xfrm>
            <a:off x="640080" y="502920"/>
            <a:ext cx="7315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a:ea typeface="+mn-ea"/>
                <a:cs typeface="+mn-cs"/>
              </a:rPr>
              <a:t>6</a:t>
            </a:r>
            <a:endParaRPr kumimoji="0" lang="en-US" sz="2600" b="0" i="0" u="none" strike="noStrike" kern="1200" cap="none" spc="0" normalizeH="0" baseline="0" noProof="0" dirty="0">
              <a:ln>
                <a:noFill/>
              </a:ln>
              <a:solidFill>
                <a:srgbClr val="1B1340"/>
              </a:solidFill>
              <a:effectLst/>
              <a:uLnTx/>
              <a:uFillTx/>
              <a:latin typeface="Calibri"/>
              <a:ea typeface="+mn-ea"/>
              <a:cs typeface="+mn-cs"/>
            </a:endParaRPr>
          </a:p>
        </p:txBody>
      </p:sp>
      <p:sp>
        <p:nvSpPr>
          <p:cNvPr id="5" name="Reason card"/>
          <p:cNvSpPr/>
          <p:nvPr/>
        </p:nvSpPr>
        <p:spPr>
          <a:xfrm>
            <a:off x="640080" y="1920240"/>
            <a:ext cx="2035454" cy="3566160"/>
          </a:xfrm>
          <a:prstGeom prst="roundRect">
            <a:avLst>
              <a:gd name="adj" fmla="val 673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6" name="Reason icon circle"/>
          <p:cNvSpPr/>
          <p:nvPr/>
        </p:nvSpPr>
        <p:spPr>
          <a:xfrm>
            <a:off x="868680" y="2194560"/>
            <a:ext cx="914400" cy="91440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7" name="Reason icon" descr="preencoded.png"/>
          <p:cNvPicPr>
            <a:picLocks noChangeAspect="1"/>
          </p:cNvPicPr>
          <p:nvPr/>
        </p:nvPicPr>
        <p:blipFill>
          <a:blip r:embed="rId3"/>
          <a:stretch>
            <a:fillRect/>
          </a:stretch>
        </p:blipFill>
        <p:spPr>
          <a:xfrm>
            <a:off x="1097280" y="2423160"/>
            <a:ext cx="457200" cy="457200"/>
          </a:xfrm>
          <a:prstGeom prst="rect">
            <a:avLst/>
          </a:prstGeom>
        </p:spPr>
      </p:pic>
      <p:sp>
        <p:nvSpPr>
          <p:cNvPr id="8" name="Reason text"/>
          <p:cNvSpPr txBox="1"/>
          <p:nvPr/>
        </p:nvSpPr>
        <p:spPr>
          <a:xfrm>
            <a:off x="868680" y="3429000"/>
            <a:ext cx="1623974" cy="1783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B1340"/>
                </a:solidFill>
                <a:effectLst/>
                <a:uLnTx/>
                <a:uFillTx/>
                <a:latin typeface="Calibri"/>
                <a:ea typeface="+mn-ea"/>
                <a:cs typeface="+mn-cs"/>
              </a:rPr>
              <a:t>Familiar web development stack</a:t>
            </a:r>
            <a:endParaRPr kumimoji="0" lang="en-US" sz="1900" b="0" i="0" u="none" strike="noStrike" kern="1200" cap="none" spc="0" normalizeH="0" baseline="0" noProof="0" dirty="0">
              <a:ln>
                <a:noFill/>
              </a:ln>
              <a:solidFill>
                <a:srgbClr val="1B1340"/>
              </a:solidFill>
              <a:effectLst/>
              <a:uLnTx/>
              <a:uFillTx/>
              <a:latin typeface="Calibri"/>
              <a:ea typeface="+mn-ea"/>
              <a:cs typeface="+mn-cs"/>
            </a:endParaRPr>
          </a:p>
        </p:txBody>
      </p:sp>
      <p:sp>
        <p:nvSpPr>
          <p:cNvPr id="9" name="Reason card"/>
          <p:cNvSpPr/>
          <p:nvPr/>
        </p:nvSpPr>
        <p:spPr>
          <a:xfrm>
            <a:off x="2858414" y="1920240"/>
            <a:ext cx="2035454" cy="3566160"/>
          </a:xfrm>
          <a:prstGeom prst="roundRect">
            <a:avLst>
              <a:gd name="adj" fmla="val 673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0" name="Reason icon circle"/>
          <p:cNvSpPr/>
          <p:nvPr/>
        </p:nvSpPr>
        <p:spPr>
          <a:xfrm>
            <a:off x="3087014" y="2194560"/>
            <a:ext cx="914400" cy="91440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1" name="Reason icon" descr="preencoded.png"/>
          <p:cNvPicPr>
            <a:picLocks noChangeAspect="1"/>
          </p:cNvPicPr>
          <p:nvPr/>
        </p:nvPicPr>
        <p:blipFill>
          <a:blip r:embed="rId4"/>
          <a:stretch>
            <a:fillRect/>
          </a:stretch>
        </p:blipFill>
        <p:spPr>
          <a:xfrm>
            <a:off x="3315614" y="2423160"/>
            <a:ext cx="457200" cy="457200"/>
          </a:xfrm>
          <a:prstGeom prst="rect">
            <a:avLst/>
          </a:prstGeom>
        </p:spPr>
      </p:pic>
      <p:sp>
        <p:nvSpPr>
          <p:cNvPr id="12" name="Reason text"/>
          <p:cNvSpPr txBox="1"/>
          <p:nvPr/>
        </p:nvSpPr>
        <p:spPr>
          <a:xfrm>
            <a:off x="3087014" y="3429000"/>
            <a:ext cx="1623974" cy="1783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B1340"/>
                </a:solidFill>
                <a:effectLst/>
                <a:uLnTx/>
                <a:uFillTx/>
                <a:latin typeface="Calibri"/>
                <a:ea typeface="+mn-ea"/>
                <a:cs typeface="+mn-cs"/>
              </a:rPr>
              <a:t>Leverages Power Platform ecosystem</a:t>
            </a:r>
            <a:endParaRPr kumimoji="0" lang="en-US" sz="19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3" name="Reason card"/>
          <p:cNvSpPr/>
          <p:nvPr/>
        </p:nvSpPr>
        <p:spPr>
          <a:xfrm>
            <a:off x="5076749" y="1920240"/>
            <a:ext cx="2035454" cy="3566160"/>
          </a:xfrm>
          <a:prstGeom prst="roundRect">
            <a:avLst>
              <a:gd name="adj" fmla="val 673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4" name="Reason icon circle"/>
          <p:cNvSpPr/>
          <p:nvPr/>
        </p:nvSpPr>
        <p:spPr>
          <a:xfrm>
            <a:off x="5305349" y="2194560"/>
            <a:ext cx="914400" cy="91440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5" name="Reason icon" descr="preencoded.png"/>
          <p:cNvPicPr>
            <a:picLocks noChangeAspect="1"/>
          </p:cNvPicPr>
          <p:nvPr/>
        </p:nvPicPr>
        <p:blipFill>
          <a:blip r:embed="rId5"/>
          <a:stretch>
            <a:fillRect/>
          </a:stretch>
        </p:blipFill>
        <p:spPr>
          <a:xfrm>
            <a:off x="5533949" y="2423160"/>
            <a:ext cx="457200" cy="457200"/>
          </a:xfrm>
          <a:prstGeom prst="rect">
            <a:avLst/>
          </a:prstGeom>
        </p:spPr>
      </p:pic>
      <p:sp>
        <p:nvSpPr>
          <p:cNvPr id="16" name="Reason text"/>
          <p:cNvSpPr txBox="1"/>
          <p:nvPr/>
        </p:nvSpPr>
        <p:spPr>
          <a:xfrm>
            <a:off x="5305349" y="3429000"/>
            <a:ext cx="1623974" cy="1783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B1340"/>
                </a:solidFill>
                <a:effectLst/>
                <a:uLnTx/>
                <a:uFillTx/>
                <a:latin typeface="Calibri"/>
                <a:ea typeface="+mn-ea"/>
                <a:cs typeface="+mn-cs"/>
              </a:rPr>
              <a:t>More flexibility for custom UI/UX</a:t>
            </a:r>
            <a:endParaRPr kumimoji="0" lang="en-US" sz="1900" b="0" i="0" u="none" strike="noStrike" kern="1200" cap="none" spc="0" normalizeH="0" baseline="0" noProof="0" dirty="0">
              <a:ln>
                <a:noFill/>
              </a:ln>
              <a:solidFill>
                <a:srgbClr val="1B1340"/>
              </a:solidFill>
              <a:effectLst/>
              <a:uLnTx/>
              <a:uFillTx/>
              <a:latin typeface="Calibri"/>
              <a:ea typeface="+mn-ea"/>
              <a:cs typeface="+mn-cs"/>
            </a:endParaRPr>
          </a:p>
        </p:txBody>
      </p:sp>
      <p:sp>
        <p:nvSpPr>
          <p:cNvPr id="17" name="Reason card"/>
          <p:cNvSpPr/>
          <p:nvPr/>
        </p:nvSpPr>
        <p:spPr>
          <a:xfrm>
            <a:off x="7295083" y="1920240"/>
            <a:ext cx="2035454" cy="3566160"/>
          </a:xfrm>
          <a:prstGeom prst="roundRect">
            <a:avLst>
              <a:gd name="adj" fmla="val 673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18" name="Reason icon circle"/>
          <p:cNvSpPr/>
          <p:nvPr/>
        </p:nvSpPr>
        <p:spPr>
          <a:xfrm>
            <a:off x="7523683" y="2194560"/>
            <a:ext cx="914400" cy="91440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19" name="Reason icon" descr="preencoded.png"/>
          <p:cNvPicPr>
            <a:picLocks noChangeAspect="1"/>
          </p:cNvPicPr>
          <p:nvPr/>
        </p:nvPicPr>
        <p:blipFill>
          <a:blip r:embed="rId6"/>
          <a:stretch>
            <a:fillRect/>
          </a:stretch>
        </p:blipFill>
        <p:spPr>
          <a:xfrm>
            <a:off x="7752283" y="2423160"/>
            <a:ext cx="457200" cy="457200"/>
          </a:xfrm>
          <a:prstGeom prst="rect">
            <a:avLst/>
          </a:prstGeom>
        </p:spPr>
      </p:pic>
      <p:sp>
        <p:nvSpPr>
          <p:cNvPr id="20" name="Reason text"/>
          <p:cNvSpPr txBox="1"/>
          <p:nvPr/>
        </p:nvSpPr>
        <p:spPr>
          <a:xfrm>
            <a:off x="7523683" y="3429000"/>
            <a:ext cx="1623974" cy="1783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B1340"/>
                </a:solidFill>
                <a:effectLst/>
                <a:uLnTx/>
                <a:uFillTx/>
                <a:latin typeface="Calibri"/>
                <a:ea typeface="+mn-ea"/>
                <a:cs typeface="+mn-cs"/>
              </a:rPr>
              <a:t>Easy integration with Dataverse, Power Automate and external APIs</a:t>
            </a:r>
            <a:endParaRPr kumimoji="0" lang="en-US" sz="19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1" name="Reason card"/>
          <p:cNvSpPr/>
          <p:nvPr/>
        </p:nvSpPr>
        <p:spPr>
          <a:xfrm>
            <a:off x="9513418" y="1920240"/>
            <a:ext cx="2035454" cy="3566160"/>
          </a:xfrm>
          <a:prstGeom prst="roundRect">
            <a:avLst>
              <a:gd name="adj" fmla="val 6739"/>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sp>
        <p:nvSpPr>
          <p:cNvPr id="22" name="Reason icon circle"/>
          <p:cNvSpPr/>
          <p:nvPr/>
        </p:nvSpPr>
        <p:spPr>
          <a:xfrm>
            <a:off x="9742018" y="2194560"/>
            <a:ext cx="914400" cy="914400"/>
          </a:xfrm>
          <a:prstGeom prst="ellipse">
            <a:avLst/>
          </a:prstGeom>
          <a:solidFill>
            <a:schemeClr val="bg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340"/>
              </a:solidFill>
              <a:effectLst/>
              <a:uLnTx/>
              <a:uFillTx/>
              <a:latin typeface="Calibri"/>
              <a:ea typeface="+mn-ea"/>
              <a:cs typeface="+mn-cs"/>
            </a:endParaRPr>
          </a:p>
        </p:txBody>
      </p:sp>
      <p:pic>
        <p:nvPicPr>
          <p:cNvPr id="23" name="Reason icon" descr="preencoded.png"/>
          <p:cNvPicPr>
            <a:picLocks noChangeAspect="1"/>
          </p:cNvPicPr>
          <p:nvPr/>
        </p:nvPicPr>
        <p:blipFill>
          <a:blip r:embed="rId7"/>
          <a:stretch>
            <a:fillRect/>
          </a:stretch>
        </p:blipFill>
        <p:spPr>
          <a:xfrm>
            <a:off x="9970618" y="2423160"/>
            <a:ext cx="457200" cy="457200"/>
          </a:xfrm>
          <a:prstGeom prst="rect">
            <a:avLst/>
          </a:prstGeom>
        </p:spPr>
      </p:pic>
      <p:sp>
        <p:nvSpPr>
          <p:cNvPr id="24" name="Reason text"/>
          <p:cNvSpPr txBox="1"/>
          <p:nvPr/>
        </p:nvSpPr>
        <p:spPr>
          <a:xfrm>
            <a:off x="9742018" y="3429000"/>
            <a:ext cx="1623974" cy="1783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B1340"/>
                </a:solidFill>
                <a:effectLst/>
                <a:uLnTx/>
                <a:uFillTx/>
                <a:latin typeface="Calibri"/>
                <a:ea typeface="+mn-ea"/>
                <a:cs typeface="+mn-cs"/>
              </a:rPr>
              <a:t>Bridges low-code and pro-code development</a:t>
            </a:r>
            <a:endParaRPr kumimoji="0" lang="en-US" sz="1900" b="0" i="0" u="none" strike="noStrike" kern="1200" cap="none" spc="0" normalizeH="0" baseline="0" noProof="0" dirty="0">
              <a:ln>
                <a:noFill/>
              </a:ln>
              <a:solidFill>
                <a:srgbClr val="1B1340"/>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 xmlns:ma14="http://schemas.microsoft.com/office/mac/drawingml/2011/main" val="0"/>
            </a:ext>
          </a:extLst>
        </p:spPr>
        <p:txBody>
          <a:bodyPr/>
          <a:lstStyle>
            <a:lvl1pPr>
              <a:defRPr sz="1200">
                <a:solidFill>
                  <a:schemeClr val="accent6"/>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srgbClr val="5A6B8C"/>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5A6B8C"/>
              </a:solidFill>
              <a:effectLst/>
              <a:uLnTx/>
              <a:uFillTx/>
              <a:latin typeface="Calibri"/>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554480"/>
            <a:ext cx="10698480" cy="1280160"/>
          </a:xfrm>
          <a:prstGeom prst="rect">
            <a:avLst/>
          </a:prstGeom>
          <a:noFill/>
          <a:ln/>
        </p:spPr>
        <p:txBody>
          <a:bodyPr wrap="square" lIns="0" tIns="0" rIns="0" bIns="0" rtlCol="0" anchor="ctr"/>
          <a:lstStyle/>
          <a:p>
            <a:pPr marL="0" indent="0" algn="l">
              <a:buNone/>
            </a:pPr>
            <a:r>
              <a:rPr lang="en-US" sz="5600" b="1" dirty="0">
                <a:solidFill>
                  <a:schemeClr val="bg1"/>
                </a:solidFill>
              </a:rPr>
              <a:t>Power Apps Code Apps vs PCF</a:t>
            </a:r>
            <a:endParaRPr lang="en-US" sz="5600" dirty="0"/>
          </a:p>
        </p:txBody>
      </p:sp>
      <p:sp>
        <p:nvSpPr>
          <p:cNvPr id="3" name="Text 1"/>
          <p:cNvSpPr txBox="1"/>
          <p:nvPr/>
        </p:nvSpPr>
        <p:spPr>
          <a:xfrm>
            <a:off x="731520" y="2880360"/>
            <a:ext cx="10698480" cy="548640"/>
          </a:xfrm>
          <a:prstGeom prst="rect">
            <a:avLst/>
          </a:prstGeom>
          <a:noFill/>
          <a:ln/>
        </p:spPr>
        <p:txBody>
          <a:bodyPr wrap="square" lIns="0" tIns="0" rIns="0" bIns="0" rtlCol="0" anchor="ctr"/>
          <a:lstStyle/>
          <a:p>
            <a:pPr marL="0" indent="0">
              <a:buNone/>
            </a:pPr>
            <a:r>
              <a:rPr lang="en-US" sz="2800" dirty="0">
                <a:solidFill>
                  <a:schemeClr val="accent3"/>
                </a:solidFill>
              </a:rPr>
              <a:t>Different Problems. Different Solutions.</a:t>
            </a:r>
            <a:endParaRPr lang="en-US" sz="2800" dirty="0"/>
          </a:p>
        </p:txBody>
      </p:sp>
      <p:sp>
        <p:nvSpPr>
          <p:cNvPr id="4" name="Text 2"/>
          <p:cNvSpPr txBox="1"/>
          <p:nvPr/>
        </p:nvSpPr>
        <p:spPr>
          <a:xfrm>
            <a:off x="731520" y="3474720"/>
            <a:ext cx="10698480" cy="457200"/>
          </a:xfrm>
          <a:prstGeom prst="rect">
            <a:avLst/>
          </a:prstGeom>
          <a:noFill/>
          <a:ln/>
        </p:spPr>
        <p:txBody>
          <a:bodyPr wrap="square" lIns="0" tIns="0" rIns="0" bIns="0" rtlCol="0" anchor="ctr"/>
          <a:lstStyle/>
          <a:p>
            <a:pPr marL="0" indent="0">
              <a:buNone/>
            </a:pPr>
            <a:r>
              <a:rPr lang="en-US" sz="1800" dirty="0">
                <a:solidFill>
                  <a:schemeClr val="bg1"/>
                </a:solidFill>
              </a:rPr>
              <a:t>Both are powerful. The right choice depends on where you need customization.</a:t>
            </a:r>
            <a:endParaRPr lang="en-US" sz="1800" dirty="0"/>
          </a:p>
        </p:txBody>
      </p:sp>
      <p:sp>
        <p:nvSpPr>
          <p:cNvPr id="5" name="Pill Code Apps"/>
          <p:cNvSpPr/>
          <p:nvPr/>
        </p:nvSpPr>
        <p:spPr>
          <a:xfrm>
            <a:off x="731520" y="4754880"/>
            <a:ext cx="4206240" cy="822960"/>
          </a:xfrm>
          <a:prstGeom prst="roundRect">
            <a:avLst>
              <a:gd name="adj" fmla="val 50000"/>
            </a:avLst>
          </a:prstGeom>
          <a:solidFill>
            <a:schemeClr val="accent1"/>
          </a:solidFill>
          <a:ln/>
        </p:spPr>
        <p:txBody>
          <a:bodyPr/>
          <a:lstStyle/>
          <a:p>
            <a:endParaRPr lang="en-IN"/>
          </a:p>
        </p:txBody>
      </p:sp>
      <p:sp>
        <p:nvSpPr>
          <p:cNvPr id="6" name="Text 4"/>
          <p:cNvSpPr txBox="1"/>
          <p:nvPr/>
        </p:nvSpPr>
        <p:spPr>
          <a:xfrm>
            <a:off x="731520" y="4754880"/>
            <a:ext cx="4206240" cy="822960"/>
          </a:xfrm>
          <a:prstGeom prst="rect">
            <a:avLst/>
          </a:prstGeom>
          <a:noFill/>
          <a:ln/>
        </p:spPr>
        <p:txBody>
          <a:bodyPr wrap="square" lIns="0" tIns="0" rIns="0" bIns="0" rtlCol="0" anchor="ctr"/>
          <a:lstStyle/>
          <a:p>
            <a:pPr marL="0" indent="0" algn="ctr">
              <a:buNone/>
            </a:pPr>
            <a:r>
              <a:rPr lang="en-US" sz="2000" b="1" dirty="0">
                <a:solidFill>
                  <a:schemeClr val="bg1"/>
                </a:solidFill>
              </a:rPr>
              <a:t>Code Apps</a:t>
            </a:r>
            <a:r>
              <a:rPr lang="en-US" sz="2000" dirty="0">
                <a:solidFill>
                  <a:schemeClr val="bg1"/>
                </a:solidFill>
              </a:rPr>
              <a:t>  ·  Application-level</a:t>
            </a:r>
            <a:endParaRPr lang="en-US" sz="2000" dirty="0"/>
          </a:p>
        </p:txBody>
      </p:sp>
      <p:sp>
        <p:nvSpPr>
          <p:cNvPr id="7" name="VS badge"/>
          <p:cNvSpPr/>
          <p:nvPr/>
        </p:nvSpPr>
        <p:spPr>
          <a:xfrm>
            <a:off x="5257800" y="4800600"/>
            <a:ext cx="731520" cy="731520"/>
          </a:xfrm>
          <a:prstGeom prst="ellipse">
            <a:avLst/>
          </a:prstGeom>
          <a:solidFill>
            <a:schemeClr val="bg1"/>
          </a:solidFill>
          <a:ln/>
        </p:spPr>
        <p:txBody>
          <a:bodyPr/>
          <a:lstStyle/>
          <a:p>
            <a:endParaRPr lang="en-IN"/>
          </a:p>
        </p:txBody>
      </p:sp>
      <p:sp>
        <p:nvSpPr>
          <p:cNvPr id="8" name="Text 6"/>
          <p:cNvSpPr txBox="1"/>
          <p:nvPr/>
        </p:nvSpPr>
        <p:spPr>
          <a:xfrm>
            <a:off x="5257800" y="4800600"/>
            <a:ext cx="731520" cy="731520"/>
          </a:xfrm>
          <a:prstGeom prst="rect">
            <a:avLst/>
          </a:prstGeom>
          <a:noFill/>
          <a:ln/>
        </p:spPr>
        <p:txBody>
          <a:bodyPr wrap="square" lIns="0" tIns="0" rIns="0" bIns="0" rtlCol="0" anchor="ctr"/>
          <a:lstStyle/>
          <a:p>
            <a:pPr marL="0" indent="0" algn="ctr">
              <a:buNone/>
            </a:pPr>
            <a:r>
              <a:rPr lang="en-US" sz="2000" b="1" dirty="0">
                <a:solidFill>
                  <a:schemeClr val="tx1"/>
                </a:solidFill>
              </a:rPr>
              <a:t>VS</a:t>
            </a:r>
            <a:endParaRPr lang="en-US" sz="2000" dirty="0"/>
          </a:p>
        </p:txBody>
      </p:sp>
      <p:sp>
        <p:nvSpPr>
          <p:cNvPr id="9" name="Pill PCF"/>
          <p:cNvSpPr/>
          <p:nvPr/>
        </p:nvSpPr>
        <p:spPr>
          <a:xfrm>
            <a:off x="6309360" y="4754880"/>
            <a:ext cx="4206240" cy="822960"/>
          </a:xfrm>
          <a:prstGeom prst="roundRect">
            <a:avLst>
              <a:gd name="adj" fmla="val 50000"/>
            </a:avLst>
          </a:prstGeom>
          <a:solidFill>
            <a:schemeClr val="accent2"/>
          </a:solidFill>
          <a:ln/>
        </p:spPr>
        <p:txBody>
          <a:bodyPr/>
          <a:lstStyle/>
          <a:p>
            <a:endParaRPr lang="en-IN"/>
          </a:p>
        </p:txBody>
      </p:sp>
      <p:sp>
        <p:nvSpPr>
          <p:cNvPr id="10" name="Text 8"/>
          <p:cNvSpPr txBox="1"/>
          <p:nvPr/>
        </p:nvSpPr>
        <p:spPr>
          <a:xfrm>
            <a:off x="6309360" y="4754880"/>
            <a:ext cx="4206240" cy="822960"/>
          </a:xfrm>
          <a:prstGeom prst="rect">
            <a:avLst/>
          </a:prstGeom>
          <a:noFill/>
          <a:ln/>
        </p:spPr>
        <p:txBody>
          <a:bodyPr wrap="square" lIns="0" tIns="0" rIns="0" bIns="0" rtlCol="0" anchor="ctr"/>
          <a:lstStyle/>
          <a:p>
            <a:pPr marL="0" indent="0" algn="ctr">
              <a:buNone/>
            </a:pPr>
            <a:r>
              <a:rPr lang="en-US" sz="2000" b="1" dirty="0">
                <a:solidFill>
                  <a:schemeClr val="bg1"/>
                </a:solidFill>
              </a:rPr>
              <a:t>PCF</a:t>
            </a:r>
            <a:r>
              <a:rPr lang="en-US" sz="2000" dirty="0">
                <a:solidFill>
                  <a:schemeClr val="bg1"/>
                </a:solidFill>
              </a:rPr>
              <a:t>  ·  Component-level</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800" b="1" dirty="0">
                <a:solidFill>
                  <a:schemeClr val="tx1"/>
                </a:solidFill>
              </a:rPr>
              <a:t>Two tools, two levels of customization</a:t>
            </a:r>
            <a:endParaRPr lang="en-US" sz="3800" dirty="0"/>
          </a:p>
        </p:txBody>
      </p:sp>
      <p:sp>
        <p:nvSpPr>
          <p:cNvPr id="3" name="Code Apps card"/>
          <p:cNvSpPr/>
          <p:nvPr/>
        </p:nvSpPr>
        <p:spPr>
          <a:xfrm>
            <a:off x="548640" y="1508760"/>
            <a:ext cx="5212080" cy="4480560"/>
          </a:xfrm>
          <a:prstGeom prst="roundRect">
            <a:avLst>
              <a:gd name="adj" fmla="val 2449"/>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4" name="Shape 2"/>
          <p:cNvSpPr/>
          <p:nvPr/>
        </p:nvSpPr>
        <p:spPr>
          <a:xfrm>
            <a:off x="914400" y="1828800"/>
            <a:ext cx="868680" cy="868680"/>
          </a:xfrm>
          <a:prstGeom prst="ellipse">
            <a:avLst/>
          </a:prstGeom>
          <a:solidFill>
            <a:srgbClr val="6B2F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5" name="Image 0" descr="preencoded.png"/>
          <p:cNvPicPr>
            <a:picLocks noChangeAspect="1"/>
          </p:cNvPicPr>
          <p:nvPr/>
        </p:nvPicPr>
        <p:blipFill>
          <a:blip r:embed="rId3"/>
          <a:stretch>
            <a:fillRect/>
          </a:stretch>
        </p:blipFill>
        <p:spPr>
          <a:xfrm>
            <a:off x="1088136" y="2002536"/>
            <a:ext cx="521208" cy="521208"/>
          </a:xfrm>
          <a:prstGeom prst="rect">
            <a:avLst/>
          </a:prstGeom>
        </p:spPr>
      </p:pic>
      <p:sp>
        <p:nvSpPr>
          <p:cNvPr id="6" name="Shape 3"/>
          <p:cNvSpPr/>
          <p:nvPr/>
        </p:nvSpPr>
        <p:spPr>
          <a:xfrm>
            <a:off x="3291840" y="2011680"/>
            <a:ext cx="2103120" cy="457200"/>
          </a:xfrm>
          <a:prstGeom prst="roundRect">
            <a:avLst>
              <a:gd name="adj" fmla="val 50000"/>
            </a:avLst>
          </a:pr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7" name="Text 4"/>
          <p:cNvSpPr txBox="1"/>
          <p:nvPr/>
        </p:nvSpPr>
        <p:spPr>
          <a:xfrm>
            <a:off x="3291840" y="2011680"/>
            <a:ext cx="21031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Application-level</a:t>
            </a:r>
            <a:endParaRPr kumimoji="0" lang="en-US" sz="1400" b="0" i="0" u="none" strike="noStrike" kern="1200" cap="none" spc="0" normalizeH="0" baseline="0" noProof="0" dirty="0">
              <a:ln>
                <a:noFill/>
              </a:ln>
              <a:solidFill>
                <a:srgbClr val="1B1B3A"/>
              </a:solidFill>
              <a:effectLst/>
              <a:uLnTx/>
              <a:uFillTx/>
              <a:latin typeface="Calibri"/>
              <a:ea typeface="+mn-ea"/>
              <a:cs typeface="+mn-cs"/>
            </a:endParaRPr>
          </a:p>
        </p:txBody>
      </p:sp>
      <p:sp>
        <p:nvSpPr>
          <p:cNvPr id="8" name="Text 5"/>
          <p:cNvSpPr txBox="1"/>
          <p:nvPr/>
        </p:nvSpPr>
        <p:spPr>
          <a:xfrm>
            <a:off x="914400" y="2926080"/>
            <a:ext cx="44805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6B2FB3"/>
                </a:solidFill>
                <a:effectLst/>
                <a:uLnTx/>
                <a:uFillTx/>
                <a:latin typeface="Calibri"/>
                <a:ea typeface="+mn-ea"/>
                <a:cs typeface="+mn-cs"/>
              </a:rPr>
              <a:t>Code Apps</a:t>
            </a:r>
            <a:endParaRPr kumimoji="0" lang="en-US" sz="3600" b="0" i="0" u="none" strike="noStrike" kern="1200" cap="none" spc="0" normalizeH="0" baseline="0" noProof="0" dirty="0">
              <a:ln>
                <a:noFill/>
              </a:ln>
              <a:solidFill>
                <a:srgbClr val="1B1B3A"/>
              </a:solidFill>
              <a:effectLst/>
              <a:uLnTx/>
              <a:uFillTx/>
              <a:latin typeface="Calibri"/>
              <a:ea typeface="+mn-ea"/>
              <a:cs typeface="+mn-cs"/>
            </a:endParaRPr>
          </a:p>
        </p:txBody>
      </p:sp>
      <p:sp>
        <p:nvSpPr>
          <p:cNvPr id="9" name="Text 6"/>
          <p:cNvSpPr txBox="1"/>
          <p:nvPr/>
        </p:nvSpPr>
        <p:spPr>
          <a:xfrm>
            <a:off x="914400" y="3611880"/>
            <a:ext cx="44805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B3A"/>
                </a:solidFill>
                <a:effectLst/>
                <a:uLnTx/>
                <a:uFillTx/>
                <a:latin typeface="Calibri"/>
                <a:ea typeface="+mn-ea"/>
                <a:cs typeface="+mn-cs"/>
              </a:rPr>
              <a:t>Build custom business web applications using modern web technologies.</a:t>
            </a:r>
          </a:p>
        </p:txBody>
      </p:sp>
      <p:sp>
        <p:nvSpPr>
          <p:cNvPr id="10" name="Text 7"/>
          <p:cNvSpPr txBox="1"/>
          <p:nvPr/>
        </p:nvSpPr>
        <p:spPr>
          <a:xfrm>
            <a:off x="914400" y="4572000"/>
            <a:ext cx="44805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2FB3"/>
                </a:solidFill>
                <a:effectLst/>
                <a:uLnTx/>
                <a:uFillTx/>
                <a:latin typeface="Calibri"/>
                <a:ea typeface="+mn-ea"/>
                <a:cs typeface="+mn-cs"/>
              </a:rPr>
              <a:t>Runs in: </a:t>
            </a:r>
            <a:r>
              <a:rPr kumimoji="0" lang="en-US" sz="1500" b="0" i="0" u="none" strike="noStrike" kern="1200" cap="none" spc="0" normalizeH="0" baseline="0" noProof="0" dirty="0">
                <a:ln>
                  <a:noFill/>
                </a:ln>
                <a:solidFill>
                  <a:srgbClr val="1B1B3A"/>
                </a:solidFill>
                <a:effectLst/>
                <a:uLnTx/>
                <a:uFillTx/>
                <a:latin typeface="Calibri"/>
                <a:ea typeface="+mn-ea"/>
                <a:cs typeface="+mn-cs"/>
              </a:rPr>
              <a:t>Standalone web app (hosted in Power Platform)</a:t>
            </a:r>
          </a:p>
        </p:txBody>
      </p:sp>
      <p:sp>
        <p:nvSpPr>
          <p:cNvPr id="11" name="Text 8"/>
          <p:cNvSpPr txBox="1"/>
          <p:nvPr/>
        </p:nvSpPr>
        <p:spPr>
          <a:xfrm>
            <a:off x="914400" y="5212080"/>
            <a:ext cx="44805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6B2FB3"/>
                </a:solidFill>
                <a:effectLst/>
                <a:uLnTx/>
                <a:uFillTx/>
                <a:latin typeface="Calibri"/>
                <a:ea typeface="+mn-ea"/>
                <a:cs typeface="+mn-cs"/>
              </a:rPr>
              <a:t>Built with: </a:t>
            </a:r>
            <a:r>
              <a:rPr kumimoji="0" lang="en-US" sz="1500" b="0" i="0" u="none" strike="noStrike" kern="1200" cap="none" spc="0" normalizeH="0" baseline="0" noProof="0" dirty="0">
                <a:ln>
                  <a:noFill/>
                </a:ln>
                <a:solidFill>
                  <a:srgbClr val="1B1B3A"/>
                </a:solidFill>
                <a:effectLst/>
                <a:uLnTx/>
                <a:uFillTx/>
                <a:latin typeface="Calibri"/>
                <a:ea typeface="+mn-ea"/>
                <a:cs typeface="+mn-cs"/>
              </a:rPr>
              <a:t>React, TypeScript, JavaScript, HTML/CSS</a:t>
            </a:r>
          </a:p>
        </p:txBody>
      </p:sp>
      <p:sp>
        <p:nvSpPr>
          <p:cNvPr id="12" name="PCF card"/>
          <p:cNvSpPr/>
          <p:nvPr/>
        </p:nvSpPr>
        <p:spPr>
          <a:xfrm>
            <a:off x="6428232" y="1508760"/>
            <a:ext cx="5212080" cy="4480560"/>
          </a:xfrm>
          <a:prstGeom prst="roundRect">
            <a:avLst>
              <a:gd name="adj" fmla="val 2449"/>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13" name="Shape 10"/>
          <p:cNvSpPr/>
          <p:nvPr/>
        </p:nvSpPr>
        <p:spPr>
          <a:xfrm>
            <a:off x="6793992" y="1828800"/>
            <a:ext cx="868680" cy="868680"/>
          </a:xfrm>
          <a:prstGeom prst="ellipse">
            <a:avLst/>
          </a:prstGeom>
          <a:solidFill>
            <a:srgbClr val="0F8A7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14" name="Image 1" descr="preencoded.png"/>
          <p:cNvPicPr>
            <a:picLocks noChangeAspect="1"/>
          </p:cNvPicPr>
          <p:nvPr/>
        </p:nvPicPr>
        <p:blipFill>
          <a:blip r:embed="rId4"/>
          <a:stretch>
            <a:fillRect/>
          </a:stretch>
        </p:blipFill>
        <p:spPr>
          <a:xfrm>
            <a:off x="6967728" y="2002536"/>
            <a:ext cx="521208" cy="521208"/>
          </a:xfrm>
          <a:prstGeom prst="rect">
            <a:avLst/>
          </a:prstGeom>
        </p:spPr>
      </p:pic>
      <p:sp>
        <p:nvSpPr>
          <p:cNvPr id="15" name="Shape 11"/>
          <p:cNvSpPr/>
          <p:nvPr/>
        </p:nvSpPr>
        <p:spPr>
          <a:xfrm>
            <a:off x="9171432" y="2011680"/>
            <a:ext cx="2103120" cy="457200"/>
          </a:xfrm>
          <a:prstGeom prst="roundRect">
            <a:avLst>
              <a:gd name="adj" fmla="val 50000"/>
            </a:avLst>
          </a:prstGeom>
          <a:solidFill>
            <a:schemeClr val="accent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16" name="Text 12"/>
          <p:cNvSpPr txBox="1"/>
          <p:nvPr/>
        </p:nvSpPr>
        <p:spPr>
          <a:xfrm>
            <a:off x="9171432" y="2011680"/>
            <a:ext cx="21031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a:ea typeface="+mn-ea"/>
                <a:cs typeface="+mn-cs"/>
              </a:rPr>
              <a:t>Component-level</a:t>
            </a:r>
            <a:endParaRPr kumimoji="0" lang="en-US" sz="1400" b="0" i="0" u="none" strike="noStrike" kern="1200" cap="none" spc="0" normalizeH="0" baseline="0" noProof="0" dirty="0">
              <a:ln>
                <a:noFill/>
              </a:ln>
              <a:solidFill>
                <a:srgbClr val="1B1B3A"/>
              </a:solidFill>
              <a:effectLst/>
              <a:uLnTx/>
              <a:uFillTx/>
              <a:latin typeface="Calibri"/>
              <a:ea typeface="+mn-ea"/>
              <a:cs typeface="+mn-cs"/>
            </a:endParaRPr>
          </a:p>
        </p:txBody>
      </p:sp>
      <p:sp>
        <p:nvSpPr>
          <p:cNvPr id="17" name="Text 13"/>
          <p:cNvSpPr txBox="1"/>
          <p:nvPr/>
        </p:nvSpPr>
        <p:spPr>
          <a:xfrm>
            <a:off x="6793992" y="2926080"/>
            <a:ext cx="44805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F8A73"/>
                </a:solidFill>
                <a:effectLst/>
                <a:uLnTx/>
                <a:uFillTx/>
                <a:latin typeface="Calibri"/>
                <a:ea typeface="+mn-ea"/>
                <a:cs typeface="+mn-cs"/>
              </a:rPr>
              <a:t>PCF</a:t>
            </a:r>
            <a:endParaRPr kumimoji="0" lang="en-US" sz="3600" b="0" i="0" u="none" strike="noStrike" kern="1200" cap="none" spc="0" normalizeH="0" baseline="0" noProof="0" dirty="0">
              <a:ln>
                <a:noFill/>
              </a:ln>
              <a:solidFill>
                <a:srgbClr val="1B1B3A"/>
              </a:solidFill>
              <a:effectLst/>
              <a:uLnTx/>
              <a:uFillTx/>
              <a:latin typeface="Calibri"/>
              <a:ea typeface="+mn-ea"/>
              <a:cs typeface="+mn-cs"/>
            </a:endParaRPr>
          </a:p>
        </p:txBody>
      </p:sp>
      <p:sp>
        <p:nvSpPr>
          <p:cNvPr id="18" name="Text 14"/>
          <p:cNvSpPr txBox="1"/>
          <p:nvPr/>
        </p:nvSpPr>
        <p:spPr>
          <a:xfrm>
            <a:off x="6793992" y="3611880"/>
            <a:ext cx="4480560"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1B1B3A"/>
                </a:solidFill>
                <a:effectLst/>
                <a:uLnTx/>
                <a:uFillTx/>
                <a:latin typeface="Calibri"/>
                <a:ea typeface="+mn-ea"/>
                <a:cs typeface="+mn-cs"/>
              </a:rPr>
              <a:t>Create custom components to extend Canvas or Model-Driven Apps.</a:t>
            </a:r>
          </a:p>
        </p:txBody>
      </p:sp>
      <p:sp>
        <p:nvSpPr>
          <p:cNvPr id="19" name="Text 15"/>
          <p:cNvSpPr txBox="1"/>
          <p:nvPr/>
        </p:nvSpPr>
        <p:spPr>
          <a:xfrm>
            <a:off x="6793992" y="4572000"/>
            <a:ext cx="44805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8A73"/>
                </a:solidFill>
                <a:effectLst/>
                <a:uLnTx/>
                <a:uFillTx/>
                <a:latin typeface="Calibri"/>
                <a:ea typeface="+mn-ea"/>
                <a:cs typeface="+mn-cs"/>
              </a:rPr>
              <a:t>Runs in: </a:t>
            </a:r>
            <a:r>
              <a:rPr kumimoji="0" lang="en-US" sz="1500" b="0" i="0" u="none" strike="noStrike" kern="1200" cap="none" spc="0" normalizeH="0" baseline="0" noProof="0" dirty="0">
                <a:ln>
                  <a:noFill/>
                </a:ln>
                <a:solidFill>
                  <a:srgbClr val="1B1B3A"/>
                </a:solidFill>
                <a:effectLst/>
                <a:uLnTx/>
                <a:uFillTx/>
                <a:latin typeface="Calibri"/>
                <a:ea typeface="+mn-ea"/>
                <a:cs typeface="+mn-cs"/>
              </a:rPr>
              <a:t>Within Canvas or Model-Driven Apps</a:t>
            </a:r>
          </a:p>
        </p:txBody>
      </p:sp>
      <p:sp>
        <p:nvSpPr>
          <p:cNvPr id="20" name="Text 16"/>
          <p:cNvSpPr txBox="1"/>
          <p:nvPr/>
        </p:nvSpPr>
        <p:spPr>
          <a:xfrm>
            <a:off x="6793992" y="5212080"/>
            <a:ext cx="448056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F8A73"/>
                </a:solidFill>
                <a:effectLst/>
                <a:uLnTx/>
                <a:uFillTx/>
                <a:latin typeface="Calibri"/>
                <a:ea typeface="+mn-ea"/>
                <a:cs typeface="+mn-cs"/>
              </a:rPr>
              <a:t>Built with: </a:t>
            </a:r>
            <a:r>
              <a:rPr kumimoji="0" lang="en-US" sz="1500" b="0" i="0" u="none" strike="noStrike" kern="1200" cap="none" spc="0" normalizeH="0" baseline="0" noProof="0" dirty="0">
                <a:ln>
                  <a:noFill/>
                </a:ln>
                <a:solidFill>
                  <a:srgbClr val="1B1B3A"/>
                </a:solidFill>
                <a:effectLst/>
                <a:uLnTx/>
                <a:uFillTx/>
                <a:latin typeface="Calibri"/>
                <a:ea typeface="+mn-ea"/>
                <a:cs typeface="+mn-cs"/>
              </a:rPr>
              <a:t>TypeScript, React (PCF framework)</a:t>
            </a:r>
          </a:p>
        </p:txBody>
      </p:sp>
      <p:sp>
        <p:nvSpPr>
          <p:cNvPr id="21" name="VS badge"/>
          <p:cNvSpPr/>
          <p:nvPr/>
        </p:nvSpPr>
        <p:spPr>
          <a:xfrm>
            <a:off x="5550408" y="3337560"/>
            <a:ext cx="1097280" cy="1097280"/>
          </a:xfrm>
          <a:prstGeom prst="ellipse">
            <a:avLst/>
          </a:prstGeom>
          <a:solidFill>
            <a:schemeClr val="tx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22" name="Text 18"/>
          <p:cNvSpPr txBox="1"/>
          <p:nvPr/>
        </p:nvSpPr>
        <p:spPr>
          <a:xfrm>
            <a:off x="5550408" y="3337560"/>
            <a:ext cx="1097280" cy="10972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a:ea typeface="+mn-ea"/>
                <a:cs typeface="+mn-cs"/>
              </a:rPr>
              <a:t>VS</a:t>
            </a:r>
            <a:endParaRPr kumimoji="0" lang="en-US" sz="2800" b="0" i="0" u="none" strike="noStrike" kern="1200" cap="none" spc="0" normalizeH="0" baseline="0" noProof="0" dirty="0">
              <a:ln>
                <a:noFill/>
              </a:ln>
              <a:solidFill>
                <a:srgbClr val="1B1B3A"/>
              </a:solidFill>
              <a:effectLst/>
              <a:uLnTx/>
              <a:uFillTx/>
              <a:latin typeface="Calibri"/>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800" b="1" dirty="0">
                <a:solidFill>
                  <a:schemeClr val="tx1"/>
                </a:solidFill>
              </a:rPr>
              <a:t>Code Apps: build the whole application</a:t>
            </a:r>
            <a:endParaRPr lang="en-US" sz="3800" dirty="0"/>
          </a:p>
        </p:txBody>
      </p:sp>
      <p:sp>
        <p:nvSpPr>
          <p:cNvPr id="3" name="Text 1"/>
          <p:cNvSpPr txBox="1"/>
          <p:nvPr/>
        </p:nvSpPr>
        <p:spPr>
          <a:xfrm>
            <a:off x="548640" y="1188720"/>
            <a:ext cx="11091672"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A5A78"/>
                </a:solidFill>
                <a:effectLst/>
                <a:uLnTx/>
                <a:uFillTx/>
                <a:latin typeface="Calibri"/>
                <a:ea typeface="+mn-ea"/>
                <a:cs typeface="+mn-cs"/>
              </a:rPr>
              <a:t>Full custom business web apps using modern web technologies.</a:t>
            </a:r>
            <a:endParaRPr kumimoji="0" lang="en-US" sz="1800" b="0" i="0" u="none" strike="noStrike" kern="1200" cap="none" spc="0" normalizeH="0" baseline="0" noProof="0" dirty="0">
              <a:ln>
                <a:noFill/>
              </a:ln>
              <a:solidFill>
                <a:srgbClr val="1B1B3A"/>
              </a:solidFill>
              <a:effectLst/>
              <a:uLnTx/>
              <a:uFillTx/>
              <a:latin typeface="Calibri"/>
              <a:ea typeface="+mn-ea"/>
              <a:cs typeface="+mn-cs"/>
            </a:endParaRPr>
          </a:p>
        </p:txBody>
      </p:sp>
      <p:sp>
        <p:nvSpPr>
          <p:cNvPr id="4" name="Text 2"/>
          <p:cNvSpPr txBox="1"/>
          <p:nvPr/>
        </p:nvSpPr>
        <p:spPr>
          <a:xfrm>
            <a:off x="548640" y="1783080"/>
            <a:ext cx="7315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B2FB3"/>
                </a:solidFill>
                <a:effectLst/>
                <a:uLnTx/>
                <a:uFillTx/>
                <a:latin typeface="Calibri"/>
                <a:ea typeface="+mn-ea"/>
                <a:cs typeface="+mn-cs"/>
              </a:rPr>
              <a:t>Example: Service Management app</a:t>
            </a:r>
            <a:endParaRPr kumimoji="0" lang="en-US" sz="1400" b="0" i="0" u="none" strike="noStrike" kern="1200" cap="none" spc="0" normalizeH="0" baseline="0" noProof="0" dirty="0">
              <a:ln>
                <a:noFill/>
              </a:ln>
              <a:solidFill>
                <a:srgbClr val="1B1B3A"/>
              </a:solidFill>
              <a:effectLst/>
              <a:uLnTx/>
              <a:uFillTx/>
              <a:latin typeface="Calibri"/>
              <a:ea typeface="+mn-ea"/>
              <a:cs typeface="+mn-cs"/>
            </a:endParaRPr>
          </a:p>
        </p:txBody>
      </p:sp>
      <p:sp>
        <p:nvSpPr>
          <p:cNvPr id="5" name="Stat card Total Work Orders"/>
          <p:cNvSpPr/>
          <p:nvPr/>
        </p:nvSpPr>
        <p:spPr>
          <a:xfrm>
            <a:off x="548640" y="2194560"/>
            <a:ext cx="3511296" cy="1371600"/>
          </a:xfrm>
          <a:prstGeom prst="roundRect">
            <a:avLst>
              <a:gd name="adj" fmla="val 8000"/>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6" name="Text 4"/>
          <p:cNvSpPr txBox="1"/>
          <p:nvPr/>
        </p:nvSpPr>
        <p:spPr>
          <a:xfrm>
            <a:off x="822960" y="2286000"/>
            <a:ext cx="29260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6B2FB3"/>
                </a:solidFill>
                <a:effectLst/>
                <a:uLnTx/>
                <a:uFillTx/>
                <a:latin typeface="Calibri"/>
                <a:ea typeface="+mn-ea"/>
                <a:cs typeface="+mn-cs"/>
              </a:rPr>
              <a:t>125</a:t>
            </a:r>
            <a:endParaRPr kumimoji="0" lang="en-US" sz="5400" b="0" i="0" u="none" strike="noStrike" kern="1200" cap="none" spc="0" normalizeH="0" baseline="0" noProof="0" dirty="0">
              <a:ln>
                <a:noFill/>
              </a:ln>
              <a:solidFill>
                <a:srgbClr val="1B1B3A"/>
              </a:solidFill>
              <a:effectLst/>
              <a:uLnTx/>
              <a:uFillTx/>
              <a:latin typeface="Calibri"/>
              <a:ea typeface="+mn-ea"/>
              <a:cs typeface="+mn-cs"/>
            </a:endParaRPr>
          </a:p>
        </p:txBody>
      </p:sp>
      <p:sp>
        <p:nvSpPr>
          <p:cNvPr id="7" name="Text 5"/>
          <p:cNvSpPr txBox="1"/>
          <p:nvPr/>
        </p:nvSpPr>
        <p:spPr>
          <a:xfrm>
            <a:off x="822960" y="3108960"/>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Total Work Orders</a:t>
            </a:r>
          </a:p>
        </p:txBody>
      </p:sp>
      <p:sp>
        <p:nvSpPr>
          <p:cNvPr id="8" name="Stat card Open Issues"/>
          <p:cNvSpPr/>
          <p:nvPr/>
        </p:nvSpPr>
        <p:spPr>
          <a:xfrm>
            <a:off x="4334256" y="2194560"/>
            <a:ext cx="3511296" cy="1371600"/>
          </a:xfrm>
          <a:prstGeom prst="roundRect">
            <a:avLst>
              <a:gd name="adj" fmla="val 8000"/>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9" name="Text 7"/>
          <p:cNvSpPr txBox="1"/>
          <p:nvPr/>
        </p:nvSpPr>
        <p:spPr>
          <a:xfrm>
            <a:off x="4608576" y="2286000"/>
            <a:ext cx="29260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6B2FB3"/>
                </a:solidFill>
                <a:effectLst/>
                <a:uLnTx/>
                <a:uFillTx/>
                <a:latin typeface="Calibri"/>
                <a:ea typeface="+mn-ea"/>
                <a:cs typeface="+mn-cs"/>
              </a:rPr>
              <a:t>28</a:t>
            </a:r>
            <a:endParaRPr kumimoji="0" lang="en-US" sz="5400" b="0" i="0" u="none" strike="noStrike" kern="1200" cap="none" spc="0" normalizeH="0" baseline="0" noProof="0" dirty="0">
              <a:ln>
                <a:noFill/>
              </a:ln>
              <a:solidFill>
                <a:srgbClr val="1B1B3A"/>
              </a:solidFill>
              <a:effectLst/>
              <a:uLnTx/>
              <a:uFillTx/>
              <a:latin typeface="Calibri"/>
              <a:ea typeface="+mn-ea"/>
              <a:cs typeface="+mn-cs"/>
            </a:endParaRPr>
          </a:p>
        </p:txBody>
      </p:sp>
      <p:sp>
        <p:nvSpPr>
          <p:cNvPr id="10" name="Text 8"/>
          <p:cNvSpPr txBox="1"/>
          <p:nvPr/>
        </p:nvSpPr>
        <p:spPr>
          <a:xfrm>
            <a:off x="4608576" y="3108960"/>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Open Issues</a:t>
            </a:r>
          </a:p>
        </p:txBody>
      </p:sp>
      <p:sp>
        <p:nvSpPr>
          <p:cNvPr id="11" name="Stat card Active Assets"/>
          <p:cNvSpPr/>
          <p:nvPr/>
        </p:nvSpPr>
        <p:spPr>
          <a:xfrm>
            <a:off x="8119872" y="2194560"/>
            <a:ext cx="3511296" cy="1371600"/>
          </a:xfrm>
          <a:prstGeom prst="roundRect">
            <a:avLst>
              <a:gd name="adj" fmla="val 8000"/>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12" name="Text 10"/>
          <p:cNvSpPr txBox="1"/>
          <p:nvPr/>
        </p:nvSpPr>
        <p:spPr>
          <a:xfrm>
            <a:off x="8394192" y="2286000"/>
            <a:ext cx="29260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6B2FB3"/>
                </a:solidFill>
                <a:effectLst/>
                <a:uLnTx/>
                <a:uFillTx/>
                <a:latin typeface="Calibri"/>
                <a:ea typeface="+mn-ea"/>
                <a:cs typeface="+mn-cs"/>
              </a:rPr>
              <a:t>342</a:t>
            </a:r>
            <a:endParaRPr kumimoji="0" lang="en-US" sz="5400" b="0" i="0" u="none" strike="noStrike" kern="1200" cap="none" spc="0" normalizeH="0" baseline="0" noProof="0" dirty="0">
              <a:ln>
                <a:noFill/>
              </a:ln>
              <a:solidFill>
                <a:srgbClr val="1B1B3A"/>
              </a:solidFill>
              <a:effectLst/>
              <a:uLnTx/>
              <a:uFillTx/>
              <a:latin typeface="Calibri"/>
              <a:ea typeface="+mn-ea"/>
              <a:cs typeface="+mn-cs"/>
            </a:endParaRPr>
          </a:p>
        </p:txBody>
      </p:sp>
      <p:sp>
        <p:nvSpPr>
          <p:cNvPr id="13" name="Text 11"/>
          <p:cNvSpPr txBox="1"/>
          <p:nvPr/>
        </p:nvSpPr>
        <p:spPr>
          <a:xfrm>
            <a:off x="8394192" y="3108960"/>
            <a:ext cx="2926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Active Assets</a:t>
            </a:r>
          </a:p>
        </p:txBody>
      </p:sp>
      <p:sp>
        <p:nvSpPr>
          <p:cNvPr id="14" name="Text 12"/>
          <p:cNvSpPr txBox="1"/>
          <p:nvPr/>
        </p:nvSpPr>
        <p:spPr>
          <a:xfrm>
            <a:off x="548640" y="3840480"/>
            <a:ext cx="54864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B3A"/>
                </a:solidFill>
                <a:effectLst/>
                <a:uLnTx/>
                <a:uFillTx/>
                <a:latin typeface="Calibri"/>
                <a:ea typeface="+mn-ea"/>
                <a:cs typeface="+mn-cs"/>
              </a:rPr>
              <a:t>Technologies</a:t>
            </a:r>
            <a:endParaRPr kumimoji="0" lang="en-US" sz="2200" b="0" i="0" u="none" strike="noStrike" kern="1200" cap="none" spc="0" normalizeH="0" baseline="0" noProof="0" dirty="0">
              <a:ln>
                <a:noFill/>
              </a:ln>
              <a:solidFill>
                <a:srgbClr val="1B1B3A"/>
              </a:solidFill>
              <a:effectLst/>
              <a:uLnTx/>
              <a:uFillTx/>
              <a:latin typeface="Calibri"/>
              <a:ea typeface="+mn-ea"/>
              <a:cs typeface="+mn-cs"/>
            </a:endParaRPr>
          </a:p>
        </p:txBody>
      </p:sp>
      <p:sp>
        <p:nvSpPr>
          <p:cNvPr id="15" name="Tech tile React"/>
          <p:cNvSpPr/>
          <p:nvPr/>
        </p:nvSpPr>
        <p:spPr>
          <a:xfrm>
            <a:off x="548640" y="4389120"/>
            <a:ext cx="1691640" cy="1737360"/>
          </a:xfrm>
          <a:prstGeom prst="roundRect">
            <a:avLst>
              <a:gd name="adj" fmla="val 6486"/>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16" name="Image 0" descr="React logo"/>
          <p:cNvPicPr>
            <a:picLocks noChangeAspect="1"/>
          </p:cNvPicPr>
          <p:nvPr/>
        </p:nvPicPr>
        <p:blipFill>
          <a:blip r:embed="rId3"/>
          <a:stretch>
            <a:fillRect/>
          </a:stretch>
        </p:blipFill>
        <p:spPr>
          <a:xfrm>
            <a:off x="1097280" y="4572000"/>
            <a:ext cx="594360" cy="594360"/>
          </a:xfrm>
          <a:prstGeom prst="rect">
            <a:avLst/>
          </a:prstGeom>
        </p:spPr>
      </p:pic>
      <p:sp>
        <p:nvSpPr>
          <p:cNvPr id="17" name="Text 14"/>
          <p:cNvSpPr txBox="1"/>
          <p:nvPr/>
        </p:nvSpPr>
        <p:spPr>
          <a:xfrm>
            <a:off x="640080" y="5303520"/>
            <a:ext cx="150876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React</a:t>
            </a:r>
          </a:p>
        </p:txBody>
      </p:sp>
      <p:sp>
        <p:nvSpPr>
          <p:cNvPr id="18" name="Tech tile TypeScript"/>
          <p:cNvSpPr/>
          <p:nvPr/>
        </p:nvSpPr>
        <p:spPr>
          <a:xfrm>
            <a:off x="2428646" y="4389120"/>
            <a:ext cx="1691640" cy="1737360"/>
          </a:xfrm>
          <a:prstGeom prst="roundRect">
            <a:avLst>
              <a:gd name="adj" fmla="val 6486"/>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19" name="Image 1" descr="TypeScript logo"/>
          <p:cNvPicPr>
            <a:picLocks noChangeAspect="1"/>
          </p:cNvPicPr>
          <p:nvPr/>
        </p:nvPicPr>
        <p:blipFill>
          <a:blip r:embed="rId4"/>
          <a:stretch>
            <a:fillRect/>
          </a:stretch>
        </p:blipFill>
        <p:spPr>
          <a:xfrm>
            <a:off x="2977286" y="4572000"/>
            <a:ext cx="594360" cy="594360"/>
          </a:xfrm>
          <a:prstGeom prst="rect">
            <a:avLst/>
          </a:prstGeom>
        </p:spPr>
      </p:pic>
      <p:sp>
        <p:nvSpPr>
          <p:cNvPr id="20" name="Text 16"/>
          <p:cNvSpPr txBox="1"/>
          <p:nvPr/>
        </p:nvSpPr>
        <p:spPr>
          <a:xfrm>
            <a:off x="2520086" y="5303520"/>
            <a:ext cx="150876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TypeScript</a:t>
            </a:r>
          </a:p>
        </p:txBody>
      </p:sp>
      <p:sp>
        <p:nvSpPr>
          <p:cNvPr id="21" name="Tech tile JavaScript"/>
          <p:cNvSpPr/>
          <p:nvPr/>
        </p:nvSpPr>
        <p:spPr>
          <a:xfrm>
            <a:off x="4308653" y="4389120"/>
            <a:ext cx="1691640" cy="1737360"/>
          </a:xfrm>
          <a:prstGeom prst="roundRect">
            <a:avLst>
              <a:gd name="adj" fmla="val 6486"/>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22" name="Image 2" descr="JavaScript logo"/>
          <p:cNvPicPr>
            <a:picLocks noChangeAspect="1"/>
          </p:cNvPicPr>
          <p:nvPr/>
        </p:nvPicPr>
        <p:blipFill>
          <a:blip r:embed="rId5"/>
          <a:stretch>
            <a:fillRect/>
          </a:stretch>
        </p:blipFill>
        <p:spPr>
          <a:xfrm>
            <a:off x="4857293" y="4572000"/>
            <a:ext cx="594360" cy="594360"/>
          </a:xfrm>
          <a:prstGeom prst="rect">
            <a:avLst/>
          </a:prstGeom>
        </p:spPr>
      </p:pic>
      <p:sp>
        <p:nvSpPr>
          <p:cNvPr id="23" name="Text 18"/>
          <p:cNvSpPr txBox="1"/>
          <p:nvPr/>
        </p:nvSpPr>
        <p:spPr>
          <a:xfrm>
            <a:off x="4400093" y="5303520"/>
            <a:ext cx="150876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JavaScript</a:t>
            </a:r>
          </a:p>
        </p:txBody>
      </p:sp>
      <p:sp>
        <p:nvSpPr>
          <p:cNvPr id="24" name="Tech tile HTML"/>
          <p:cNvSpPr/>
          <p:nvPr/>
        </p:nvSpPr>
        <p:spPr>
          <a:xfrm>
            <a:off x="6188659" y="4389120"/>
            <a:ext cx="1691640" cy="1737360"/>
          </a:xfrm>
          <a:prstGeom prst="roundRect">
            <a:avLst>
              <a:gd name="adj" fmla="val 6486"/>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25" name="Image 3" descr="HTML logo"/>
          <p:cNvPicPr>
            <a:picLocks noChangeAspect="1"/>
          </p:cNvPicPr>
          <p:nvPr/>
        </p:nvPicPr>
        <p:blipFill>
          <a:blip r:embed="rId6"/>
          <a:stretch>
            <a:fillRect/>
          </a:stretch>
        </p:blipFill>
        <p:spPr>
          <a:xfrm>
            <a:off x="6737299" y="4572000"/>
            <a:ext cx="594360" cy="594360"/>
          </a:xfrm>
          <a:prstGeom prst="rect">
            <a:avLst/>
          </a:prstGeom>
        </p:spPr>
      </p:pic>
      <p:sp>
        <p:nvSpPr>
          <p:cNvPr id="26" name="Text 20"/>
          <p:cNvSpPr txBox="1"/>
          <p:nvPr/>
        </p:nvSpPr>
        <p:spPr>
          <a:xfrm>
            <a:off x="6280099" y="5303520"/>
            <a:ext cx="150876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HTML</a:t>
            </a:r>
          </a:p>
        </p:txBody>
      </p:sp>
      <p:sp>
        <p:nvSpPr>
          <p:cNvPr id="27" name="Tech tile CSS"/>
          <p:cNvSpPr/>
          <p:nvPr/>
        </p:nvSpPr>
        <p:spPr>
          <a:xfrm>
            <a:off x="8068666" y="4389120"/>
            <a:ext cx="1691640" cy="1737360"/>
          </a:xfrm>
          <a:prstGeom prst="roundRect">
            <a:avLst>
              <a:gd name="adj" fmla="val 6486"/>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28" name="Image 4" descr="CSS logo"/>
          <p:cNvPicPr>
            <a:picLocks noChangeAspect="1"/>
          </p:cNvPicPr>
          <p:nvPr/>
        </p:nvPicPr>
        <p:blipFill>
          <a:blip r:embed="rId7"/>
          <a:stretch>
            <a:fillRect/>
          </a:stretch>
        </p:blipFill>
        <p:spPr>
          <a:xfrm>
            <a:off x="8617306" y="4572000"/>
            <a:ext cx="594360" cy="594360"/>
          </a:xfrm>
          <a:prstGeom prst="rect">
            <a:avLst/>
          </a:prstGeom>
        </p:spPr>
      </p:pic>
      <p:sp>
        <p:nvSpPr>
          <p:cNvPr id="29" name="Text 22"/>
          <p:cNvSpPr txBox="1"/>
          <p:nvPr/>
        </p:nvSpPr>
        <p:spPr>
          <a:xfrm>
            <a:off x="8160106" y="5303520"/>
            <a:ext cx="150876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CSS</a:t>
            </a:r>
          </a:p>
        </p:txBody>
      </p:sp>
      <p:sp>
        <p:nvSpPr>
          <p:cNvPr id="30" name="Tech tile Power Platform SDK &amp; APIs"/>
          <p:cNvSpPr/>
          <p:nvPr/>
        </p:nvSpPr>
        <p:spPr>
          <a:xfrm>
            <a:off x="9948672" y="4389120"/>
            <a:ext cx="1691640" cy="1737360"/>
          </a:xfrm>
          <a:prstGeom prst="roundRect">
            <a:avLst>
              <a:gd name="adj" fmla="val 6486"/>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31" name="Image 5" descr="Power Platform SDK &amp; APIs logo"/>
          <p:cNvPicPr>
            <a:picLocks noChangeAspect="1"/>
          </p:cNvPicPr>
          <p:nvPr/>
        </p:nvPicPr>
        <p:blipFill>
          <a:blip r:embed="rId8"/>
          <a:stretch>
            <a:fillRect/>
          </a:stretch>
        </p:blipFill>
        <p:spPr>
          <a:xfrm>
            <a:off x="10497312" y="4572000"/>
            <a:ext cx="594360" cy="594360"/>
          </a:xfrm>
          <a:prstGeom prst="rect">
            <a:avLst/>
          </a:prstGeom>
        </p:spPr>
      </p:pic>
      <p:sp>
        <p:nvSpPr>
          <p:cNvPr id="32" name="Text 24"/>
          <p:cNvSpPr txBox="1"/>
          <p:nvPr/>
        </p:nvSpPr>
        <p:spPr>
          <a:xfrm>
            <a:off x="10040112" y="5303520"/>
            <a:ext cx="1508760" cy="68580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Power Platform SDK &amp; APIs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800" b="1" dirty="0">
                <a:solidFill>
                  <a:schemeClr val="tx1"/>
                </a:solidFill>
              </a:rPr>
              <a:t>PCF: extend what you already have</a:t>
            </a:r>
            <a:endParaRPr lang="en-US" sz="3800" dirty="0"/>
          </a:p>
        </p:txBody>
      </p:sp>
      <p:sp>
        <p:nvSpPr>
          <p:cNvPr id="3" name="Text 1"/>
          <p:cNvSpPr txBox="1"/>
          <p:nvPr/>
        </p:nvSpPr>
        <p:spPr>
          <a:xfrm>
            <a:off x="548640" y="1188720"/>
            <a:ext cx="11091672"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5A5A78"/>
                </a:solidFill>
                <a:effectLst/>
                <a:uLnTx/>
                <a:uFillTx/>
                <a:latin typeface="Calibri"/>
                <a:ea typeface="+mn-ea"/>
                <a:cs typeface="+mn-cs"/>
              </a:rPr>
              <a:t>Custom components that extend Canvas or Model-Driven Apps.</a:t>
            </a:r>
            <a:endParaRPr kumimoji="0" lang="en-US" sz="1800" b="0" i="0" u="none" strike="noStrike" kern="1200" cap="none" spc="0" normalizeH="0" baseline="0" noProof="0" dirty="0">
              <a:ln>
                <a:noFill/>
              </a:ln>
              <a:solidFill>
                <a:srgbClr val="1B1B3A"/>
              </a:solidFill>
              <a:effectLst/>
              <a:uLnTx/>
              <a:uFillTx/>
              <a:latin typeface="Calibri"/>
              <a:ea typeface="+mn-ea"/>
              <a:cs typeface="+mn-cs"/>
            </a:endParaRPr>
          </a:p>
        </p:txBody>
      </p:sp>
      <p:sp>
        <p:nvSpPr>
          <p:cNvPr id="4" name="Equipment form card"/>
          <p:cNvSpPr/>
          <p:nvPr/>
        </p:nvSpPr>
        <p:spPr>
          <a:xfrm>
            <a:off x="548640" y="1737360"/>
            <a:ext cx="5669280" cy="2423160"/>
          </a:xfrm>
          <a:prstGeom prst="roundRect">
            <a:avLst>
              <a:gd name="adj" fmla="val 4528"/>
            </a:avLst>
          </a:prstGeom>
          <a:solidFill>
            <a:schemeClr val="bg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5" name="Text 3"/>
          <p:cNvSpPr txBox="1"/>
          <p:nvPr/>
        </p:nvSpPr>
        <p:spPr>
          <a:xfrm>
            <a:off x="777240" y="1828800"/>
            <a:ext cx="52120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8A73"/>
                </a:solidFill>
                <a:effectLst/>
                <a:uLnTx/>
                <a:uFillTx/>
                <a:latin typeface="Calibri"/>
                <a:ea typeface="+mn-ea"/>
                <a:cs typeface="+mn-cs"/>
              </a:rPr>
              <a:t>Example: Equipment form in a Model-Driven App</a:t>
            </a:r>
            <a:endParaRPr kumimoji="0" lang="en-US" sz="1400" b="0" i="0" u="none" strike="noStrike" kern="1200" cap="none" spc="0" normalizeH="0" baseline="0" noProof="0" dirty="0">
              <a:ln>
                <a:noFill/>
              </a:ln>
              <a:solidFill>
                <a:srgbClr val="1B1B3A"/>
              </a:solidFill>
              <a:effectLst/>
              <a:uLnTx/>
              <a:uFillTx/>
              <a:latin typeface="Calibri"/>
              <a:ea typeface="+mn-ea"/>
              <a:cs typeface="+mn-cs"/>
            </a:endParaRPr>
          </a:p>
        </p:txBody>
      </p:sp>
      <p:graphicFrame>
        <p:nvGraphicFramePr>
          <p:cNvPr id="6" name="Equipment fields table"/>
          <p:cNvGraphicFramePr>
            <a:graphicFrameLocks noGrp="1"/>
          </p:cNvGraphicFramePr>
          <p:nvPr/>
        </p:nvGraphicFramePr>
        <p:xfrm>
          <a:off x="777240" y="2240280"/>
          <a:ext cx="5212080" cy="1737360"/>
        </p:xfrm>
        <a:graphic>
          <a:graphicData uri="http://schemas.openxmlformats.org/drawingml/2006/table">
            <a:tbl>
              <a:tblPr/>
              <a:tblGrid>
                <a:gridCol w="20116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47472">
                <a:tc>
                  <a:txBody>
                    <a:bodyPr/>
                    <a:lstStyle/>
                    <a:p>
                      <a:pPr marL="0" indent="0">
                        <a:buNone/>
                      </a:pPr>
                      <a:r>
                        <a:rPr lang="en-US" sz="1400" b="1" dirty="0">
                          <a:solidFill>
                            <a:srgbClr val="1B1B3A"/>
                          </a:solidFill>
                        </a:rPr>
                        <a:t>Name</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rPr>
                        <a:t>Excavator EX-200</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400" b="1" dirty="0">
                          <a:solidFill>
                            <a:srgbClr val="1B1B3A"/>
                          </a:solidFill>
                        </a:rPr>
                        <a:t>Equipment Type</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rPr>
                        <a:t>Heavy Machinery</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400" b="1" dirty="0">
                          <a:solidFill>
                            <a:srgbClr val="1B1B3A"/>
                          </a:solidFill>
                        </a:rPr>
                        <a:t>Serial Number</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rPr>
                        <a:t>EX2000-4587</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400" b="1" dirty="0">
                          <a:solidFill>
                            <a:srgbClr val="1B1B3A"/>
                          </a:solidFill>
                        </a:rPr>
                        <a:t>Status</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rPr>
                        <a:t>Active</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400" b="1" dirty="0">
                          <a:solidFill>
                            <a:srgbClr val="1B1B3A"/>
                          </a:solidFill>
                        </a:rPr>
                        <a:t>Customer</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400" dirty="0">
                          <a:solidFill>
                            <a:srgbClr val="1B1B3A"/>
                          </a:solidFill>
                        </a:rPr>
                        <a:t>ABC Construction</a:t>
                      </a:r>
                      <a:endParaRPr lang="en-US" sz="1400" dirty="0"/>
                    </a:p>
                  </a:txBody>
                  <a:tcPr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Location control card"/>
          <p:cNvSpPr/>
          <p:nvPr/>
        </p:nvSpPr>
        <p:spPr>
          <a:xfrm>
            <a:off x="6492240" y="1737360"/>
            <a:ext cx="5148072" cy="2423160"/>
          </a:xfrm>
          <a:prstGeom prst="roundRect">
            <a:avLst>
              <a:gd name="adj" fmla="val 4528"/>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8" name="Text 5"/>
          <p:cNvSpPr txBox="1"/>
          <p:nvPr/>
        </p:nvSpPr>
        <p:spPr>
          <a:xfrm>
            <a:off x="6766560" y="182880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8A73"/>
                </a:solidFill>
                <a:effectLst/>
                <a:uLnTx/>
                <a:uFillTx/>
                <a:latin typeface="Calibri"/>
                <a:ea typeface="+mn-ea"/>
                <a:cs typeface="+mn-cs"/>
              </a:rPr>
              <a:t>Location (custom PCF control)</a:t>
            </a:r>
            <a:endParaRPr kumimoji="0" lang="en-US" sz="1400" b="0" i="0" u="none" strike="noStrike" kern="1200" cap="none" spc="0" normalizeH="0" baseline="0" noProof="0" dirty="0">
              <a:ln>
                <a:noFill/>
              </a:ln>
              <a:solidFill>
                <a:srgbClr val="1B1B3A"/>
              </a:solidFill>
              <a:effectLst/>
              <a:uLnTx/>
              <a:uFillTx/>
              <a:latin typeface="Calibri"/>
              <a:ea typeface="+mn-ea"/>
              <a:cs typeface="+mn-cs"/>
            </a:endParaRPr>
          </a:p>
        </p:txBody>
      </p:sp>
      <p:pic>
        <p:nvPicPr>
          <p:cNvPr id="9" name="Image 0" descr="Map pin"/>
          <p:cNvPicPr>
            <a:picLocks noChangeAspect="1"/>
          </p:cNvPicPr>
          <p:nvPr/>
        </p:nvPicPr>
        <p:blipFill>
          <a:blip r:embed="rId3"/>
          <a:stretch>
            <a:fillRect/>
          </a:stretch>
        </p:blipFill>
        <p:spPr>
          <a:xfrm>
            <a:off x="6812280" y="2423160"/>
            <a:ext cx="868680" cy="868680"/>
          </a:xfrm>
          <a:prstGeom prst="rect">
            <a:avLst/>
          </a:prstGeom>
        </p:spPr>
      </p:pic>
      <p:sp>
        <p:nvSpPr>
          <p:cNvPr id="10" name="Text 6"/>
          <p:cNvSpPr txBox="1"/>
          <p:nvPr/>
        </p:nvSpPr>
        <p:spPr>
          <a:xfrm>
            <a:off x="7955280" y="2468880"/>
            <a:ext cx="347472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dirty="0">
                <a:ln>
                  <a:noFill/>
                </a:ln>
                <a:solidFill>
                  <a:srgbClr val="1B1B3A"/>
                </a:solidFill>
                <a:effectLst/>
                <a:uLnTx/>
                <a:uFillTx/>
                <a:latin typeface="Calibri"/>
                <a:ea typeface="+mn-ea"/>
                <a:cs typeface="+mn-cs"/>
              </a:rPr>
              <a:t>Latitude   </a:t>
            </a:r>
            <a:r>
              <a:rPr kumimoji="0" lang="en-US" sz="1800" b="0" i="0" u="none" strike="noStrike" kern="1200" cap="none" spc="0" normalizeH="0" baseline="0" noProof="0" dirty="0">
                <a:ln>
                  <a:noFill/>
                </a:ln>
                <a:solidFill>
                  <a:srgbClr val="1B1B3A"/>
                </a:solidFill>
                <a:effectLst/>
                <a:uLnTx/>
                <a:uFillTx/>
                <a:latin typeface="Calibri"/>
                <a:ea typeface="+mn-ea"/>
                <a:cs typeface="+mn-cs"/>
              </a:rPr>
              <a:t>28.6139</a:t>
            </a: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800" b="1" i="0" u="none" strike="noStrike" kern="1200" cap="none" spc="0" normalizeH="0" baseline="0" noProof="0" dirty="0">
                <a:ln>
                  <a:noFill/>
                </a:ln>
                <a:solidFill>
                  <a:srgbClr val="1B1B3A"/>
                </a:solidFill>
                <a:effectLst/>
                <a:uLnTx/>
                <a:uFillTx/>
                <a:latin typeface="Calibri"/>
                <a:ea typeface="+mn-ea"/>
                <a:cs typeface="+mn-cs"/>
              </a:rPr>
              <a:t>Longitude   </a:t>
            </a:r>
            <a:r>
              <a:rPr kumimoji="0" lang="en-US" sz="1800" b="0" i="0" u="none" strike="noStrike" kern="1200" cap="none" spc="0" normalizeH="0" baseline="0" noProof="0" dirty="0">
                <a:ln>
                  <a:noFill/>
                </a:ln>
                <a:solidFill>
                  <a:srgbClr val="1B1B3A"/>
                </a:solidFill>
                <a:effectLst/>
                <a:uLnTx/>
                <a:uFillTx/>
                <a:latin typeface="Calibri"/>
                <a:ea typeface="+mn-ea"/>
                <a:cs typeface="+mn-cs"/>
              </a:rPr>
              <a:t>77.2090</a:t>
            </a:r>
          </a:p>
        </p:txBody>
      </p:sp>
      <p:sp>
        <p:nvSpPr>
          <p:cNvPr id="11" name="Text 7"/>
          <p:cNvSpPr txBox="1"/>
          <p:nvPr/>
        </p:nvSpPr>
        <p:spPr>
          <a:xfrm>
            <a:off x="6766560" y="3474720"/>
            <a:ext cx="4663440"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Rendered by a custom component inside the form, not a new app.</a:t>
            </a:r>
          </a:p>
        </p:txBody>
      </p:sp>
      <p:sp>
        <p:nvSpPr>
          <p:cNvPr id="12" name="Text 8"/>
          <p:cNvSpPr txBox="1"/>
          <p:nvPr/>
        </p:nvSpPr>
        <p:spPr>
          <a:xfrm>
            <a:off x="548640" y="4389120"/>
            <a:ext cx="54864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1B1B3A"/>
                </a:solidFill>
                <a:effectLst/>
                <a:uLnTx/>
                <a:uFillTx/>
                <a:latin typeface="Calibri"/>
                <a:ea typeface="+mn-ea"/>
                <a:cs typeface="+mn-cs"/>
              </a:rPr>
              <a:t>Common PCF use cases</a:t>
            </a:r>
            <a:endParaRPr kumimoji="0" lang="en-US" sz="2200" b="0" i="0" u="none" strike="noStrike" kern="1200" cap="none" spc="0" normalizeH="0" baseline="0" noProof="0" dirty="0">
              <a:ln>
                <a:noFill/>
              </a:ln>
              <a:solidFill>
                <a:srgbClr val="1B1B3A"/>
              </a:solidFill>
              <a:effectLst/>
              <a:uLnTx/>
              <a:uFillTx/>
              <a:latin typeface="Calibri"/>
              <a:ea typeface="+mn-ea"/>
              <a:cs typeface="+mn-cs"/>
            </a:endParaRPr>
          </a:p>
        </p:txBody>
      </p:sp>
      <p:sp>
        <p:nvSpPr>
          <p:cNvPr id="13" name="Use case Custom Controls"/>
          <p:cNvSpPr/>
          <p:nvPr/>
        </p:nvSpPr>
        <p:spPr>
          <a:xfrm>
            <a:off x="548640" y="4892040"/>
            <a:ext cx="2035454" cy="1463040"/>
          </a:xfrm>
          <a:prstGeom prst="roundRect">
            <a:avLst>
              <a:gd name="adj" fmla="val 7500"/>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14" name="Image 1" descr="Custom Controls"/>
          <p:cNvPicPr>
            <a:picLocks noChangeAspect="1"/>
          </p:cNvPicPr>
          <p:nvPr/>
        </p:nvPicPr>
        <p:blipFill>
          <a:blip r:embed="rId4"/>
          <a:stretch>
            <a:fillRect/>
          </a:stretch>
        </p:blipFill>
        <p:spPr>
          <a:xfrm>
            <a:off x="1292047" y="5029200"/>
            <a:ext cx="548640" cy="548640"/>
          </a:xfrm>
          <a:prstGeom prst="rect">
            <a:avLst/>
          </a:prstGeom>
        </p:spPr>
      </p:pic>
      <p:sp>
        <p:nvSpPr>
          <p:cNvPr id="15" name="Text 10"/>
          <p:cNvSpPr txBox="1"/>
          <p:nvPr/>
        </p:nvSpPr>
        <p:spPr>
          <a:xfrm>
            <a:off x="640080" y="5669280"/>
            <a:ext cx="1852574" cy="5943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Custom Controls</a:t>
            </a:r>
          </a:p>
        </p:txBody>
      </p:sp>
      <p:sp>
        <p:nvSpPr>
          <p:cNvPr id="16" name="Use case Data Visualizations"/>
          <p:cNvSpPr/>
          <p:nvPr/>
        </p:nvSpPr>
        <p:spPr>
          <a:xfrm>
            <a:off x="2812694" y="4892040"/>
            <a:ext cx="2035454" cy="1463040"/>
          </a:xfrm>
          <a:prstGeom prst="roundRect">
            <a:avLst>
              <a:gd name="adj" fmla="val 7500"/>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17" name="Image 2" descr="Data Visualizations"/>
          <p:cNvPicPr>
            <a:picLocks noChangeAspect="1"/>
          </p:cNvPicPr>
          <p:nvPr/>
        </p:nvPicPr>
        <p:blipFill>
          <a:blip r:embed="rId5"/>
          <a:stretch>
            <a:fillRect/>
          </a:stretch>
        </p:blipFill>
        <p:spPr>
          <a:xfrm>
            <a:off x="3556102" y="5029200"/>
            <a:ext cx="548640" cy="548640"/>
          </a:xfrm>
          <a:prstGeom prst="rect">
            <a:avLst/>
          </a:prstGeom>
        </p:spPr>
      </p:pic>
      <p:sp>
        <p:nvSpPr>
          <p:cNvPr id="18" name="Text 12"/>
          <p:cNvSpPr txBox="1"/>
          <p:nvPr/>
        </p:nvSpPr>
        <p:spPr>
          <a:xfrm>
            <a:off x="2904134" y="5669280"/>
            <a:ext cx="1852574" cy="5943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Data Visualizations</a:t>
            </a:r>
          </a:p>
        </p:txBody>
      </p:sp>
      <p:sp>
        <p:nvSpPr>
          <p:cNvPr id="19" name="Use case Custom Input Components"/>
          <p:cNvSpPr/>
          <p:nvPr/>
        </p:nvSpPr>
        <p:spPr>
          <a:xfrm>
            <a:off x="5076749" y="4892040"/>
            <a:ext cx="2035454" cy="1463040"/>
          </a:xfrm>
          <a:prstGeom prst="roundRect">
            <a:avLst>
              <a:gd name="adj" fmla="val 7500"/>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20" name="Image 3" descr="Custom Input Components"/>
          <p:cNvPicPr>
            <a:picLocks noChangeAspect="1"/>
          </p:cNvPicPr>
          <p:nvPr/>
        </p:nvPicPr>
        <p:blipFill>
          <a:blip r:embed="rId6"/>
          <a:stretch>
            <a:fillRect/>
          </a:stretch>
        </p:blipFill>
        <p:spPr>
          <a:xfrm>
            <a:off x="5820156" y="5029200"/>
            <a:ext cx="548640" cy="548640"/>
          </a:xfrm>
          <a:prstGeom prst="rect">
            <a:avLst/>
          </a:prstGeom>
        </p:spPr>
      </p:pic>
      <p:sp>
        <p:nvSpPr>
          <p:cNvPr id="21" name="Text 14"/>
          <p:cNvSpPr txBox="1"/>
          <p:nvPr/>
        </p:nvSpPr>
        <p:spPr>
          <a:xfrm>
            <a:off x="5168189" y="5669280"/>
            <a:ext cx="1852574" cy="5943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Custom Input Components</a:t>
            </a:r>
          </a:p>
        </p:txBody>
      </p:sp>
      <p:sp>
        <p:nvSpPr>
          <p:cNvPr id="22" name="Use case Reusable Components"/>
          <p:cNvSpPr/>
          <p:nvPr/>
        </p:nvSpPr>
        <p:spPr>
          <a:xfrm>
            <a:off x="7340803" y="4892040"/>
            <a:ext cx="2035454" cy="1463040"/>
          </a:xfrm>
          <a:prstGeom prst="roundRect">
            <a:avLst>
              <a:gd name="adj" fmla="val 7500"/>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23" name="Image 4" descr="Reusable Components"/>
          <p:cNvPicPr>
            <a:picLocks noChangeAspect="1"/>
          </p:cNvPicPr>
          <p:nvPr/>
        </p:nvPicPr>
        <p:blipFill>
          <a:blip r:embed="rId7"/>
          <a:stretch>
            <a:fillRect/>
          </a:stretch>
        </p:blipFill>
        <p:spPr>
          <a:xfrm>
            <a:off x="8084210" y="5029200"/>
            <a:ext cx="548640" cy="548640"/>
          </a:xfrm>
          <a:prstGeom prst="rect">
            <a:avLst/>
          </a:prstGeom>
        </p:spPr>
      </p:pic>
      <p:sp>
        <p:nvSpPr>
          <p:cNvPr id="24" name="Text 16"/>
          <p:cNvSpPr txBox="1"/>
          <p:nvPr/>
        </p:nvSpPr>
        <p:spPr>
          <a:xfrm>
            <a:off x="7432243" y="5669280"/>
            <a:ext cx="1852574" cy="5943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Reusable Components</a:t>
            </a:r>
          </a:p>
        </p:txBody>
      </p:sp>
      <p:sp>
        <p:nvSpPr>
          <p:cNvPr id="25" name="Use case Extend Canvas or Model-Driven Apps"/>
          <p:cNvSpPr/>
          <p:nvPr/>
        </p:nvSpPr>
        <p:spPr>
          <a:xfrm>
            <a:off x="9604858" y="4892040"/>
            <a:ext cx="2035454" cy="1463040"/>
          </a:xfrm>
          <a:prstGeom prst="roundRect">
            <a:avLst>
              <a:gd name="adj" fmla="val 7500"/>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26" name="Image 5" descr="Extend Canvas or Model-Driven Apps"/>
          <p:cNvPicPr>
            <a:picLocks noChangeAspect="1"/>
          </p:cNvPicPr>
          <p:nvPr/>
        </p:nvPicPr>
        <p:blipFill>
          <a:blip r:embed="rId8"/>
          <a:stretch>
            <a:fillRect/>
          </a:stretch>
        </p:blipFill>
        <p:spPr>
          <a:xfrm>
            <a:off x="10348265" y="5029200"/>
            <a:ext cx="548640" cy="548640"/>
          </a:xfrm>
          <a:prstGeom prst="rect">
            <a:avLst/>
          </a:prstGeom>
        </p:spPr>
      </p:pic>
      <p:sp>
        <p:nvSpPr>
          <p:cNvPr id="27" name="Text 18"/>
          <p:cNvSpPr txBox="1"/>
          <p:nvPr/>
        </p:nvSpPr>
        <p:spPr>
          <a:xfrm>
            <a:off x="9696298" y="5669280"/>
            <a:ext cx="1852574" cy="5943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B1B3A"/>
                </a:solidFill>
                <a:effectLst/>
                <a:uLnTx/>
                <a:uFillTx/>
                <a:latin typeface="Calibri"/>
                <a:ea typeface="+mn-ea"/>
                <a:cs typeface="+mn-cs"/>
              </a:rPr>
              <a:t>Extend Canvas or Model-Driven Apps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800" b="1" dirty="0">
                <a:solidFill>
                  <a:schemeClr val="tx1"/>
                </a:solidFill>
              </a:rPr>
              <a:t>Key differences at a glance</a:t>
            </a:r>
            <a:endParaRPr lang="en-US" sz="3800" dirty="0"/>
          </a:p>
        </p:txBody>
      </p:sp>
      <p:graphicFrame>
        <p:nvGraphicFramePr>
          <p:cNvPr id="6" name="Key differences table"/>
          <p:cNvGraphicFramePr>
            <a:graphicFrameLocks noGrp="1"/>
          </p:cNvGraphicFramePr>
          <p:nvPr/>
        </p:nvGraphicFramePr>
        <p:xfrm>
          <a:off x="548640" y="1463040"/>
          <a:ext cx="11091672" cy="4434840"/>
        </p:xfrm>
        <a:graphic>
          <a:graphicData uri="http://schemas.openxmlformats.org/drawingml/2006/table">
            <a:tbl>
              <a:tblPr/>
              <a:tblGrid>
                <a:gridCol w="2194560">
                  <a:extLst>
                    <a:ext uri="{9D8B030D-6E8A-4147-A177-3AD203B41FA5}">
                      <a16:colId xmlns:a16="http://schemas.microsoft.com/office/drawing/2014/main" val="20000"/>
                    </a:ext>
                  </a:extLst>
                </a:gridCol>
                <a:gridCol w="4448556">
                  <a:extLst>
                    <a:ext uri="{9D8B030D-6E8A-4147-A177-3AD203B41FA5}">
                      <a16:colId xmlns:a16="http://schemas.microsoft.com/office/drawing/2014/main" val="20001"/>
                    </a:ext>
                  </a:extLst>
                </a:gridCol>
                <a:gridCol w="4448556">
                  <a:extLst>
                    <a:ext uri="{9D8B030D-6E8A-4147-A177-3AD203B41FA5}">
                      <a16:colId xmlns:a16="http://schemas.microsoft.com/office/drawing/2014/main" val="20002"/>
                    </a:ext>
                  </a:extLst>
                </a:gridCol>
              </a:tblGrid>
              <a:tr h="548640">
                <a:tc>
                  <a:txBody>
                    <a:bodyPr/>
                    <a:lstStyle/>
                    <a:p>
                      <a:pPr marL="0" indent="0" algn="l">
                        <a:buNone/>
                      </a:pPr>
                      <a:r>
                        <a:rPr lang="en-US" sz="1800" b="1" dirty="0">
                          <a:solidFill>
                            <a:srgbClr val="FFFFFF"/>
                          </a:solidFill>
                        </a:rPr>
                        <a:t>Aspect</a:t>
                      </a:r>
                      <a:endParaRPr lang="en-US" sz="18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1B1B3A"/>
                    </a:solidFill>
                  </a:tcPr>
                </a:tc>
                <a:tc>
                  <a:txBody>
                    <a:bodyPr/>
                    <a:lstStyle/>
                    <a:p>
                      <a:pPr marL="0" indent="0" algn="l">
                        <a:buNone/>
                      </a:pPr>
                      <a:r>
                        <a:rPr lang="en-US" sz="1800" b="1" dirty="0">
                          <a:solidFill>
                            <a:srgbClr val="FFFFFF"/>
                          </a:solidFill>
                        </a:rPr>
                        <a:t>Code Apps</a:t>
                      </a:r>
                      <a:endParaRPr lang="en-US" sz="18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6B2FB3"/>
                    </a:solidFill>
                  </a:tcPr>
                </a:tc>
                <a:tc>
                  <a:txBody>
                    <a:bodyPr/>
                    <a:lstStyle/>
                    <a:p>
                      <a:pPr marL="0" indent="0" algn="l">
                        <a:buNone/>
                      </a:pPr>
                      <a:r>
                        <a:rPr lang="en-US" sz="1800" b="1" dirty="0">
                          <a:solidFill>
                            <a:srgbClr val="FFFFFF"/>
                          </a:solidFill>
                        </a:rPr>
                        <a:t>PCF</a:t>
                      </a:r>
                      <a:endParaRPr lang="en-US" sz="18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0F8A73"/>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rgbClr val="1B1B3A"/>
                          </a:solidFill>
                        </a:rPr>
                        <a:t>Scope</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600" dirty="0">
                          <a:solidFill>
                            <a:srgbClr val="1B1B3A"/>
                          </a:solidFill>
                        </a:rPr>
                        <a:t>Application level</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600" dirty="0">
                          <a:solidFill>
                            <a:srgbClr val="1B1B3A"/>
                          </a:solidFill>
                        </a:rPr>
                        <a:t>Component level</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rgbClr val="1B1B3A"/>
                          </a:solidFill>
                        </a:rPr>
                        <a:t>Runs in</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4F0FB"/>
                    </a:solidFill>
                  </a:tcPr>
                </a:tc>
                <a:tc>
                  <a:txBody>
                    <a:bodyPr/>
                    <a:lstStyle/>
                    <a:p>
                      <a:pPr marL="0" indent="0">
                        <a:buNone/>
                      </a:pPr>
                      <a:r>
                        <a:rPr lang="en-US" sz="1600" dirty="0">
                          <a:solidFill>
                            <a:srgbClr val="1B1B3A"/>
                          </a:solidFill>
                        </a:rPr>
                        <a:t>Standalone web app (hosted in Power Platform)</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4F0FB"/>
                    </a:solidFill>
                  </a:tcPr>
                </a:tc>
                <a:tc>
                  <a:txBody>
                    <a:bodyPr/>
                    <a:lstStyle/>
                    <a:p>
                      <a:pPr marL="0" indent="0">
                        <a:buNone/>
                      </a:pPr>
                      <a:r>
                        <a:rPr lang="en-US" sz="1600" dirty="0">
                          <a:solidFill>
                            <a:srgbClr val="1B1B3A"/>
                          </a:solidFill>
                        </a:rPr>
                        <a:t>Within Canvas or Model-Driven Apps</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4F0FB"/>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rgbClr val="1B1B3A"/>
                          </a:solidFill>
                        </a:rPr>
                        <a:t>Technologies</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600" dirty="0">
                          <a:solidFill>
                            <a:srgbClr val="1B1B3A"/>
                          </a:solidFill>
                        </a:rPr>
                        <a:t>React, TypeScript, JavaScript, HTML/CSS</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600" dirty="0">
                          <a:solidFill>
                            <a:srgbClr val="1B1B3A"/>
                          </a:solidFill>
                        </a:rPr>
                        <a:t>TypeScript, React (PCF framework)</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1600" b="1" dirty="0">
                          <a:solidFill>
                            <a:srgbClr val="1B1B3A"/>
                          </a:solidFill>
                        </a:rPr>
                        <a:t>Main use case</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4F0FB"/>
                    </a:solidFill>
                  </a:tcPr>
                </a:tc>
                <a:tc>
                  <a:txBody>
                    <a:bodyPr/>
                    <a:lstStyle/>
                    <a:p>
                      <a:pPr marL="0" indent="0">
                        <a:buNone/>
                      </a:pPr>
                      <a:r>
                        <a:rPr lang="en-US" sz="1600" dirty="0">
                          <a:solidFill>
                            <a:srgbClr val="1B1B3A"/>
                          </a:solidFill>
                        </a:rPr>
                        <a:t>Custom application experience</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4F0FB"/>
                    </a:solidFill>
                  </a:tcPr>
                </a:tc>
                <a:tc>
                  <a:txBody>
                    <a:bodyPr/>
                    <a:lstStyle/>
                    <a:p>
                      <a:pPr marL="0" indent="0">
                        <a:buNone/>
                      </a:pPr>
                      <a:r>
                        <a:rPr lang="en-US" sz="1600" dirty="0">
                          <a:solidFill>
                            <a:srgbClr val="1B1B3A"/>
                          </a:solidFill>
                        </a:rPr>
                        <a:t>Custom components inside existing apps</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4F0FB"/>
                    </a:solidFill>
                  </a:tcPr>
                </a:tc>
                <a:extLst>
                  <a:ext uri="{0D108BD9-81ED-4DB2-BD59-A6C34878D82A}">
                    <a16:rowId xmlns:a16="http://schemas.microsoft.com/office/drawing/2014/main" val="10004"/>
                  </a:ext>
                </a:extLst>
              </a:tr>
              <a:tr h="777240">
                <a:tc>
                  <a:txBody>
                    <a:bodyPr/>
                    <a:lstStyle/>
                    <a:p>
                      <a:pPr marL="0" indent="0">
                        <a:buNone/>
                      </a:pPr>
                      <a:r>
                        <a:rPr lang="en-US" sz="1600" b="1" dirty="0">
                          <a:solidFill>
                            <a:srgbClr val="1B1B3A"/>
                          </a:solidFill>
                        </a:rPr>
                        <a:t>Best for</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600" dirty="0">
                          <a:solidFill>
                            <a:srgbClr val="1B1B3A"/>
                          </a:solidFill>
                        </a:rPr>
                        <a:t>Highly customized and complex scenarios</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tc>
                  <a:txBody>
                    <a:bodyPr/>
                    <a:lstStyle/>
                    <a:p>
                      <a:pPr marL="0" indent="0">
                        <a:buNone/>
                      </a:pPr>
                      <a:r>
                        <a:rPr lang="en-US" sz="1600" dirty="0">
                          <a:solidFill>
                            <a:srgbClr val="1B1B3A"/>
                          </a:solidFill>
                        </a:rPr>
                        <a:t>Extending existing Power Apps functionality</a:t>
                      </a:r>
                      <a:endParaRPr lang="en-US" sz="1600" dirty="0"/>
                    </a:p>
                  </a:txBody>
                  <a:tcPr marL="137160" marR="137160" marT="0" marB="0" anchor="ctr">
                    <a:lnL w="9525" cap="flat" cmpd="sng" algn="ctr">
                      <a:solidFill>
                        <a:srgbClr val="D9D4E6"/>
                      </a:solidFill>
                      <a:prstDash val="solid"/>
                      <a:round/>
                      <a:headEnd type="none" w="med" len="med"/>
                      <a:tailEnd type="none" w="med" len="med"/>
                    </a:lnL>
                    <a:lnR w="9525" cap="flat" cmpd="sng" algn="ctr">
                      <a:solidFill>
                        <a:srgbClr val="D9D4E6"/>
                      </a:solidFill>
                      <a:prstDash val="solid"/>
                      <a:round/>
                      <a:headEnd type="none" w="med" len="med"/>
                      <a:tailEnd type="none" w="med" len="med"/>
                    </a:lnR>
                    <a:lnT w="9525" cap="flat" cmpd="sng" algn="ctr">
                      <a:solidFill>
                        <a:srgbClr val="D9D4E6"/>
                      </a:solidFill>
                      <a:prstDash val="solid"/>
                      <a:round/>
                      <a:headEnd type="none" w="med" len="med"/>
                      <a:tailEnd type="none" w="med" len="med"/>
                    </a:lnT>
                    <a:lnB w="9525" cap="flat" cmpd="sng" algn="ctr">
                      <a:solidFill>
                        <a:srgbClr val="D9D4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800" b="1" dirty="0">
                <a:solidFill>
                  <a:schemeClr val="tx1"/>
                </a:solidFill>
              </a:rPr>
              <a:t>When to use which</a:t>
            </a:r>
            <a:endParaRPr lang="en-US" sz="3800" dirty="0"/>
          </a:p>
        </p:txBody>
      </p:sp>
      <p:sp>
        <p:nvSpPr>
          <p:cNvPr id="3" name="When to use Code Apps? card"/>
          <p:cNvSpPr/>
          <p:nvPr/>
        </p:nvSpPr>
        <p:spPr>
          <a:xfrm>
            <a:off x="548640" y="1417320"/>
            <a:ext cx="5422392" cy="4892040"/>
          </a:xfrm>
          <a:prstGeom prst="roundRect">
            <a:avLst>
              <a:gd name="adj" fmla="val 2243"/>
            </a:avLst>
          </a:prstGeom>
          <a:solidFill>
            <a:schemeClr val="accent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4" name="Shape 2"/>
          <p:cNvSpPr/>
          <p:nvPr/>
        </p:nvSpPr>
        <p:spPr>
          <a:xfrm>
            <a:off x="868680" y="1600200"/>
            <a:ext cx="640080" cy="640080"/>
          </a:xfrm>
          <a:prstGeom prst="ellipse">
            <a:avLst/>
          </a:prstGeom>
          <a:solidFill>
            <a:srgbClr val="6B2FB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5" name="Image 0" descr="preencoded.png"/>
          <p:cNvPicPr>
            <a:picLocks noChangeAspect="1"/>
          </p:cNvPicPr>
          <p:nvPr/>
        </p:nvPicPr>
        <p:blipFill>
          <a:blip r:embed="rId3"/>
          <a:stretch>
            <a:fillRect/>
          </a:stretch>
        </p:blipFill>
        <p:spPr>
          <a:xfrm>
            <a:off x="996696" y="1728216"/>
            <a:ext cx="384048" cy="384048"/>
          </a:xfrm>
          <a:prstGeom prst="rect">
            <a:avLst/>
          </a:prstGeom>
        </p:spPr>
      </p:pic>
      <p:sp>
        <p:nvSpPr>
          <p:cNvPr id="6" name="Text 3"/>
          <p:cNvSpPr txBox="1"/>
          <p:nvPr/>
        </p:nvSpPr>
        <p:spPr>
          <a:xfrm>
            <a:off x="1691640" y="1600200"/>
            <a:ext cx="40233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6B2FB3"/>
                </a:solidFill>
                <a:effectLst/>
                <a:uLnTx/>
                <a:uFillTx/>
                <a:latin typeface="Calibri"/>
                <a:ea typeface="+mn-ea"/>
                <a:cs typeface="+mn-cs"/>
              </a:rPr>
              <a:t>When to use Code Apps?</a:t>
            </a:r>
            <a:endParaRPr kumimoji="0" lang="en-US" sz="2400" b="0" i="0" u="none" strike="noStrike" kern="1200" cap="none" spc="0" normalizeH="0" baseline="0" noProof="0" dirty="0">
              <a:ln>
                <a:noFill/>
              </a:ln>
              <a:solidFill>
                <a:srgbClr val="1B1B3A"/>
              </a:solidFill>
              <a:effectLst/>
              <a:uLnTx/>
              <a:uFillTx/>
              <a:latin typeface="Calibri"/>
              <a:ea typeface="+mn-ea"/>
              <a:cs typeface="+mn-cs"/>
            </a:endParaRPr>
          </a:p>
        </p:txBody>
      </p:sp>
      <p:pic>
        <p:nvPicPr>
          <p:cNvPr id="7" name="Image 1" descr="check"/>
          <p:cNvPicPr>
            <a:picLocks noChangeAspect="1"/>
          </p:cNvPicPr>
          <p:nvPr/>
        </p:nvPicPr>
        <p:blipFill>
          <a:blip r:embed="rId4"/>
          <a:stretch>
            <a:fillRect/>
          </a:stretch>
        </p:blipFill>
        <p:spPr>
          <a:xfrm>
            <a:off x="914400" y="2633472"/>
            <a:ext cx="310896" cy="310896"/>
          </a:xfrm>
          <a:prstGeom prst="rect">
            <a:avLst/>
          </a:prstGeom>
        </p:spPr>
      </p:pic>
      <p:sp>
        <p:nvSpPr>
          <p:cNvPr id="8" name="Text 4"/>
          <p:cNvSpPr txBox="1"/>
          <p:nvPr/>
        </p:nvSpPr>
        <p:spPr>
          <a:xfrm>
            <a:off x="1417320" y="2514600"/>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You need a full custom application experience</a:t>
            </a:r>
          </a:p>
        </p:txBody>
      </p:sp>
      <p:pic>
        <p:nvPicPr>
          <p:cNvPr id="9" name="Image 2" descr="check"/>
          <p:cNvPicPr>
            <a:picLocks noChangeAspect="1"/>
          </p:cNvPicPr>
          <p:nvPr/>
        </p:nvPicPr>
        <p:blipFill>
          <a:blip r:embed="rId4"/>
          <a:stretch>
            <a:fillRect/>
          </a:stretch>
        </p:blipFill>
        <p:spPr>
          <a:xfrm>
            <a:off x="914400" y="3236976"/>
            <a:ext cx="310896" cy="310896"/>
          </a:xfrm>
          <a:prstGeom prst="rect">
            <a:avLst/>
          </a:prstGeom>
        </p:spPr>
      </p:pic>
      <p:sp>
        <p:nvSpPr>
          <p:cNvPr id="10" name="Text 5"/>
          <p:cNvSpPr txBox="1"/>
          <p:nvPr/>
        </p:nvSpPr>
        <p:spPr>
          <a:xfrm>
            <a:off x="1417320" y="3118104"/>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Complex UI/UX requirements</a:t>
            </a:r>
          </a:p>
        </p:txBody>
      </p:sp>
      <p:pic>
        <p:nvPicPr>
          <p:cNvPr id="11" name="Image 3" descr="check"/>
          <p:cNvPicPr>
            <a:picLocks noChangeAspect="1"/>
          </p:cNvPicPr>
          <p:nvPr/>
        </p:nvPicPr>
        <p:blipFill>
          <a:blip r:embed="rId4"/>
          <a:stretch>
            <a:fillRect/>
          </a:stretch>
        </p:blipFill>
        <p:spPr>
          <a:xfrm>
            <a:off x="914400" y="3840480"/>
            <a:ext cx="310896" cy="310896"/>
          </a:xfrm>
          <a:prstGeom prst="rect">
            <a:avLst/>
          </a:prstGeom>
        </p:spPr>
      </p:pic>
      <p:sp>
        <p:nvSpPr>
          <p:cNvPr id="12" name="Text 6"/>
          <p:cNvSpPr txBox="1"/>
          <p:nvPr/>
        </p:nvSpPr>
        <p:spPr>
          <a:xfrm>
            <a:off x="1417320" y="3721608"/>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Custom navigation and rich interactions</a:t>
            </a:r>
          </a:p>
        </p:txBody>
      </p:sp>
      <p:pic>
        <p:nvPicPr>
          <p:cNvPr id="13" name="Image 4" descr="check"/>
          <p:cNvPicPr>
            <a:picLocks noChangeAspect="1"/>
          </p:cNvPicPr>
          <p:nvPr/>
        </p:nvPicPr>
        <p:blipFill>
          <a:blip r:embed="rId4"/>
          <a:stretch>
            <a:fillRect/>
          </a:stretch>
        </p:blipFill>
        <p:spPr>
          <a:xfrm>
            <a:off x="914400" y="4443984"/>
            <a:ext cx="310896" cy="310896"/>
          </a:xfrm>
          <a:prstGeom prst="rect">
            <a:avLst/>
          </a:prstGeom>
        </p:spPr>
      </p:pic>
      <p:sp>
        <p:nvSpPr>
          <p:cNvPr id="14" name="Text 7"/>
          <p:cNvSpPr txBox="1"/>
          <p:nvPr/>
        </p:nvSpPr>
        <p:spPr>
          <a:xfrm>
            <a:off x="1417320" y="4325112"/>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Integration with multiple APIs and services</a:t>
            </a:r>
          </a:p>
        </p:txBody>
      </p:sp>
      <p:pic>
        <p:nvPicPr>
          <p:cNvPr id="15" name="Image 5" descr="check"/>
          <p:cNvPicPr>
            <a:picLocks noChangeAspect="1"/>
          </p:cNvPicPr>
          <p:nvPr/>
        </p:nvPicPr>
        <p:blipFill>
          <a:blip r:embed="rId4"/>
          <a:stretch>
            <a:fillRect/>
          </a:stretch>
        </p:blipFill>
        <p:spPr>
          <a:xfrm>
            <a:off x="914400" y="5047488"/>
            <a:ext cx="310896" cy="310896"/>
          </a:xfrm>
          <a:prstGeom prst="rect">
            <a:avLst/>
          </a:prstGeom>
        </p:spPr>
      </p:pic>
      <p:sp>
        <p:nvSpPr>
          <p:cNvPr id="16" name="Text 8"/>
          <p:cNvSpPr txBox="1"/>
          <p:nvPr/>
        </p:nvSpPr>
        <p:spPr>
          <a:xfrm>
            <a:off x="1417320" y="4928616"/>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More control over the frontend using modern web stack</a:t>
            </a:r>
          </a:p>
        </p:txBody>
      </p:sp>
      <p:sp>
        <p:nvSpPr>
          <p:cNvPr id="17" name="When to use PCF? card"/>
          <p:cNvSpPr/>
          <p:nvPr/>
        </p:nvSpPr>
        <p:spPr>
          <a:xfrm>
            <a:off x="6217920" y="1417320"/>
            <a:ext cx="5422392" cy="4892040"/>
          </a:xfrm>
          <a:prstGeom prst="roundRect">
            <a:avLst>
              <a:gd name="adj" fmla="val 2243"/>
            </a:avLst>
          </a:prstGeom>
          <a:solidFill>
            <a:schemeClr val="accent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sp>
        <p:nvSpPr>
          <p:cNvPr id="18" name="Shape 10"/>
          <p:cNvSpPr/>
          <p:nvPr/>
        </p:nvSpPr>
        <p:spPr>
          <a:xfrm>
            <a:off x="6537960" y="1600200"/>
            <a:ext cx="640080" cy="640080"/>
          </a:xfrm>
          <a:prstGeom prst="ellipse">
            <a:avLst/>
          </a:prstGeom>
          <a:solidFill>
            <a:srgbClr val="0F8A7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B1B3A"/>
              </a:solidFill>
              <a:effectLst/>
              <a:uLnTx/>
              <a:uFillTx/>
              <a:latin typeface="Calibri"/>
              <a:ea typeface="+mn-ea"/>
              <a:cs typeface="+mn-cs"/>
            </a:endParaRPr>
          </a:p>
        </p:txBody>
      </p:sp>
      <p:pic>
        <p:nvPicPr>
          <p:cNvPr id="19" name="Image 6" descr="preencoded.png"/>
          <p:cNvPicPr>
            <a:picLocks noChangeAspect="1"/>
          </p:cNvPicPr>
          <p:nvPr/>
        </p:nvPicPr>
        <p:blipFill>
          <a:blip r:embed="rId3"/>
          <a:stretch>
            <a:fillRect/>
          </a:stretch>
        </p:blipFill>
        <p:spPr>
          <a:xfrm>
            <a:off x="6665976" y="1728216"/>
            <a:ext cx="384048" cy="384048"/>
          </a:xfrm>
          <a:prstGeom prst="rect">
            <a:avLst/>
          </a:prstGeom>
        </p:spPr>
      </p:pic>
      <p:sp>
        <p:nvSpPr>
          <p:cNvPr id="20" name="Text 11"/>
          <p:cNvSpPr txBox="1"/>
          <p:nvPr/>
        </p:nvSpPr>
        <p:spPr>
          <a:xfrm>
            <a:off x="7360920" y="1600200"/>
            <a:ext cx="40233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F8A73"/>
                </a:solidFill>
                <a:effectLst/>
                <a:uLnTx/>
                <a:uFillTx/>
                <a:latin typeface="Calibri"/>
                <a:ea typeface="+mn-ea"/>
                <a:cs typeface="+mn-cs"/>
              </a:rPr>
              <a:t>When to use PCF?</a:t>
            </a:r>
            <a:endParaRPr kumimoji="0" lang="en-US" sz="2400" b="0" i="0" u="none" strike="noStrike" kern="1200" cap="none" spc="0" normalizeH="0" baseline="0" noProof="0" dirty="0">
              <a:ln>
                <a:noFill/>
              </a:ln>
              <a:solidFill>
                <a:srgbClr val="1B1B3A"/>
              </a:solidFill>
              <a:effectLst/>
              <a:uLnTx/>
              <a:uFillTx/>
              <a:latin typeface="Calibri"/>
              <a:ea typeface="+mn-ea"/>
              <a:cs typeface="+mn-cs"/>
            </a:endParaRPr>
          </a:p>
        </p:txBody>
      </p:sp>
      <p:pic>
        <p:nvPicPr>
          <p:cNvPr id="21" name="Image 7" descr="check"/>
          <p:cNvPicPr>
            <a:picLocks noChangeAspect="1"/>
          </p:cNvPicPr>
          <p:nvPr/>
        </p:nvPicPr>
        <p:blipFill>
          <a:blip r:embed="rId5"/>
          <a:stretch>
            <a:fillRect/>
          </a:stretch>
        </p:blipFill>
        <p:spPr>
          <a:xfrm>
            <a:off x="6583680" y="2633472"/>
            <a:ext cx="310896" cy="310896"/>
          </a:xfrm>
          <a:prstGeom prst="rect">
            <a:avLst/>
          </a:prstGeom>
        </p:spPr>
      </p:pic>
      <p:sp>
        <p:nvSpPr>
          <p:cNvPr id="22" name="Text 12"/>
          <p:cNvSpPr txBox="1"/>
          <p:nvPr/>
        </p:nvSpPr>
        <p:spPr>
          <a:xfrm>
            <a:off x="7086600" y="2514600"/>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You need a custom component inside a Power App</a:t>
            </a:r>
          </a:p>
        </p:txBody>
      </p:sp>
      <p:pic>
        <p:nvPicPr>
          <p:cNvPr id="23" name="Image 8" descr="check"/>
          <p:cNvPicPr>
            <a:picLocks noChangeAspect="1"/>
          </p:cNvPicPr>
          <p:nvPr/>
        </p:nvPicPr>
        <p:blipFill>
          <a:blip r:embed="rId5"/>
          <a:stretch>
            <a:fillRect/>
          </a:stretch>
        </p:blipFill>
        <p:spPr>
          <a:xfrm>
            <a:off x="6583680" y="3236976"/>
            <a:ext cx="310896" cy="310896"/>
          </a:xfrm>
          <a:prstGeom prst="rect">
            <a:avLst/>
          </a:prstGeom>
        </p:spPr>
      </p:pic>
      <p:sp>
        <p:nvSpPr>
          <p:cNvPr id="24" name="Text 13"/>
          <p:cNvSpPr txBox="1"/>
          <p:nvPr/>
        </p:nvSpPr>
        <p:spPr>
          <a:xfrm>
            <a:off x="7086600" y="3118104"/>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Custom controls on forms</a:t>
            </a:r>
          </a:p>
        </p:txBody>
      </p:sp>
      <p:pic>
        <p:nvPicPr>
          <p:cNvPr id="25" name="Image 9" descr="check"/>
          <p:cNvPicPr>
            <a:picLocks noChangeAspect="1"/>
          </p:cNvPicPr>
          <p:nvPr/>
        </p:nvPicPr>
        <p:blipFill>
          <a:blip r:embed="rId5"/>
          <a:stretch>
            <a:fillRect/>
          </a:stretch>
        </p:blipFill>
        <p:spPr>
          <a:xfrm>
            <a:off x="6583680" y="3840480"/>
            <a:ext cx="310896" cy="310896"/>
          </a:xfrm>
          <a:prstGeom prst="rect">
            <a:avLst/>
          </a:prstGeom>
        </p:spPr>
      </p:pic>
      <p:sp>
        <p:nvSpPr>
          <p:cNvPr id="26" name="Text 14"/>
          <p:cNvSpPr txBox="1"/>
          <p:nvPr/>
        </p:nvSpPr>
        <p:spPr>
          <a:xfrm>
            <a:off x="7086600" y="3721608"/>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Advanced data visualization</a:t>
            </a:r>
          </a:p>
        </p:txBody>
      </p:sp>
      <p:pic>
        <p:nvPicPr>
          <p:cNvPr id="27" name="Image 10" descr="check"/>
          <p:cNvPicPr>
            <a:picLocks noChangeAspect="1"/>
          </p:cNvPicPr>
          <p:nvPr/>
        </p:nvPicPr>
        <p:blipFill>
          <a:blip r:embed="rId5"/>
          <a:stretch>
            <a:fillRect/>
          </a:stretch>
        </p:blipFill>
        <p:spPr>
          <a:xfrm>
            <a:off x="6583680" y="4443984"/>
            <a:ext cx="310896" cy="310896"/>
          </a:xfrm>
          <a:prstGeom prst="rect">
            <a:avLst/>
          </a:prstGeom>
        </p:spPr>
      </p:pic>
      <p:sp>
        <p:nvSpPr>
          <p:cNvPr id="28" name="Text 15"/>
          <p:cNvSpPr txBox="1"/>
          <p:nvPr/>
        </p:nvSpPr>
        <p:spPr>
          <a:xfrm>
            <a:off x="7086600" y="4325112"/>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Custom input experiences</a:t>
            </a:r>
          </a:p>
        </p:txBody>
      </p:sp>
      <p:pic>
        <p:nvPicPr>
          <p:cNvPr id="29" name="Image 11" descr="check"/>
          <p:cNvPicPr>
            <a:picLocks noChangeAspect="1"/>
          </p:cNvPicPr>
          <p:nvPr/>
        </p:nvPicPr>
        <p:blipFill>
          <a:blip r:embed="rId5"/>
          <a:stretch>
            <a:fillRect/>
          </a:stretch>
        </p:blipFill>
        <p:spPr>
          <a:xfrm>
            <a:off x="6583680" y="5047488"/>
            <a:ext cx="310896" cy="310896"/>
          </a:xfrm>
          <a:prstGeom prst="rect">
            <a:avLst/>
          </a:prstGeom>
        </p:spPr>
      </p:pic>
      <p:sp>
        <p:nvSpPr>
          <p:cNvPr id="30" name="Text 16"/>
          <p:cNvSpPr txBox="1"/>
          <p:nvPr/>
        </p:nvSpPr>
        <p:spPr>
          <a:xfrm>
            <a:off x="7086600" y="4928616"/>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Reusable components</a:t>
            </a:r>
          </a:p>
        </p:txBody>
      </p:sp>
      <p:pic>
        <p:nvPicPr>
          <p:cNvPr id="31" name="Image 12" descr="check"/>
          <p:cNvPicPr>
            <a:picLocks noChangeAspect="1"/>
          </p:cNvPicPr>
          <p:nvPr/>
        </p:nvPicPr>
        <p:blipFill>
          <a:blip r:embed="rId5"/>
          <a:stretch>
            <a:fillRect/>
          </a:stretch>
        </p:blipFill>
        <p:spPr>
          <a:xfrm>
            <a:off x="6583680" y="5650992"/>
            <a:ext cx="310896" cy="310896"/>
          </a:xfrm>
          <a:prstGeom prst="rect">
            <a:avLst/>
          </a:prstGeom>
        </p:spPr>
      </p:pic>
      <p:sp>
        <p:nvSpPr>
          <p:cNvPr id="32" name="Text 17"/>
          <p:cNvSpPr txBox="1"/>
          <p:nvPr/>
        </p:nvSpPr>
        <p:spPr>
          <a:xfrm>
            <a:off x="7086600" y="5532120"/>
            <a:ext cx="43434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B1B3A"/>
                </a:solidFill>
                <a:effectLst/>
                <a:uLnTx/>
                <a:uFillTx/>
                <a:latin typeface="Calibri"/>
                <a:ea typeface="+mn-ea"/>
                <a:cs typeface="+mn-cs"/>
              </a:rPr>
              <a:t>Extend existing Canvas or Model-Driven Apps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822960"/>
          </a:xfrm>
          <a:prstGeom prst="rect">
            <a:avLst/>
          </a:prstGeom>
          <a:noFill/>
          <a:ln/>
        </p:spPr>
        <p:txBody>
          <a:bodyPr wrap="square" lIns="0" tIns="0" rIns="0" bIns="0" rtlCol="0" anchor="ctr"/>
          <a:lstStyle/>
          <a:p>
            <a:pPr marL="0" indent="0" algn="l">
              <a:buNone/>
            </a:pPr>
            <a:r>
              <a:rPr lang="en-US" sz="3800" b="1" dirty="0">
                <a:solidFill>
                  <a:schemeClr val="bg1"/>
                </a:solidFill>
              </a:rPr>
              <a:t>Choose by where you need customization</a:t>
            </a:r>
            <a:endParaRPr lang="en-US" sz="3800" dirty="0"/>
          </a:p>
        </p:txBody>
      </p:sp>
      <p:sp>
        <p:nvSpPr>
          <p:cNvPr id="3" name="Code Apps takeaway card"/>
          <p:cNvSpPr/>
          <p:nvPr/>
        </p:nvSpPr>
        <p:spPr>
          <a:xfrm>
            <a:off x="548640" y="1554480"/>
            <a:ext cx="5422392" cy="3566160"/>
          </a:xfrm>
          <a:prstGeom prst="roundRect">
            <a:avLst>
              <a:gd name="adj" fmla="val 3077"/>
            </a:avLst>
          </a:prstGeom>
          <a:solidFill>
            <a:schemeClr val="accent1"/>
          </a:solidFill>
          <a:ln/>
        </p:spPr>
        <p:txBody>
          <a:bodyPr/>
          <a:lstStyle/>
          <a:p>
            <a:endParaRPr lang="en-IN"/>
          </a:p>
        </p:txBody>
      </p:sp>
      <p:sp>
        <p:nvSpPr>
          <p:cNvPr id="4" name="Text 2"/>
          <p:cNvSpPr txBox="1"/>
          <p:nvPr/>
        </p:nvSpPr>
        <p:spPr>
          <a:xfrm>
            <a:off x="914400" y="1783080"/>
            <a:ext cx="4663440" cy="365760"/>
          </a:xfrm>
          <a:prstGeom prst="rect">
            <a:avLst/>
          </a:prstGeom>
          <a:noFill/>
          <a:ln/>
        </p:spPr>
        <p:txBody>
          <a:bodyPr wrap="square" lIns="0" tIns="0" rIns="0" bIns="0" rtlCol="0" anchor="ctr"/>
          <a:lstStyle/>
          <a:p>
            <a:pPr marL="0" indent="0">
              <a:buNone/>
            </a:pPr>
            <a:r>
              <a:rPr lang="en-US" sz="1600" dirty="0">
                <a:solidFill>
                  <a:schemeClr val="bg1"/>
                </a:solidFill>
              </a:rPr>
              <a:t>Need a whole custom application?</a:t>
            </a:r>
            <a:endParaRPr lang="en-US" sz="1600" dirty="0"/>
          </a:p>
        </p:txBody>
      </p:sp>
      <p:sp>
        <p:nvSpPr>
          <p:cNvPr id="5" name="Text 3"/>
          <p:cNvSpPr txBox="1"/>
          <p:nvPr/>
        </p:nvSpPr>
        <p:spPr>
          <a:xfrm>
            <a:off x="914400" y="2240280"/>
            <a:ext cx="4663440" cy="822960"/>
          </a:xfrm>
          <a:prstGeom prst="rect">
            <a:avLst/>
          </a:prstGeom>
          <a:noFill/>
          <a:ln/>
        </p:spPr>
        <p:txBody>
          <a:bodyPr wrap="square" lIns="0" tIns="0" rIns="0" bIns="0" rtlCol="0" anchor="ctr"/>
          <a:lstStyle/>
          <a:p>
            <a:pPr marL="0" indent="0">
              <a:buNone/>
            </a:pPr>
            <a:r>
              <a:rPr lang="en-US" sz="4400" b="1" dirty="0">
                <a:solidFill>
                  <a:schemeClr val="bg1"/>
                </a:solidFill>
              </a:rPr>
              <a:t>Code Apps</a:t>
            </a:r>
            <a:endParaRPr lang="en-US" sz="4400" dirty="0"/>
          </a:p>
        </p:txBody>
      </p:sp>
      <p:sp>
        <p:nvSpPr>
          <p:cNvPr id="6" name="Text 4"/>
          <p:cNvSpPr txBox="1"/>
          <p:nvPr/>
        </p:nvSpPr>
        <p:spPr>
          <a:xfrm>
            <a:off x="914400" y="3108960"/>
            <a:ext cx="4663440" cy="365760"/>
          </a:xfrm>
          <a:prstGeom prst="rect">
            <a:avLst/>
          </a:prstGeom>
          <a:noFill/>
          <a:ln/>
        </p:spPr>
        <p:txBody>
          <a:bodyPr wrap="square" lIns="0" tIns="0" rIns="0" bIns="0" rtlCol="0" anchor="ctr"/>
          <a:lstStyle/>
          <a:p>
            <a:pPr marL="0" indent="0">
              <a:buNone/>
            </a:pPr>
            <a:r>
              <a:rPr lang="en-US" sz="1800" i="1" dirty="0">
                <a:solidFill>
                  <a:schemeClr val="bg1"/>
                </a:solidFill>
              </a:rPr>
              <a:t>Application-level</a:t>
            </a:r>
            <a:endParaRPr lang="en-US" sz="1800" dirty="0"/>
          </a:p>
        </p:txBody>
      </p:sp>
      <p:sp>
        <p:nvSpPr>
          <p:cNvPr id="7" name="Text 5"/>
          <p:cNvSpPr txBox="1"/>
          <p:nvPr/>
        </p:nvSpPr>
        <p:spPr>
          <a:xfrm>
            <a:off x="914400" y="3657600"/>
            <a:ext cx="4663440" cy="1188720"/>
          </a:xfrm>
          <a:prstGeom prst="rect">
            <a:avLst/>
          </a:prstGeom>
          <a:noFill/>
          <a:ln/>
        </p:spPr>
        <p:txBody>
          <a:bodyPr wrap="square" lIns="0" tIns="0" rIns="0" bIns="0" rtlCol="0" anchor="t"/>
          <a:lstStyle/>
          <a:p>
            <a:pPr marL="0" indent="0">
              <a:buNone/>
            </a:pPr>
            <a:r>
              <a:rPr lang="en-US" sz="1600" dirty="0">
                <a:solidFill>
                  <a:schemeClr val="bg1"/>
                </a:solidFill>
              </a:rPr>
              <a:t>Complex UI/UX, custom navigation, multiple APIs, full control of the frontend.</a:t>
            </a:r>
            <a:endParaRPr lang="en-US" sz="1600" dirty="0"/>
          </a:p>
        </p:txBody>
      </p:sp>
      <p:sp>
        <p:nvSpPr>
          <p:cNvPr id="8" name="PCF takeaway card"/>
          <p:cNvSpPr/>
          <p:nvPr/>
        </p:nvSpPr>
        <p:spPr>
          <a:xfrm>
            <a:off x="6217920" y="1554480"/>
            <a:ext cx="5422392" cy="3566160"/>
          </a:xfrm>
          <a:prstGeom prst="roundRect">
            <a:avLst>
              <a:gd name="adj" fmla="val 3077"/>
            </a:avLst>
          </a:prstGeom>
          <a:solidFill>
            <a:schemeClr val="accent2"/>
          </a:solidFill>
          <a:ln/>
        </p:spPr>
        <p:txBody>
          <a:bodyPr/>
          <a:lstStyle/>
          <a:p>
            <a:endParaRPr lang="en-IN"/>
          </a:p>
        </p:txBody>
      </p:sp>
      <p:sp>
        <p:nvSpPr>
          <p:cNvPr id="9" name="Text 7"/>
          <p:cNvSpPr txBox="1"/>
          <p:nvPr/>
        </p:nvSpPr>
        <p:spPr>
          <a:xfrm>
            <a:off x="6583680" y="1783080"/>
            <a:ext cx="4663440" cy="365760"/>
          </a:xfrm>
          <a:prstGeom prst="rect">
            <a:avLst/>
          </a:prstGeom>
          <a:noFill/>
          <a:ln/>
        </p:spPr>
        <p:txBody>
          <a:bodyPr wrap="square" lIns="0" tIns="0" rIns="0" bIns="0" rtlCol="0" anchor="ctr"/>
          <a:lstStyle/>
          <a:p>
            <a:pPr marL="0" indent="0">
              <a:buNone/>
            </a:pPr>
            <a:r>
              <a:rPr lang="en-US" sz="1600" dirty="0">
                <a:solidFill>
                  <a:schemeClr val="bg1"/>
                </a:solidFill>
              </a:rPr>
              <a:t>Need a better piece inside an existing app?</a:t>
            </a:r>
            <a:endParaRPr lang="en-US" sz="1600" dirty="0"/>
          </a:p>
        </p:txBody>
      </p:sp>
      <p:sp>
        <p:nvSpPr>
          <p:cNvPr id="10" name="Text 8"/>
          <p:cNvSpPr txBox="1"/>
          <p:nvPr/>
        </p:nvSpPr>
        <p:spPr>
          <a:xfrm>
            <a:off x="6583680" y="2240280"/>
            <a:ext cx="4663440" cy="822960"/>
          </a:xfrm>
          <a:prstGeom prst="rect">
            <a:avLst/>
          </a:prstGeom>
          <a:noFill/>
          <a:ln/>
        </p:spPr>
        <p:txBody>
          <a:bodyPr wrap="square" lIns="0" tIns="0" rIns="0" bIns="0" rtlCol="0" anchor="ctr"/>
          <a:lstStyle/>
          <a:p>
            <a:pPr marL="0" indent="0">
              <a:buNone/>
            </a:pPr>
            <a:r>
              <a:rPr lang="en-US" sz="4400" b="1" dirty="0">
                <a:solidFill>
                  <a:schemeClr val="bg1"/>
                </a:solidFill>
              </a:rPr>
              <a:t>PCF</a:t>
            </a:r>
            <a:endParaRPr lang="en-US" sz="4400" dirty="0"/>
          </a:p>
        </p:txBody>
      </p:sp>
      <p:sp>
        <p:nvSpPr>
          <p:cNvPr id="11" name="Text 9"/>
          <p:cNvSpPr txBox="1"/>
          <p:nvPr/>
        </p:nvSpPr>
        <p:spPr>
          <a:xfrm>
            <a:off x="6583680" y="3108960"/>
            <a:ext cx="4663440" cy="365760"/>
          </a:xfrm>
          <a:prstGeom prst="rect">
            <a:avLst/>
          </a:prstGeom>
          <a:noFill/>
          <a:ln/>
        </p:spPr>
        <p:txBody>
          <a:bodyPr wrap="square" lIns="0" tIns="0" rIns="0" bIns="0" rtlCol="0" anchor="ctr"/>
          <a:lstStyle/>
          <a:p>
            <a:pPr marL="0" indent="0">
              <a:buNone/>
            </a:pPr>
            <a:r>
              <a:rPr lang="en-US" sz="1800" i="1" dirty="0">
                <a:solidFill>
                  <a:schemeClr val="bg1"/>
                </a:solidFill>
              </a:rPr>
              <a:t>Component-level</a:t>
            </a:r>
            <a:endParaRPr lang="en-US" sz="1800" dirty="0"/>
          </a:p>
        </p:txBody>
      </p:sp>
      <p:sp>
        <p:nvSpPr>
          <p:cNvPr id="12" name="Text 10"/>
          <p:cNvSpPr txBox="1"/>
          <p:nvPr/>
        </p:nvSpPr>
        <p:spPr>
          <a:xfrm>
            <a:off x="6583680" y="3657600"/>
            <a:ext cx="4663440" cy="1188720"/>
          </a:xfrm>
          <a:prstGeom prst="rect">
            <a:avLst/>
          </a:prstGeom>
          <a:noFill/>
          <a:ln/>
        </p:spPr>
        <p:txBody>
          <a:bodyPr wrap="square" lIns="0" tIns="0" rIns="0" bIns="0" rtlCol="0" anchor="t"/>
          <a:lstStyle/>
          <a:p>
            <a:pPr marL="0" indent="0">
              <a:buNone/>
            </a:pPr>
            <a:r>
              <a:rPr lang="en-US" sz="1600" dirty="0">
                <a:solidFill>
                  <a:schemeClr val="bg1"/>
                </a:solidFill>
              </a:rPr>
              <a:t>Custom controls, data visualizations and reusable components for Canvas or Model-Driven Apps.</a:t>
            </a:r>
            <a:endParaRPr lang="en-US" sz="1600" dirty="0"/>
          </a:p>
        </p:txBody>
      </p:sp>
      <p:sp>
        <p:nvSpPr>
          <p:cNvPr id="13" name="Text 11"/>
          <p:cNvSpPr txBox="1"/>
          <p:nvPr/>
        </p:nvSpPr>
        <p:spPr>
          <a:xfrm>
            <a:off x="548640" y="5486400"/>
            <a:ext cx="11091672" cy="548640"/>
          </a:xfrm>
          <a:prstGeom prst="rect">
            <a:avLst/>
          </a:prstGeom>
          <a:noFill/>
          <a:ln/>
        </p:spPr>
        <p:txBody>
          <a:bodyPr wrap="square" lIns="0" tIns="0" rIns="0" bIns="0" rtlCol="0" anchor="ctr"/>
          <a:lstStyle/>
          <a:p>
            <a:pPr marL="0" indent="0" algn="l">
              <a:buNone/>
            </a:pPr>
            <a:r>
              <a:rPr lang="en-US" sz="2200" b="1" dirty="0">
                <a:solidFill>
                  <a:schemeClr val="accent3"/>
                </a:solidFill>
              </a:rPr>
              <a:t>Different problems. Different solutions. Both are powerful.</a:t>
            </a:r>
            <a:endParaRPr 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p:cNvGrpSpPr/>
        <p:nvPr/>
      </p:nvGrpSpPr>
      <p:grpSpPr>
        <a:xfrm>
          <a:off x="0" y="0"/>
          <a:ext cx="0" cy="0"/>
          <a:chOff x="0" y="0"/>
          <a:chExt cx="0" cy="0"/>
        </a:xfrm>
      </p:grpSpPr>
      <p:sp>
        <p:nvSpPr>
          <p:cNvPr id="2" name="Text 0"/>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dirty="0">
                <a:solidFill>
                  <a:srgbClr val="F4F1FA"/>
                </a:solidFill>
                <a:latin typeface="DM Sans" pitchFamily="34" charset="0"/>
                <a:ea typeface="DM Sans" pitchFamily="34" charset="-122"/>
                <a:cs typeface="DM Sans" pitchFamily="34" charset="-120"/>
              </a:rPr>
              <a:t>Build Code Apps </a:t>
            </a:r>
            <a:endParaRPr lang="en-US" sz="6600" b="1" dirty="0">
              <a:solidFill>
                <a:srgbClr val="F4F1FA"/>
              </a:solidFill>
            </a:endParaRPr>
          </a:p>
        </p:txBody>
      </p:sp>
      <p:sp>
        <p:nvSpPr>
          <p:cNvPr id="4" name="Shape 2"/>
          <p:cNvSpPr/>
          <p:nvPr/>
        </p:nvSpPr>
        <p:spPr>
          <a:xfrm>
            <a:off x="812800" y="4171900"/>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p:cNvSpPr/>
          <p:nvPr/>
        </p:nvSpPr>
        <p:spPr>
          <a:xfrm>
            <a:off x="812800" y="4476700"/>
            <a:ext cx="7194550" cy="751780"/>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Prerequisites and Quick Start: Build, Run, and Deploy Your App from Scratch</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p:cNvPicPr>
            <a:picLocks noChangeAspect="1"/>
          </p:cNvPicPr>
          <p:nvPr/>
        </p:nvPicPr>
        <p:blipFill>
          <a:blip r:embed="rId3"/>
          <a:srcRect/>
          <a:stretch/>
        </p:blipFill>
        <p:spPr>
          <a:xfrm>
            <a:off x="10363200" y="812800"/>
            <a:ext cx="1016000" cy="101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50" normalizeH="0" baseline="0" noProof="0" dirty="0">
                <a:ln>
                  <a:noFill/>
                </a:ln>
                <a:solidFill>
                  <a:srgbClr val="F4B942"/>
                </a:solidFill>
                <a:effectLst/>
                <a:uLnTx/>
                <a:uFillTx/>
                <a:latin typeface="DM Sans" pitchFamily="34" charset="0"/>
                <a:ea typeface="DM Sans" pitchFamily="34" charset="-122"/>
                <a:cs typeface="DM Sans" pitchFamily="34" charset="-120"/>
              </a:rPr>
              <a:t>WHAT CODE APPS ARE</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1163290"/>
            <a:ext cx="9810750" cy="107692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6F4FA"/>
                </a:solidFill>
                <a:latin typeface="DM Sans" pitchFamily="34" charset="0"/>
                <a:ea typeface="DM Sans" pitchFamily="34" charset="-122"/>
                <a:cs typeface="DM Sans" pitchFamily="34" charset="-120"/>
              </a:rPr>
              <a:t>Build full apps with React and JavaScript, then deploy them to Power Platform.</a:t>
            </a:r>
            <a:endParaRPr lang="en-US" sz="3600" dirty="0"/>
          </a:p>
        </p:txBody>
      </p:sp>
      <p:sp>
        <p:nvSpPr>
          <p:cNvPr id="4" name="Shape 2"/>
          <p:cNvSpPr/>
          <p:nvPr/>
        </p:nvSpPr>
        <p:spPr>
          <a:xfrm>
            <a:off x="815975" y="3609975"/>
            <a:ext cx="3380284" cy="2228850"/>
          </a:xfrm>
          <a:prstGeom prst="roundRect">
            <a:avLst>
              <a:gd name="adj" fmla="val 5556"/>
            </a:avLst>
          </a:prstGeom>
          <a:solidFill>
            <a:srgbClr val="5A2FAE"/>
          </a:solidFill>
          <a:ln w="6350">
            <a:solidFill>
              <a:srgbClr val="7B52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5" name="Image 0" descr="Code"/>
          <p:cNvPicPr>
            <a:picLocks noChangeAspect="1"/>
          </p:cNvPicPr>
          <p:nvPr/>
        </p:nvPicPr>
        <p:blipFill>
          <a:blip r:embed="rId3"/>
          <a:srcRect/>
          <a:stretch/>
        </p:blipFill>
        <p:spPr>
          <a:xfrm>
            <a:off x="1098550" y="3892550"/>
            <a:ext cx="355600" cy="355600"/>
          </a:xfrm>
          <a:prstGeom prst="rect">
            <a:avLst/>
          </a:prstGeom>
        </p:spPr>
      </p:pic>
      <p:sp>
        <p:nvSpPr>
          <p:cNvPr id="6" name="Text 3"/>
          <p:cNvSpPr/>
          <p:nvPr/>
        </p:nvSpPr>
        <p:spPr>
          <a:xfrm>
            <a:off x="1098550" y="4349750"/>
            <a:ext cx="2899588"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Build</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7" name="Text 4"/>
          <p:cNvSpPr/>
          <p:nvPr/>
        </p:nvSpPr>
        <p:spPr>
          <a:xfrm>
            <a:off x="1098550" y="4756150"/>
            <a:ext cx="2899588" cy="8255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4D9F8"/>
                </a:solidFill>
                <a:effectLst/>
                <a:uLnTx/>
                <a:uFillTx/>
                <a:latin typeface="DM Sans" pitchFamily="34" charset="0"/>
                <a:ea typeface="DM Sans" pitchFamily="34" charset="-122"/>
                <a:cs typeface="DM Sans" pitchFamily="34" charset="-120"/>
              </a:rPr>
              <a:t>Full apps using React + JavaScript, starting from the Vite template.</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8" name="Shape 5"/>
          <p:cNvSpPr/>
          <p:nvPr/>
        </p:nvSpPr>
        <p:spPr>
          <a:xfrm>
            <a:off x="4405809" y="3609975"/>
            <a:ext cx="3380333" cy="2228850"/>
          </a:xfrm>
          <a:prstGeom prst="roundRect">
            <a:avLst>
              <a:gd name="adj" fmla="val 5556"/>
            </a:avLst>
          </a:prstGeom>
          <a:solidFill>
            <a:srgbClr val="5A2FAE"/>
          </a:solidFill>
          <a:ln w="6350">
            <a:solidFill>
              <a:srgbClr val="7B52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9" name="Image 1" descr="Play"/>
          <p:cNvPicPr>
            <a:picLocks noChangeAspect="1"/>
          </p:cNvPicPr>
          <p:nvPr/>
        </p:nvPicPr>
        <p:blipFill>
          <a:blip r:embed="rId4"/>
          <a:srcRect/>
          <a:stretch/>
        </p:blipFill>
        <p:spPr>
          <a:xfrm>
            <a:off x="4688384" y="3892550"/>
            <a:ext cx="355600" cy="355600"/>
          </a:xfrm>
          <a:prstGeom prst="rect">
            <a:avLst/>
          </a:prstGeom>
        </p:spPr>
      </p:pic>
      <p:sp>
        <p:nvSpPr>
          <p:cNvPr id="10" name="Text 6"/>
          <p:cNvSpPr/>
          <p:nvPr/>
        </p:nvSpPr>
        <p:spPr>
          <a:xfrm>
            <a:off x="4688384" y="4349750"/>
            <a:ext cx="2899639"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Run</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1" name="Text 7"/>
          <p:cNvSpPr/>
          <p:nvPr/>
        </p:nvSpPr>
        <p:spPr>
          <a:xfrm>
            <a:off x="4688384" y="4756150"/>
            <a:ext cx="2899639" cy="558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4D9F8"/>
                </a:solidFill>
                <a:effectLst/>
                <a:uLnTx/>
                <a:uFillTx/>
                <a:latin typeface="DM Sans" pitchFamily="34" charset="0"/>
                <a:ea typeface="DM Sans" pitchFamily="34" charset="-122"/>
                <a:cs typeface="DM Sans" pitchFamily="34" charset="-120"/>
              </a:rPr>
              <a:t>Test on your own machine with npm run dev before you ship.</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2" name="Shape 8"/>
          <p:cNvSpPr/>
          <p:nvPr/>
        </p:nvSpPr>
        <p:spPr>
          <a:xfrm>
            <a:off x="7995692" y="3609975"/>
            <a:ext cx="3380333" cy="2228850"/>
          </a:xfrm>
          <a:prstGeom prst="roundRect">
            <a:avLst>
              <a:gd name="adj" fmla="val 5556"/>
            </a:avLst>
          </a:prstGeom>
          <a:solidFill>
            <a:srgbClr val="5A2FAE"/>
          </a:solidFill>
          <a:ln w="6350">
            <a:solidFill>
              <a:srgbClr val="7B52C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13" name="Image 2" descr="Cloud"/>
          <p:cNvPicPr>
            <a:picLocks noChangeAspect="1"/>
          </p:cNvPicPr>
          <p:nvPr/>
        </p:nvPicPr>
        <p:blipFill>
          <a:blip r:embed="rId5"/>
          <a:srcRect/>
          <a:stretch/>
        </p:blipFill>
        <p:spPr>
          <a:xfrm>
            <a:off x="8278267" y="3892550"/>
            <a:ext cx="355600" cy="355600"/>
          </a:xfrm>
          <a:prstGeom prst="rect">
            <a:avLst/>
          </a:prstGeom>
        </p:spPr>
      </p:pic>
      <p:sp>
        <p:nvSpPr>
          <p:cNvPr id="14" name="Text 9"/>
          <p:cNvSpPr/>
          <p:nvPr/>
        </p:nvSpPr>
        <p:spPr>
          <a:xfrm>
            <a:off x="8278267" y="4349750"/>
            <a:ext cx="2899639"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Deploy</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5" name="Text 10"/>
          <p:cNvSpPr/>
          <p:nvPr/>
        </p:nvSpPr>
        <p:spPr>
          <a:xfrm>
            <a:off x="8278267" y="4756150"/>
            <a:ext cx="2899639" cy="5588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1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4D9F8"/>
                </a:solidFill>
                <a:effectLst/>
                <a:uLnTx/>
                <a:uFillTx/>
                <a:latin typeface="DM Sans" pitchFamily="34" charset="0"/>
                <a:ea typeface="DM Sans" pitchFamily="34" charset="-122"/>
                <a:cs typeface="DM Sans" pitchFamily="34" charset="-120"/>
              </a:rPr>
              <a:t>Build, then push to Power Platform with pac code push.</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50" normalizeH="0" baseline="0" noProof="0" dirty="0">
                <a:ln>
                  <a:noFill/>
                </a:ln>
                <a:solidFill>
                  <a:srgbClr val="6B2FD6"/>
                </a:solidFill>
                <a:effectLst/>
                <a:uLnTx/>
                <a:uFillTx/>
                <a:latin typeface="DM Sans" pitchFamily="34" charset="0"/>
                <a:ea typeface="DM Sans" pitchFamily="34" charset="-122"/>
                <a:cs typeface="DM Sans" pitchFamily="34" charset="-120"/>
              </a:rPr>
              <a:t>BEFORE YOU START</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113789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736"/>
                </a:solidFill>
                <a:latin typeface="DM Sans" pitchFamily="34" charset="0"/>
                <a:ea typeface="DM Sans" pitchFamily="34" charset="-122"/>
                <a:cs typeface="DM Sans" pitchFamily="34" charset="-120"/>
              </a:rPr>
              <a:t>Prerequisites</a:t>
            </a:r>
            <a:endParaRPr lang="en-US" sz="3600" dirty="0"/>
          </a:p>
        </p:txBody>
      </p:sp>
      <p:sp>
        <p:nvSpPr>
          <p:cNvPr id="4" name="Text 2"/>
          <p:cNvSpPr/>
          <p:nvPr/>
        </p:nvSpPr>
        <p:spPr>
          <a:xfrm>
            <a:off x="812800" y="1739850"/>
            <a:ext cx="10883392" cy="3276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8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Before you build your first Power Apps Code App, make sure you have:</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
        <p:nvSpPr>
          <p:cNvPr id="5" name="Shape 3"/>
          <p:cNvSpPr/>
          <p:nvPr/>
        </p:nvSpPr>
        <p:spPr>
          <a:xfrm>
            <a:off x="815975" y="2248446"/>
            <a:ext cx="10560050" cy="570210"/>
          </a:xfrm>
          <a:prstGeom prst="roundRect">
            <a:avLst>
              <a:gd name="adj" fmla="val 17261"/>
            </a:avLst>
          </a:prstGeom>
          <a:solidFill>
            <a:srgbClr val="FCFBFE"/>
          </a:solidFill>
          <a:ln w="6350">
            <a:solidFill>
              <a:srgbClr val="DDD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6" name="Image 0" descr="Check"/>
          <p:cNvPicPr>
            <a:picLocks noChangeAspect="1"/>
          </p:cNvPicPr>
          <p:nvPr/>
        </p:nvPicPr>
        <p:blipFill>
          <a:blip r:embed="rId3"/>
          <a:srcRect/>
          <a:stretch/>
        </p:blipFill>
        <p:spPr>
          <a:xfrm>
            <a:off x="1047750" y="2406551"/>
            <a:ext cx="254000" cy="254000"/>
          </a:xfrm>
          <a:prstGeom prst="rect">
            <a:avLst/>
          </a:prstGeom>
        </p:spPr>
      </p:pic>
      <p:sp>
        <p:nvSpPr>
          <p:cNvPr id="7" name="Text 4"/>
          <p:cNvSpPr/>
          <p:nvPr/>
        </p:nvSpPr>
        <p:spPr>
          <a:xfrm>
            <a:off x="1479550" y="2404021"/>
            <a:ext cx="2544723"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Node.js</a:t>
            </a:r>
            <a:r>
              <a:rPr kumimoji="0" lang="en-US" sz="1700" b="0"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 (LTS version)</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
        <p:nvSpPr>
          <p:cNvPr id="8" name="Shape 5"/>
          <p:cNvSpPr/>
          <p:nvPr/>
        </p:nvSpPr>
        <p:spPr>
          <a:xfrm>
            <a:off x="815975" y="2913906"/>
            <a:ext cx="10560050" cy="570210"/>
          </a:xfrm>
          <a:prstGeom prst="roundRect">
            <a:avLst>
              <a:gd name="adj" fmla="val 17261"/>
            </a:avLst>
          </a:prstGeom>
          <a:solidFill>
            <a:srgbClr val="FCFBFE"/>
          </a:solidFill>
          <a:ln w="6350">
            <a:solidFill>
              <a:srgbClr val="DDD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9" name="Image 1" descr="Check"/>
          <p:cNvPicPr>
            <a:picLocks noChangeAspect="1"/>
          </p:cNvPicPr>
          <p:nvPr/>
        </p:nvPicPr>
        <p:blipFill>
          <a:blip r:embed="rId3"/>
          <a:srcRect/>
          <a:stretch/>
        </p:blipFill>
        <p:spPr>
          <a:xfrm>
            <a:off x="1047750" y="3072011"/>
            <a:ext cx="254000" cy="254000"/>
          </a:xfrm>
          <a:prstGeom prst="rect">
            <a:avLst/>
          </a:prstGeom>
        </p:spPr>
      </p:pic>
      <p:sp>
        <p:nvSpPr>
          <p:cNvPr id="10" name="Text 6"/>
          <p:cNvSpPr/>
          <p:nvPr/>
        </p:nvSpPr>
        <p:spPr>
          <a:xfrm>
            <a:off x="1479550" y="3069481"/>
            <a:ext cx="2396490"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Visual Studio Code</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1" name="Shape 7"/>
          <p:cNvSpPr/>
          <p:nvPr/>
        </p:nvSpPr>
        <p:spPr>
          <a:xfrm>
            <a:off x="815975" y="3579366"/>
            <a:ext cx="10560050" cy="570210"/>
          </a:xfrm>
          <a:prstGeom prst="roundRect">
            <a:avLst>
              <a:gd name="adj" fmla="val 17261"/>
            </a:avLst>
          </a:prstGeom>
          <a:solidFill>
            <a:srgbClr val="FCFBFE"/>
          </a:solidFill>
          <a:ln w="6350">
            <a:solidFill>
              <a:srgbClr val="DDD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12" name="Image 2" descr="Check"/>
          <p:cNvPicPr>
            <a:picLocks noChangeAspect="1"/>
          </p:cNvPicPr>
          <p:nvPr/>
        </p:nvPicPr>
        <p:blipFill>
          <a:blip r:embed="rId3"/>
          <a:srcRect/>
          <a:stretch/>
        </p:blipFill>
        <p:spPr>
          <a:xfrm>
            <a:off x="1047750" y="3737471"/>
            <a:ext cx="254000" cy="254000"/>
          </a:xfrm>
          <a:prstGeom prst="rect">
            <a:avLst/>
          </a:prstGeom>
        </p:spPr>
      </p:pic>
      <p:sp>
        <p:nvSpPr>
          <p:cNvPr id="13" name="Text 8"/>
          <p:cNvSpPr/>
          <p:nvPr/>
        </p:nvSpPr>
        <p:spPr>
          <a:xfrm>
            <a:off x="1479550" y="3734941"/>
            <a:ext cx="384512"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Git</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4" name="Shape 9"/>
          <p:cNvSpPr/>
          <p:nvPr/>
        </p:nvSpPr>
        <p:spPr>
          <a:xfrm>
            <a:off x="815975" y="4244826"/>
            <a:ext cx="10560050" cy="570210"/>
          </a:xfrm>
          <a:prstGeom prst="roundRect">
            <a:avLst>
              <a:gd name="adj" fmla="val 17261"/>
            </a:avLst>
          </a:prstGeom>
          <a:solidFill>
            <a:srgbClr val="FCFBFE"/>
          </a:solidFill>
          <a:ln w="6350">
            <a:solidFill>
              <a:srgbClr val="DDD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15" name="Image 3" descr="Check"/>
          <p:cNvPicPr>
            <a:picLocks noChangeAspect="1"/>
          </p:cNvPicPr>
          <p:nvPr/>
        </p:nvPicPr>
        <p:blipFill>
          <a:blip r:embed="rId3"/>
          <a:srcRect/>
          <a:stretch/>
        </p:blipFill>
        <p:spPr>
          <a:xfrm>
            <a:off x="1047750" y="4402931"/>
            <a:ext cx="254000" cy="254000"/>
          </a:xfrm>
          <a:prstGeom prst="rect">
            <a:avLst/>
          </a:prstGeom>
        </p:spPr>
      </p:pic>
      <p:sp>
        <p:nvSpPr>
          <p:cNvPr id="16" name="Text 10"/>
          <p:cNvSpPr/>
          <p:nvPr/>
        </p:nvSpPr>
        <p:spPr>
          <a:xfrm>
            <a:off x="1479550" y="4400401"/>
            <a:ext cx="3583603"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Power Platform CLI</a:t>
            </a:r>
            <a:r>
              <a:rPr kumimoji="0" lang="en-US" sz="1700" b="0"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 (PAC CLI)</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7" name="Shape 11"/>
          <p:cNvSpPr/>
          <p:nvPr/>
        </p:nvSpPr>
        <p:spPr>
          <a:xfrm>
            <a:off x="815975" y="4910286"/>
            <a:ext cx="10560050" cy="570210"/>
          </a:xfrm>
          <a:prstGeom prst="roundRect">
            <a:avLst>
              <a:gd name="adj" fmla="val 17261"/>
            </a:avLst>
          </a:prstGeom>
          <a:solidFill>
            <a:srgbClr val="FCFBFE"/>
          </a:solidFill>
          <a:ln w="6350">
            <a:solidFill>
              <a:srgbClr val="DDD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pic>
        <p:nvPicPr>
          <p:cNvPr id="18" name="Image 4" descr="Check"/>
          <p:cNvPicPr>
            <a:picLocks noChangeAspect="1"/>
          </p:cNvPicPr>
          <p:nvPr/>
        </p:nvPicPr>
        <p:blipFill>
          <a:blip r:embed="rId3"/>
          <a:srcRect/>
          <a:stretch/>
        </p:blipFill>
        <p:spPr>
          <a:xfrm>
            <a:off x="1047750" y="5068391"/>
            <a:ext cx="254000" cy="254000"/>
          </a:xfrm>
          <a:prstGeom prst="rect">
            <a:avLst/>
          </a:prstGeom>
        </p:spPr>
      </p:pic>
      <p:sp>
        <p:nvSpPr>
          <p:cNvPr id="19" name="Text 12"/>
          <p:cNvSpPr/>
          <p:nvPr/>
        </p:nvSpPr>
        <p:spPr>
          <a:xfrm>
            <a:off x="1479550" y="5065861"/>
            <a:ext cx="9893300" cy="284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04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A </a:t>
            </a:r>
            <a:r>
              <a:rPr kumimoji="0" lang="en-US" sz="17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Power Platform environment</a:t>
            </a:r>
            <a:r>
              <a:rPr kumimoji="0" lang="en-US" sz="1700" b="0"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 with Code Apps enabled by your Power Platform Admin</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50" normalizeH="0" baseline="0" noProof="0" dirty="0">
                <a:ln>
                  <a:noFill/>
                </a:ln>
                <a:solidFill>
                  <a:srgbClr val="F4B942"/>
                </a:solidFill>
                <a:effectLst/>
                <a:uLnTx/>
                <a:uFillTx/>
                <a:latin typeface="DM Sans" pitchFamily="34" charset="0"/>
                <a:ea typeface="DM Sans" pitchFamily="34" charset="-122"/>
                <a:cs typeface="DM Sans" pitchFamily="34" charset="-120"/>
              </a:rPr>
              <a:t>ENVIRONMENT SETUP</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113789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F4F1FA"/>
                </a:solidFill>
                <a:latin typeface="DM Sans" pitchFamily="34" charset="0"/>
                <a:ea typeface="DM Sans" pitchFamily="34" charset="-122"/>
                <a:cs typeface="DM Sans" pitchFamily="34" charset="-120"/>
              </a:rPr>
              <a:t>Enable Code Apps in your environment</a:t>
            </a:r>
            <a:endParaRPr lang="en-US" sz="3600" dirty="0"/>
          </a:p>
        </p:txBody>
      </p:sp>
      <p:sp>
        <p:nvSpPr>
          <p:cNvPr id="4" name="Text 2"/>
          <p:cNvSpPr/>
          <p:nvPr/>
        </p:nvSpPr>
        <p:spPr>
          <a:xfrm>
            <a:off x="812800" y="1739850"/>
            <a:ext cx="10883392" cy="3276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38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B9B2D3"/>
                </a:solidFill>
                <a:effectLst/>
                <a:uLnTx/>
                <a:uFillTx/>
                <a:latin typeface="DM Sans" pitchFamily="34" charset="0"/>
                <a:ea typeface="DM Sans" pitchFamily="34" charset="-122"/>
                <a:cs typeface="DM Sans" pitchFamily="34" charset="-120"/>
              </a:rPr>
              <a:t>Your Power Platform Admin turns this on in the admin center:</a:t>
            </a:r>
            <a:endParaRPr kumimoji="0" lang="en-US" sz="1700" b="0" i="0" u="none" strike="noStrike" kern="1200" cap="none" spc="0" normalizeH="0" baseline="0" noProof="0" dirty="0">
              <a:ln>
                <a:noFill/>
              </a:ln>
              <a:solidFill>
                <a:srgbClr val="1E1736"/>
              </a:solidFill>
              <a:effectLst/>
              <a:uLnTx/>
              <a:uFillTx/>
              <a:latin typeface="DM Sans"/>
              <a:ea typeface="+mn-ea"/>
              <a:cs typeface="+mn-cs"/>
            </a:endParaRPr>
          </a:p>
        </p:txBody>
      </p:sp>
      <p:sp>
        <p:nvSpPr>
          <p:cNvPr id="5" name="Text 3"/>
          <p:cNvSpPr/>
          <p:nvPr/>
        </p:nvSpPr>
        <p:spPr>
          <a:xfrm>
            <a:off x="815975" y="2299246"/>
            <a:ext cx="3591818" cy="529580"/>
          </a:xfrm>
          <a:prstGeom prst="roundRect">
            <a:avLst>
              <a:gd name="adj" fmla="val 16187"/>
            </a:avLst>
          </a:prstGeom>
          <a:solidFill>
            <a:srgbClr val="2A2250"/>
          </a:solidFill>
          <a:ln w="6350">
            <a:solidFill>
              <a:srgbClr val="41377A"/>
            </a:solidFill>
            <a:prstDash val="solid"/>
          </a:ln>
        </p:spPr>
        <p:txBody>
          <a:bodyPr wrap="none" lIns="0" tIns="0" rIns="0" bIns="0" rtlCol="0" anchor="ctr">
            <a:normAutofit/>
          </a:bodyP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4F1FA"/>
                </a:solidFill>
                <a:effectLst/>
                <a:uLnTx/>
                <a:uFillTx/>
                <a:latin typeface="DM Sans" pitchFamily="34" charset="0"/>
                <a:ea typeface="DM Sans" pitchFamily="34" charset="-122"/>
                <a:cs typeface="DM Sans" pitchFamily="34" charset="-120"/>
              </a:rPr>
              <a:t>Power Platform Admin Center</a:t>
            </a:r>
            <a:endParaRPr kumimoji="0" lang="en-US" sz="1800" b="0" i="0" u="none" strike="noStrike" kern="1200" cap="none" spc="0" normalizeH="0" baseline="0" noProof="0" dirty="0">
              <a:ln>
                <a:noFill/>
              </a:ln>
              <a:solidFill>
                <a:srgbClr val="1E1736"/>
              </a:solidFill>
              <a:effectLst/>
              <a:uLnTx/>
              <a:uFillTx/>
              <a:latin typeface="DM Sans"/>
              <a:ea typeface="+mn-ea"/>
              <a:cs typeface="+mn-cs"/>
            </a:endParaRPr>
          </a:p>
        </p:txBody>
      </p:sp>
      <p:sp>
        <p:nvSpPr>
          <p:cNvPr id="6" name="Text 4"/>
          <p:cNvSpPr/>
          <p:nvPr/>
        </p:nvSpPr>
        <p:spPr>
          <a:xfrm>
            <a:off x="1323975" y="2924076"/>
            <a:ext cx="1778050" cy="529580"/>
          </a:xfrm>
          <a:prstGeom prst="roundRect">
            <a:avLst>
              <a:gd name="adj" fmla="val 16187"/>
            </a:avLst>
          </a:prstGeom>
          <a:solidFill>
            <a:srgbClr val="2A2250"/>
          </a:solidFill>
          <a:ln w="6350">
            <a:solidFill>
              <a:srgbClr val="41377A"/>
            </a:solidFill>
            <a:prstDash val="solid"/>
          </a:ln>
        </p:spPr>
        <p:txBody>
          <a:bodyPr wrap="none" lIns="0" tIns="0" rIns="0" bIns="0" rtlCol="0" anchor="ctr">
            <a:normAutofit/>
          </a:bodyP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4F1FA"/>
                </a:solidFill>
                <a:effectLst/>
                <a:uLnTx/>
                <a:uFillTx/>
                <a:latin typeface="DM Sans" pitchFamily="34" charset="0"/>
                <a:ea typeface="DM Sans" pitchFamily="34" charset="-122"/>
                <a:cs typeface="DM Sans" pitchFamily="34" charset="-120"/>
              </a:rPr>
              <a:t>Environment</a:t>
            </a:r>
            <a:endParaRPr kumimoji="0" lang="en-US" sz="1800" b="0" i="0" u="none" strike="noStrike" kern="1200" cap="none" spc="0" normalizeH="0" baseline="0" noProof="0" dirty="0">
              <a:ln>
                <a:noFill/>
              </a:ln>
              <a:solidFill>
                <a:srgbClr val="1E1736"/>
              </a:solidFill>
              <a:effectLst/>
              <a:uLnTx/>
              <a:uFillTx/>
              <a:latin typeface="DM Sans"/>
              <a:ea typeface="+mn-ea"/>
              <a:cs typeface="+mn-cs"/>
            </a:endParaRPr>
          </a:p>
        </p:txBody>
      </p:sp>
      <p:sp>
        <p:nvSpPr>
          <p:cNvPr id="7" name="Text 5"/>
          <p:cNvSpPr/>
          <p:nvPr/>
        </p:nvSpPr>
        <p:spPr>
          <a:xfrm>
            <a:off x="1831975" y="3548906"/>
            <a:ext cx="1300460" cy="529580"/>
          </a:xfrm>
          <a:prstGeom prst="roundRect">
            <a:avLst>
              <a:gd name="adj" fmla="val 16187"/>
            </a:avLst>
          </a:prstGeom>
          <a:solidFill>
            <a:srgbClr val="2A2250"/>
          </a:solidFill>
          <a:ln w="6350">
            <a:solidFill>
              <a:srgbClr val="41377A"/>
            </a:solidFill>
            <a:prstDash val="solid"/>
          </a:ln>
        </p:spPr>
        <p:txBody>
          <a:bodyPr wrap="none" lIns="0" tIns="0" rIns="0" bIns="0" rtlCol="0" anchor="ctr">
            <a:normAutofit/>
          </a:bodyP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4F1FA"/>
                </a:solidFill>
                <a:effectLst/>
                <a:uLnTx/>
                <a:uFillTx/>
                <a:latin typeface="DM Sans" pitchFamily="34" charset="0"/>
                <a:ea typeface="DM Sans" pitchFamily="34" charset="-122"/>
                <a:cs typeface="DM Sans" pitchFamily="34" charset="-120"/>
              </a:rPr>
              <a:t>Settings</a:t>
            </a:r>
            <a:endParaRPr kumimoji="0" lang="en-US" sz="1800" b="0" i="0" u="none" strike="noStrike" kern="1200" cap="none" spc="0" normalizeH="0" baseline="0" noProof="0" dirty="0">
              <a:ln>
                <a:noFill/>
              </a:ln>
              <a:solidFill>
                <a:srgbClr val="1E1736"/>
              </a:solidFill>
              <a:effectLst/>
              <a:uLnTx/>
              <a:uFillTx/>
              <a:latin typeface="DM Sans"/>
              <a:ea typeface="+mn-ea"/>
              <a:cs typeface="+mn-cs"/>
            </a:endParaRPr>
          </a:p>
        </p:txBody>
      </p:sp>
      <p:sp>
        <p:nvSpPr>
          <p:cNvPr id="8" name="Text 6"/>
          <p:cNvSpPr/>
          <p:nvPr/>
        </p:nvSpPr>
        <p:spPr>
          <a:xfrm>
            <a:off x="2339975" y="4173736"/>
            <a:ext cx="1348284" cy="529580"/>
          </a:xfrm>
          <a:prstGeom prst="roundRect">
            <a:avLst>
              <a:gd name="adj" fmla="val 16187"/>
            </a:avLst>
          </a:prstGeom>
          <a:solidFill>
            <a:srgbClr val="2A2250"/>
          </a:solidFill>
          <a:ln w="6350">
            <a:solidFill>
              <a:srgbClr val="41377A"/>
            </a:solidFill>
            <a:prstDash val="solid"/>
          </a:ln>
        </p:spPr>
        <p:txBody>
          <a:bodyPr wrap="none" lIns="0" tIns="0" rIns="0" bIns="0" rtlCol="0" anchor="ctr">
            <a:normAutofit/>
          </a:bodyP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4F1FA"/>
                </a:solidFill>
                <a:effectLst/>
                <a:uLnTx/>
                <a:uFillTx/>
                <a:latin typeface="DM Sans" pitchFamily="34" charset="0"/>
                <a:ea typeface="DM Sans" pitchFamily="34" charset="-122"/>
                <a:cs typeface="DM Sans" pitchFamily="34" charset="-120"/>
              </a:rPr>
              <a:t>Features</a:t>
            </a:r>
            <a:endParaRPr kumimoji="0" lang="en-US" sz="1800" b="0" i="0" u="none" strike="noStrike" kern="1200" cap="none" spc="0" normalizeH="0" baseline="0" noProof="0" dirty="0">
              <a:ln>
                <a:noFill/>
              </a:ln>
              <a:solidFill>
                <a:srgbClr val="1E1736"/>
              </a:solidFill>
              <a:effectLst/>
              <a:uLnTx/>
              <a:uFillTx/>
              <a:latin typeface="DM Sans"/>
              <a:ea typeface="+mn-ea"/>
              <a:cs typeface="+mn-cs"/>
            </a:endParaRPr>
          </a:p>
        </p:txBody>
      </p:sp>
      <p:sp>
        <p:nvSpPr>
          <p:cNvPr id="9" name="Text 7"/>
          <p:cNvSpPr/>
          <p:nvPr/>
        </p:nvSpPr>
        <p:spPr>
          <a:xfrm>
            <a:off x="812800" y="4795391"/>
            <a:ext cx="3823891" cy="523230"/>
          </a:xfrm>
          <a:prstGeom prst="roundRect">
            <a:avLst>
              <a:gd name="adj" fmla="val 16991"/>
            </a:avLst>
          </a:prstGeom>
          <a:solidFill>
            <a:srgbClr val="F4B942"/>
          </a:solidFill>
          <a:ln/>
        </p:spPr>
        <p:txBody>
          <a:bodyPr wrap="none" lIns="0" tIns="0" rIns="0" bIns="0" rtlCol="0" anchor="ctr">
            <a:normAutofit/>
          </a:bodyPr>
          <a:lstStyle/>
          <a:p>
            <a:pPr marL="0" marR="0" lvl="0" indent="0" algn="ctr" defTabSz="914400" rtl="0" eaLnBrk="1" fontAlgn="auto" latinLnBrk="0" hangingPunct="1">
              <a:lnSpc>
                <a:spcPts val="252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7132B"/>
                </a:solidFill>
                <a:effectLst/>
                <a:uLnTx/>
                <a:uFillTx/>
                <a:latin typeface="DM Sans" pitchFamily="34" charset="0"/>
                <a:ea typeface="DM Sans" pitchFamily="34" charset="-122"/>
                <a:cs typeface="DM Sans" pitchFamily="34" charset="-120"/>
              </a:rPr>
              <a:t>Enable Power Apps Code Apps</a:t>
            </a:r>
            <a:endParaRPr kumimoji="0" lang="en-US" sz="1800" b="0" i="0" u="none" strike="noStrike" kern="1200" cap="none" spc="0" normalizeH="0" baseline="0" noProof="0" dirty="0">
              <a:ln>
                <a:noFill/>
              </a:ln>
              <a:solidFill>
                <a:srgbClr val="1E1736"/>
              </a:solidFill>
              <a:effectLst/>
              <a:uLnTx/>
              <a:uFillTx/>
              <a:latin typeface="DM Sans"/>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50" normalizeH="0" baseline="0" noProof="0" dirty="0">
                <a:ln>
                  <a:noFill/>
                </a:ln>
                <a:solidFill>
                  <a:srgbClr val="6B2FD6"/>
                </a:solidFill>
                <a:effectLst/>
                <a:uLnTx/>
                <a:uFillTx/>
                <a:latin typeface="DM Sans" pitchFamily="34" charset="0"/>
                <a:ea typeface="DM Sans" pitchFamily="34" charset="-122"/>
                <a:cs typeface="DM Sans" pitchFamily="34" charset="-120"/>
              </a:rPr>
              <a:t>GETTING STARTED · STEPS 1–2</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113789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736"/>
                </a:solidFill>
                <a:latin typeface="DM Sans" pitchFamily="34" charset="0"/>
                <a:ea typeface="DM Sans" pitchFamily="34" charset="-122"/>
                <a:cs typeface="DM Sans" pitchFamily="34" charset="-120"/>
              </a:rPr>
              <a:t>Clone, then authenticate</a:t>
            </a:r>
            <a:endParaRPr lang="en-US" sz="3600" dirty="0"/>
          </a:p>
        </p:txBody>
      </p:sp>
      <p:sp>
        <p:nvSpPr>
          <p:cNvPr id="4" name="Text 2"/>
          <p:cNvSpPr/>
          <p:nvPr/>
        </p:nvSpPr>
        <p:spPr>
          <a:xfrm>
            <a:off x="812800" y="196845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B2FD6"/>
          </a:solidFill>
          <a:ln/>
        </p:spPr>
        <p:txBody>
          <a:bodyPr wrap="square" lIns="0" tIns="0" rIns="0" bIns="0" rtlCol="0" anchor="ctr">
            <a:normAutofit/>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1</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5" name="Text 3"/>
          <p:cNvSpPr/>
          <p:nvPr/>
        </p:nvSpPr>
        <p:spPr>
          <a:xfrm>
            <a:off x="1320800" y="1993850"/>
            <a:ext cx="3468836"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Clone the starter template</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6" name="Text 4"/>
          <p:cNvSpPr/>
          <p:nvPr/>
        </p:nvSpPr>
        <p:spPr>
          <a:xfrm>
            <a:off x="4789636" y="2021780"/>
            <a:ext cx="2063889"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Then open the folder</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7" name="Shape 5"/>
          <p:cNvSpPr/>
          <p:nvPr/>
        </p:nvSpPr>
        <p:spPr>
          <a:xfrm>
            <a:off x="812800" y="2451050"/>
            <a:ext cx="10566400" cy="975320"/>
          </a:xfrm>
          <a:prstGeom prst="roundRect">
            <a:avLst>
              <a:gd name="adj" fmla="val 10417"/>
            </a:avLst>
          </a:prstGeom>
          <a:solidFill>
            <a:srgbClr val="1E18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8" name="Text 6"/>
          <p:cNvSpPr/>
          <p:nvPr/>
        </p:nvSpPr>
        <p:spPr>
          <a:xfrm>
            <a:off x="1066800" y="2628850"/>
            <a:ext cx="10360152" cy="309860"/>
          </a:xfrm>
          <a:prstGeom prst="rect">
            <a:avLst/>
          </a:prstGeom>
          <a:noFill/>
          <a:ln/>
        </p:spPr>
        <p:txBody>
          <a:bodyPr wrap="non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npx</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degit github:microsoft/PowerAppsCodeApps/templates/vite my-app</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
        <p:nvSpPr>
          <p:cNvPr id="9" name="Text 7"/>
          <p:cNvSpPr/>
          <p:nvPr/>
        </p:nvSpPr>
        <p:spPr>
          <a:xfrm>
            <a:off x="1066800" y="2964111"/>
            <a:ext cx="10360152" cy="309860"/>
          </a:xfrm>
          <a:prstGeom prst="rect">
            <a:avLst/>
          </a:prstGeom>
          <a:noFill/>
          <a:ln/>
        </p:spPr>
        <p:txBody>
          <a:bodyPr wrap="non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cd</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my-app</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0" name="Text 8"/>
          <p:cNvSpPr/>
          <p:nvPr/>
        </p:nvSpPr>
        <p:spPr>
          <a:xfrm>
            <a:off x="812800" y="373117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B2FD6"/>
          </a:solidFill>
          <a:ln/>
        </p:spPr>
        <p:txBody>
          <a:bodyPr wrap="square" lIns="0" tIns="0" rIns="0" bIns="0" rtlCol="0" anchor="ctr">
            <a:normAutofit/>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2</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1" name="Text 9"/>
          <p:cNvSpPr/>
          <p:nvPr/>
        </p:nvSpPr>
        <p:spPr>
          <a:xfrm>
            <a:off x="1320800" y="3756571"/>
            <a:ext cx="4074468"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Authenticate to Power Platform</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2" name="Text 10"/>
          <p:cNvSpPr/>
          <p:nvPr/>
        </p:nvSpPr>
        <p:spPr>
          <a:xfrm>
            <a:off x="5395268" y="3784501"/>
            <a:ext cx="3528774"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Sign in and select your environment</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3" name="Shape 11"/>
          <p:cNvSpPr/>
          <p:nvPr/>
        </p:nvSpPr>
        <p:spPr>
          <a:xfrm>
            <a:off x="812800" y="4213771"/>
            <a:ext cx="10566400" cy="975320"/>
          </a:xfrm>
          <a:prstGeom prst="roundRect">
            <a:avLst>
              <a:gd name="adj" fmla="val 10417"/>
            </a:avLst>
          </a:prstGeom>
          <a:solidFill>
            <a:srgbClr val="1E18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14" name="Text 12"/>
          <p:cNvSpPr/>
          <p:nvPr/>
        </p:nvSpPr>
        <p:spPr>
          <a:xfrm>
            <a:off x="1066800" y="4391571"/>
            <a:ext cx="10360152" cy="309860"/>
          </a:xfrm>
          <a:prstGeom prst="rect">
            <a:avLst/>
          </a:prstGeom>
          <a:noFill/>
          <a:ln/>
        </p:spPr>
        <p:txBody>
          <a:bodyPr wrap="non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pac</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auth create</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5" name="Text 13"/>
          <p:cNvSpPr/>
          <p:nvPr/>
        </p:nvSpPr>
        <p:spPr>
          <a:xfrm>
            <a:off x="1066800" y="4726831"/>
            <a:ext cx="10360152" cy="309860"/>
          </a:xfrm>
          <a:prstGeom prst="rect">
            <a:avLst/>
          </a:prstGeom>
          <a:noFill/>
          <a:ln/>
        </p:spPr>
        <p:txBody>
          <a:bodyPr wrap="non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pac</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env select --environment &lt;environment-id&gt;</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50" normalizeH="0" baseline="0" noProof="0" dirty="0">
                <a:ln>
                  <a:noFill/>
                </a:ln>
                <a:solidFill>
                  <a:srgbClr val="6B2FD6"/>
                </a:solidFill>
                <a:effectLst/>
                <a:uLnTx/>
                <a:uFillTx/>
                <a:latin typeface="DM Sans" pitchFamily="34" charset="0"/>
                <a:ea typeface="DM Sans" pitchFamily="34" charset="-122"/>
                <a:cs typeface="DM Sans" pitchFamily="34" charset="-120"/>
              </a:rPr>
              <a:t>GETTING STARTED · STEPS 3–4</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113789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736"/>
                </a:solidFill>
                <a:latin typeface="DM Sans" pitchFamily="34" charset="0"/>
                <a:ea typeface="DM Sans" pitchFamily="34" charset="-122"/>
                <a:cs typeface="DM Sans" pitchFamily="34" charset="-120"/>
              </a:rPr>
              <a:t>Install, then initialize</a:t>
            </a:r>
            <a:endParaRPr lang="en-US" sz="3600" dirty="0"/>
          </a:p>
        </p:txBody>
      </p:sp>
      <p:sp>
        <p:nvSpPr>
          <p:cNvPr id="4" name="Text 2"/>
          <p:cNvSpPr/>
          <p:nvPr/>
        </p:nvSpPr>
        <p:spPr>
          <a:xfrm>
            <a:off x="812800" y="196845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B2FD6"/>
          </a:solidFill>
          <a:ln/>
        </p:spPr>
        <p:txBody>
          <a:bodyPr wrap="square" lIns="0" tIns="0" rIns="0" bIns="0" rtlCol="0" anchor="ctr">
            <a:normAutofit/>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3</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5" name="Text 3"/>
          <p:cNvSpPr/>
          <p:nvPr/>
        </p:nvSpPr>
        <p:spPr>
          <a:xfrm>
            <a:off x="1320800" y="1993850"/>
            <a:ext cx="2746524"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Install dependencies</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6" name="Text 4"/>
          <p:cNvSpPr/>
          <p:nvPr/>
        </p:nvSpPr>
        <p:spPr>
          <a:xfrm>
            <a:off x="4067324" y="2021780"/>
            <a:ext cx="2822793"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Installs the project packages</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7" name="Text 5"/>
          <p:cNvSpPr/>
          <p:nvPr/>
        </p:nvSpPr>
        <p:spPr>
          <a:xfrm>
            <a:off x="812800" y="2451050"/>
            <a:ext cx="10566400" cy="640060"/>
          </a:xfrm>
          <a:prstGeom prst="roundRect">
            <a:avLst>
              <a:gd name="adj" fmla="val 15874"/>
            </a:avLst>
          </a:prstGeom>
          <a:solidFill>
            <a:srgbClr val="1E1838"/>
          </a:solidFill>
          <a:ln/>
        </p:spPr>
        <p:txBody>
          <a:bodyPr wrap="none" lIns="224242" tIns="148042" rIns="0" bIns="122642"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npm</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install</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
        <p:nvSpPr>
          <p:cNvPr id="8" name="Text 6"/>
          <p:cNvSpPr/>
          <p:nvPr/>
        </p:nvSpPr>
        <p:spPr>
          <a:xfrm>
            <a:off x="812800" y="339591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B2FD6"/>
          </a:solidFill>
          <a:ln/>
        </p:spPr>
        <p:txBody>
          <a:bodyPr wrap="square" lIns="0" tIns="0" rIns="0" bIns="0" rtlCol="0" anchor="ctr">
            <a:normAutofit/>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4</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9" name="Text 7"/>
          <p:cNvSpPr/>
          <p:nvPr/>
        </p:nvSpPr>
        <p:spPr>
          <a:xfrm>
            <a:off x="1320800" y="3421311"/>
            <a:ext cx="2964954"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Initialize the Code App</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0" name="Text 8"/>
          <p:cNvSpPr/>
          <p:nvPr/>
        </p:nvSpPr>
        <p:spPr>
          <a:xfrm>
            <a:off x="4285754" y="3449241"/>
            <a:ext cx="3707368"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Creates and initializes your Code App</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1" name="Text 9"/>
          <p:cNvSpPr/>
          <p:nvPr/>
        </p:nvSpPr>
        <p:spPr>
          <a:xfrm>
            <a:off x="812800" y="3878511"/>
            <a:ext cx="10566400" cy="640060"/>
          </a:xfrm>
          <a:prstGeom prst="roundRect">
            <a:avLst>
              <a:gd name="adj" fmla="val 15874"/>
            </a:avLst>
          </a:prstGeom>
          <a:solidFill>
            <a:srgbClr val="1E1838"/>
          </a:solidFill>
          <a:ln/>
        </p:spPr>
        <p:txBody>
          <a:bodyPr wrap="none" lIns="224242" tIns="148042" rIns="0" bIns="122642"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pac</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code init --displayname "My First Code App"</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4F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150" normalizeH="0" baseline="0" noProof="0" dirty="0">
                <a:ln>
                  <a:noFill/>
                </a:ln>
                <a:solidFill>
                  <a:srgbClr val="6B2FD6"/>
                </a:solidFill>
                <a:effectLst/>
                <a:uLnTx/>
                <a:uFillTx/>
                <a:latin typeface="DM Sans" pitchFamily="34" charset="0"/>
                <a:ea typeface="DM Sans" pitchFamily="34" charset="-122"/>
                <a:cs typeface="DM Sans" pitchFamily="34" charset="-120"/>
              </a:rPr>
              <a:t>GETTING STARTED · STEPS 5–6</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p:cNvSpPr>
            <a:spLocks noGrp="1"/>
          </p:cNvSpPr>
          <p:nvPr>
            <p:ph type="title"/>
          </p:nvPr>
        </p:nvSpPr>
        <p:spPr>
          <a:xfrm>
            <a:off x="812800" y="1137890"/>
            <a:ext cx="10883392" cy="551160"/>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736"/>
                </a:solidFill>
                <a:latin typeface="DM Sans" pitchFamily="34" charset="0"/>
                <a:ea typeface="DM Sans" pitchFamily="34" charset="-122"/>
                <a:cs typeface="DM Sans" pitchFamily="34" charset="-120"/>
              </a:rPr>
              <a:t>Run locally, then deploy</a:t>
            </a:r>
            <a:endParaRPr lang="en-US" sz="3600" dirty="0"/>
          </a:p>
        </p:txBody>
      </p:sp>
      <p:sp>
        <p:nvSpPr>
          <p:cNvPr id="4" name="Text 2"/>
          <p:cNvSpPr/>
          <p:nvPr/>
        </p:nvSpPr>
        <p:spPr>
          <a:xfrm>
            <a:off x="812800" y="1968450"/>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B2FD6"/>
          </a:solidFill>
          <a:ln/>
        </p:spPr>
        <p:txBody>
          <a:bodyPr wrap="square" lIns="0" tIns="0" rIns="0" bIns="0" rtlCol="0" anchor="ctr">
            <a:normAutofit/>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5</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5" name="Text 3"/>
          <p:cNvSpPr/>
          <p:nvPr/>
        </p:nvSpPr>
        <p:spPr>
          <a:xfrm>
            <a:off x="1320800" y="1993850"/>
            <a:ext cx="1500386"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Run locally</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6" name="Text 4"/>
          <p:cNvSpPr/>
          <p:nvPr/>
        </p:nvSpPr>
        <p:spPr>
          <a:xfrm>
            <a:off x="2821186" y="2021780"/>
            <a:ext cx="2897029"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Run the app on your machine</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7" name="Text 5"/>
          <p:cNvSpPr/>
          <p:nvPr/>
        </p:nvSpPr>
        <p:spPr>
          <a:xfrm>
            <a:off x="812800" y="2451050"/>
            <a:ext cx="10566400" cy="640060"/>
          </a:xfrm>
          <a:prstGeom prst="roundRect">
            <a:avLst>
              <a:gd name="adj" fmla="val 15874"/>
            </a:avLst>
          </a:prstGeom>
          <a:solidFill>
            <a:srgbClr val="1E1838"/>
          </a:solidFill>
          <a:ln/>
        </p:spPr>
        <p:txBody>
          <a:bodyPr wrap="none" lIns="224242" tIns="148042" rIns="0" bIns="122642"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npm</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run dev</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
        <p:nvSpPr>
          <p:cNvPr id="8" name="Text 6"/>
          <p:cNvSpPr/>
          <p:nvPr/>
        </p:nvSpPr>
        <p:spPr>
          <a:xfrm>
            <a:off x="812800" y="3395911"/>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6B2FD6"/>
          </a:solidFill>
          <a:ln/>
        </p:spPr>
        <p:txBody>
          <a:bodyPr wrap="square" lIns="0" tIns="0" rIns="0" bIns="0" rtlCol="0" anchor="ctr">
            <a:normAutofit/>
          </a:bodyPr>
          <a:lstStyle/>
          <a:p>
            <a:pPr marL="0" marR="0" lvl="0" indent="0" algn="ctr" defTabSz="914400" rtl="0" eaLnBrk="1" fontAlgn="auto" latinLnBrk="0" hangingPunct="1">
              <a:lnSpc>
                <a:spcPts val="21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6F4FA"/>
                </a:solidFill>
                <a:effectLst/>
                <a:uLnTx/>
                <a:uFillTx/>
                <a:latin typeface="DM Sans" pitchFamily="34" charset="0"/>
                <a:ea typeface="DM Sans" pitchFamily="34" charset="-122"/>
                <a:cs typeface="DM Sans" pitchFamily="34" charset="-120"/>
              </a:rPr>
              <a:t>6</a:t>
            </a:r>
            <a:endParaRPr kumimoji="0" lang="en-US" sz="1500" b="0" i="0" u="none" strike="noStrike" kern="1200" cap="none" spc="0" normalizeH="0" baseline="0" noProof="0" dirty="0">
              <a:ln>
                <a:noFill/>
              </a:ln>
              <a:solidFill>
                <a:srgbClr val="1E1736"/>
              </a:solidFill>
              <a:effectLst/>
              <a:uLnTx/>
              <a:uFillTx/>
              <a:latin typeface="DM Sans"/>
              <a:ea typeface="+mn-ea"/>
              <a:cs typeface="+mn-cs"/>
            </a:endParaRPr>
          </a:p>
        </p:txBody>
      </p:sp>
      <p:sp>
        <p:nvSpPr>
          <p:cNvPr id="9" name="Text 7"/>
          <p:cNvSpPr/>
          <p:nvPr/>
        </p:nvSpPr>
        <p:spPr>
          <a:xfrm>
            <a:off x="1320800" y="3421311"/>
            <a:ext cx="2216448" cy="33020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24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E1736"/>
                </a:solidFill>
                <a:effectLst/>
                <a:uLnTx/>
                <a:uFillTx/>
                <a:latin typeface="DM Sans" pitchFamily="34" charset="0"/>
                <a:ea typeface="DM Sans" pitchFamily="34" charset="-122"/>
                <a:cs typeface="DM Sans" pitchFamily="34" charset="-120"/>
              </a:rPr>
              <a:t>Build and deploy</a:t>
            </a:r>
            <a:endParaRPr kumimoji="0" lang="en-US" sz="20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0" name="Text 8"/>
          <p:cNvSpPr/>
          <p:nvPr/>
        </p:nvSpPr>
        <p:spPr>
          <a:xfrm>
            <a:off x="3537248" y="3449241"/>
            <a:ext cx="4582597"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A5273"/>
                </a:solidFill>
                <a:effectLst/>
                <a:uLnTx/>
                <a:uFillTx/>
                <a:latin typeface="DM Sans" pitchFamily="34" charset="0"/>
                <a:ea typeface="DM Sans" pitchFamily="34" charset="-122"/>
                <a:cs typeface="DM Sans" pitchFamily="34" charset="-120"/>
              </a:rPr>
              <a:t>Build the app, then deploy it to 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1" name="Shape 9"/>
          <p:cNvSpPr/>
          <p:nvPr/>
        </p:nvSpPr>
        <p:spPr>
          <a:xfrm>
            <a:off x="812800" y="3878511"/>
            <a:ext cx="10566400" cy="975320"/>
          </a:xfrm>
          <a:prstGeom prst="roundRect">
            <a:avLst>
              <a:gd name="adj" fmla="val 10417"/>
            </a:avLst>
          </a:prstGeom>
          <a:solidFill>
            <a:srgbClr val="1E183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12" name="Text 10"/>
          <p:cNvSpPr/>
          <p:nvPr/>
        </p:nvSpPr>
        <p:spPr>
          <a:xfrm>
            <a:off x="1066800" y="4056311"/>
            <a:ext cx="10360152" cy="309860"/>
          </a:xfrm>
          <a:prstGeom prst="rect">
            <a:avLst/>
          </a:prstGeom>
          <a:noFill/>
          <a:ln/>
        </p:spPr>
        <p:txBody>
          <a:bodyPr wrap="non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npm</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run build</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
        <p:nvSpPr>
          <p:cNvPr id="13" name="Text 11"/>
          <p:cNvSpPr/>
          <p:nvPr/>
        </p:nvSpPr>
        <p:spPr>
          <a:xfrm>
            <a:off x="1066800" y="4391571"/>
            <a:ext cx="10360152" cy="309860"/>
          </a:xfrm>
          <a:prstGeom prst="rect">
            <a:avLst/>
          </a:prstGeom>
          <a:noFill/>
          <a:ln/>
        </p:spPr>
        <p:txBody>
          <a:bodyPr wrap="none" lIns="0" tIns="0" rIns="0" bIns="0" rtlCol="0" anchor="t">
            <a:normAutofit/>
          </a:bodyPr>
          <a:lstStyle/>
          <a:p>
            <a:pPr marL="0" marR="0" lvl="0" indent="0" algn="l" defTabSz="914400" rtl="0" eaLnBrk="1" fontAlgn="auto" latinLnBrk="0" hangingPunct="1">
              <a:lnSpc>
                <a:spcPts val="224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4B942"/>
                </a:solidFill>
                <a:effectLst/>
                <a:uLnTx/>
                <a:uFillTx/>
                <a:latin typeface="JetBrains Mono" pitchFamily="49" charset="0"/>
                <a:ea typeface="JetBrains Mono" pitchFamily="49" charset="-122"/>
                <a:cs typeface="JetBrains Mono" pitchFamily="49" charset="-120"/>
              </a:rPr>
              <a:t>pac</a:t>
            </a:r>
            <a:r>
              <a:rPr kumimoji="0" lang="en-US" sz="1600" b="0" i="0" u="none" strike="noStrike" kern="1200" cap="none" spc="0" normalizeH="0" baseline="0" noProof="0" dirty="0">
                <a:ln>
                  <a:noFill/>
                </a:ln>
                <a:solidFill>
                  <a:srgbClr val="E7E1F7"/>
                </a:solidFill>
                <a:effectLst/>
                <a:uLnTx/>
                <a:uFillTx/>
                <a:latin typeface="JetBrains Mono" pitchFamily="49" charset="0"/>
                <a:ea typeface="JetBrains Mono" pitchFamily="49" charset="-122"/>
                <a:cs typeface="JetBrains Mono" pitchFamily="49" charset="-120"/>
              </a:rPr>
              <a:t> code push</a:t>
            </a:r>
            <a:endParaRPr kumimoji="0" lang="en-US" sz="1600" b="0" i="0" u="none" strike="noStrike" kern="1200" cap="none" spc="0" normalizeH="0" baseline="0" noProof="0" dirty="0">
              <a:ln>
                <a:noFill/>
              </a:ln>
              <a:solidFill>
                <a:srgbClr val="1E1736"/>
              </a:solidFill>
              <a:effectLst/>
              <a:uLnTx/>
              <a:uFillTx/>
              <a:latin typeface="DM Sans"/>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7132B"/>
        </a:solidFill>
        <a:effectLst/>
      </p:bgPr>
    </p:bg>
    <p:spTree>
      <p:nvGrpSpPr>
        <p:cNvPr id="1" name="">
          <a:extLst>
            <a:ext uri="{FF2B5EF4-FFF2-40B4-BE49-F238E27FC236}">
              <a16:creationId xmlns:a16="http://schemas.microsoft.com/office/drawing/2014/main" id="{19CC7B7F-6DCA-8F9B-C209-A34E21DE68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317C7A-A271-A8AB-6DCD-0E858210A17A}"/>
              </a:ext>
            </a:extLst>
          </p:cNvPr>
          <p:cNvSpPr/>
          <p:nvPr/>
        </p:nvSpPr>
        <p:spPr>
          <a:xfrm>
            <a:off x="812800" y="1654870"/>
            <a:ext cx="10883392" cy="27429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1" i="0" u="none" strike="noStrike" kern="0" cap="none" spc="200" normalizeH="0" baseline="0" noProof="0" dirty="0">
                <a:ln>
                  <a:noFill/>
                </a:ln>
                <a:solidFill>
                  <a:srgbClr val="F4B942"/>
                </a:solidFill>
                <a:effectLst/>
                <a:uLnTx/>
                <a:uFillTx/>
                <a:latin typeface="DM Sans" pitchFamily="34" charset="0"/>
                <a:ea typeface="DM Sans" pitchFamily="34" charset="-122"/>
                <a:cs typeface="DM Sans" pitchFamily="34" charset="-120"/>
              </a:rPr>
              <a:t>POWER PLATFORM</a:t>
            </a:r>
            <a:endParaRPr kumimoji="0" lang="en-US" sz="1400" b="0" i="0" u="none" strike="noStrike" kern="1200" cap="none" spc="0" normalizeH="0" baseline="0" noProof="0" dirty="0">
              <a:ln>
                <a:noFill/>
              </a:ln>
              <a:solidFill>
                <a:srgbClr val="1E1736"/>
              </a:solidFill>
              <a:effectLst/>
              <a:uLnTx/>
              <a:uFillTx/>
              <a:latin typeface="DM Sans"/>
              <a:ea typeface="+mn-ea"/>
              <a:cs typeface="+mn-cs"/>
            </a:endParaRPr>
          </a:p>
        </p:txBody>
      </p:sp>
      <p:sp>
        <p:nvSpPr>
          <p:cNvPr id="3" name="Text 1">
            <a:extLst>
              <a:ext uri="{FF2B5EF4-FFF2-40B4-BE49-F238E27FC236}">
                <a16:creationId xmlns:a16="http://schemas.microsoft.com/office/drawing/2014/main" id="{E1E21D66-9B9B-D583-A6D9-39E93A43781F}"/>
              </a:ext>
            </a:extLst>
          </p:cNvPr>
          <p:cNvSpPr>
            <a:spLocks noGrp="1"/>
          </p:cNvSpPr>
          <p:nvPr>
            <p:ph type="title"/>
          </p:nvPr>
        </p:nvSpPr>
        <p:spPr>
          <a:xfrm>
            <a:off x="812800" y="2157760"/>
            <a:ext cx="10883392" cy="1785541"/>
          </a:xfrm>
          <a:prstGeom prst="rect">
            <a:avLst/>
          </a:prstGeom>
          <a:noFill/>
          <a:ln/>
        </p:spPr>
        <p:txBody>
          <a:bodyPr wrap="square" lIns="0" tIns="0" rIns="0" bIns="0" rtlCol="0" anchor="t">
            <a:normAutofit/>
          </a:bodyPr>
          <a:lstStyle/>
          <a:p>
            <a:pPr>
              <a:lnSpc>
                <a:spcPts val="6930"/>
              </a:lnSpc>
            </a:pPr>
            <a:r>
              <a:rPr lang="en-US" sz="6600" b="1" i="0">
                <a:solidFill>
                  <a:srgbClr val="F4F1FA"/>
                </a:solidFill>
                <a:latin typeface="DM Sans" pitchFamily="34" charset="0"/>
                <a:ea typeface="DM Sans" pitchFamily="34" charset="-122"/>
                <a:cs typeface="DM Sans" pitchFamily="34" charset="-120"/>
              </a:rPr>
              <a:t>Demo</a:t>
            </a:r>
            <a:endParaRPr lang="en-US" sz="6600" b="1" dirty="0">
              <a:solidFill>
                <a:srgbClr val="F4F1FA"/>
              </a:solidFill>
            </a:endParaRPr>
          </a:p>
        </p:txBody>
      </p:sp>
      <p:sp>
        <p:nvSpPr>
          <p:cNvPr id="4" name="Shape 2">
            <a:extLst>
              <a:ext uri="{FF2B5EF4-FFF2-40B4-BE49-F238E27FC236}">
                <a16:creationId xmlns:a16="http://schemas.microsoft.com/office/drawing/2014/main" id="{A9ECFEB2-8A24-ED4C-3E67-A1B9A79C3FB9}"/>
              </a:ext>
            </a:extLst>
          </p:cNvPr>
          <p:cNvSpPr/>
          <p:nvPr/>
        </p:nvSpPr>
        <p:spPr>
          <a:xfrm>
            <a:off x="812800" y="3156601"/>
            <a:ext cx="889000" cy="50800"/>
          </a:xfrm>
          <a:prstGeom prst="roundRect">
            <a:avLst>
              <a:gd name="adj" fmla="val 50000"/>
            </a:avLst>
          </a:prstGeom>
          <a:solidFill>
            <a:srgbClr val="B794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1E1736"/>
              </a:solidFill>
              <a:effectLst/>
              <a:uLnTx/>
              <a:uFillTx/>
              <a:latin typeface="DM Sans"/>
              <a:ea typeface="+mn-ea"/>
              <a:cs typeface="+mn-cs"/>
            </a:endParaRPr>
          </a:p>
        </p:txBody>
      </p:sp>
      <p:sp>
        <p:nvSpPr>
          <p:cNvPr id="5" name="Text 3">
            <a:extLst>
              <a:ext uri="{FF2B5EF4-FFF2-40B4-BE49-F238E27FC236}">
                <a16:creationId xmlns:a16="http://schemas.microsoft.com/office/drawing/2014/main" id="{1FF910D3-E0EF-26BF-DD23-5E5560BAFD85}"/>
              </a:ext>
            </a:extLst>
          </p:cNvPr>
          <p:cNvSpPr/>
          <p:nvPr/>
        </p:nvSpPr>
        <p:spPr>
          <a:xfrm>
            <a:off x="812799" y="3442939"/>
            <a:ext cx="10626659" cy="1785541"/>
          </a:xfrm>
          <a:prstGeom prst="rect">
            <a:avLst/>
          </a:prstGeom>
          <a:noFill/>
          <a:ln/>
        </p:spPr>
        <p:txBody>
          <a:bodyPr wrap="square" lIns="0" tIns="0" rIns="0" bIns="0" rtlCol="0" anchor="t">
            <a:normAutofit/>
          </a:bodyPr>
          <a:lstStyle/>
          <a:p>
            <a:pPr lvl="0">
              <a:lnSpc>
                <a:spcPts val="2860"/>
              </a:lnSpc>
              <a:defRPr/>
            </a:pPr>
            <a:r>
              <a:rPr lang="en-US" sz="2200" dirty="0">
                <a:solidFill>
                  <a:srgbClr val="B9B2D3"/>
                </a:solidFill>
                <a:latin typeface="DM Sans" pitchFamily="34" charset="0"/>
                <a:ea typeface="DM Sans" pitchFamily="34" charset="-122"/>
                <a:cs typeface="DM Sans" pitchFamily="34" charset="-120"/>
              </a:rPr>
              <a:t>H1. Banking: scaffold and run a Code App locally</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H2. Insurance: map a claims-servicing scenario to the appropriate app model</a:t>
            </a:r>
          </a:p>
          <a:p>
            <a:pPr lvl="0">
              <a:lnSpc>
                <a:spcPts val="2860"/>
              </a:lnSpc>
              <a:defRPr/>
            </a:pPr>
            <a:r>
              <a:rPr lang="en-US" sz="2200" dirty="0">
                <a:solidFill>
                  <a:srgbClr val="B9B2D3"/>
                </a:solidFill>
                <a:latin typeface="DM Sans" pitchFamily="34" charset="0"/>
                <a:ea typeface="DM Sans" pitchFamily="34" charset="-122"/>
                <a:cs typeface="DM Sans" pitchFamily="34" charset="-120"/>
              </a:rPr>
              <a:t>H3. Supply Chain: produce a shipment-tracking app specification and data contract</a:t>
            </a:r>
            <a:endParaRPr kumimoji="0" lang="en-US" sz="2200" b="0" i="0" u="none" strike="noStrike" kern="1200" cap="none" spc="0" normalizeH="0" baseline="0" noProof="0" dirty="0">
              <a:ln>
                <a:noFill/>
              </a:ln>
              <a:solidFill>
                <a:srgbClr val="1E1736"/>
              </a:solidFill>
              <a:effectLst/>
              <a:uLnTx/>
              <a:uFillTx/>
              <a:latin typeface="DM Sans"/>
              <a:ea typeface="+mn-ea"/>
              <a:cs typeface="+mn-cs"/>
            </a:endParaRPr>
          </a:p>
        </p:txBody>
      </p:sp>
      <p:pic>
        <p:nvPicPr>
          <p:cNvPr id="6" name="Image 0" descr="Code">
            <a:extLst>
              <a:ext uri="{FF2B5EF4-FFF2-40B4-BE49-F238E27FC236}">
                <a16:creationId xmlns:a16="http://schemas.microsoft.com/office/drawing/2014/main" id="{5D2992B3-C043-A687-F06F-DBC27E0148E6}"/>
              </a:ext>
            </a:extLst>
          </p:cNvPr>
          <p:cNvPicPr>
            <a:picLocks noChangeAspect="1"/>
          </p:cNvPicPr>
          <p:nvPr/>
        </p:nvPicPr>
        <p:blipFill>
          <a:blip r:embed="rId3"/>
          <a:srcRect/>
          <a:stretch/>
        </p:blipFill>
        <p:spPr>
          <a:xfrm>
            <a:off x="10363200" y="812800"/>
            <a:ext cx="1016000" cy="1016000"/>
          </a:xfrm>
          <a:prstGeom prst="rect">
            <a:avLst/>
          </a:prstGeom>
        </p:spPr>
      </p:pic>
    </p:spTree>
    <p:extLst>
      <p:ext uri="{BB962C8B-B14F-4D97-AF65-F5344CB8AC3E}">
        <p14:creationId xmlns:p14="http://schemas.microsoft.com/office/powerpoint/2010/main" val="2979084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AC67-E814-EAAD-C01A-41CE5EB34C8C}"/>
              </a:ext>
            </a:extLst>
          </p:cNvPr>
          <p:cNvSpPr>
            <a:spLocks noGrp="1"/>
          </p:cNvSpPr>
          <p:nvPr>
            <p:ph type="title"/>
          </p:nvPr>
        </p:nvSpPr>
        <p:spPr/>
        <p:txBody>
          <a:bodyPr>
            <a:normAutofit fontScale="90000"/>
          </a:bodyPr>
          <a:lstStyle/>
          <a:p>
            <a:r>
              <a:rPr lang="en-US"/>
              <a:t>Closing slide</a:t>
            </a:r>
          </a:p>
        </p:txBody>
      </p:sp>
      <p:sp>
        <p:nvSpPr>
          <p:cNvPr id="3" name="Title 1">
            <a:extLst>
              <a:ext uri="{FF2B5EF4-FFF2-40B4-BE49-F238E27FC236}">
                <a16:creationId xmlns:a16="http://schemas.microsoft.com/office/drawing/2014/main" id="{E24F4DE7-C129-72C8-6B68-3FB890D46E64}"/>
              </a:ext>
            </a:extLst>
          </p:cNvPr>
          <p:cNvSpPr txBox="1">
            <a:spLocks/>
          </p:cNvSpPr>
          <p:nvPr/>
        </p:nvSpPr>
        <p:spPr>
          <a:xfrm>
            <a:off x="584200" y="2976187"/>
            <a:ext cx="5325533" cy="557589"/>
          </a:xfrm>
          <a:prstGeom prst="rect">
            <a:avLst/>
          </a:prstGeom>
          <a:noFill/>
        </p:spPr>
        <p:txBody>
          <a:bodyPr vert="horz" wrap="square" lIns="0" tIns="0" rIns="0" bIns="0" rtlCol="0" anchor="b" anchorCtr="0">
            <a:spAutoFit/>
          </a:bodyPr>
          <a:lstStyle>
            <a:lvl1pPr algn="l" defTabSz="914400" rtl="0" eaLnBrk="1" latinLnBrk="0" hangingPunct="1">
              <a:lnSpc>
                <a:spcPct val="90000"/>
              </a:lnSpc>
              <a:spcBef>
                <a:spcPct val="0"/>
              </a:spcBef>
              <a:buNone/>
              <a:defRPr sz="4000" kern="1200" spc="-50" baseline="0">
                <a:solidFill>
                  <a:schemeClr val="tx1"/>
                </a:solidFill>
                <a:latin typeface="+mj-lt"/>
                <a:ea typeface="+mj-ea"/>
                <a:cs typeface="Segoe UI" panose="020B0502040204020203" pitchFamily="34" charset="0"/>
              </a:defRPr>
            </a:lvl1pPr>
          </a:lstStyle>
          <a:p>
            <a:r>
              <a:rPr lang="en-US" dirty="0"/>
              <a:t>Thank you</a:t>
            </a:r>
          </a:p>
        </p:txBody>
      </p:sp>
    </p:spTree>
    <p:extLst>
      <p:ext uri="{BB962C8B-B14F-4D97-AF65-F5344CB8AC3E}">
        <p14:creationId xmlns:p14="http://schemas.microsoft.com/office/powerpoint/2010/main" val="2655586065"/>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de Apps">
  <a:themeElements>
    <a:clrScheme name="Code Apps">
      <a:dk1>
        <a:srgbClr val="1B1340"/>
      </a:dk1>
      <a:lt1>
        <a:srgbClr val="FFFFFF"/>
      </a:lt1>
      <a:dk2>
        <a:srgbClr val="4B1E78"/>
      </a:dk2>
      <a:lt2>
        <a:srgbClr val="F1EAFB"/>
      </a:lt2>
      <a:accent1>
        <a:srgbClr val="7B3FC4"/>
      </a:accent1>
      <a:accent2>
        <a:srgbClr val="2B6FD6"/>
      </a:accent2>
      <a:accent3>
        <a:srgbClr val="1E8F63"/>
      </a:accent3>
      <a:accent4>
        <a:srgbClr val="D9791A"/>
      </a:accent4>
      <a:accent5>
        <a:srgbClr val="B8337F"/>
      </a:accent5>
      <a:accent6>
        <a:srgbClr val="5A6B8C"/>
      </a:accent6>
      <a:hlink>
        <a:srgbClr val="2B6FD6"/>
      </a:hlink>
      <a:folHlink>
        <a:srgbClr val="7B3FC4"/>
      </a:folHlink>
    </a:clrScheme>
    <a:fontScheme name="Code App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deApps vs PCF">
  <a:themeElements>
    <a:clrScheme name="CodeApps vs PCF">
      <a:dk1>
        <a:srgbClr val="1B1B3A"/>
      </a:dk1>
      <a:lt1>
        <a:srgbClr val="FFFFFF"/>
      </a:lt1>
      <a:dk2>
        <a:srgbClr val="4B2A8C"/>
      </a:dk2>
      <a:lt2>
        <a:srgbClr val="F4F0FB"/>
      </a:lt2>
      <a:accent1>
        <a:srgbClr val="6B2FB3"/>
      </a:accent1>
      <a:accent2>
        <a:srgbClr val="0F8A73"/>
      </a:accent2>
      <a:accent3>
        <a:srgbClr val="E9E1F8"/>
      </a:accent3>
      <a:accent4>
        <a:srgbClr val="DDF2EC"/>
      </a:accent4>
      <a:accent5>
        <a:srgbClr val="F2994A"/>
      </a:accent5>
      <a:accent6>
        <a:srgbClr val="5A5A78"/>
      </a:accent6>
      <a:hlink>
        <a:srgbClr val="6B2FB3"/>
      </a:hlink>
      <a:folHlink>
        <a:srgbClr val="4B2A8C"/>
      </a:folHlink>
    </a:clrScheme>
    <a:fontScheme name="CodeApps vs PCF">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Power Apps Code Apps Quickstart">
  <a:themeElements>
    <a:clrScheme name="Power Apps Code Apps Quickstart">
      <a:dk1>
        <a:srgbClr val="1E1736"/>
      </a:dk1>
      <a:lt1>
        <a:srgbClr val="F6F4FA"/>
      </a:lt1>
      <a:dk2>
        <a:srgbClr val="544E67"/>
      </a:dk2>
      <a:lt2>
        <a:srgbClr val="E0DEE6"/>
      </a:lt2>
      <a:accent1>
        <a:srgbClr val="6B2FD6"/>
      </a:accent1>
      <a:accent2>
        <a:srgbClr val="F4B942"/>
      </a:accent2>
      <a:accent3>
        <a:srgbClr val="2A2250"/>
      </a:accent3>
      <a:accent4>
        <a:srgbClr val="5A2FAE"/>
      </a:accent4>
      <a:accent5>
        <a:srgbClr val="D9CCF5"/>
      </a:accent5>
      <a:accent6>
        <a:srgbClr val="B794F6"/>
      </a:accent6>
      <a:hlink>
        <a:srgbClr val="0563C1"/>
      </a:hlink>
      <a:folHlink>
        <a:srgbClr val="954F72"/>
      </a:folHlink>
    </a:clrScheme>
    <a:fontScheme name="Power Apps Code Apps Quickstart">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1089</TotalTime>
  <Words>3266</Words>
  <Application>Microsoft Office PowerPoint</Application>
  <PresentationFormat>Widescreen</PresentationFormat>
  <Paragraphs>378</Paragraphs>
  <Slides>30</Slides>
  <Notes>28</Notes>
  <HiddenSlides>0</HiddenSlides>
  <MMClips>0</MMClips>
  <ScaleCrop>false</ScaleCrop>
  <HeadingPairs>
    <vt:vector size="6" baseType="variant">
      <vt:variant>
        <vt:lpstr>Fonts Used</vt:lpstr>
      </vt:variant>
      <vt:variant>
        <vt:i4>14</vt:i4>
      </vt:variant>
      <vt:variant>
        <vt:lpstr>Theme</vt:lpstr>
      </vt:variant>
      <vt:variant>
        <vt:i4>5</vt:i4>
      </vt:variant>
      <vt:variant>
        <vt:lpstr>Slide Titles</vt:lpstr>
      </vt:variant>
      <vt:variant>
        <vt:i4>30</vt:i4>
      </vt:variant>
    </vt:vector>
  </HeadingPairs>
  <TitlesOfParts>
    <vt:vector size="49" baseType="lpstr">
      <vt:lpstr>Aptos</vt:lpstr>
      <vt:lpstr>Aptos Display</vt:lpstr>
      <vt:lpstr>Arial</vt:lpstr>
      <vt:lpstr>Calibri</vt:lpstr>
      <vt:lpstr>Consolas</vt:lpstr>
      <vt:lpstr>Courier New</vt:lpstr>
      <vt:lpstr>DM Sans</vt:lpstr>
      <vt:lpstr>JetBrains Mono</vt:lpstr>
      <vt:lpstr>Segoe UI</vt:lpstr>
      <vt:lpstr>Segoe UI (Body)</vt:lpstr>
      <vt:lpstr>Segoe UI Black</vt:lpstr>
      <vt:lpstr>Segoe UI Light</vt:lpstr>
      <vt:lpstr>Segoe UI Semibold</vt:lpstr>
      <vt:lpstr>Wingdings</vt:lpstr>
      <vt:lpstr>Office Theme</vt:lpstr>
      <vt:lpstr>Code Apps</vt:lpstr>
      <vt:lpstr>CodeApps vs PCF</vt:lpstr>
      <vt:lpstr>Power Apps Code Apps Quickstart</vt:lpstr>
      <vt:lpstr>1_LIGHT MODE</vt:lpstr>
      <vt:lpstr>Enterprise Apps &amp; Agents </vt:lpstr>
      <vt:lpstr>Jenkins NS</vt:lpstr>
      <vt:lpstr>Let’s get to know each other</vt:lpstr>
      <vt:lpstr>PowerPoint Presentation</vt:lpstr>
      <vt:lpstr>Microsoft Power Platform</vt:lpstr>
      <vt:lpstr>PowerPoint Presentation</vt:lpstr>
      <vt:lpstr>What are Canvas Apps?</vt:lpstr>
      <vt:lpstr>Canvas Apps vs Code Apps</vt:lpstr>
      <vt:lpstr>What are Code Apps?</vt:lpstr>
      <vt:lpstr>How are they different?</vt:lpstr>
      <vt:lpstr>Technologies involved</vt:lpstr>
      <vt:lpstr>Architecture flow</vt:lpstr>
      <vt:lpstr>Real-world use case</vt:lpstr>
      <vt:lpstr>Why developers should explore it</vt:lpstr>
      <vt:lpstr>Power Apps Code Apps vs PCF</vt:lpstr>
      <vt:lpstr>Two tools, two levels of customization</vt:lpstr>
      <vt:lpstr>Code Apps: build the whole application</vt:lpstr>
      <vt:lpstr>PCF: extend what you already have</vt:lpstr>
      <vt:lpstr>Key differences at a glance</vt:lpstr>
      <vt:lpstr>When to use which</vt:lpstr>
      <vt:lpstr>Choose by where you need customization</vt:lpstr>
      <vt:lpstr>Build Code Apps </vt:lpstr>
      <vt:lpstr>Build full apps with React and JavaScript, then deploy them to Power Platform.</vt:lpstr>
      <vt:lpstr>Prerequisites</vt:lpstr>
      <vt:lpstr>Enable Code Apps in your environment</vt:lpstr>
      <vt:lpstr>Clone, then authenticate</vt:lpstr>
      <vt:lpstr>Install, then initialize</vt:lpstr>
      <vt:lpstr>Run locally, then deploy</vt:lpstr>
      <vt:lpstr>Demo</vt:lpstr>
      <vt:lpstr>Closing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Jenkins NS</dc:creator>
  <cp:lastModifiedBy>Jenkins NS</cp:lastModifiedBy>
  <cp:revision>1</cp:revision>
  <dcterms:created xsi:type="dcterms:W3CDTF">2026-05-23T19:27:32Z</dcterms:created>
  <dcterms:modified xsi:type="dcterms:W3CDTF">2026-10-22T21:12:55Z</dcterms:modified>
</cp:coreProperties>
</file>