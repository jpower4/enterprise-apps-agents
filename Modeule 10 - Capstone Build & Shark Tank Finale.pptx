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3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0" r:id="rId2"/>
    <p:sldMasterId id="2147483688" r:id="rId3"/>
    <p:sldMasterId id="2147483740" r:id="rId4"/>
  </p:sldMasterIdLst>
  <p:notesMasterIdLst>
    <p:notesMasterId r:id="rId14"/>
  </p:notesMasterIdLst>
  <p:sldIdLst>
    <p:sldId id="2147479557" r:id="rId5"/>
    <p:sldId id="256" r:id="rId6"/>
    <p:sldId id="258" r:id="rId7"/>
    <p:sldId id="259" r:id="rId8"/>
    <p:sldId id="260" r:id="rId9"/>
    <p:sldId id="261" r:id="rId10"/>
    <p:sldId id="262" r:id="rId11"/>
    <p:sldId id="2147479602" r:id="rId12"/>
    <p:sldId id="214253348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3FD9"/>
    <a:srgbClr val="17132B"/>
    <a:srgbClr val="1B13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F20EB0-5DD8-4CDF-B363-212A902E7FF8}" v="5" dt="2026-10-22T21:09:20.600"/>
    <p1510:client id="{86BB08CA-B7A6-4B56-B251-75270BF6414D}" v="4" dt="2026-10-23T05:47:58.713"/>
    <p1510:client id="{9DF06EC0-6773-4754-B5CF-3A86373E55DF}" v="92" dt="2026-10-22T17:12:19.706"/>
    <p1510:client id="{CCC04DCF-462A-48FA-A7E5-818132DB2AF0}" v="13" dt="2026-10-23T06:22:14.362"/>
  </p1510:revLst>
</p1510:revInfo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79126" autoAdjust="0"/>
  </p:normalViewPr>
  <p:slideViewPr>
    <p:cSldViewPr snapToGrid="0">
      <p:cViewPr varScale="1">
        <p:scale>
          <a:sx n="76" d="100"/>
          <a:sy n="76" d="100"/>
        </p:scale>
        <p:origin x="627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kins NS" userId="8bdba4d2-1367-40cf-ad35-f59b31261896" providerId="ADAL" clId="{589DD08C-61DE-4FF6-B5A3-AEEE15003728}"/>
    <pc:docChg chg="delSld modSld sldOrd">
      <pc:chgData name="Jenkins NS" userId="8bdba4d2-1367-40cf-ad35-f59b31261896" providerId="ADAL" clId="{589DD08C-61DE-4FF6-B5A3-AEEE15003728}" dt="2026-10-22T20:53:47.113" v="2"/>
      <pc:docMkLst>
        <pc:docMk/>
      </pc:docMkLst>
      <pc:sldChg chg="del">
        <pc:chgData name="Jenkins NS" userId="8bdba4d2-1367-40cf-ad35-f59b31261896" providerId="ADAL" clId="{589DD08C-61DE-4FF6-B5A3-AEEE15003728}" dt="2026-10-22T20:53:43.579" v="0" actId="47"/>
        <pc:sldMkLst>
          <pc:docMk/>
          <pc:sldMk cId="0" sldId="263"/>
        </pc:sldMkLst>
      </pc:sldChg>
      <pc:sldChg chg="del">
        <pc:chgData name="Jenkins NS" userId="8bdba4d2-1367-40cf-ad35-f59b31261896" providerId="ADAL" clId="{589DD08C-61DE-4FF6-B5A3-AEEE15003728}" dt="2026-10-22T20:53:43.579" v="0" actId="47"/>
        <pc:sldMkLst>
          <pc:docMk/>
          <pc:sldMk cId="0" sldId="264"/>
        </pc:sldMkLst>
      </pc:sldChg>
      <pc:sldChg chg="del">
        <pc:chgData name="Jenkins NS" userId="8bdba4d2-1367-40cf-ad35-f59b31261896" providerId="ADAL" clId="{589DD08C-61DE-4FF6-B5A3-AEEE15003728}" dt="2026-10-22T20:53:43.579" v="0" actId="47"/>
        <pc:sldMkLst>
          <pc:docMk/>
          <pc:sldMk cId="0" sldId="2147479588"/>
        </pc:sldMkLst>
      </pc:sldChg>
      <pc:sldChg chg="del">
        <pc:chgData name="Jenkins NS" userId="8bdba4d2-1367-40cf-ad35-f59b31261896" providerId="ADAL" clId="{589DD08C-61DE-4FF6-B5A3-AEEE15003728}" dt="2026-10-22T20:53:43.579" v="0" actId="47"/>
        <pc:sldMkLst>
          <pc:docMk/>
          <pc:sldMk cId="0" sldId="2147479589"/>
        </pc:sldMkLst>
      </pc:sldChg>
      <pc:sldChg chg="del">
        <pc:chgData name="Jenkins NS" userId="8bdba4d2-1367-40cf-ad35-f59b31261896" providerId="ADAL" clId="{589DD08C-61DE-4FF6-B5A3-AEEE15003728}" dt="2026-10-22T20:53:43.579" v="0" actId="47"/>
        <pc:sldMkLst>
          <pc:docMk/>
          <pc:sldMk cId="0" sldId="2147479590"/>
        </pc:sldMkLst>
      </pc:sldChg>
      <pc:sldChg chg="del">
        <pc:chgData name="Jenkins NS" userId="8bdba4d2-1367-40cf-ad35-f59b31261896" providerId="ADAL" clId="{589DD08C-61DE-4FF6-B5A3-AEEE15003728}" dt="2026-10-22T20:53:43.579" v="0" actId="47"/>
        <pc:sldMkLst>
          <pc:docMk/>
          <pc:sldMk cId="0" sldId="2147479591"/>
        </pc:sldMkLst>
      </pc:sldChg>
      <pc:sldChg chg="del">
        <pc:chgData name="Jenkins NS" userId="8bdba4d2-1367-40cf-ad35-f59b31261896" providerId="ADAL" clId="{589DD08C-61DE-4FF6-B5A3-AEEE15003728}" dt="2026-10-22T20:53:43.579" v="0" actId="47"/>
        <pc:sldMkLst>
          <pc:docMk/>
          <pc:sldMk cId="172466689" sldId="2147479598"/>
        </pc:sldMkLst>
      </pc:sldChg>
      <pc:sldChg chg="ord">
        <pc:chgData name="Jenkins NS" userId="8bdba4d2-1367-40cf-ad35-f59b31261896" providerId="ADAL" clId="{589DD08C-61DE-4FF6-B5A3-AEEE15003728}" dt="2026-10-22T20:53:47.113" v="2"/>
        <pc:sldMkLst>
          <pc:docMk/>
          <pc:sldMk cId="1525641040" sldId="2147479603"/>
        </pc:sldMkLst>
      </pc:sldChg>
    </pc:docChg>
  </pc:docChgLst>
  <pc:docChgLst>
    <pc:chgData name="Jenkins NS" userId="8bdba4d2-1367-40cf-ad35-f59b31261896" providerId="ADAL" clId="{E70A55F8-7D50-41B4-9023-6706A90C6A87}"/>
    <pc:docChg chg="delSld">
      <pc:chgData name="Jenkins NS" userId="8bdba4d2-1367-40cf-ad35-f59b31261896" providerId="ADAL" clId="{E70A55F8-7D50-41B4-9023-6706A90C6A87}" dt="2026-10-23T05:55:04.943" v="0" actId="47"/>
      <pc:docMkLst>
        <pc:docMk/>
      </pc:docMkLst>
      <pc:sldChg chg="del">
        <pc:chgData name="Jenkins NS" userId="8bdba4d2-1367-40cf-ad35-f59b31261896" providerId="ADAL" clId="{E70A55F8-7D50-41B4-9023-6706A90C6A87}" dt="2026-10-23T05:55:04.943" v="0" actId="47"/>
        <pc:sldMkLst>
          <pc:docMk/>
          <pc:sldMk cId="0" sldId="258"/>
        </pc:sldMkLst>
      </pc:sldChg>
      <pc:sldChg chg="del">
        <pc:chgData name="Jenkins NS" userId="8bdba4d2-1367-40cf-ad35-f59b31261896" providerId="ADAL" clId="{E70A55F8-7D50-41B4-9023-6706A90C6A87}" dt="2026-10-23T05:55:04.943" v="0" actId="47"/>
        <pc:sldMkLst>
          <pc:docMk/>
          <pc:sldMk cId="0" sldId="259"/>
        </pc:sldMkLst>
      </pc:sldChg>
      <pc:sldChg chg="del">
        <pc:chgData name="Jenkins NS" userId="8bdba4d2-1367-40cf-ad35-f59b31261896" providerId="ADAL" clId="{E70A55F8-7D50-41B4-9023-6706A90C6A87}" dt="2026-10-23T05:55:04.943" v="0" actId="47"/>
        <pc:sldMkLst>
          <pc:docMk/>
          <pc:sldMk cId="0" sldId="260"/>
        </pc:sldMkLst>
      </pc:sldChg>
      <pc:sldChg chg="del">
        <pc:chgData name="Jenkins NS" userId="8bdba4d2-1367-40cf-ad35-f59b31261896" providerId="ADAL" clId="{E70A55F8-7D50-41B4-9023-6706A90C6A87}" dt="2026-10-23T05:55:04.943" v="0" actId="47"/>
        <pc:sldMkLst>
          <pc:docMk/>
          <pc:sldMk cId="0" sldId="261"/>
        </pc:sldMkLst>
      </pc:sldChg>
      <pc:sldChg chg="del">
        <pc:chgData name="Jenkins NS" userId="8bdba4d2-1367-40cf-ad35-f59b31261896" providerId="ADAL" clId="{E70A55F8-7D50-41B4-9023-6706A90C6A87}" dt="2026-10-23T05:55:04.943" v="0" actId="47"/>
        <pc:sldMkLst>
          <pc:docMk/>
          <pc:sldMk cId="0" sldId="262"/>
        </pc:sldMkLst>
      </pc:sldChg>
      <pc:sldChg chg="del">
        <pc:chgData name="Jenkins NS" userId="8bdba4d2-1367-40cf-ad35-f59b31261896" providerId="ADAL" clId="{E70A55F8-7D50-41B4-9023-6706A90C6A87}" dt="2026-10-23T05:55:04.943" v="0" actId="47"/>
        <pc:sldMkLst>
          <pc:docMk/>
          <pc:sldMk cId="0" sldId="263"/>
        </pc:sldMkLst>
      </pc:sldChg>
      <pc:sldChg chg="del">
        <pc:chgData name="Jenkins NS" userId="8bdba4d2-1367-40cf-ad35-f59b31261896" providerId="ADAL" clId="{E70A55F8-7D50-41B4-9023-6706A90C6A87}" dt="2026-10-23T05:55:04.943" v="0" actId="47"/>
        <pc:sldMkLst>
          <pc:docMk/>
          <pc:sldMk cId="0" sldId="264"/>
        </pc:sldMkLst>
      </pc:sldChg>
      <pc:sldChg chg="del">
        <pc:chgData name="Jenkins NS" userId="8bdba4d2-1367-40cf-ad35-f59b31261896" providerId="ADAL" clId="{E70A55F8-7D50-41B4-9023-6706A90C6A87}" dt="2026-10-23T05:55:04.943" v="0" actId="47"/>
        <pc:sldMkLst>
          <pc:docMk/>
          <pc:sldMk cId="0" sldId="265"/>
        </pc:sldMkLst>
      </pc:sldChg>
      <pc:sldChg chg="del">
        <pc:chgData name="Jenkins NS" userId="8bdba4d2-1367-40cf-ad35-f59b31261896" providerId="ADAL" clId="{E70A55F8-7D50-41B4-9023-6706A90C6A87}" dt="2026-10-23T05:55:04.943" v="0" actId="47"/>
        <pc:sldMkLst>
          <pc:docMk/>
          <pc:sldMk cId="0" sldId="266"/>
        </pc:sldMkLst>
      </pc:sldChg>
      <pc:sldChg chg="del">
        <pc:chgData name="Jenkins NS" userId="8bdba4d2-1367-40cf-ad35-f59b31261896" providerId="ADAL" clId="{E70A55F8-7D50-41B4-9023-6706A90C6A87}" dt="2026-10-23T05:55:04.943" v="0" actId="47"/>
        <pc:sldMkLst>
          <pc:docMk/>
          <pc:sldMk cId="0" sldId="268"/>
        </pc:sldMkLst>
      </pc:sldChg>
      <pc:sldChg chg="del">
        <pc:chgData name="Jenkins NS" userId="8bdba4d2-1367-40cf-ad35-f59b31261896" providerId="ADAL" clId="{E70A55F8-7D50-41B4-9023-6706A90C6A87}" dt="2026-10-23T05:55:04.943" v="0" actId="47"/>
        <pc:sldMkLst>
          <pc:docMk/>
          <pc:sldMk cId="0" sldId="269"/>
        </pc:sldMkLst>
      </pc:sldChg>
      <pc:sldChg chg="del">
        <pc:chgData name="Jenkins NS" userId="8bdba4d2-1367-40cf-ad35-f59b31261896" providerId="ADAL" clId="{E70A55F8-7D50-41B4-9023-6706A90C6A87}" dt="2026-10-23T05:55:04.943" v="0" actId="47"/>
        <pc:sldMkLst>
          <pc:docMk/>
          <pc:sldMk cId="0" sldId="270"/>
        </pc:sldMkLst>
      </pc:sldChg>
      <pc:sldChg chg="del">
        <pc:chgData name="Jenkins NS" userId="8bdba4d2-1367-40cf-ad35-f59b31261896" providerId="ADAL" clId="{E70A55F8-7D50-41B4-9023-6706A90C6A87}" dt="2026-10-23T05:55:04.943" v="0" actId="47"/>
        <pc:sldMkLst>
          <pc:docMk/>
          <pc:sldMk cId="0" sldId="271"/>
        </pc:sldMkLst>
      </pc:sldChg>
      <pc:sldChg chg="del">
        <pc:chgData name="Jenkins NS" userId="8bdba4d2-1367-40cf-ad35-f59b31261896" providerId="ADAL" clId="{E70A55F8-7D50-41B4-9023-6706A90C6A87}" dt="2026-10-23T05:55:04.943" v="0" actId="47"/>
        <pc:sldMkLst>
          <pc:docMk/>
          <pc:sldMk cId="0" sldId="272"/>
        </pc:sldMkLst>
      </pc:sldChg>
      <pc:sldChg chg="del">
        <pc:chgData name="Jenkins NS" userId="8bdba4d2-1367-40cf-ad35-f59b31261896" providerId="ADAL" clId="{E70A55F8-7D50-41B4-9023-6706A90C6A87}" dt="2026-10-23T05:55:04.943" v="0" actId="47"/>
        <pc:sldMkLst>
          <pc:docMk/>
          <pc:sldMk cId="0" sldId="273"/>
        </pc:sldMkLst>
      </pc:sldChg>
      <pc:sldChg chg="del">
        <pc:chgData name="Jenkins NS" userId="8bdba4d2-1367-40cf-ad35-f59b31261896" providerId="ADAL" clId="{E70A55F8-7D50-41B4-9023-6706A90C6A87}" dt="2026-10-23T05:55:04.943" v="0" actId="47"/>
        <pc:sldMkLst>
          <pc:docMk/>
          <pc:sldMk cId="0" sldId="274"/>
        </pc:sldMkLst>
      </pc:sldChg>
      <pc:sldChg chg="del">
        <pc:chgData name="Jenkins NS" userId="8bdba4d2-1367-40cf-ad35-f59b31261896" providerId="ADAL" clId="{E70A55F8-7D50-41B4-9023-6706A90C6A87}" dt="2026-10-23T05:55:04.943" v="0" actId="47"/>
        <pc:sldMkLst>
          <pc:docMk/>
          <pc:sldMk cId="0" sldId="275"/>
        </pc:sldMkLst>
      </pc:sldChg>
      <pc:sldMasterChg chg="delSldLayout">
        <pc:chgData name="Jenkins NS" userId="8bdba4d2-1367-40cf-ad35-f59b31261896" providerId="ADAL" clId="{E70A55F8-7D50-41B4-9023-6706A90C6A87}" dt="2026-10-23T05:55:04.943" v="0" actId="47"/>
        <pc:sldMasterMkLst>
          <pc:docMk/>
          <pc:sldMasterMk cId="975404246" sldId="2147483648"/>
        </pc:sldMasterMkLst>
        <pc:sldLayoutChg chg="del">
          <pc:chgData name="Jenkins NS" userId="8bdba4d2-1367-40cf-ad35-f59b31261896" providerId="ADAL" clId="{E70A55F8-7D50-41B4-9023-6706A90C6A87}" dt="2026-10-23T05:55:04.943" v="0" actId="47"/>
          <pc:sldLayoutMkLst>
            <pc:docMk/>
            <pc:sldMasterMk cId="975404246" sldId="2147483648"/>
            <pc:sldLayoutMk cId="93244970" sldId="2147483741"/>
          </pc:sldLayoutMkLst>
        </pc:sldLayoutChg>
      </pc:sldMasterChg>
    </pc:docChg>
  </pc:docChgLst>
  <pc:docChgLst>
    <pc:chgData name="Jenkins NS" userId="8bdba4d2-1367-40cf-ad35-f59b31261896" providerId="ADAL" clId="{9DF06EC0-6773-4754-B5CF-3A86373E55DF}"/>
    <pc:docChg chg="undo custSel addSld delSld modSld sldOrd modMainMaster">
      <pc:chgData name="Jenkins NS" userId="8bdba4d2-1367-40cf-ad35-f59b31261896" providerId="ADAL" clId="{9DF06EC0-6773-4754-B5CF-3A86373E55DF}" dt="2026-10-22T17:16:18.362" v="499" actId="20577"/>
      <pc:docMkLst>
        <pc:docMk/>
      </pc:docMkLst>
      <pc:sldChg chg="modSp add del mod">
        <pc:chgData name="Jenkins NS" userId="8bdba4d2-1367-40cf-ad35-f59b31261896" providerId="ADAL" clId="{9DF06EC0-6773-4754-B5CF-3A86373E55DF}" dt="2026-10-21T19:54:46.195" v="300"/>
        <pc:sldMkLst>
          <pc:docMk/>
          <pc:sldMk cId="0" sldId="256"/>
        </pc:sldMkLst>
      </pc:sldChg>
      <pc:sldChg chg="modSp add mod">
        <pc:chgData name="Jenkins NS" userId="8bdba4d2-1367-40cf-ad35-f59b31261896" providerId="ADAL" clId="{9DF06EC0-6773-4754-B5CF-3A86373E55DF}" dt="2026-10-21T19:44:54.496" v="293" actId="123"/>
        <pc:sldMkLst>
          <pc:docMk/>
          <pc:sldMk cId="0" sldId="257"/>
        </pc:sldMkLst>
      </pc:sldChg>
      <pc:sldChg chg="add">
        <pc:chgData name="Jenkins NS" userId="8bdba4d2-1367-40cf-ad35-f59b31261896" providerId="ADAL" clId="{9DF06EC0-6773-4754-B5CF-3A86373E55DF}" dt="2026-10-21T19:44:09.197" v="292"/>
        <pc:sldMkLst>
          <pc:docMk/>
          <pc:sldMk cId="0" sldId="258"/>
        </pc:sldMkLst>
      </pc:sldChg>
      <pc:sldChg chg="add">
        <pc:chgData name="Jenkins NS" userId="8bdba4d2-1367-40cf-ad35-f59b31261896" providerId="ADAL" clId="{9DF06EC0-6773-4754-B5CF-3A86373E55DF}" dt="2026-10-21T19:44:09.197" v="292"/>
        <pc:sldMkLst>
          <pc:docMk/>
          <pc:sldMk cId="0" sldId="259"/>
        </pc:sldMkLst>
      </pc:sldChg>
      <pc:sldChg chg="add">
        <pc:chgData name="Jenkins NS" userId="8bdba4d2-1367-40cf-ad35-f59b31261896" providerId="ADAL" clId="{9DF06EC0-6773-4754-B5CF-3A86373E55DF}" dt="2026-10-21T19:44:09.197" v="292"/>
        <pc:sldMkLst>
          <pc:docMk/>
          <pc:sldMk cId="0" sldId="260"/>
        </pc:sldMkLst>
      </pc:sldChg>
      <pc:sldChg chg="add">
        <pc:chgData name="Jenkins NS" userId="8bdba4d2-1367-40cf-ad35-f59b31261896" providerId="ADAL" clId="{9DF06EC0-6773-4754-B5CF-3A86373E55DF}" dt="2026-10-21T19:44:09.197" v="292"/>
        <pc:sldMkLst>
          <pc:docMk/>
          <pc:sldMk cId="0" sldId="261"/>
        </pc:sldMkLst>
      </pc:sldChg>
      <pc:sldChg chg="add">
        <pc:chgData name="Jenkins NS" userId="8bdba4d2-1367-40cf-ad35-f59b31261896" providerId="ADAL" clId="{9DF06EC0-6773-4754-B5CF-3A86373E55DF}" dt="2026-10-21T19:44:09.197" v="292"/>
        <pc:sldMkLst>
          <pc:docMk/>
          <pc:sldMk cId="0" sldId="262"/>
        </pc:sldMkLst>
      </pc:sldChg>
      <pc:sldChg chg="delSp modSp add del mod setBg">
        <pc:chgData name="Jenkins NS" userId="8bdba4d2-1367-40cf-ad35-f59b31261896" providerId="ADAL" clId="{9DF06EC0-6773-4754-B5CF-3A86373E55DF}" dt="2026-10-21T20:11:07.284" v="355" actId="478"/>
        <pc:sldMkLst>
          <pc:docMk/>
          <pc:sldMk cId="0" sldId="263"/>
        </pc:sldMkLst>
      </pc:sldChg>
      <pc:sldChg chg="delSp modSp add del mod setBg">
        <pc:chgData name="Jenkins NS" userId="8bdba4d2-1367-40cf-ad35-f59b31261896" providerId="ADAL" clId="{9DF06EC0-6773-4754-B5CF-3A86373E55DF}" dt="2026-10-21T20:11:34.235" v="359"/>
        <pc:sldMkLst>
          <pc:docMk/>
          <pc:sldMk cId="0" sldId="264"/>
        </pc:sldMkLst>
      </pc:sldChg>
      <pc:sldChg chg="add del setBg">
        <pc:chgData name="Jenkins NS" userId="8bdba4d2-1367-40cf-ad35-f59b31261896" providerId="ADAL" clId="{9DF06EC0-6773-4754-B5CF-3A86373E55DF}" dt="2026-10-21T22:16:56.748" v="401"/>
        <pc:sldMkLst>
          <pc:docMk/>
          <pc:sldMk cId="0" sldId="265"/>
        </pc:sldMkLst>
      </pc:sldChg>
      <pc:sldChg chg="delSp modSp mod ord">
        <pc:chgData name="Jenkins NS" userId="8bdba4d2-1367-40cf-ad35-f59b31261896" providerId="ADAL" clId="{9DF06EC0-6773-4754-B5CF-3A86373E55DF}" dt="2026-10-21T19:43:22.468" v="290" actId="1076"/>
        <pc:sldMkLst>
          <pc:docMk/>
          <pc:sldMk cId="101198574" sldId="1611"/>
        </pc:sldMkLst>
      </pc:sldChg>
      <pc:sldChg chg="add del">
        <pc:chgData name="Jenkins NS" userId="8bdba4d2-1367-40cf-ad35-f59b31261896" providerId="ADAL" clId="{9DF06EC0-6773-4754-B5CF-3A86373E55DF}" dt="2026-10-21T22:20:53.660" v="422"/>
        <pc:sldMkLst>
          <pc:docMk/>
          <pc:sldMk cId="2497367714" sldId="2044"/>
        </pc:sldMkLst>
      </pc:sldChg>
      <pc:sldChg chg="add del">
        <pc:chgData name="Jenkins NS" userId="8bdba4d2-1367-40cf-ad35-f59b31261896" providerId="ADAL" clId="{9DF06EC0-6773-4754-B5CF-3A86373E55DF}" dt="2026-10-21T22:20:53.660" v="422"/>
        <pc:sldMkLst>
          <pc:docMk/>
          <pc:sldMk cId="3099915628" sldId="2045"/>
        </pc:sldMkLst>
      </pc:sldChg>
      <pc:sldChg chg="add">
        <pc:chgData name="Jenkins NS" userId="8bdba4d2-1367-40cf-ad35-f59b31261896" providerId="ADAL" clId="{9DF06EC0-6773-4754-B5CF-3A86373E55DF}" dt="2026-10-21T22:21:05.484" v="423"/>
        <pc:sldMkLst>
          <pc:docMk/>
          <pc:sldMk cId="1470740852" sldId="2047"/>
        </pc:sldMkLst>
      </pc:sldChg>
      <pc:sldChg chg="modSp add mod">
        <pc:chgData name="Jenkins NS" userId="8bdba4d2-1367-40cf-ad35-f59b31261896" providerId="ADAL" clId="{9DF06EC0-6773-4754-B5CF-3A86373E55DF}" dt="2026-10-21T22:21:20.971" v="430" actId="20577"/>
        <pc:sldMkLst>
          <pc:docMk/>
          <pc:sldMk cId="2010521932" sldId="2048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3432255962" sldId="4611"/>
        </pc:sldMkLst>
      </pc:sldChg>
      <pc:sldChg chg="add del">
        <pc:chgData name="Jenkins NS" userId="8bdba4d2-1367-40cf-ad35-f59b31261896" providerId="ADAL" clId="{9DF06EC0-6773-4754-B5CF-3A86373E55DF}" dt="2026-10-21T22:20:53.660" v="422"/>
        <pc:sldMkLst>
          <pc:docMk/>
          <pc:sldMk cId="254325681" sldId="10819"/>
        </pc:sldMkLst>
      </pc:sldChg>
      <pc:sldChg chg="add del">
        <pc:chgData name="Jenkins NS" userId="8bdba4d2-1367-40cf-ad35-f59b31261896" providerId="ADAL" clId="{9DF06EC0-6773-4754-B5CF-3A86373E55DF}" dt="2026-10-21T22:20:53.660" v="422"/>
        <pc:sldMkLst>
          <pc:docMk/>
          <pc:sldMk cId="220853581" sldId="2076136495"/>
        </pc:sldMkLst>
      </pc:sldChg>
      <pc:sldChg chg="add del">
        <pc:chgData name="Jenkins NS" userId="8bdba4d2-1367-40cf-ad35-f59b31261896" providerId="ADAL" clId="{9DF06EC0-6773-4754-B5CF-3A86373E55DF}" dt="2026-10-21T22:20:53.660" v="422"/>
        <pc:sldMkLst>
          <pc:docMk/>
          <pc:sldMk cId="3937804750" sldId="2076136496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609509673" sldId="2076137798"/>
        </pc:sldMkLst>
      </pc:sldChg>
      <pc:sldChg chg="modSp add mod">
        <pc:chgData name="Jenkins NS" userId="8bdba4d2-1367-40cf-ad35-f59b31261896" providerId="ADAL" clId="{9DF06EC0-6773-4754-B5CF-3A86373E55DF}" dt="2026-10-21T19:27:40.114" v="38" actId="20577"/>
        <pc:sldMkLst>
          <pc:docMk/>
          <pc:sldMk cId="0" sldId="2142533482"/>
        </pc:sldMkLst>
      </pc:sldChg>
      <pc:sldChg chg="addSp delSp modSp add mod">
        <pc:chgData name="Jenkins NS" userId="8bdba4d2-1367-40cf-ad35-f59b31261896" providerId="ADAL" clId="{9DF06EC0-6773-4754-B5CF-3A86373E55DF}" dt="2026-10-22T17:11:01.115" v="471" actId="20577"/>
        <pc:sldMkLst>
          <pc:docMk/>
          <pc:sldMk cId="4060601304" sldId="2147479557"/>
        </pc:sldMkLst>
        <pc:spChg chg="mod">
          <ac:chgData name="Jenkins NS" userId="8bdba4d2-1367-40cf-ad35-f59b31261896" providerId="ADAL" clId="{9DF06EC0-6773-4754-B5CF-3A86373E55DF}" dt="2026-10-22T17:11:01.115" v="471" actId="20577"/>
          <ac:spMkLst>
            <pc:docMk/>
            <pc:sldMk cId="4060601304" sldId="2147479557"/>
            <ac:spMk id="6" creationId="{A3E08FA2-C73F-A01D-C334-4FAC0DB0C177}"/>
          </ac:spMkLst>
        </pc:spChg>
        <pc:spChg chg="add mod">
          <ac:chgData name="Jenkins NS" userId="8bdba4d2-1367-40cf-ad35-f59b31261896" providerId="ADAL" clId="{9DF06EC0-6773-4754-B5CF-3A86373E55DF}" dt="2026-10-21T20:07:12.837" v="328" actId="14100"/>
          <ac:spMkLst>
            <pc:docMk/>
            <pc:sldMk cId="4060601304" sldId="2147479557"/>
            <ac:spMk id="11" creationId="{14201019-6AD5-8165-776C-55816BE8B289}"/>
          </ac:spMkLst>
        </pc:spChg>
        <pc:spChg chg="add mod">
          <ac:chgData name="Jenkins NS" userId="8bdba4d2-1367-40cf-ad35-f59b31261896" providerId="ADAL" clId="{9DF06EC0-6773-4754-B5CF-3A86373E55DF}" dt="2026-10-22T17:10:48.335" v="468" actId="1076"/>
          <ac:spMkLst>
            <pc:docMk/>
            <pc:sldMk cId="4060601304" sldId="2147479557"/>
            <ac:spMk id="13" creationId="{FBBF71FA-8F76-EC43-39ED-B9EB4ACE33D2}"/>
          </ac:spMkLst>
        </pc:spChg>
        <pc:spChg chg="add mod">
          <ac:chgData name="Jenkins NS" userId="8bdba4d2-1367-40cf-ad35-f59b31261896" providerId="ADAL" clId="{9DF06EC0-6773-4754-B5CF-3A86373E55DF}" dt="2026-10-21T20:07:10.525" v="327" actId="14100"/>
          <ac:spMkLst>
            <pc:docMk/>
            <pc:sldMk cId="4060601304" sldId="2147479557"/>
            <ac:spMk id="14" creationId="{89775C04-67D4-DEBA-335E-62C26F4E3ED8}"/>
          </ac:spMkLst>
        </pc:spChg>
      </pc:sldChg>
      <pc:sldChg chg="delSp modSp add mod">
        <pc:chgData name="Jenkins NS" userId="8bdba4d2-1367-40cf-ad35-f59b31261896" providerId="ADAL" clId="{9DF06EC0-6773-4754-B5CF-3A86373E55DF}" dt="2026-10-21T19:43:29.848" v="291" actId="113"/>
        <pc:sldMkLst>
          <pc:docMk/>
          <pc:sldMk cId="1451565363" sldId="2147479572"/>
        </pc:sldMkLst>
      </pc:sldChg>
      <pc:sldChg chg="add del modNotesTx">
        <pc:chgData name="Jenkins NS" userId="8bdba4d2-1367-40cf-ad35-f59b31261896" providerId="ADAL" clId="{9DF06EC0-6773-4754-B5CF-3A86373E55DF}" dt="2026-10-21T19:57:56.902" v="308" actId="20577"/>
        <pc:sldMkLst>
          <pc:docMk/>
          <pc:sldMk cId="0" sldId="2147479573"/>
        </pc:sldMkLst>
      </pc:sldChg>
      <pc:sldChg chg="add del">
        <pc:chgData name="Jenkins NS" userId="8bdba4d2-1367-40cf-ad35-f59b31261896" providerId="ADAL" clId="{9DF06EC0-6773-4754-B5CF-3A86373E55DF}" dt="2026-10-21T19:55:04.156" v="303"/>
        <pc:sldMkLst>
          <pc:docMk/>
          <pc:sldMk cId="0" sldId="2147479574"/>
        </pc:sldMkLst>
      </pc:sldChg>
      <pc:sldChg chg="add del">
        <pc:chgData name="Jenkins NS" userId="8bdba4d2-1367-40cf-ad35-f59b31261896" providerId="ADAL" clId="{9DF06EC0-6773-4754-B5CF-3A86373E55DF}" dt="2026-10-21T19:55:04.156" v="303"/>
        <pc:sldMkLst>
          <pc:docMk/>
          <pc:sldMk cId="0" sldId="2147479575"/>
        </pc:sldMkLst>
      </pc:sldChg>
      <pc:sldChg chg="add del">
        <pc:chgData name="Jenkins NS" userId="8bdba4d2-1367-40cf-ad35-f59b31261896" providerId="ADAL" clId="{9DF06EC0-6773-4754-B5CF-3A86373E55DF}" dt="2026-10-21T19:55:04.156" v="303"/>
        <pc:sldMkLst>
          <pc:docMk/>
          <pc:sldMk cId="0" sldId="2147479576"/>
        </pc:sldMkLst>
      </pc:sldChg>
      <pc:sldChg chg="add del">
        <pc:chgData name="Jenkins NS" userId="8bdba4d2-1367-40cf-ad35-f59b31261896" providerId="ADAL" clId="{9DF06EC0-6773-4754-B5CF-3A86373E55DF}" dt="2026-10-21T19:55:04.156" v="303"/>
        <pc:sldMkLst>
          <pc:docMk/>
          <pc:sldMk cId="0" sldId="2147479577"/>
        </pc:sldMkLst>
      </pc:sldChg>
      <pc:sldChg chg="add">
        <pc:chgData name="Jenkins NS" userId="8bdba4d2-1367-40cf-ad35-f59b31261896" providerId="ADAL" clId="{9DF06EC0-6773-4754-B5CF-3A86373E55DF}" dt="2026-10-21T19:55:55.468" v="304"/>
        <pc:sldMkLst>
          <pc:docMk/>
          <pc:sldMk cId="0" sldId="2147479578"/>
        </pc:sldMkLst>
      </pc:sldChg>
      <pc:sldChg chg="addSp modSp add del mod setBg">
        <pc:chgData name="Jenkins NS" userId="8bdba4d2-1367-40cf-ad35-f59b31261896" providerId="ADAL" clId="{9DF06EC0-6773-4754-B5CF-3A86373E55DF}" dt="2026-10-21T20:12:56.506" v="377"/>
        <pc:sldMkLst>
          <pc:docMk/>
          <pc:sldMk cId="0" sldId="2147479579"/>
        </pc:sldMkLst>
      </pc:sldChg>
      <pc:sldChg chg="delSp add del mod setBg">
        <pc:chgData name="Jenkins NS" userId="8bdba4d2-1367-40cf-ad35-f59b31261896" providerId="ADAL" clId="{9DF06EC0-6773-4754-B5CF-3A86373E55DF}" dt="2026-10-21T20:10:06.987" v="342" actId="478"/>
        <pc:sldMkLst>
          <pc:docMk/>
          <pc:sldMk cId="0" sldId="2147479580"/>
        </pc:sldMkLst>
      </pc:sldChg>
      <pc:sldChg chg="delSp add del mod setBg">
        <pc:chgData name="Jenkins NS" userId="8bdba4d2-1367-40cf-ad35-f59b31261896" providerId="ADAL" clId="{9DF06EC0-6773-4754-B5CF-3A86373E55DF}" dt="2026-10-21T20:10:14.773" v="344" actId="478"/>
        <pc:sldMkLst>
          <pc:docMk/>
          <pc:sldMk cId="0" sldId="2147479581"/>
        </pc:sldMkLst>
      </pc:sldChg>
      <pc:sldChg chg="delSp add del mod setBg">
        <pc:chgData name="Jenkins NS" userId="8bdba4d2-1367-40cf-ad35-f59b31261896" providerId="ADAL" clId="{9DF06EC0-6773-4754-B5CF-3A86373E55DF}" dt="2026-10-21T20:10:28.364" v="346" actId="478"/>
        <pc:sldMkLst>
          <pc:docMk/>
          <pc:sldMk cId="0" sldId="2147479582"/>
        </pc:sldMkLst>
      </pc:sldChg>
      <pc:sldChg chg="delSp add del mod setBg">
        <pc:chgData name="Jenkins NS" userId="8bdba4d2-1367-40cf-ad35-f59b31261896" providerId="ADAL" clId="{9DF06EC0-6773-4754-B5CF-3A86373E55DF}" dt="2026-10-21T20:10:35.216" v="348" actId="478"/>
        <pc:sldMkLst>
          <pc:docMk/>
          <pc:sldMk cId="0" sldId="2147479583"/>
        </pc:sldMkLst>
      </pc:sldChg>
      <pc:sldChg chg="delSp add del mod setBg">
        <pc:chgData name="Jenkins NS" userId="8bdba4d2-1367-40cf-ad35-f59b31261896" providerId="ADAL" clId="{9DF06EC0-6773-4754-B5CF-3A86373E55DF}" dt="2026-10-21T20:10:43.160" v="350" actId="478"/>
        <pc:sldMkLst>
          <pc:docMk/>
          <pc:sldMk cId="0" sldId="2147479584"/>
        </pc:sldMkLst>
      </pc:sldChg>
      <pc:sldChg chg="delSp add del mod setBg">
        <pc:chgData name="Jenkins NS" userId="8bdba4d2-1367-40cf-ad35-f59b31261896" providerId="ADAL" clId="{9DF06EC0-6773-4754-B5CF-3A86373E55DF}" dt="2026-10-21T20:10:50.318" v="352" actId="478"/>
        <pc:sldMkLst>
          <pc:docMk/>
          <pc:sldMk cId="0" sldId="2147479585"/>
        </pc:sldMkLst>
      </pc:sldChg>
      <pc:sldChg chg="add setBg">
        <pc:chgData name="Jenkins NS" userId="8bdba4d2-1367-40cf-ad35-f59b31261896" providerId="ADAL" clId="{9DF06EC0-6773-4754-B5CF-3A86373E55DF}" dt="2026-10-21T20:18:07.696" v="378"/>
        <pc:sldMkLst>
          <pc:docMk/>
          <pc:sldMk cId="0" sldId="2147479586"/>
        </pc:sldMkLst>
      </pc:sldChg>
      <pc:sldChg chg="add setBg">
        <pc:chgData name="Jenkins NS" userId="8bdba4d2-1367-40cf-ad35-f59b31261896" providerId="ADAL" clId="{9DF06EC0-6773-4754-B5CF-3A86373E55DF}" dt="2026-10-21T20:20:00.238" v="379"/>
        <pc:sldMkLst>
          <pc:docMk/>
          <pc:sldMk cId="0" sldId="2147479587"/>
        </pc:sldMkLst>
      </pc:sldChg>
      <pc:sldChg chg="add del setBg">
        <pc:chgData name="Jenkins NS" userId="8bdba4d2-1367-40cf-ad35-f59b31261896" providerId="ADAL" clId="{9DF06EC0-6773-4754-B5CF-3A86373E55DF}" dt="2026-10-21T21:02:59.884" v="382"/>
        <pc:sldMkLst>
          <pc:docMk/>
          <pc:sldMk cId="0" sldId="2147479588"/>
        </pc:sldMkLst>
      </pc:sldChg>
      <pc:sldChg chg="add del setBg">
        <pc:chgData name="Jenkins NS" userId="8bdba4d2-1367-40cf-ad35-f59b31261896" providerId="ADAL" clId="{9DF06EC0-6773-4754-B5CF-3A86373E55DF}" dt="2026-10-21T21:02:59.884" v="382"/>
        <pc:sldMkLst>
          <pc:docMk/>
          <pc:sldMk cId="0" sldId="2147479589"/>
        </pc:sldMkLst>
      </pc:sldChg>
      <pc:sldChg chg="add del setBg">
        <pc:chgData name="Jenkins NS" userId="8bdba4d2-1367-40cf-ad35-f59b31261896" providerId="ADAL" clId="{9DF06EC0-6773-4754-B5CF-3A86373E55DF}" dt="2026-10-21T21:02:59.884" v="382"/>
        <pc:sldMkLst>
          <pc:docMk/>
          <pc:sldMk cId="0" sldId="2147479590"/>
        </pc:sldMkLst>
      </pc:sldChg>
      <pc:sldChg chg="add del setBg">
        <pc:chgData name="Jenkins NS" userId="8bdba4d2-1367-40cf-ad35-f59b31261896" providerId="ADAL" clId="{9DF06EC0-6773-4754-B5CF-3A86373E55DF}" dt="2026-10-21T21:02:59.884" v="382"/>
        <pc:sldMkLst>
          <pc:docMk/>
          <pc:sldMk cId="0" sldId="2147479591"/>
        </pc:sldMkLst>
      </pc:sldChg>
      <pc:sldChg chg="new del">
        <pc:chgData name="Jenkins NS" userId="8bdba4d2-1367-40cf-ad35-f59b31261896" providerId="ADAL" clId="{9DF06EC0-6773-4754-B5CF-3A86373E55DF}" dt="2026-10-21T22:16:08.350" v="400" actId="47"/>
        <pc:sldMkLst>
          <pc:docMk/>
          <pc:sldMk cId="3883104394" sldId="2147479592"/>
        </pc:sldMkLst>
      </pc:sldChg>
      <pc:sldChg chg="add del setBg">
        <pc:chgData name="Jenkins NS" userId="8bdba4d2-1367-40cf-ad35-f59b31261896" providerId="ADAL" clId="{9DF06EC0-6773-4754-B5CF-3A86373E55DF}" dt="2026-10-21T22:04:57.361" v="385"/>
        <pc:sldMkLst>
          <pc:docMk/>
          <pc:sldMk cId="2518512813" sldId="2147479593"/>
        </pc:sldMkLst>
      </pc:sldChg>
      <pc:sldChg chg="modSp add mod">
        <pc:chgData name="Jenkins NS" userId="8bdba4d2-1367-40cf-ad35-f59b31261896" providerId="ADAL" clId="{9DF06EC0-6773-4754-B5CF-3A86373E55DF}" dt="2026-10-22T17:16:18.362" v="499" actId="20577"/>
        <pc:sldMkLst>
          <pc:docMk/>
          <pc:sldMk cId="2979084665" sldId="2147479593"/>
        </pc:sldMkLst>
        <pc:spChg chg="mod">
          <ac:chgData name="Jenkins NS" userId="8bdba4d2-1367-40cf-ad35-f59b31261896" providerId="ADAL" clId="{9DF06EC0-6773-4754-B5CF-3A86373E55DF}" dt="2026-10-22T17:16:18.362" v="499" actId="20577"/>
          <ac:spMkLst>
            <pc:docMk/>
            <pc:sldMk cId="2979084665" sldId="2147479593"/>
            <ac:spMk id="3" creationId="{E1E21D66-9B9B-D583-A6D9-39E93A43781F}"/>
          </ac:spMkLst>
        </pc:spChg>
      </pc:sldChg>
      <pc:sldChg chg="add setBg">
        <pc:chgData name="Jenkins NS" userId="8bdba4d2-1367-40cf-ad35-f59b31261896" providerId="ADAL" clId="{9DF06EC0-6773-4754-B5CF-3A86373E55DF}" dt="2026-10-21T22:16:56.748" v="401"/>
        <pc:sldMkLst>
          <pc:docMk/>
          <pc:sldMk cId="0" sldId="2147479594"/>
        </pc:sldMkLst>
      </pc:sldChg>
      <pc:sldChg chg="add setBg">
        <pc:chgData name="Jenkins NS" userId="8bdba4d2-1367-40cf-ad35-f59b31261896" providerId="ADAL" clId="{9DF06EC0-6773-4754-B5CF-3A86373E55DF}" dt="2026-10-21T22:16:56.748" v="401"/>
        <pc:sldMkLst>
          <pc:docMk/>
          <pc:sldMk cId="0" sldId="2147479595"/>
        </pc:sldMkLst>
      </pc:sldChg>
      <pc:sldChg chg="add setBg">
        <pc:chgData name="Jenkins NS" userId="8bdba4d2-1367-40cf-ad35-f59b31261896" providerId="ADAL" clId="{9DF06EC0-6773-4754-B5CF-3A86373E55DF}" dt="2026-10-21T22:16:56.748" v="401"/>
        <pc:sldMkLst>
          <pc:docMk/>
          <pc:sldMk cId="0" sldId="2147479596"/>
        </pc:sldMkLst>
      </pc:sldChg>
      <pc:sldChg chg="add setBg">
        <pc:chgData name="Jenkins NS" userId="8bdba4d2-1367-40cf-ad35-f59b31261896" providerId="ADAL" clId="{9DF06EC0-6773-4754-B5CF-3A86373E55DF}" dt="2026-10-21T22:16:56.748" v="401"/>
        <pc:sldMkLst>
          <pc:docMk/>
          <pc:sldMk cId="0" sldId="2147479597"/>
        </pc:sldMkLst>
      </pc:sldChg>
      <pc:sldChg chg="modSp add mod">
        <pc:chgData name="Jenkins NS" userId="8bdba4d2-1367-40cf-ad35-f59b31261896" providerId="ADAL" clId="{9DF06EC0-6773-4754-B5CF-3A86373E55DF}" dt="2026-10-21T22:18:25.005" v="419" actId="20577"/>
        <pc:sldMkLst>
          <pc:docMk/>
          <pc:sldMk cId="172466689" sldId="2147479598"/>
        </pc:sldMkLst>
      </pc:sldChg>
      <pc:sldChg chg="add del setBg">
        <pc:chgData name="Jenkins NS" userId="8bdba4d2-1367-40cf-ad35-f59b31261896" providerId="ADAL" clId="{9DF06EC0-6773-4754-B5CF-3A86373E55DF}" dt="2026-10-21T22:17:12.637" v="403"/>
        <pc:sldMkLst>
          <pc:docMk/>
          <pc:sldMk cId="4256308337" sldId="2147479598"/>
        </pc:sldMkLst>
      </pc:sldChg>
      <pc:sldChg chg="modSp add mod">
        <pc:chgData name="Jenkins NS" userId="8bdba4d2-1367-40cf-ad35-f59b31261896" providerId="ADAL" clId="{9DF06EC0-6773-4754-B5CF-3A86373E55DF}" dt="2026-10-21T22:22:47.759" v="439" actId="20577"/>
        <pc:sldMkLst>
          <pc:docMk/>
          <pc:sldMk cId="2017300280" sldId="2147479599"/>
        </pc:sldMkLst>
      </pc:sldChg>
      <pc:sldChg chg="add del setBg">
        <pc:chgData name="Jenkins NS" userId="8bdba4d2-1367-40cf-ad35-f59b31261896" providerId="ADAL" clId="{9DF06EC0-6773-4754-B5CF-3A86373E55DF}" dt="2026-10-21T22:22:14.279" v="432"/>
        <pc:sldMkLst>
          <pc:docMk/>
          <pc:sldMk cId="2452211979" sldId="2147479599"/>
        </pc:sldMkLst>
      </pc:sldChg>
      <pc:sldChg chg="add del setBg">
        <pc:chgData name="Jenkins NS" userId="8bdba4d2-1367-40cf-ad35-f59b31261896" providerId="ADAL" clId="{9DF06EC0-6773-4754-B5CF-3A86373E55DF}" dt="2026-10-21T22:24:27.815" v="441"/>
        <pc:sldMkLst>
          <pc:docMk/>
          <pc:sldMk cId="1005218666" sldId="2147479600"/>
        </pc:sldMkLst>
      </pc:sldChg>
      <pc:sldChg chg="new add del">
        <pc:chgData name="Jenkins NS" userId="8bdba4d2-1367-40cf-ad35-f59b31261896" providerId="ADAL" clId="{9DF06EC0-6773-4754-B5CF-3A86373E55DF}" dt="2026-10-22T17:13:06.375" v="491" actId="47"/>
        <pc:sldMkLst>
          <pc:docMk/>
          <pc:sldMk cId="3382622447" sldId="2147479600"/>
        </pc:sldMkLst>
      </pc:sldChg>
      <pc:sldChg chg="modSp add mod">
        <pc:chgData name="Jenkins NS" userId="8bdba4d2-1367-40cf-ad35-f59b31261896" providerId="ADAL" clId="{9DF06EC0-6773-4754-B5CF-3A86373E55DF}" dt="2026-10-21T22:25:14.296" v="451" actId="20577"/>
        <pc:sldMkLst>
          <pc:docMk/>
          <pc:sldMk cId="703889543" sldId="2147479601"/>
        </pc:sldMkLst>
      </pc:sldChg>
      <pc:sldChg chg="add del setBg">
        <pc:chgData name="Jenkins NS" userId="8bdba4d2-1367-40cf-ad35-f59b31261896" providerId="ADAL" clId="{9DF06EC0-6773-4754-B5CF-3A86373E55DF}" dt="2026-10-21T22:24:33.809" v="444"/>
        <pc:sldMkLst>
          <pc:docMk/>
          <pc:sldMk cId="3924843271" sldId="2147479601"/>
        </pc:sldMkLst>
      </pc:sldChg>
      <pc:sldChg chg="add del setBg">
        <pc:chgData name="Jenkins NS" userId="8bdba4d2-1367-40cf-ad35-f59b31261896" providerId="ADAL" clId="{9DF06EC0-6773-4754-B5CF-3A86373E55DF}" dt="2026-10-21T22:26:56.772" v="453"/>
        <pc:sldMkLst>
          <pc:docMk/>
          <pc:sldMk cId="1945903011" sldId="2147479602"/>
        </pc:sldMkLst>
      </pc:sldChg>
      <pc:sldChg chg="modSp add mod">
        <pc:chgData name="Jenkins NS" userId="8bdba4d2-1367-40cf-ad35-f59b31261896" providerId="ADAL" clId="{9DF06EC0-6773-4754-B5CF-3A86373E55DF}" dt="2026-10-21T22:27:40.341" v="466" actId="20577"/>
        <pc:sldMkLst>
          <pc:docMk/>
          <pc:sldMk cId="3585144251" sldId="2147479602"/>
        </pc:sldMkLst>
        <pc:spChg chg="mod">
          <ac:chgData name="Jenkins NS" userId="8bdba4d2-1367-40cf-ad35-f59b31261896" providerId="ADAL" clId="{9DF06EC0-6773-4754-B5CF-3A86373E55DF}" dt="2026-10-21T22:27:40.341" v="466" actId="20577"/>
          <ac:spMkLst>
            <pc:docMk/>
            <pc:sldMk cId="3585144251" sldId="2147479602"/>
            <ac:spMk id="5" creationId="{C5C36B88-BDFD-29D8-DA60-E1A871D76BCB}"/>
          </ac:spMkLst>
        </pc:spChg>
      </pc:sldChg>
      <pc:sldChg chg="modSp add mod">
        <pc:chgData name="Jenkins NS" userId="8bdba4d2-1367-40cf-ad35-f59b31261896" providerId="ADAL" clId="{9DF06EC0-6773-4754-B5CF-3A86373E55DF}" dt="2026-10-22T17:12:25.880" v="489" actId="20577"/>
        <pc:sldMkLst>
          <pc:docMk/>
          <pc:sldMk cId="1525641040" sldId="2147479603"/>
        </pc:sldMkLst>
        <pc:spChg chg="mod">
          <ac:chgData name="Jenkins NS" userId="8bdba4d2-1367-40cf-ad35-f59b31261896" providerId="ADAL" clId="{9DF06EC0-6773-4754-B5CF-3A86373E55DF}" dt="2026-10-22T17:11:59.113" v="483" actId="20577"/>
          <ac:spMkLst>
            <pc:docMk/>
            <pc:sldMk cId="1525641040" sldId="2147479603"/>
            <ac:spMk id="3" creationId="{553923D6-D6BD-2A1A-B726-3087B6D885BC}"/>
          </ac:spMkLst>
        </pc:spChg>
        <pc:spChg chg="mod">
          <ac:chgData name="Jenkins NS" userId="8bdba4d2-1367-40cf-ad35-f59b31261896" providerId="ADAL" clId="{9DF06EC0-6773-4754-B5CF-3A86373E55DF}" dt="2026-10-22T17:12:25.880" v="489" actId="20577"/>
          <ac:spMkLst>
            <pc:docMk/>
            <pc:sldMk cId="1525641040" sldId="2147479603"/>
            <ac:spMk id="4" creationId="{5D97F56A-A0BE-BE10-5B49-DFB6A23B5F18}"/>
          </ac:spMkLst>
        </pc:spChg>
      </pc:sldChg>
      <pc:sldChg chg="add del setBg">
        <pc:chgData name="Jenkins NS" userId="8bdba4d2-1367-40cf-ad35-f59b31261896" providerId="ADAL" clId="{9DF06EC0-6773-4754-B5CF-3A86373E55DF}" dt="2026-10-22T17:11:52.663" v="473"/>
        <pc:sldMkLst>
          <pc:docMk/>
          <pc:sldMk cId="2190472783" sldId="2147479603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2757716487" sldId="2147479799"/>
        </pc:sldMkLst>
      </pc:sldChg>
      <pc:sldChg chg="addSp delSp del mod">
        <pc:chgData name="Jenkins NS" userId="8bdba4d2-1367-40cf-ad35-f59b31261896" providerId="ADAL" clId="{9DF06EC0-6773-4754-B5CF-3A86373E55DF}" dt="2026-10-21T19:26:58.624" v="6" actId="47"/>
        <pc:sldMkLst>
          <pc:docMk/>
          <pc:sldMk cId="443657415" sldId="2147479840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255394937" sldId="2147479841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2539303801" sldId="2147479842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417025154" sldId="2147479843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2116133330" sldId="2147479844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2469809988" sldId="2147479846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3601658480" sldId="2147479847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3060551369" sldId="2147479848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2299311412" sldId="2147479849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2913441092" sldId="2147479850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857919815" sldId="2147479851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986496337" sldId="2147479852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2698521699" sldId="2147479853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839841890" sldId="2147479854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3721048510" sldId="2147479856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240024171" sldId="2147479857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3174271723" sldId="2147479858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4002067369" sldId="2147479859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376940060" sldId="2147479860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4232437191" sldId="2147479861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4071593474" sldId="2147479862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3159384829" sldId="2147479863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944675638" sldId="2147479864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909484383" sldId="2147479865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3616058983" sldId="2147479867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768514159" sldId="2147479868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289337424" sldId="2147479869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201138058" sldId="2147479870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445421501" sldId="2147479871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946713896" sldId="2147479872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3845978286" sldId="2147479873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3921530110" sldId="2147479874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928758105" sldId="2147479875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2989117112" sldId="2147479876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500862897" sldId="2147479881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53487717" sldId="2147479882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2016397542" sldId="2147479883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94038164" sldId="2147479884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4129616098" sldId="2147479885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3730370468" sldId="2147479886"/>
        </pc:sldMkLst>
      </pc:sldChg>
      <pc:sldMasterChg chg="delSldLayout modSldLayout">
        <pc:chgData name="Jenkins NS" userId="8bdba4d2-1367-40cf-ad35-f59b31261896" providerId="ADAL" clId="{9DF06EC0-6773-4754-B5CF-3A86373E55DF}" dt="2026-10-22T17:10:37.795" v="467" actId="478"/>
        <pc:sldMasterMkLst>
          <pc:docMk/>
          <pc:sldMasterMk cId="975404246" sldId="2147483648"/>
        </pc:sldMasterMkLst>
        <pc:sldLayoutChg chg="del">
          <pc:chgData name="Jenkins NS" userId="8bdba4d2-1367-40cf-ad35-f59b31261896" providerId="ADAL" clId="{9DF06EC0-6773-4754-B5CF-3A86373E55DF}" dt="2026-10-21T19:26:58.624" v="6" actId="47"/>
          <pc:sldLayoutMkLst>
            <pc:docMk/>
            <pc:sldMasterMk cId="975404246" sldId="2147483648"/>
            <pc:sldLayoutMk cId="256598807" sldId="2147483661"/>
          </pc:sldLayoutMkLst>
        </pc:sldLayoutChg>
        <pc:sldLayoutChg chg="del">
          <pc:chgData name="Jenkins NS" userId="8bdba4d2-1367-40cf-ad35-f59b31261896" providerId="ADAL" clId="{9DF06EC0-6773-4754-B5CF-3A86373E55DF}" dt="2026-10-21T19:24:49.810" v="0" actId="47"/>
          <pc:sldLayoutMkLst>
            <pc:docMk/>
            <pc:sldMasterMk cId="975404246" sldId="2147483648"/>
            <pc:sldLayoutMk cId="3653122893" sldId="2147483662"/>
          </pc:sldLayoutMkLst>
        </pc:sldLayoutChg>
        <pc:sldLayoutChg chg="del">
          <pc:chgData name="Jenkins NS" userId="8bdba4d2-1367-40cf-ad35-f59b31261896" providerId="ADAL" clId="{9DF06EC0-6773-4754-B5CF-3A86373E55DF}" dt="2026-10-21T19:24:49.810" v="0" actId="47"/>
          <pc:sldLayoutMkLst>
            <pc:docMk/>
            <pc:sldMasterMk cId="975404246" sldId="2147483648"/>
            <pc:sldLayoutMk cId="4214976935" sldId="2147483663"/>
          </pc:sldLayoutMkLst>
        </pc:sldLayoutChg>
        <pc:sldLayoutChg chg="del">
          <pc:chgData name="Jenkins NS" userId="8bdba4d2-1367-40cf-ad35-f59b31261896" providerId="ADAL" clId="{9DF06EC0-6773-4754-B5CF-3A86373E55DF}" dt="2026-10-21T19:24:49.810" v="0" actId="47"/>
          <pc:sldLayoutMkLst>
            <pc:docMk/>
            <pc:sldMasterMk cId="975404246" sldId="2147483648"/>
            <pc:sldLayoutMk cId="3508414380" sldId="2147483664"/>
          </pc:sldLayoutMkLst>
        </pc:sldLayoutChg>
        <pc:sldLayoutChg chg="del">
          <pc:chgData name="Jenkins NS" userId="8bdba4d2-1367-40cf-ad35-f59b31261896" providerId="ADAL" clId="{9DF06EC0-6773-4754-B5CF-3A86373E55DF}" dt="2026-10-21T19:24:49.810" v="0" actId="47"/>
          <pc:sldLayoutMkLst>
            <pc:docMk/>
            <pc:sldMasterMk cId="975404246" sldId="2147483648"/>
            <pc:sldLayoutMk cId="2072214709" sldId="2147483665"/>
          </pc:sldLayoutMkLst>
        </pc:sldLayoutChg>
        <pc:sldLayoutChg chg="del">
          <pc:chgData name="Jenkins NS" userId="8bdba4d2-1367-40cf-ad35-f59b31261896" providerId="ADAL" clId="{9DF06EC0-6773-4754-B5CF-3A86373E55DF}" dt="2026-10-21T19:27:09.496" v="8" actId="47"/>
          <pc:sldLayoutMkLst>
            <pc:docMk/>
            <pc:sldMasterMk cId="975404246" sldId="2147483648"/>
            <pc:sldLayoutMk cId="2095695488" sldId="2147483667"/>
          </pc:sldLayoutMkLst>
        </pc:sldLayoutChg>
        <pc:sldLayoutChg chg="addSp delSp modSp mod setBg">
          <pc:chgData name="Jenkins NS" userId="8bdba4d2-1367-40cf-ad35-f59b31261896" providerId="ADAL" clId="{9DF06EC0-6773-4754-B5CF-3A86373E55DF}" dt="2026-10-22T17:10:37.795" v="467" actId="478"/>
          <pc:sldLayoutMkLst>
            <pc:docMk/>
            <pc:sldMasterMk cId="975404246" sldId="2147483648"/>
            <pc:sldLayoutMk cId="3241650075" sldId="2147483672"/>
          </pc:sldLayoutMkLst>
          <pc:spChg chg="mod">
            <ac:chgData name="Jenkins NS" userId="8bdba4d2-1367-40cf-ad35-f59b31261896" providerId="ADAL" clId="{9DF06EC0-6773-4754-B5CF-3A86373E55DF}" dt="2026-10-21T19:35:35.446" v="224" actId="207"/>
            <ac:spMkLst>
              <pc:docMk/>
              <pc:sldMasterMk cId="975404246" sldId="2147483648"/>
              <pc:sldLayoutMk cId="3241650075" sldId="2147483672"/>
              <ac:spMk id="3" creationId="{3E21C31D-925C-53B5-2E40-C54FF245B41E}"/>
            </ac:spMkLst>
          </pc:spChg>
          <pc:picChg chg="add mod">
            <ac:chgData name="Jenkins NS" userId="8bdba4d2-1367-40cf-ad35-f59b31261896" providerId="ADAL" clId="{9DF06EC0-6773-4754-B5CF-3A86373E55DF}" dt="2026-10-21T19:36:16.316" v="233" actId="1076"/>
            <ac:picMkLst>
              <pc:docMk/>
              <pc:sldMasterMk cId="975404246" sldId="2147483648"/>
              <pc:sldLayoutMk cId="3241650075" sldId="2147483672"/>
              <ac:picMk id="11" creationId="{8A5D0B54-3E0F-E277-0472-C5E542E53F7F}"/>
            </ac:picMkLst>
          </pc:picChg>
          <pc:picChg chg="add del mod">
            <ac:chgData name="Jenkins NS" userId="8bdba4d2-1367-40cf-ad35-f59b31261896" providerId="ADAL" clId="{9DF06EC0-6773-4754-B5CF-3A86373E55DF}" dt="2026-10-22T17:10:37.795" v="467" actId="478"/>
            <ac:picMkLst>
              <pc:docMk/>
              <pc:sldMasterMk cId="975404246" sldId="2147483648"/>
              <pc:sldLayoutMk cId="3241650075" sldId="2147483672"/>
              <ac:picMk id="13" creationId="{3301086E-F595-9F37-140F-1279F2C885C8}"/>
            </ac:picMkLst>
          </pc:picChg>
          <pc:picChg chg="add mod ord">
            <ac:chgData name="Jenkins NS" userId="8bdba4d2-1367-40cf-ad35-f59b31261896" providerId="ADAL" clId="{9DF06EC0-6773-4754-B5CF-3A86373E55DF}" dt="2026-10-21T19:49:27.186" v="299" actId="167"/>
            <ac:picMkLst>
              <pc:docMk/>
              <pc:sldMasterMk cId="975404246" sldId="2147483648"/>
              <pc:sldLayoutMk cId="3241650075" sldId="2147483672"/>
              <ac:picMk id="15" creationId="{2209A0BE-5901-98D7-4EDE-74D107C3A727}"/>
            </ac:picMkLst>
          </pc:picChg>
        </pc:sldLayoutChg>
      </pc:sldMasterChg>
      <pc:sldMasterChg chg="modSldLayout">
        <pc:chgData name="Jenkins NS" userId="8bdba4d2-1367-40cf-ad35-f59b31261896" providerId="ADAL" clId="{9DF06EC0-6773-4754-B5CF-3A86373E55DF}" dt="2026-10-21T19:48:26.160" v="294" actId="207"/>
        <pc:sldMasterMkLst>
          <pc:docMk/>
          <pc:sldMasterMk cId="2391316343" sldId="2147483668"/>
        </pc:sldMasterMkLst>
        <pc:sldLayoutChg chg="modSp mod">
          <pc:chgData name="Jenkins NS" userId="8bdba4d2-1367-40cf-ad35-f59b31261896" providerId="ADAL" clId="{9DF06EC0-6773-4754-B5CF-3A86373E55DF}" dt="2026-10-21T19:48:26.160" v="294" actId="207"/>
          <pc:sldLayoutMkLst>
            <pc:docMk/>
            <pc:sldMasterMk cId="2391316343" sldId="2147483668"/>
            <pc:sldLayoutMk cId="1798594045" sldId="2147483670"/>
          </pc:sldLayoutMkLst>
        </pc:sldLayoutChg>
      </pc:sldMasterChg>
    </pc:docChg>
  </pc:docChgLst>
  <pc:docChgLst>
    <pc:chgData name="Jenkins NS" userId="8bdba4d2-1367-40cf-ad35-f59b31261896" providerId="ADAL" clId="{3EF20EB0-5DD8-4CDF-B363-212A902E7FF8}"/>
    <pc:docChg chg="custSel addSld delSld modSld">
      <pc:chgData name="Jenkins NS" userId="8bdba4d2-1367-40cf-ad35-f59b31261896" providerId="ADAL" clId="{3EF20EB0-5DD8-4CDF-B363-212A902E7FF8}" dt="2026-10-22T21:09:35.441" v="21" actId="47"/>
      <pc:docMkLst>
        <pc:docMk/>
      </pc:docMkLst>
      <pc:sldChg chg="delSp modSp del mod">
        <pc:chgData name="Jenkins NS" userId="8bdba4d2-1367-40cf-ad35-f59b31261896" providerId="ADAL" clId="{3EF20EB0-5DD8-4CDF-B363-212A902E7FF8}" dt="2026-10-22T21:06:08.851" v="16" actId="2696"/>
        <pc:sldMkLst>
          <pc:docMk/>
          <pc:sldMk cId="0" sldId="265"/>
        </pc:sldMkLst>
        <pc:spChg chg="del">
          <ac:chgData name="Jenkins NS" userId="8bdba4d2-1367-40cf-ad35-f59b31261896" providerId="ADAL" clId="{3EF20EB0-5DD8-4CDF-B363-212A902E7FF8}" dt="2026-10-22T20:57:08.080" v="11" actId="478"/>
          <ac:spMkLst>
            <pc:docMk/>
            <pc:sldMk cId="0" sldId="265"/>
            <ac:spMk id="2" creationId="{00000000-0000-0000-0000-000000000000}"/>
          </ac:spMkLst>
        </pc:spChg>
        <pc:spChg chg="del">
          <ac:chgData name="Jenkins NS" userId="8bdba4d2-1367-40cf-ad35-f59b31261896" providerId="ADAL" clId="{3EF20EB0-5DD8-4CDF-B363-212A902E7FF8}" dt="2026-10-22T20:57:06.439" v="10" actId="478"/>
          <ac:spMkLst>
            <pc:docMk/>
            <pc:sldMk cId="0" sldId="265"/>
            <ac:spMk id="3" creationId="{00000000-0000-0000-0000-000000000000}"/>
          </ac:spMkLst>
        </pc:spChg>
        <pc:spChg chg="del">
          <ac:chgData name="Jenkins NS" userId="8bdba4d2-1367-40cf-ad35-f59b31261896" providerId="ADAL" clId="{3EF20EB0-5DD8-4CDF-B363-212A902E7FF8}" dt="2026-10-22T20:57:05.537" v="9" actId="478"/>
          <ac:spMkLst>
            <pc:docMk/>
            <pc:sldMk cId="0" sldId="265"/>
            <ac:spMk id="4" creationId="{00000000-0000-0000-0000-000000000000}"/>
          </ac:spMkLst>
        </pc:spChg>
        <pc:spChg chg="mod">
          <ac:chgData name="Jenkins NS" userId="8bdba4d2-1367-40cf-ad35-f59b31261896" providerId="ADAL" clId="{3EF20EB0-5DD8-4CDF-B363-212A902E7FF8}" dt="2026-10-22T20:57:10.473" v="12" actId="14100"/>
          <ac:spMkLst>
            <pc:docMk/>
            <pc:sldMk cId="0" sldId="265"/>
            <ac:spMk id="5" creationId="{00000000-0000-0000-0000-000000000000}"/>
          </ac:spMkLst>
        </pc:spChg>
      </pc:sldChg>
      <pc:sldChg chg="add">
        <pc:chgData name="Jenkins NS" userId="8bdba4d2-1367-40cf-ad35-f59b31261896" providerId="ADAL" clId="{3EF20EB0-5DD8-4CDF-B363-212A902E7FF8}" dt="2026-10-22T21:06:15.681" v="17"/>
        <pc:sldMkLst>
          <pc:docMk/>
          <pc:sldMk cId="2361673258" sldId="265"/>
        </pc:sldMkLst>
      </pc:sldChg>
      <pc:sldChg chg="add">
        <pc:chgData name="Jenkins NS" userId="8bdba4d2-1367-40cf-ad35-f59b31261896" providerId="ADAL" clId="{3EF20EB0-5DD8-4CDF-B363-212A902E7FF8}" dt="2026-10-22T21:09:20.600" v="20"/>
        <pc:sldMkLst>
          <pc:docMk/>
          <pc:sldMk cId="1096705017" sldId="10341"/>
        </pc:sldMkLst>
      </pc:sldChg>
      <pc:sldChg chg="add">
        <pc:chgData name="Jenkins NS" userId="8bdba4d2-1367-40cf-ad35-f59b31261896" providerId="ADAL" clId="{3EF20EB0-5DD8-4CDF-B363-212A902E7FF8}" dt="2026-10-22T21:09:20.600" v="20"/>
        <pc:sldMkLst>
          <pc:docMk/>
          <pc:sldMk cId="2980580362" sldId="2076137821"/>
        </pc:sldMkLst>
      </pc:sldChg>
      <pc:sldChg chg="add">
        <pc:chgData name="Jenkins NS" userId="8bdba4d2-1367-40cf-ad35-f59b31261896" providerId="ADAL" clId="{3EF20EB0-5DD8-4CDF-B363-212A902E7FF8}" dt="2026-10-22T21:09:20.600" v="20"/>
        <pc:sldMkLst>
          <pc:docMk/>
          <pc:sldMk cId="847600138" sldId="2076137823"/>
        </pc:sldMkLst>
      </pc:sldChg>
      <pc:sldChg chg="add del">
        <pc:chgData name="Jenkins NS" userId="8bdba4d2-1367-40cf-ad35-f59b31261896" providerId="ADAL" clId="{3EF20EB0-5DD8-4CDF-B363-212A902E7FF8}" dt="2026-10-22T21:05:53.409" v="15"/>
        <pc:sldMkLst>
          <pc:docMk/>
          <pc:sldMk cId="3031809596" sldId="2142533535"/>
        </pc:sldMkLst>
      </pc:sldChg>
      <pc:sldChg chg="add del">
        <pc:chgData name="Jenkins NS" userId="8bdba4d2-1367-40cf-ad35-f59b31261896" providerId="ADAL" clId="{3EF20EB0-5DD8-4CDF-B363-212A902E7FF8}" dt="2026-10-22T21:05:53.409" v="15"/>
        <pc:sldMkLst>
          <pc:docMk/>
          <pc:sldMk cId="493708244" sldId="2142533536"/>
        </pc:sldMkLst>
      </pc:sldChg>
      <pc:sldChg chg="add del">
        <pc:chgData name="Jenkins NS" userId="8bdba4d2-1367-40cf-ad35-f59b31261896" providerId="ADAL" clId="{3EF20EB0-5DD8-4CDF-B363-212A902E7FF8}" dt="2026-10-22T21:06:19.259" v="18" actId="47"/>
        <pc:sldMkLst>
          <pc:docMk/>
          <pc:sldMk cId="759828517" sldId="2142533537"/>
        </pc:sldMkLst>
      </pc:sldChg>
      <pc:sldChg chg="add del">
        <pc:chgData name="Jenkins NS" userId="8bdba4d2-1367-40cf-ad35-f59b31261896" providerId="ADAL" clId="{3EF20EB0-5DD8-4CDF-B363-212A902E7FF8}" dt="2026-10-22T21:05:53.409" v="15"/>
        <pc:sldMkLst>
          <pc:docMk/>
          <pc:sldMk cId="949564228" sldId="2142533538"/>
        </pc:sldMkLst>
      </pc:sldChg>
      <pc:sldChg chg="add del">
        <pc:chgData name="Jenkins NS" userId="8bdba4d2-1367-40cf-ad35-f59b31261896" providerId="ADAL" clId="{3EF20EB0-5DD8-4CDF-B363-212A902E7FF8}" dt="2026-10-22T21:05:53.409" v="15"/>
        <pc:sldMkLst>
          <pc:docMk/>
          <pc:sldMk cId="1159306728" sldId="2142533539"/>
        </pc:sldMkLst>
      </pc:sldChg>
      <pc:sldChg chg="add del">
        <pc:chgData name="Jenkins NS" userId="8bdba4d2-1367-40cf-ad35-f59b31261896" providerId="ADAL" clId="{3EF20EB0-5DD8-4CDF-B363-212A902E7FF8}" dt="2026-10-22T21:05:53.409" v="15"/>
        <pc:sldMkLst>
          <pc:docMk/>
          <pc:sldMk cId="2306444340" sldId="2142533540"/>
        </pc:sldMkLst>
      </pc:sldChg>
      <pc:sldChg chg="add setBg">
        <pc:chgData name="Jenkins NS" userId="8bdba4d2-1367-40cf-ad35-f59b31261896" providerId="ADAL" clId="{3EF20EB0-5DD8-4CDF-B363-212A902E7FF8}" dt="2026-10-22T21:09:20.600" v="20"/>
        <pc:sldMkLst>
          <pc:docMk/>
          <pc:sldMk cId="2194364739" sldId="2142533583"/>
        </pc:sldMkLst>
      </pc:sldChg>
      <pc:sldChg chg="delSp add setBg delDesignElem">
        <pc:chgData name="Jenkins NS" userId="8bdba4d2-1367-40cf-ad35-f59b31261896" providerId="ADAL" clId="{3EF20EB0-5DD8-4CDF-B363-212A902E7FF8}" dt="2026-10-22T21:09:20.600" v="20"/>
        <pc:sldMkLst>
          <pc:docMk/>
          <pc:sldMk cId="3661348972" sldId="2142533584"/>
        </pc:sldMkLst>
        <pc:spChg chg="del">
          <ac:chgData name="Jenkins NS" userId="8bdba4d2-1367-40cf-ad35-f59b31261896" providerId="ADAL" clId="{3EF20EB0-5DD8-4CDF-B363-212A902E7FF8}" dt="2026-10-22T21:09:20.600" v="20"/>
          <ac:spMkLst>
            <pc:docMk/>
            <pc:sldMk cId="3661348972" sldId="2142533584"/>
            <ac:spMk id="18" creationId="{3B47FC9C-2ED3-4100-A4EF-E8CDFEE106C9}"/>
          </ac:spMkLst>
        </pc:spChg>
      </pc:sldChg>
      <pc:sldChg chg="delSp modSp del mod">
        <pc:chgData name="Jenkins NS" userId="8bdba4d2-1367-40cf-ad35-f59b31261896" providerId="ADAL" clId="{3EF20EB0-5DD8-4CDF-B363-212A902E7FF8}" dt="2026-10-22T21:09:35.441" v="21" actId="47"/>
        <pc:sldMkLst>
          <pc:docMk/>
          <pc:sldMk cId="0" sldId="2147479595"/>
        </pc:sldMkLst>
        <pc:spChg chg="del">
          <ac:chgData name="Jenkins NS" userId="8bdba4d2-1367-40cf-ad35-f59b31261896" providerId="ADAL" clId="{3EF20EB0-5DD8-4CDF-B363-212A902E7FF8}" dt="2026-10-22T20:56:45.704" v="3" actId="478"/>
          <ac:spMkLst>
            <pc:docMk/>
            <pc:sldMk cId="0" sldId="2147479595"/>
            <ac:spMk id="2" creationId="{00000000-0000-0000-0000-000000000000}"/>
          </ac:spMkLst>
        </pc:spChg>
        <pc:spChg chg="del">
          <ac:chgData name="Jenkins NS" userId="8bdba4d2-1367-40cf-ad35-f59b31261896" providerId="ADAL" clId="{3EF20EB0-5DD8-4CDF-B363-212A902E7FF8}" dt="2026-10-22T20:56:44.153" v="2" actId="478"/>
          <ac:spMkLst>
            <pc:docMk/>
            <pc:sldMk cId="0" sldId="2147479595"/>
            <ac:spMk id="3" creationId="{00000000-0000-0000-0000-000000000000}"/>
          </ac:spMkLst>
        </pc:spChg>
        <pc:spChg chg="del">
          <ac:chgData name="Jenkins NS" userId="8bdba4d2-1367-40cf-ad35-f59b31261896" providerId="ADAL" clId="{3EF20EB0-5DD8-4CDF-B363-212A902E7FF8}" dt="2026-10-22T20:56:43.483" v="1" actId="478"/>
          <ac:spMkLst>
            <pc:docMk/>
            <pc:sldMk cId="0" sldId="2147479595"/>
            <ac:spMk id="4" creationId="{00000000-0000-0000-0000-000000000000}"/>
          </ac:spMkLst>
        </pc:spChg>
        <pc:spChg chg="mod">
          <ac:chgData name="Jenkins NS" userId="8bdba4d2-1367-40cf-ad35-f59b31261896" providerId="ADAL" clId="{3EF20EB0-5DD8-4CDF-B363-212A902E7FF8}" dt="2026-10-22T20:56:47.992" v="4" actId="14100"/>
          <ac:spMkLst>
            <pc:docMk/>
            <pc:sldMk cId="0" sldId="2147479595"/>
            <ac:spMk id="5" creationId="{00000000-0000-0000-0000-000000000000}"/>
          </ac:spMkLst>
        </pc:spChg>
      </pc:sldChg>
      <pc:sldChg chg="delSp modSp del mod">
        <pc:chgData name="Jenkins NS" userId="8bdba4d2-1367-40cf-ad35-f59b31261896" providerId="ADAL" clId="{3EF20EB0-5DD8-4CDF-B363-212A902E7FF8}" dt="2026-10-22T21:09:35.441" v="21" actId="47"/>
        <pc:sldMkLst>
          <pc:docMk/>
          <pc:sldMk cId="0" sldId="2147479596"/>
        </pc:sldMkLst>
        <pc:spChg chg="del">
          <ac:chgData name="Jenkins NS" userId="8bdba4d2-1367-40cf-ad35-f59b31261896" providerId="ADAL" clId="{3EF20EB0-5DD8-4CDF-B363-212A902E7FF8}" dt="2026-10-22T20:56:51.211" v="5" actId="478"/>
          <ac:spMkLst>
            <pc:docMk/>
            <pc:sldMk cId="0" sldId="2147479596"/>
            <ac:spMk id="2" creationId="{00000000-0000-0000-0000-000000000000}"/>
          </ac:spMkLst>
        </pc:spChg>
        <pc:spChg chg="del">
          <ac:chgData name="Jenkins NS" userId="8bdba4d2-1367-40cf-ad35-f59b31261896" providerId="ADAL" clId="{3EF20EB0-5DD8-4CDF-B363-212A902E7FF8}" dt="2026-10-22T20:56:51.211" v="5" actId="478"/>
          <ac:spMkLst>
            <pc:docMk/>
            <pc:sldMk cId="0" sldId="2147479596"/>
            <ac:spMk id="3" creationId="{00000000-0000-0000-0000-000000000000}"/>
          </ac:spMkLst>
        </pc:spChg>
        <pc:spChg chg="del">
          <ac:chgData name="Jenkins NS" userId="8bdba4d2-1367-40cf-ad35-f59b31261896" providerId="ADAL" clId="{3EF20EB0-5DD8-4CDF-B363-212A902E7FF8}" dt="2026-10-22T20:56:51.211" v="5" actId="478"/>
          <ac:spMkLst>
            <pc:docMk/>
            <pc:sldMk cId="0" sldId="2147479596"/>
            <ac:spMk id="4" creationId="{00000000-0000-0000-0000-000000000000}"/>
          </ac:spMkLst>
        </pc:spChg>
        <pc:spChg chg="mod">
          <ac:chgData name="Jenkins NS" userId="8bdba4d2-1367-40cf-ad35-f59b31261896" providerId="ADAL" clId="{3EF20EB0-5DD8-4CDF-B363-212A902E7FF8}" dt="2026-10-22T20:56:53.288" v="6" actId="14100"/>
          <ac:spMkLst>
            <pc:docMk/>
            <pc:sldMk cId="0" sldId="2147479596"/>
            <ac:spMk id="5" creationId="{00000000-0000-0000-0000-000000000000}"/>
          </ac:spMkLst>
        </pc:spChg>
      </pc:sldChg>
      <pc:sldChg chg="delSp modSp mod">
        <pc:chgData name="Jenkins NS" userId="8bdba4d2-1367-40cf-ad35-f59b31261896" providerId="ADAL" clId="{3EF20EB0-5DD8-4CDF-B363-212A902E7FF8}" dt="2026-10-22T20:57:02.946" v="8" actId="14100"/>
        <pc:sldMkLst>
          <pc:docMk/>
          <pc:sldMk cId="0" sldId="2147479597"/>
        </pc:sldMkLst>
        <pc:spChg chg="del">
          <ac:chgData name="Jenkins NS" userId="8bdba4d2-1367-40cf-ad35-f59b31261896" providerId="ADAL" clId="{3EF20EB0-5DD8-4CDF-B363-212A902E7FF8}" dt="2026-10-22T20:57:00.697" v="7" actId="478"/>
          <ac:spMkLst>
            <pc:docMk/>
            <pc:sldMk cId="0" sldId="2147479597"/>
            <ac:spMk id="2" creationId="{00000000-0000-0000-0000-000000000000}"/>
          </ac:spMkLst>
        </pc:spChg>
        <pc:spChg chg="del">
          <ac:chgData name="Jenkins NS" userId="8bdba4d2-1367-40cf-ad35-f59b31261896" providerId="ADAL" clId="{3EF20EB0-5DD8-4CDF-B363-212A902E7FF8}" dt="2026-10-22T20:57:00.697" v="7" actId="478"/>
          <ac:spMkLst>
            <pc:docMk/>
            <pc:sldMk cId="0" sldId="2147479597"/>
            <ac:spMk id="3" creationId="{00000000-0000-0000-0000-000000000000}"/>
          </ac:spMkLst>
        </pc:spChg>
        <pc:spChg chg="del">
          <ac:chgData name="Jenkins NS" userId="8bdba4d2-1367-40cf-ad35-f59b31261896" providerId="ADAL" clId="{3EF20EB0-5DD8-4CDF-B363-212A902E7FF8}" dt="2026-10-22T20:57:00.697" v="7" actId="478"/>
          <ac:spMkLst>
            <pc:docMk/>
            <pc:sldMk cId="0" sldId="2147479597"/>
            <ac:spMk id="4" creationId="{00000000-0000-0000-0000-000000000000}"/>
          </ac:spMkLst>
        </pc:spChg>
        <pc:spChg chg="mod">
          <ac:chgData name="Jenkins NS" userId="8bdba4d2-1367-40cf-ad35-f59b31261896" providerId="ADAL" clId="{3EF20EB0-5DD8-4CDF-B363-212A902E7FF8}" dt="2026-10-22T20:57:02.946" v="8" actId="14100"/>
          <ac:spMkLst>
            <pc:docMk/>
            <pc:sldMk cId="0" sldId="2147479597"/>
            <ac:spMk id="5" creationId="{00000000-0000-0000-0000-000000000000}"/>
          </ac:spMkLst>
        </pc:spChg>
      </pc:sldChg>
      <pc:sldChg chg="del">
        <pc:chgData name="Jenkins NS" userId="8bdba4d2-1367-40cf-ad35-f59b31261896" providerId="ADAL" clId="{3EF20EB0-5DD8-4CDF-B363-212A902E7FF8}" dt="2026-10-22T20:56:41.008" v="0" actId="47"/>
        <pc:sldMkLst>
          <pc:docMk/>
          <pc:sldMk cId="3382622447" sldId="2147479600"/>
        </pc:sldMkLst>
      </pc:sldChg>
      <pc:sldChg chg="del">
        <pc:chgData name="Jenkins NS" userId="8bdba4d2-1367-40cf-ad35-f59b31261896" providerId="ADAL" clId="{3EF20EB0-5DD8-4CDF-B363-212A902E7FF8}" dt="2026-10-22T20:56:41.008" v="0" actId="47"/>
        <pc:sldMkLst>
          <pc:docMk/>
          <pc:sldMk cId="703889543" sldId="2147479601"/>
        </pc:sldMkLst>
      </pc:sldChg>
    </pc:docChg>
  </pc:docChgLst>
  <pc:docChgLst>
    <pc:chgData name="Jenkins NS" userId="8bdba4d2-1367-40cf-ad35-f59b31261896" providerId="ADAL" clId="{ACFFAC28-C693-429F-A17E-A86F3FBA7AC3}"/>
    <pc:docChg chg="undo custSel addSld delSld modSld sldOrd">
      <pc:chgData name="Jenkins NS" userId="8bdba4d2-1367-40cf-ad35-f59b31261896" providerId="ADAL" clId="{ACFFAC28-C693-429F-A17E-A86F3FBA7AC3}" dt="2026-09-25T04:11:23.975" v="10" actId="47"/>
      <pc:docMkLst>
        <pc:docMk/>
      </pc:docMkLst>
      <pc:sldChg chg="add del">
        <pc:chgData name="Jenkins NS" userId="8bdba4d2-1367-40cf-ad35-f59b31261896" providerId="ADAL" clId="{ACFFAC28-C693-429F-A17E-A86F3FBA7AC3}" dt="2026-09-25T04:11:23.975" v="10" actId="47"/>
        <pc:sldMkLst>
          <pc:docMk/>
          <pc:sldMk cId="443657415" sldId="2147479840"/>
        </pc:sldMkLst>
      </pc:sldChg>
      <pc:sldChg chg="addSp new mod ord">
        <pc:chgData name="Jenkins NS" userId="8bdba4d2-1367-40cf-ad35-f59b31261896" providerId="ADAL" clId="{ACFFAC28-C693-429F-A17E-A86F3FBA7AC3}" dt="2026-09-25T04:05:29.152" v="8"/>
        <pc:sldMkLst>
          <pc:docMk/>
          <pc:sldMk cId="94038164" sldId="2147479884"/>
        </pc:sldMkLst>
      </pc:sldChg>
      <pc:sldChg chg="addSp new mod">
        <pc:chgData name="Jenkins NS" userId="8bdba4d2-1367-40cf-ad35-f59b31261896" providerId="ADAL" clId="{ACFFAC28-C693-429F-A17E-A86F3FBA7AC3}" dt="2026-09-25T04:03:52.664" v="3" actId="22"/>
        <pc:sldMkLst>
          <pc:docMk/>
          <pc:sldMk cId="4129616098" sldId="2147479885"/>
        </pc:sldMkLst>
      </pc:sldChg>
      <pc:sldChg chg="addSp new mod">
        <pc:chgData name="Jenkins NS" userId="8bdba4d2-1367-40cf-ad35-f59b31261896" providerId="ADAL" clId="{ACFFAC28-C693-429F-A17E-A86F3FBA7AC3}" dt="2026-09-25T04:05:24.117" v="6" actId="22"/>
        <pc:sldMkLst>
          <pc:docMk/>
          <pc:sldMk cId="3730370468" sldId="2147479886"/>
        </pc:sldMkLst>
      </pc:sldChg>
      <pc:sldMasterChg chg="addSldLayout delSldLayout">
        <pc:chgData name="Jenkins NS" userId="8bdba4d2-1367-40cf-ad35-f59b31261896" providerId="ADAL" clId="{ACFFAC28-C693-429F-A17E-A86F3FBA7AC3}" dt="2026-09-25T04:11:23.975" v="10" actId="47"/>
        <pc:sldMasterMkLst>
          <pc:docMk/>
          <pc:sldMasterMk cId="975404246" sldId="2147483648"/>
        </pc:sldMasterMkLst>
        <pc:sldLayoutChg chg="add del">
          <pc:chgData name="Jenkins NS" userId="8bdba4d2-1367-40cf-ad35-f59b31261896" providerId="ADAL" clId="{ACFFAC28-C693-429F-A17E-A86F3FBA7AC3}" dt="2026-09-25T04:11:23.975" v="10" actId="47"/>
          <pc:sldLayoutMkLst>
            <pc:docMk/>
            <pc:sldMasterMk cId="975404246" sldId="2147483648"/>
            <pc:sldLayoutMk cId="256598807" sldId="2147483661"/>
          </pc:sldLayoutMkLst>
        </pc:sldLayoutChg>
      </pc:sldMasterChg>
    </pc:docChg>
  </pc:docChgLst>
  <pc:docChgLst>
    <pc:chgData name="Jenkins NS" userId="8bdba4d2-1367-40cf-ad35-f59b31261896" providerId="ADAL" clId="{35087783-BA59-4BF9-AF06-0D08442361EA}"/>
    <pc:docChg chg="delSld">
      <pc:chgData name="Jenkins NS" userId="8bdba4d2-1367-40cf-ad35-f59b31261896" providerId="ADAL" clId="{35087783-BA59-4BF9-AF06-0D08442361EA}" dt="2026-10-22T20:54:52.392" v="0" actId="47"/>
      <pc:docMkLst>
        <pc:docMk/>
      </pc:docMkLst>
      <pc:sldChg chg="del">
        <pc:chgData name="Jenkins NS" userId="8bdba4d2-1367-40cf-ad35-f59b31261896" providerId="ADAL" clId="{35087783-BA59-4BF9-AF06-0D08442361EA}" dt="2026-10-22T20:54:52.392" v="0" actId="47"/>
        <pc:sldMkLst>
          <pc:docMk/>
          <pc:sldMk cId="2497367714" sldId="2044"/>
        </pc:sldMkLst>
      </pc:sldChg>
      <pc:sldChg chg="del">
        <pc:chgData name="Jenkins NS" userId="8bdba4d2-1367-40cf-ad35-f59b31261896" providerId="ADAL" clId="{35087783-BA59-4BF9-AF06-0D08442361EA}" dt="2026-10-22T20:54:52.392" v="0" actId="47"/>
        <pc:sldMkLst>
          <pc:docMk/>
          <pc:sldMk cId="3099915628" sldId="2045"/>
        </pc:sldMkLst>
      </pc:sldChg>
      <pc:sldChg chg="del">
        <pc:chgData name="Jenkins NS" userId="8bdba4d2-1367-40cf-ad35-f59b31261896" providerId="ADAL" clId="{35087783-BA59-4BF9-AF06-0D08442361EA}" dt="2026-10-22T20:54:52.392" v="0" actId="47"/>
        <pc:sldMkLst>
          <pc:docMk/>
          <pc:sldMk cId="1470740852" sldId="2047"/>
        </pc:sldMkLst>
      </pc:sldChg>
      <pc:sldChg chg="del">
        <pc:chgData name="Jenkins NS" userId="8bdba4d2-1367-40cf-ad35-f59b31261896" providerId="ADAL" clId="{35087783-BA59-4BF9-AF06-0D08442361EA}" dt="2026-10-22T20:54:52.392" v="0" actId="47"/>
        <pc:sldMkLst>
          <pc:docMk/>
          <pc:sldMk cId="2010521932" sldId="2048"/>
        </pc:sldMkLst>
      </pc:sldChg>
      <pc:sldChg chg="del">
        <pc:chgData name="Jenkins NS" userId="8bdba4d2-1367-40cf-ad35-f59b31261896" providerId="ADAL" clId="{35087783-BA59-4BF9-AF06-0D08442361EA}" dt="2026-10-22T20:54:52.392" v="0" actId="47"/>
        <pc:sldMkLst>
          <pc:docMk/>
          <pc:sldMk cId="254325681" sldId="10819"/>
        </pc:sldMkLst>
      </pc:sldChg>
      <pc:sldChg chg="del">
        <pc:chgData name="Jenkins NS" userId="8bdba4d2-1367-40cf-ad35-f59b31261896" providerId="ADAL" clId="{35087783-BA59-4BF9-AF06-0D08442361EA}" dt="2026-10-22T20:54:52.392" v="0" actId="47"/>
        <pc:sldMkLst>
          <pc:docMk/>
          <pc:sldMk cId="220853581" sldId="2076136495"/>
        </pc:sldMkLst>
      </pc:sldChg>
      <pc:sldChg chg="del">
        <pc:chgData name="Jenkins NS" userId="8bdba4d2-1367-40cf-ad35-f59b31261896" providerId="ADAL" clId="{35087783-BA59-4BF9-AF06-0D08442361EA}" dt="2026-10-22T20:54:52.392" v="0" actId="47"/>
        <pc:sldMkLst>
          <pc:docMk/>
          <pc:sldMk cId="3937804750" sldId="2076136496"/>
        </pc:sldMkLst>
      </pc:sldChg>
      <pc:sldChg chg="del">
        <pc:chgData name="Jenkins NS" userId="8bdba4d2-1367-40cf-ad35-f59b31261896" providerId="ADAL" clId="{35087783-BA59-4BF9-AF06-0D08442361EA}" dt="2026-10-22T20:54:52.392" v="0" actId="47"/>
        <pc:sldMkLst>
          <pc:docMk/>
          <pc:sldMk cId="0" sldId="2147479594"/>
        </pc:sldMkLst>
      </pc:sldChg>
      <pc:sldChg chg="del">
        <pc:chgData name="Jenkins NS" userId="8bdba4d2-1367-40cf-ad35-f59b31261896" providerId="ADAL" clId="{35087783-BA59-4BF9-AF06-0D08442361EA}" dt="2026-10-22T20:54:52.392" v="0" actId="47"/>
        <pc:sldMkLst>
          <pc:docMk/>
          <pc:sldMk cId="2017300280" sldId="2147479599"/>
        </pc:sldMkLst>
      </pc:sldChg>
      <pc:sldChg chg="del">
        <pc:chgData name="Jenkins NS" userId="8bdba4d2-1367-40cf-ad35-f59b31261896" providerId="ADAL" clId="{35087783-BA59-4BF9-AF06-0D08442361EA}" dt="2026-10-22T20:54:52.392" v="0" actId="47"/>
        <pc:sldMkLst>
          <pc:docMk/>
          <pc:sldMk cId="1525641040" sldId="2147479603"/>
        </pc:sldMkLst>
      </pc:sldChg>
      <pc:sldMasterChg chg="delSldLayout">
        <pc:chgData name="Jenkins NS" userId="8bdba4d2-1367-40cf-ad35-f59b31261896" providerId="ADAL" clId="{35087783-BA59-4BF9-AF06-0D08442361EA}" dt="2026-10-22T20:54:52.392" v="0" actId="47"/>
        <pc:sldMasterMkLst>
          <pc:docMk/>
          <pc:sldMasterMk cId="2494316984" sldId="2147483684"/>
        </pc:sldMasterMkLst>
        <pc:sldLayoutChg chg="del">
          <pc:chgData name="Jenkins NS" userId="8bdba4d2-1367-40cf-ad35-f59b31261896" providerId="ADAL" clId="{35087783-BA59-4BF9-AF06-0D08442361EA}" dt="2026-10-22T20:54:52.392" v="0" actId="47"/>
          <pc:sldLayoutMkLst>
            <pc:docMk/>
            <pc:sldMasterMk cId="2494316984" sldId="2147483684"/>
            <pc:sldLayoutMk cId="2641358860" sldId="2147483688"/>
          </pc:sldLayoutMkLst>
        </pc:sldLayoutChg>
        <pc:sldLayoutChg chg="del">
          <pc:chgData name="Jenkins NS" userId="8bdba4d2-1367-40cf-ad35-f59b31261896" providerId="ADAL" clId="{35087783-BA59-4BF9-AF06-0D08442361EA}" dt="2026-10-22T20:54:52.392" v="0" actId="47"/>
          <pc:sldLayoutMkLst>
            <pc:docMk/>
            <pc:sldMasterMk cId="2494316984" sldId="2147483684"/>
            <pc:sldLayoutMk cId="274860342" sldId="2147483689"/>
          </pc:sldLayoutMkLst>
        </pc:sldLayoutChg>
        <pc:sldLayoutChg chg="del">
          <pc:chgData name="Jenkins NS" userId="8bdba4d2-1367-40cf-ad35-f59b31261896" providerId="ADAL" clId="{35087783-BA59-4BF9-AF06-0D08442361EA}" dt="2026-10-22T20:54:52.392" v="0" actId="47"/>
          <pc:sldLayoutMkLst>
            <pc:docMk/>
            <pc:sldMasterMk cId="2494316984" sldId="2147483684"/>
            <pc:sldLayoutMk cId="1877322716" sldId="2147483690"/>
          </pc:sldLayoutMkLst>
        </pc:sldLayoutChg>
        <pc:sldLayoutChg chg="del">
          <pc:chgData name="Jenkins NS" userId="8bdba4d2-1367-40cf-ad35-f59b31261896" providerId="ADAL" clId="{35087783-BA59-4BF9-AF06-0D08442361EA}" dt="2026-10-22T20:54:52.392" v="0" actId="47"/>
          <pc:sldLayoutMkLst>
            <pc:docMk/>
            <pc:sldMasterMk cId="2494316984" sldId="2147483684"/>
            <pc:sldLayoutMk cId="2466656009" sldId="2147483691"/>
          </pc:sldLayoutMkLst>
        </pc:sldLayoutChg>
        <pc:sldLayoutChg chg="del">
          <pc:chgData name="Jenkins NS" userId="8bdba4d2-1367-40cf-ad35-f59b31261896" providerId="ADAL" clId="{35087783-BA59-4BF9-AF06-0D08442361EA}" dt="2026-10-22T20:54:52.392" v="0" actId="47"/>
          <pc:sldLayoutMkLst>
            <pc:docMk/>
            <pc:sldMasterMk cId="2494316984" sldId="2147483684"/>
            <pc:sldLayoutMk cId="3392665190" sldId="2147483692"/>
          </pc:sldLayoutMkLst>
        </pc:sldLayoutChg>
      </pc:sldMasterChg>
    </pc:docChg>
  </pc:docChgLst>
  <pc:docChgLst>
    <pc:chgData name="Jenkins NS" userId="8bdba4d2-1367-40cf-ad35-f59b31261896" providerId="ADAL" clId="{86BB08CA-B7A6-4B56-B251-75270BF6414D}"/>
    <pc:docChg chg="undo custSel addSld delSld modSld delMainMaster">
      <pc:chgData name="Jenkins NS" userId="8bdba4d2-1367-40cf-ad35-f59b31261896" providerId="ADAL" clId="{86BB08CA-B7A6-4B56-B251-75270BF6414D}" dt="2026-10-23T05:54:17.275" v="56" actId="207"/>
      <pc:docMkLst>
        <pc:docMk/>
      </pc:docMkLst>
      <pc:sldChg chg="delSp add mod setBg">
        <pc:chgData name="Jenkins NS" userId="8bdba4d2-1367-40cf-ad35-f59b31261896" providerId="ADAL" clId="{86BB08CA-B7A6-4B56-B251-75270BF6414D}" dt="2026-10-23T05:48:10.230" v="8" actId="478"/>
        <pc:sldMkLst>
          <pc:docMk/>
          <pc:sldMk cId="0" sldId="258"/>
        </pc:sldMkLst>
        <pc:spChg chg="del">
          <ac:chgData name="Jenkins NS" userId="8bdba4d2-1367-40cf-ad35-f59b31261896" providerId="ADAL" clId="{86BB08CA-B7A6-4B56-B251-75270BF6414D}" dt="2026-10-23T05:48:10.230" v="8" actId="478"/>
          <ac:spMkLst>
            <pc:docMk/>
            <pc:sldMk cId="0" sldId="258"/>
            <ac:spMk id="17" creationId="{00000000-0000-0000-0000-000000000000}"/>
          </ac:spMkLst>
        </pc:spChg>
      </pc:sldChg>
      <pc:sldChg chg="delSp add mod setBg">
        <pc:chgData name="Jenkins NS" userId="8bdba4d2-1367-40cf-ad35-f59b31261896" providerId="ADAL" clId="{86BB08CA-B7A6-4B56-B251-75270BF6414D}" dt="2026-10-23T05:48:17.686" v="9" actId="478"/>
        <pc:sldMkLst>
          <pc:docMk/>
          <pc:sldMk cId="0" sldId="259"/>
        </pc:sldMkLst>
        <pc:spChg chg="del">
          <ac:chgData name="Jenkins NS" userId="8bdba4d2-1367-40cf-ad35-f59b31261896" providerId="ADAL" clId="{86BB08CA-B7A6-4B56-B251-75270BF6414D}" dt="2026-10-23T05:48:17.686" v="9" actId="478"/>
          <ac:spMkLst>
            <pc:docMk/>
            <pc:sldMk cId="0" sldId="259"/>
            <ac:spMk id="28" creationId="{00000000-0000-0000-0000-000000000000}"/>
          </ac:spMkLst>
        </pc:spChg>
      </pc:sldChg>
      <pc:sldChg chg="delSp modSp add mod setBg">
        <pc:chgData name="Jenkins NS" userId="8bdba4d2-1367-40cf-ad35-f59b31261896" providerId="ADAL" clId="{86BB08CA-B7A6-4B56-B251-75270BF6414D}" dt="2026-10-23T05:54:17.275" v="56" actId="207"/>
        <pc:sldMkLst>
          <pc:docMk/>
          <pc:sldMk cId="0" sldId="260"/>
        </pc:sldMkLst>
        <pc:spChg chg="mod">
          <ac:chgData name="Jenkins NS" userId="8bdba4d2-1367-40cf-ad35-f59b31261896" providerId="ADAL" clId="{86BB08CA-B7A6-4B56-B251-75270BF6414D}" dt="2026-10-23T05:54:17.275" v="56" actId="207"/>
          <ac:spMkLst>
            <pc:docMk/>
            <pc:sldMk cId="0" sldId="260"/>
            <ac:spMk id="3" creationId="{00000000-0000-0000-0000-000000000000}"/>
          </ac:spMkLst>
        </pc:spChg>
        <pc:spChg chg="del">
          <ac:chgData name="Jenkins NS" userId="8bdba4d2-1367-40cf-ad35-f59b31261896" providerId="ADAL" clId="{86BB08CA-B7A6-4B56-B251-75270BF6414D}" dt="2026-10-23T05:48:25.294" v="10" actId="478"/>
          <ac:spMkLst>
            <pc:docMk/>
            <pc:sldMk cId="0" sldId="260"/>
            <ac:spMk id="11" creationId="{00000000-0000-0000-0000-000000000000}"/>
          </ac:spMkLst>
        </pc:spChg>
      </pc:sldChg>
      <pc:sldChg chg="delSp modSp add mod setBg">
        <pc:chgData name="Jenkins NS" userId="8bdba4d2-1367-40cf-ad35-f59b31261896" providerId="ADAL" clId="{86BB08CA-B7A6-4B56-B251-75270BF6414D}" dt="2026-10-23T05:54:13.639" v="55" actId="207"/>
        <pc:sldMkLst>
          <pc:docMk/>
          <pc:sldMk cId="0" sldId="261"/>
        </pc:sldMkLst>
        <pc:spChg chg="mod">
          <ac:chgData name="Jenkins NS" userId="8bdba4d2-1367-40cf-ad35-f59b31261896" providerId="ADAL" clId="{86BB08CA-B7A6-4B56-B251-75270BF6414D}" dt="2026-10-23T05:54:13.639" v="55" actId="207"/>
          <ac:spMkLst>
            <pc:docMk/>
            <pc:sldMk cId="0" sldId="261"/>
            <ac:spMk id="3" creationId="{00000000-0000-0000-0000-000000000000}"/>
          </ac:spMkLst>
        </pc:spChg>
        <pc:spChg chg="del">
          <ac:chgData name="Jenkins NS" userId="8bdba4d2-1367-40cf-ad35-f59b31261896" providerId="ADAL" clId="{86BB08CA-B7A6-4B56-B251-75270BF6414D}" dt="2026-10-23T05:48:33.785" v="11" actId="478"/>
          <ac:spMkLst>
            <pc:docMk/>
            <pc:sldMk cId="0" sldId="261"/>
            <ac:spMk id="20" creationId="{00000000-0000-0000-0000-000000000000}"/>
          </ac:spMkLst>
        </pc:spChg>
      </pc:sldChg>
      <pc:sldChg chg="delSp modSp add mod setBg">
        <pc:chgData name="Jenkins NS" userId="8bdba4d2-1367-40cf-ad35-f59b31261896" providerId="ADAL" clId="{86BB08CA-B7A6-4B56-B251-75270BF6414D}" dt="2026-10-23T05:54:10.570" v="54" actId="207"/>
        <pc:sldMkLst>
          <pc:docMk/>
          <pc:sldMk cId="0" sldId="262"/>
        </pc:sldMkLst>
        <pc:spChg chg="mod">
          <ac:chgData name="Jenkins NS" userId="8bdba4d2-1367-40cf-ad35-f59b31261896" providerId="ADAL" clId="{86BB08CA-B7A6-4B56-B251-75270BF6414D}" dt="2026-10-23T05:54:10.570" v="54" actId="207"/>
          <ac:spMkLst>
            <pc:docMk/>
            <pc:sldMk cId="0" sldId="262"/>
            <ac:spMk id="3" creationId="{00000000-0000-0000-0000-000000000000}"/>
          </ac:spMkLst>
        </pc:spChg>
        <pc:spChg chg="del">
          <ac:chgData name="Jenkins NS" userId="8bdba4d2-1367-40cf-ad35-f59b31261896" providerId="ADAL" clId="{86BB08CA-B7A6-4B56-B251-75270BF6414D}" dt="2026-10-23T05:48:39.843" v="12" actId="478"/>
          <ac:spMkLst>
            <pc:docMk/>
            <pc:sldMk cId="0" sldId="262"/>
            <ac:spMk id="10" creationId="{00000000-0000-0000-0000-000000000000}"/>
          </ac:spMkLst>
        </pc:spChg>
      </pc:sldChg>
      <pc:sldChg chg="delSp modSp add mod setBg">
        <pc:chgData name="Jenkins NS" userId="8bdba4d2-1367-40cf-ad35-f59b31261896" providerId="ADAL" clId="{86BB08CA-B7A6-4B56-B251-75270BF6414D}" dt="2026-10-23T05:54:06.931" v="53" actId="207"/>
        <pc:sldMkLst>
          <pc:docMk/>
          <pc:sldMk cId="0" sldId="263"/>
        </pc:sldMkLst>
        <pc:spChg chg="mod">
          <ac:chgData name="Jenkins NS" userId="8bdba4d2-1367-40cf-ad35-f59b31261896" providerId="ADAL" clId="{86BB08CA-B7A6-4B56-B251-75270BF6414D}" dt="2026-10-23T05:49:07.208" v="17" actId="108"/>
          <ac:spMkLst>
            <pc:docMk/>
            <pc:sldMk cId="0" sldId="263"/>
            <ac:spMk id="2" creationId="{00000000-0000-0000-0000-000000000000}"/>
          </ac:spMkLst>
        </pc:spChg>
        <pc:spChg chg="mod">
          <ac:chgData name="Jenkins NS" userId="8bdba4d2-1367-40cf-ad35-f59b31261896" providerId="ADAL" clId="{86BB08CA-B7A6-4B56-B251-75270BF6414D}" dt="2026-10-23T05:54:06.931" v="53" actId="207"/>
          <ac:spMkLst>
            <pc:docMk/>
            <pc:sldMk cId="0" sldId="263"/>
            <ac:spMk id="3" creationId="{00000000-0000-0000-0000-000000000000}"/>
          </ac:spMkLst>
        </pc:spChg>
        <pc:spChg chg="mod">
          <ac:chgData name="Jenkins NS" userId="8bdba4d2-1367-40cf-ad35-f59b31261896" providerId="ADAL" clId="{86BB08CA-B7A6-4B56-B251-75270BF6414D}" dt="2026-10-23T05:49:02.112" v="16" actId="108"/>
          <ac:spMkLst>
            <pc:docMk/>
            <pc:sldMk cId="0" sldId="263"/>
            <ac:spMk id="18" creationId="{00000000-0000-0000-0000-000000000000}"/>
          </ac:spMkLst>
        </pc:spChg>
        <pc:spChg chg="del">
          <ac:chgData name="Jenkins NS" userId="8bdba4d2-1367-40cf-ad35-f59b31261896" providerId="ADAL" clId="{86BB08CA-B7A6-4B56-B251-75270BF6414D}" dt="2026-10-23T05:48:43.698" v="13" actId="478"/>
          <ac:spMkLst>
            <pc:docMk/>
            <pc:sldMk cId="0" sldId="263"/>
            <ac:spMk id="19" creationId="{00000000-0000-0000-0000-000000000000}"/>
          </ac:spMkLst>
        </pc:spChg>
      </pc:sldChg>
      <pc:sldChg chg="delSp add mod setBg">
        <pc:chgData name="Jenkins NS" userId="8bdba4d2-1367-40cf-ad35-f59b31261896" providerId="ADAL" clId="{86BB08CA-B7A6-4B56-B251-75270BF6414D}" dt="2026-10-23T05:49:14.672" v="18" actId="478"/>
        <pc:sldMkLst>
          <pc:docMk/>
          <pc:sldMk cId="0" sldId="264"/>
        </pc:sldMkLst>
        <pc:spChg chg="del">
          <ac:chgData name="Jenkins NS" userId="8bdba4d2-1367-40cf-ad35-f59b31261896" providerId="ADAL" clId="{86BB08CA-B7A6-4B56-B251-75270BF6414D}" dt="2026-10-23T05:49:14.672" v="18" actId="478"/>
          <ac:spMkLst>
            <pc:docMk/>
            <pc:sldMk cId="0" sldId="264"/>
            <ac:spMk id="6" creationId="{00000000-0000-0000-0000-000000000000}"/>
          </ac:spMkLst>
        </pc:spChg>
      </pc:sldChg>
      <pc:sldChg chg="delSp modSp add mod setBg">
        <pc:chgData name="Jenkins NS" userId="8bdba4d2-1367-40cf-ad35-f59b31261896" providerId="ADAL" clId="{86BB08CA-B7A6-4B56-B251-75270BF6414D}" dt="2026-10-23T05:54:03.219" v="52" actId="207"/>
        <pc:sldMkLst>
          <pc:docMk/>
          <pc:sldMk cId="0" sldId="265"/>
        </pc:sldMkLst>
        <pc:spChg chg="mod">
          <ac:chgData name="Jenkins NS" userId="8bdba4d2-1367-40cf-ad35-f59b31261896" providerId="ADAL" clId="{86BB08CA-B7A6-4B56-B251-75270BF6414D}" dt="2026-10-23T05:54:03.219" v="52" actId="207"/>
          <ac:spMkLst>
            <pc:docMk/>
            <pc:sldMk cId="0" sldId="265"/>
            <ac:spMk id="3" creationId="{00000000-0000-0000-0000-000000000000}"/>
          </ac:spMkLst>
        </pc:spChg>
        <pc:spChg chg="del">
          <ac:chgData name="Jenkins NS" userId="8bdba4d2-1367-40cf-ad35-f59b31261896" providerId="ADAL" clId="{86BB08CA-B7A6-4B56-B251-75270BF6414D}" dt="2026-10-23T05:49:20.083" v="19" actId="478"/>
          <ac:spMkLst>
            <pc:docMk/>
            <pc:sldMk cId="0" sldId="265"/>
            <ac:spMk id="32" creationId="{00000000-0000-0000-0000-000000000000}"/>
          </ac:spMkLst>
        </pc:spChg>
      </pc:sldChg>
      <pc:sldChg chg="del">
        <pc:chgData name="Jenkins NS" userId="8bdba4d2-1367-40cf-ad35-f59b31261896" providerId="ADAL" clId="{86BB08CA-B7A6-4B56-B251-75270BF6414D}" dt="2026-10-23T05:31:21.916" v="0" actId="47"/>
        <pc:sldMkLst>
          <pc:docMk/>
          <pc:sldMk cId="2361673258" sldId="265"/>
        </pc:sldMkLst>
      </pc:sldChg>
      <pc:sldChg chg="delSp modSp add mod setBg">
        <pc:chgData name="Jenkins NS" userId="8bdba4d2-1367-40cf-ad35-f59b31261896" providerId="ADAL" clId="{86BB08CA-B7A6-4B56-B251-75270BF6414D}" dt="2026-10-23T05:53:58.991" v="51" actId="207"/>
        <pc:sldMkLst>
          <pc:docMk/>
          <pc:sldMk cId="0" sldId="266"/>
        </pc:sldMkLst>
        <pc:spChg chg="mod">
          <ac:chgData name="Jenkins NS" userId="8bdba4d2-1367-40cf-ad35-f59b31261896" providerId="ADAL" clId="{86BB08CA-B7A6-4B56-B251-75270BF6414D}" dt="2026-10-23T05:53:58.991" v="51" actId="207"/>
          <ac:spMkLst>
            <pc:docMk/>
            <pc:sldMk cId="0" sldId="266"/>
            <ac:spMk id="2" creationId="{00000000-0000-0000-0000-000000000000}"/>
          </ac:spMkLst>
        </pc:spChg>
        <pc:spChg chg="mod">
          <ac:chgData name="Jenkins NS" userId="8bdba4d2-1367-40cf-ad35-f59b31261896" providerId="ADAL" clId="{86BB08CA-B7A6-4B56-B251-75270BF6414D}" dt="2026-10-23T05:53:54.104" v="50" actId="207"/>
          <ac:spMkLst>
            <pc:docMk/>
            <pc:sldMk cId="0" sldId="266"/>
            <ac:spMk id="3" creationId="{00000000-0000-0000-0000-000000000000}"/>
          </ac:spMkLst>
        </pc:spChg>
        <pc:spChg chg="del">
          <ac:chgData name="Jenkins NS" userId="8bdba4d2-1367-40cf-ad35-f59b31261896" providerId="ADAL" clId="{86BB08CA-B7A6-4B56-B251-75270BF6414D}" dt="2026-10-23T05:49:28.135" v="20" actId="478"/>
          <ac:spMkLst>
            <pc:docMk/>
            <pc:sldMk cId="0" sldId="266"/>
            <ac:spMk id="32" creationId="{00000000-0000-0000-0000-000000000000}"/>
          </ac:spMkLst>
        </pc:spChg>
      </pc:sldChg>
      <pc:sldChg chg="delSp add del mod setBg">
        <pc:chgData name="Jenkins NS" userId="8bdba4d2-1367-40cf-ad35-f59b31261896" providerId="ADAL" clId="{86BB08CA-B7A6-4B56-B251-75270BF6414D}" dt="2026-10-23T05:50:05.767" v="22" actId="47"/>
        <pc:sldMkLst>
          <pc:docMk/>
          <pc:sldMk cId="0" sldId="267"/>
        </pc:sldMkLst>
        <pc:spChg chg="del">
          <ac:chgData name="Jenkins NS" userId="8bdba4d2-1367-40cf-ad35-f59b31261896" providerId="ADAL" clId="{86BB08CA-B7A6-4B56-B251-75270BF6414D}" dt="2026-10-23T05:49:37.110" v="21" actId="478"/>
          <ac:spMkLst>
            <pc:docMk/>
            <pc:sldMk cId="0" sldId="267"/>
            <ac:spMk id="14" creationId="{00000000-0000-0000-0000-000000000000}"/>
          </ac:spMkLst>
        </pc:spChg>
      </pc:sldChg>
      <pc:sldChg chg="delSp modSp add mod setBg">
        <pc:chgData name="Jenkins NS" userId="8bdba4d2-1367-40cf-ad35-f59b31261896" providerId="ADAL" clId="{86BB08CA-B7A6-4B56-B251-75270BF6414D}" dt="2026-10-23T05:53:49.507" v="49" actId="207"/>
        <pc:sldMkLst>
          <pc:docMk/>
          <pc:sldMk cId="0" sldId="268"/>
        </pc:sldMkLst>
        <pc:spChg chg="mod">
          <ac:chgData name="Jenkins NS" userId="8bdba4d2-1367-40cf-ad35-f59b31261896" providerId="ADAL" clId="{86BB08CA-B7A6-4B56-B251-75270BF6414D}" dt="2026-10-23T05:53:49.507" v="49" actId="207"/>
          <ac:spMkLst>
            <pc:docMk/>
            <pc:sldMk cId="0" sldId="268"/>
            <ac:spMk id="3" creationId="{00000000-0000-0000-0000-000000000000}"/>
          </ac:spMkLst>
        </pc:spChg>
        <pc:spChg chg="del">
          <ac:chgData name="Jenkins NS" userId="8bdba4d2-1367-40cf-ad35-f59b31261896" providerId="ADAL" clId="{86BB08CA-B7A6-4B56-B251-75270BF6414D}" dt="2026-10-23T05:50:08.643" v="23" actId="478"/>
          <ac:spMkLst>
            <pc:docMk/>
            <pc:sldMk cId="0" sldId="268"/>
            <ac:spMk id="29" creationId="{00000000-0000-0000-0000-000000000000}"/>
          </ac:spMkLst>
        </pc:spChg>
      </pc:sldChg>
      <pc:sldChg chg="delSp modSp add mod setBg">
        <pc:chgData name="Jenkins NS" userId="8bdba4d2-1367-40cf-ad35-f59b31261896" providerId="ADAL" clId="{86BB08CA-B7A6-4B56-B251-75270BF6414D}" dt="2026-10-23T05:53:46.557" v="48" actId="207"/>
        <pc:sldMkLst>
          <pc:docMk/>
          <pc:sldMk cId="0" sldId="269"/>
        </pc:sldMkLst>
        <pc:spChg chg="mod">
          <ac:chgData name="Jenkins NS" userId="8bdba4d2-1367-40cf-ad35-f59b31261896" providerId="ADAL" clId="{86BB08CA-B7A6-4B56-B251-75270BF6414D}" dt="2026-10-23T05:53:46.557" v="48" actId="207"/>
          <ac:spMkLst>
            <pc:docMk/>
            <pc:sldMk cId="0" sldId="269"/>
            <ac:spMk id="3" creationId="{00000000-0000-0000-0000-000000000000}"/>
          </ac:spMkLst>
        </pc:spChg>
        <pc:spChg chg="mod">
          <ac:chgData name="Jenkins NS" userId="8bdba4d2-1367-40cf-ad35-f59b31261896" providerId="ADAL" clId="{86BB08CA-B7A6-4B56-B251-75270BF6414D}" dt="2026-10-23T05:50:28.429" v="25" actId="33524"/>
          <ac:spMkLst>
            <pc:docMk/>
            <pc:sldMk cId="0" sldId="269"/>
            <ac:spMk id="13" creationId="{00000000-0000-0000-0000-000000000000}"/>
          </ac:spMkLst>
        </pc:spChg>
        <pc:spChg chg="del">
          <ac:chgData name="Jenkins NS" userId="8bdba4d2-1367-40cf-ad35-f59b31261896" providerId="ADAL" clId="{86BB08CA-B7A6-4B56-B251-75270BF6414D}" dt="2026-10-23T05:50:15.085" v="24" actId="478"/>
          <ac:spMkLst>
            <pc:docMk/>
            <pc:sldMk cId="0" sldId="269"/>
            <ac:spMk id="14" creationId="{00000000-0000-0000-0000-000000000000}"/>
          </ac:spMkLst>
        </pc:spChg>
      </pc:sldChg>
      <pc:sldChg chg="delSp modSp add mod setBg">
        <pc:chgData name="Jenkins NS" userId="8bdba4d2-1367-40cf-ad35-f59b31261896" providerId="ADAL" clId="{86BB08CA-B7A6-4B56-B251-75270BF6414D}" dt="2026-10-23T05:53:43.763" v="47" actId="207"/>
        <pc:sldMkLst>
          <pc:docMk/>
          <pc:sldMk cId="0" sldId="270"/>
        </pc:sldMkLst>
        <pc:spChg chg="mod">
          <ac:chgData name="Jenkins NS" userId="8bdba4d2-1367-40cf-ad35-f59b31261896" providerId="ADAL" clId="{86BB08CA-B7A6-4B56-B251-75270BF6414D}" dt="2026-10-23T05:53:43.763" v="47" actId="207"/>
          <ac:spMkLst>
            <pc:docMk/>
            <pc:sldMk cId="0" sldId="270"/>
            <ac:spMk id="3" creationId="{00000000-0000-0000-0000-000000000000}"/>
          </ac:spMkLst>
        </pc:spChg>
        <pc:spChg chg="del">
          <ac:chgData name="Jenkins NS" userId="8bdba4d2-1367-40cf-ad35-f59b31261896" providerId="ADAL" clId="{86BB08CA-B7A6-4B56-B251-75270BF6414D}" dt="2026-10-23T05:50:32.877" v="26" actId="478"/>
          <ac:spMkLst>
            <pc:docMk/>
            <pc:sldMk cId="0" sldId="270"/>
            <ac:spMk id="18" creationId="{00000000-0000-0000-0000-000000000000}"/>
          </ac:spMkLst>
        </pc:spChg>
      </pc:sldChg>
      <pc:sldChg chg="delSp modSp add mod setBg">
        <pc:chgData name="Jenkins NS" userId="8bdba4d2-1367-40cf-ad35-f59b31261896" providerId="ADAL" clId="{86BB08CA-B7A6-4B56-B251-75270BF6414D}" dt="2026-10-23T05:53:38.652" v="46" actId="207"/>
        <pc:sldMkLst>
          <pc:docMk/>
          <pc:sldMk cId="0" sldId="271"/>
        </pc:sldMkLst>
        <pc:spChg chg="mod">
          <ac:chgData name="Jenkins NS" userId="8bdba4d2-1367-40cf-ad35-f59b31261896" providerId="ADAL" clId="{86BB08CA-B7A6-4B56-B251-75270BF6414D}" dt="2026-10-23T05:53:38.652" v="46" actId="207"/>
          <ac:spMkLst>
            <pc:docMk/>
            <pc:sldMk cId="0" sldId="271"/>
            <ac:spMk id="3" creationId="{00000000-0000-0000-0000-000000000000}"/>
          </ac:spMkLst>
        </pc:spChg>
        <pc:spChg chg="del">
          <ac:chgData name="Jenkins NS" userId="8bdba4d2-1367-40cf-ad35-f59b31261896" providerId="ADAL" clId="{86BB08CA-B7A6-4B56-B251-75270BF6414D}" dt="2026-10-23T05:50:44.170" v="27" actId="478"/>
          <ac:spMkLst>
            <pc:docMk/>
            <pc:sldMk cId="0" sldId="271"/>
            <ac:spMk id="19" creationId="{00000000-0000-0000-0000-000000000000}"/>
          </ac:spMkLst>
        </pc:spChg>
      </pc:sldChg>
      <pc:sldChg chg="delSp modSp add mod setBg">
        <pc:chgData name="Jenkins NS" userId="8bdba4d2-1367-40cf-ad35-f59b31261896" providerId="ADAL" clId="{86BB08CA-B7A6-4B56-B251-75270BF6414D}" dt="2026-10-23T05:53:07.545" v="38" actId="207"/>
        <pc:sldMkLst>
          <pc:docMk/>
          <pc:sldMk cId="0" sldId="272"/>
        </pc:sldMkLst>
        <pc:spChg chg="mod">
          <ac:chgData name="Jenkins NS" userId="8bdba4d2-1367-40cf-ad35-f59b31261896" providerId="ADAL" clId="{86BB08CA-B7A6-4B56-B251-75270BF6414D}" dt="2026-10-23T05:53:07.545" v="38" actId="207"/>
          <ac:spMkLst>
            <pc:docMk/>
            <pc:sldMk cId="0" sldId="272"/>
            <ac:spMk id="3" creationId="{00000000-0000-0000-0000-000000000000}"/>
          </ac:spMkLst>
        </pc:spChg>
        <pc:spChg chg="mod">
          <ac:chgData name="Jenkins NS" userId="8bdba4d2-1367-40cf-ad35-f59b31261896" providerId="ADAL" clId="{86BB08CA-B7A6-4B56-B251-75270BF6414D}" dt="2026-10-23T05:52:38.597" v="37" actId="1076"/>
          <ac:spMkLst>
            <pc:docMk/>
            <pc:sldMk cId="0" sldId="272"/>
            <ac:spMk id="20" creationId="{00000000-0000-0000-0000-000000000000}"/>
          </ac:spMkLst>
        </pc:spChg>
        <pc:spChg chg="del">
          <ac:chgData name="Jenkins NS" userId="8bdba4d2-1367-40cf-ad35-f59b31261896" providerId="ADAL" clId="{86BB08CA-B7A6-4B56-B251-75270BF6414D}" dt="2026-10-23T05:50:50.598" v="28" actId="478"/>
          <ac:spMkLst>
            <pc:docMk/>
            <pc:sldMk cId="0" sldId="272"/>
            <ac:spMk id="25" creationId="{00000000-0000-0000-0000-000000000000}"/>
          </ac:spMkLst>
        </pc:spChg>
      </pc:sldChg>
      <pc:sldChg chg="delSp modSp add mod setBg">
        <pc:chgData name="Jenkins NS" userId="8bdba4d2-1367-40cf-ad35-f59b31261896" providerId="ADAL" clId="{86BB08CA-B7A6-4B56-B251-75270BF6414D}" dt="2026-10-23T05:53:33.467" v="45" actId="207"/>
        <pc:sldMkLst>
          <pc:docMk/>
          <pc:sldMk cId="0" sldId="273"/>
        </pc:sldMkLst>
        <pc:spChg chg="mod">
          <ac:chgData name="Jenkins NS" userId="8bdba4d2-1367-40cf-ad35-f59b31261896" providerId="ADAL" clId="{86BB08CA-B7A6-4B56-B251-75270BF6414D}" dt="2026-10-23T05:51:02.847" v="31" actId="27636"/>
          <ac:spMkLst>
            <pc:docMk/>
            <pc:sldMk cId="0" sldId="273"/>
            <ac:spMk id="2" creationId="{00000000-0000-0000-0000-000000000000}"/>
          </ac:spMkLst>
        </pc:spChg>
        <pc:spChg chg="mod">
          <ac:chgData name="Jenkins NS" userId="8bdba4d2-1367-40cf-ad35-f59b31261896" providerId="ADAL" clId="{86BB08CA-B7A6-4B56-B251-75270BF6414D}" dt="2026-10-23T05:53:33.467" v="45" actId="207"/>
          <ac:spMkLst>
            <pc:docMk/>
            <pc:sldMk cId="0" sldId="273"/>
            <ac:spMk id="3" creationId="{00000000-0000-0000-0000-000000000000}"/>
          </ac:spMkLst>
        </pc:spChg>
        <pc:spChg chg="mod">
          <ac:chgData name="Jenkins NS" userId="8bdba4d2-1367-40cf-ad35-f59b31261896" providerId="ADAL" clId="{86BB08CA-B7A6-4B56-B251-75270BF6414D}" dt="2026-10-23T05:50:59.916" v="29" actId="108"/>
          <ac:spMkLst>
            <pc:docMk/>
            <pc:sldMk cId="0" sldId="273"/>
            <ac:spMk id="13" creationId="{00000000-0000-0000-0000-000000000000}"/>
          </ac:spMkLst>
        </pc:spChg>
        <pc:spChg chg="del">
          <ac:chgData name="Jenkins NS" userId="8bdba4d2-1367-40cf-ad35-f59b31261896" providerId="ADAL" clId="{86BB08CA-B7A6-4B56-B251-75270BF6414D}" dt="2026-10-23T05:53:31.174" v="44" actId="478"/>
          <ac:spMkLst>
            <pc:docMk/>
            <pc:sldMk cId="0" sldId="273"/>
            <ac:spMk id="14" creationId="{00000000-0000-0000-0000-000000000000}"/>
          </ac:spMkLst>
        </pc:spChg>
      </pc:sldChg>
      <pc:sldChg chg="delSp modSp add mod setBg">
        <pc:chgData name="Jenkins NS" userId="8bdba4d2-1367-40cf-ad35-f59b31261896" providerId="ADAL" clId="{86BB08CA-B7A6-4B56-B251-75270BF6414D}" dt="2026-10-23T05:53:26.740" v="43" actId="478"/>
        <pc:sldMkLst>
          <pc:docMk/>
          <pc:sldMk cId="0" sldId="274"/>
        </pc:sldMkLst>
        <pc:spChg chg="mod">
          <ac:chgData name="Jenkins NS" userId="8bdba4d2-1367-40cf-ad35-f59b31261896" providerId="ADAL" clId="{86BB08CA-B7A6-4B56-B251-75270BF6414D}" dt="2026-10-23T05:53:24.140" v="42" actId="207"/>
          <ac:spMkLst>
            <pc:docMk/>
            <pc:sldMk cId="0" sldId="274"/>
            <ac:spMk id="3" creationId="{00000000-0000-0000-0000-000000000000}"/>
          </ac:spMkLst>
        </pc:spChg>
        <pc:spChg chg="del">
          <ac:chgData name="Jenkins NS" userId="8bdba4d2-1367-40cf-ad35-f59b31261896" providerId="ADAL" clId="{86BB08CA-B7A6-4B56-B251-75270BF6414D}" dt="2026-10-23T05:53:26.740" v="43" actId="478"/>
          <ac:spMkLst>
            <pc:docMk/>
            <pc:sldMk cId="0" sldId="274"/>
            <ac:spMk id="15" creationId="{00000000-0000-0000-0000-000000000000}"/>
          </ac:spMkLst>
        </pc:spChg>
      </pc:sldChg>
      <pc:sldChg chg="delSp modSp add mod setBg">
        <pc:chgData name="Jenkins NS" userId="8bdba4d2-1367-40cf-ad35-f59b31261896" providerId="ADAL" clId="{86BB08CA-B7A6-4B56-B251-75270BF6414D}" dt="2026-10-23T05:53:20.012" v="41" actId="207"/>
        <pc:sldMkLst>
          <pc:docMk/>
          <pc:sldMk cId="0" sldId="275"/>
        </pc:sldMkLst>
        <pc:spChg chg="mod">
          <ac:chgData name="Jenkins NS" userId="8bdba4d2-1367-40cf-ad35-f59b31261896" providerId="ADAL" clId="{86BB08CA-B7A6-4B56-B251-75270BF6414D}" dt="2026-10-23T05:53:20.012" v="41" actId="207"/>
          <ac:spMkLst>
            <pc:docMk/>
            <pc:sldMk cId="0" sldId="275"/>
            <ac:spMk id="2" creationId="{00000000-0000-0000-0000-000000000000}"/>
          </ac:spMkLst>
        </pc:spChg>
        <pc:spChg chg="mod">
          <ac:chgData name="Jenkins NS" userId="8bdba4d2-1367-40cf-ad35-f59b31261896" providerId="ADAL" clId="{86BB08CA-B7A6-4B56-B251-75270BF6414D}" dt="2026-10-23T05:53:16.758" v="40" actId="207"/>
          <ac:spMkLst>
            <pc:docMk/>
            <pc:sldMk cId="0" sldId="275"/>
            <ac:spMk id="3" creationId="{00000000-0000-0000-0000-000000000000}"/>
          </ac:spMkLst>
        </pc:spChg>
        <pc:spChg chg="del">
          <ac:chgData name="Jenkins NS" userId="8bdba4d2-1367-40cf-ad35-f59b31261896" providerId="ADAL" clId="{86BB08CA-B7A6-4B56-B251-75270BF6414D}" dt="2026-10-23T05:51:20.094" v="33" actId="478"/>
          <ac:spMkLst>
            <pc:docMk/>
            <pc:sldMk cId="0" sldId="275"/>
            <ac:spMk id="15" creationId="{00000000-0000-0000-0000-000000000000}"/>
          </ac:spMkLst>
        </pc:spChg>
      </pc:sldChg>
      <pc:sldChg chg="del">
        <pc:chgData name="Jenkins NS" userId="8bdba4d2-1367-40cf-ad35-f59b31261896" providerId="ADAL" clId="{86BB08CA-B7A6-4B56-B251-75270BF6414D}" dt="2026-10-23T05:31:21.916" v="0" actId="47"/>
        <pc:sldMkLst>
          <pc:docMk/>
          <pc:sldMk cId="1096705017" sldId="10341"/>
        </pc:sldMkLst>
      </pc:sldChg>
      <pc:sldChg chg="del">
        <pc:chgData name="Jenkins NS" userId="8bdba4d2-1367-40cf-ad35-f59b31261896" providerId="ADAL" clId="{86BB08CA-B7A6-4B56-B251-75270BF6414D}" dt="2026-10-23T05:31:21.916" v="0" actId="47"/>
        <pc:sldMkLst>
          <pc:docMk/>
          <pc:sldMk cId="2980580362" sldId="2076137821"/>
        </pc:sldMkLst>
      </pc:sldChg>
      <pc:sldChg chg="del">
        <pc:chgData name="Jenkins NS" userId="8bdba4d2-1367-40cf-ad35-f59b31261896" providerId="ADAL" clId="{86BB08CA-B7A6-4B56-B251-75270BF6414D}" dt="2026-10-23T05:31:21.916" v="0" actId="47"/>
        <pc:sldMkLst>
          <pc:docMk/>
          <pc:sldMk cId="847600138" sldId="2076137823"/>
        </pc:sldMkLst>
      </pc:sldChg>
      <pc:sldChg chg="del">
        <pc:chgData name="Jenkins NS" userId="8bdba4d2-1367-40cf-ad35-f59b31261896" providerId="ADAL" clId="{86BB08CA-B7A6-4B56-B251-75270BF6414D}" dt="2026-10-23T05:31:21.916" v="0" actId="47"/>
        <pc:sldMkLst>
          <pc:docMk/>
          <pc:sldMk cId="3031809596" sldId="2142533535"/>
        </pc:sldMkLst>
      </pc:sldChg>
      <pc:sldChg chg="del">
        <pc:chgData name="Jenkins NS" userId="8bdba4d2-1367-40cf-ad35-f59b31261896" providerId="ADAL" clId="{86BB08CA-B7A6-4B56-B251-75270BF6414D}" dt="2026-10-23T05:31:21.916" v="0" actId="47"/>
        <pc:sldMkLst>
          <pc:docMk/>
          <pc:sldMk cId="493708244" sldId="2142533536"/>
        </pc:sldMkLst>
      </pc:sldChg>
      <pc:sldChg chg="del">
        <pc:chgData name="Jenkins NS" userId="8bdba4d2-1367-40cf-ad35-f59b31261896" providerId="ADAL" clId="{86BB08CA-B7A6-4B56-B251-75270BF6414D}" dt="2026-10-23T05:31:21.916" v="0" actId="47"/>
        <pc:sldMkLst>
          <pc:docMk/>
          <pc:sldMk cId="949564228" sldId="2142533538"/>
        </pc:sldMkLst>
      </pc:sldChg>
      <pc:sldChg chg="del">
        <pc:chgData name="Jenkins NS" userId="8bdba4d2-1367-40cf-ad35-f59b31261896" providerId="ADAL" clId="{86BB08CA-B7A6-4B56-B251-75270BF6414D}" dt="2026-10-23T05:31:21.916" v="0" actId="47"/>
        <pc:sldMkLst>
          <pc:docMk/>
          <pc:sldMk cId="1159306728" sldId="2142533539"/>
        </pc:sldMkLst>
      </pc:sldChg>
      <pc:sldChg chg="del">
        <pc:chgData name="Jenkins NS" userId="8bdba4d2-1367-40cf-ad35-f59b31261896" providerId="ADAL" clId="{86BB08CA-B7A6-4B56-B251-75270BF6414D}" dt="2026-10-23T05:31:21.916" v="0" actId="47"/>
        <pc:sldMkLst>
          <pc:docMk/>
          <pc:sldMk cId="2306444340" sldId="2142533540"/>
        </pc:sldMkLst>
      </pc:sldChg>
      <pc:sldChg chg="del">
        <pc:chgData name="Jenkins NS" userId="8bdba4d2-1367-40cf-ad35-f59b31261896" providerId="ADAL" clId="{86BB08CA-B7A6-4B56-B251-75270BF6414D}" dt="2026-10-23T05:31:21.916" v="0" actId="47"/>
        <pc:sldMkLst>
          <pc:docMk/>
          <pc:sldMk cId="2194364739" sldId="2142533583"/>
        </pc:sldMkLst>
      </pc:sldChg>
      <pc:sldChg chg="del">
        <pc:chgData name="Jenkins NS" userId="8bdba4d2-1367-40cf-ad35-f59b31261896" providerId="ADAL" clId="{86BB08CA-B7A6-4B56-B251-75270BF6414D}" dt="2026-10-23T05:31:21.916" v="0" actId="47"/>
        <pc:sldMkLst>
          <pc:docMk/>
          <pc:sldMk cId="3661348972" sldId="2142533584"/>
        </pc:sldMkLst>
      </pc:sldChg>
      <pc:sldChg chg="add del">
        <pc:chgData name="Jenkins NS" userId="8bdba4d2-1367-40cf-ad35-f59b31261896" providerId="ADAL" clId="{86BB08CA-B7A6-4B56-B251-75270BF6414D}" dt="2026-10-23T05:48:04.982" v="7" actId="47"/>
        <pc:sldMkLst>
          <pc:docMk/>
          <pc:sldMk cId="1488354913" sldId="2147471059"/>
        </pc:sldMkLst>
      </pc:sldChg>
      <pc:sldChg chg="add del">
        <pc:chgData name="Jenkins NS" userId="8bdba4d2-1367-40cf-ad35-f59b31261896" providerId="ADAL" clId="{86BB08CA-B7A6-4B56-B251-75270BF6414D}" dt="2026-10-23T05:48:04.982" v="7" actId="47"/>
        <pc:sldMkLst>
          <pc:docMk/>
          <pc:sldMk cId="2866244905" sldId="2147471060"/>
        </pc:sldMkLst>
      </pc:sldChg>
      <pc:sldChg chg="add del">
        <pc:chgData name="Jenkins NS" userId="8bdba4d2-1367-40cf-ad35-f59b31261896" providerId="ADAL" clId="{86BB08CA-B7A6-4B56-B251-75270BF6414D}" dt="2026-10-23T05:48:04.982" v="7" actId="47"/>
        <pc:sldMkLst>
          <pc:docMk/>
          <pc:sldMk cId="4128555809" sldId="2147471061"/>
        </pc:sldMkLst>
      </pc:sldChg>
      <pc:sldChg chg="del">
        <pc:chgData name="Jenkins NS" userId="8bdba4d2-1367-40cf-ad35-f59b31261896" providerId="ADAL" clId="{86BB08CA-B7A6-4B56-B251-75270BF6414D}" dt="2026-10-23T05:31:21.916" v="0" actId="47"/>
        <pc:sldMkLst>
          <pc:docMk/>
          <pc:sldMk cId="0" sldId="2147479597"/>
        </pc:sldMkLst>
      </pc:sldChg>
      <pc:sldChg chg="add del">
        <pc:chgData name="Jenkins NS" userId="8bdba4d2-1367-40cf-ad35-f59b31261896" providerId="ADAL" clId="{86BB08CA-B7A6-4B56-B251-75270BF6414D}" dt="2026-10-23T05:47:54.363" v="4" actId="47"/>
        <pc:sldMkLst>
          <pc:docMk/>
          <pc:sldMk cId="3940752053" sldId="2147482268"/>
        </pc:sldMkLst>
      </pc:sldChg>
      <pc:sldChg chg="add del">
        <pc:chgData name="Jenkins NS" userId="8bdba4d2-1367-40cf-ad35-f59b31261896" providerId="ADAL" clId="{86BB08CA-B7A6-4B56-B251-75270BF6414D}" dt="2026-10-23T05:48:04.982" v="7" actId="47"/>
        <pc:sldMkLst>
          <pc:docMk/>
          <pc:sldMk cId="3498080330" sldId="2147482371"/>
        </pc:sldMkLst>
      </pc:sldChg>
      <pc:sldChg chg="add del">
        <pc:chgData name="Jenkins NS" userId="8bdba4d2-1367-40cf-ad35-f59b31261896" providerId="ADAL" clId="{86BB08CA-B7A6-4B56-B251-75270BF6414D}" dt="2026-10-23T05:47:56.818" v="5" actId="47"/>
        <pc:sldMkLst>
          <pc:docMk/>
          <pc:sldMk cId="4025133718" sldId="2147482372"/>
        </pc:sldMkLst>
      </pc:sldChg>
      <pc:sldMasterChg chg="delSldLayout">
        <pc:chgData name="Jenkins NS" userId="8bdba4d2-1367-40cf-ad35-f59b31261896" providerId="ADAL" clId="{86BB08CA-B7A6-4B56-B251-75270BF6414D}" dt="2026-10-23T05:48:04.982" v="7" actId="47"/>
        <pc:sldMasterMkLst>
          <pc:docMk/>
          <pc:sldMasterMk cId="975404246" sldId="2147483648"/>
        </pc:sldMasterMkLst>
        <pc:sldLayoutChg chg="del">
          <pc:chgData name="Jenkins NS" userId="8bdba4d2-1367-40cf-ad35-f59b31261896" providerId="ADAL" clId="{86BB08CA-B7A6-4B56-B251-75270BF6414D}" dt="2026-10-23T05:48:04.982" v="7" actId="47"/>
          <pc:sldLayoutMkLst>
            <pc:docMk/>
            <pc:sldMasterMk cId="975404246" sldId="2147483648"/>
            <pc:sldLayoutMk cId="2134342542" sldId="2147483740"/>
          </pc:sldLayoutMkLst>
        </pc:sldLayoutChg>
        <pc:sldLayoutChg chg="del">
          <pc:chgData name="Jenkins NS" userId="8bdba4d2-1367-40cf-ad35-f59b31261896" providerId="ADAL" clId="{86BB08CA-B7A6-4B56-B251-75270BF6414D}" dt="2026-10-23T05:31:21.916" v="0" actId="47"/>
          <pc:sldLayoutMkLst>
            <pc:docMk/>
            <pc:sldMasterMk cId="975404246" sldId="2147483648"/>
            <pc:sldLayoutMk cId="3150296090" sldId="2147483741"/>
          </pc:sldLayoutMkLst>
        </pc:sldLayoutChg>
        <pc:sldLayoutChg chg="del">
          <pc:chgData name="Jenkins NS" userId="8bdba4d2-1367-40cf-ad35-f59b31261896" providerId="ADAL" clId="{86BB08CA-B7A6-4B56-B251-75270BF6414D}" dt="2026-10-23T05:31:21.916" v="0" actId="47"/>
          <pc:sldLayoutMkLst>
            <pc:docMk/>
            <pc:sldMasterMk cId="975404246" sldId="2147483648"/>
            <pc:sldLayoutMk cId="2926884318" sldId="2147483742"/>
          </pc:sldLayoutMkLst>
        </pc:sldLayoutChg>
        <pc:sldLayoutChg chg="del">
          <pc:chgData name="Jenkins NS" userId="8bdba4d2-1367-40cf-ad35-f59b31261896" providerId="ADAL" clId="{86BB08CA-B7A6-4B56-B251-75270BF6414D}" dt="2026-10-23T05:31:21.916" v="0" actId="47"/>
          <pc:sldLayoutMkLst>
            <pc:docMk/>
            <pc:sldMasterMk cId="975404246" sldId="2147483648"/>
            <pc:sldLayoutMk cId="2287352221" sldId="2147483743"/>
          </pc:sldLayoutMkLst>
        </pc:sldLayoutChg>
      </pc:sldMasterChg>
      <pc:sldMasterChg chg="del delSldLayout">
        <pc:chgData name="Jenkins NS" userId="8bdba4d2-1367-40cf-ad35-f59b31261896" providerId="ADAL" clId="{86BB08CA-B7A6-4B56-B251-75270BF6414D}" dt="2026-10-23T05:31:21.916" v="0" actId="47"/>
        <pc:sldMasterMkLst>
          <pc:docMk/>
          <pc:sldMasterMk cId="2494316984" sldId="2147483684"/>
        </pc:sldMasterMkLst>
        <pc:sldLayoutChg chg="del">
          <pc:chgData name="Jenkins NS" userId="8bdba4d2-1367-40cf-ad35-f59b31261896" providerId="ADAL" clId="{86BB08CA-B7A6-4B56-B251-75270BF6414D}" dt="2026-10-23T05:31:21.916" v="0" actId="47"/>
          <pc:sldLayoutMkLst>
            <pc:docMk/>
            <pc:sldMasterMk cId="2494316984" sldId="2147483684"/>
            <pc:sldLayoutMk cId="380069328" sldId="2147483685"/>
          </pc:sldLayoutMkLst>
        </pc:sldLayoutChg>
        <pc:sldLayoutChg chg="del">
          <pc:chgData name="Jenkins NS" userId="8bdba4d2-1367-40cf-ad35-f59b31261896" providerId="ADAL" clId="{86BB08CA-B7A6-4B56-B251-75270BF6414D}" dt="2026-10-23T05:31:21.916" v="0" actId="47"/>
          <pc:sldLayoutMkLst>
            <pc:docMk/>
            <pc:sldMasterMk cId="2494316984" sldId="2147483684"/>
            <pc:sldLayoutMk cId="3599421431" sldId="2147483686"/>
          </pc:sldLayoutMkLst>
        </pc:sldLayoutChg>
        <pc:sldLayoutChg chg="del">
          <pc:chgData name="Jenkins NS" userId="8bdba4d2-1367-40cf-ad35-f59b31261896" providerId="ADAL" clId="{86BB08CA-B7A6-4B56-B251-75270BF6414D}" dt="2026-10-23T05:31:21.916" v="0" actId="47"/>
          <pc:sldLayoutMkLst>
            <pc:docMk/>
            <pc:sldMasterMk cId="2494316984" sldId="2147483684"/>
            <pc:sldLayoutMk cId="636360322" sldId="2147483687"/>
          </pc:sldLayoutMkLst>
        </pc:sldLayoutChg>
      </pc:sldMasterChg>
      <pc:sldMasterChg chg="delSldLayout">
        <pc:chgData name="Jenkins NS" userId="8bdba4d2-1367-40cf-ad35-f59b31261896" providerId="ADAL" clId="{86BB08CA-B7A6-4B56-B251-75270BF6414D}" dt="2026-10-23T05:31:21.916" v="0" actId="47"/>
        <pc:sldMasterMkLst>
          <pc:docMk/>
          <pc:sldMasterMk cId="2576410728" sldId="2147483688"/>
        </pc:sldMasterMkLst>
        <pc:sldLayoutChg chg="del">
          <pc:chgData name="Jenkins NS" userId="8bdba4d2-1367-40cf-ad35-f59b31261896" providerId="ADAL" clId="{86BB08CA-B7A6-4B56-B251-75270BF6414D}" dt="2026-10-23T05:31:21.916" v="0" actId="47"/>
          <pc:sldLayoutMkLst>
            <pc:docMk/>
            <pc:sldMasterMk cId="2576410728" sldId="2147483688"/>
            <pc:sldLayoutMk cId="267021193" sldId="2147483740"/>
          </pc:sldLayoutMkLst>
        </pc:sldLayoutChg>
      </pc:sldMasterChg>
    </pc:docChg>
  </pc:docChgLst>
  <pc:docChgLst>
    <pc:chgData name="Jenkins NS" userId="8bdba4d2-1367-40cf-ad35-f59b31261896" providerId="ADAL" clId="{F58680DD-FFF5-4D2B-B065-F48D10CC8C0D}"/>
    <pc:docChg chg="delSld delMainMaster">
      <pc:chgData name="Jenkins NS" userId="8bdba4d2-1367-40cf-ad35-f59b31261896" providerId="ADAL" clId="{F58680DD-FFF5-4D2B-B065-F48D10CC8C0D}" dt="2026-10-22T20:52:21.654" v="0" actId="47"/>
      <pc:docMkLst>
        <pc:docMk/>
      </pc:docMkLst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56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57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58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59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60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61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62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101198574" sldId="1611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2533482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1451565363" sldId="2147479572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73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74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75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76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77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78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79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80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81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82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83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84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85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86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87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2979084665" sldId="2147479593"/>
        </pc:sldMkLst>
      </pc:sldChg>
      <pc:sldMasterChg chg="delSldLayout">
        <pc:chgData name="Jenkins NS" userId="8bdba4d2-1367-40cf-ad35-f59b31261896" providerId="ADAL" clId="{F58680DD-FFF5-4D2B-B065-F48D10CC8C0D}" dt="2026-10-22T20:52:21.654" v="0" actId="47"/>
        <pc:sldMasterMkLst>
          <pc:docMk/>
          <pc:sldMasterMk cId="975404246" sldId="2147483648"/>
        </pc:sldMasterMkLst>
        <pc:sldLayoutChg chg="del">
          <pc:chgData name="Jenkins NS" userId="8bdba4d2-1367-40cf-ad35-f59b31261896" providerId="ADAL" clId="{F58680DD-FFF5-4D2B-B065-F48D10CC8C0D}" dt="2026-10-22T20:52:21.654" v="0" actId="47"/>
          <pc:sldLayoutMkLst>
            <pc:docMk/>
            <pc:sldMasterMk cId="975404246" sldId="2147483648"/>
            <pc:sldLayoutMk cId="216699640" sldId="2147483660"/>
          </pc:sldLayoutMkLst>
        </pc:sldLayoutChg>
        <pc:sldLayoutChg chg="del">
          <pc:chgData name="Jenkins NS" userId="8bdba4d2-1367-40cf-ad35-f59b31261896" providerId="ADAL" clId="{F58680DD-FFF5-4D2B-B065-F48D10CC8C0D}" dt="2026-10-22T20:52:21.654" v="0" actId="47"/>
          <pc:sldLayoutMkLst>
            <pc:docMk/>
            <pc:sldMasterMk cId="975404246" sldId="2147483648"/>
            <pc:sldLayoutMk cId="2861898254" sldId="2147483673"/>
          </pc:sldLayoutMkLst>
        </pc:sldLayoutChg>
      </pc:sldMasterChg>
      <pc:sldMasterChg chg="del delSldLayout">
        <pc:chgData name="Jenkins NS" userId="8bdba4d2-1367-40cf-ad35-f59b31261896" providerId="ADAL" clId="{F58680DD-FFF5-4D2B-B065-F48D10CC8C0D}" dt="2026-10-22T20:52:21.654" v="0" actId="47"/>
        <pc:sldMasterMkLst>
          <pc:docMk/>
          <pc:sldMasterMk cId="2391316343" sldId="2147483668"/>
        </pc:sldMasterMkLst>
        <pc:sldLayoutChg chg="del">
          <pc:chgData name="Jenkins NS" userId="8bdba4d2-1367-40cf-ad35-f59b31261896" providerId="ADAL" clId="{F58680DD-FFF5-4D2B-B065-F48D10CC8C0D}" dt="2026-10-22T20:52:21.654" v="0" actId="47"/>
          <pc:sldLayoutMkLst>
            <pc:docMk/>
            <pc:sldMasterMk cId="2391316343" sldId="2147483668"/>
            <pc:sldLayoutMk cId="1317201455" sldId="2147483669"/>
          </pc:sldLayoutMkLst>
        </pc:sldLayoutChg>
        <pc:sldLayoutChg chg="del">
          <pc:chgData name="Jenkins NS" userId="8bdba4d2-1367-40cf-ad35-f59b31261896" providerId="ADAL" clId="{F58680DD-FFF5-4D2B-B065-F48D10CC8C0D}" dt="2026-10-22T20:52:21.654" v="0" actId="47"/>
          <pc:sldLayoutMkLst>
            <pc:docMk/>
            <pc:sldMasterMk cId="2391316343" sldId="2147483668"/>
            <pc:sldLayoutMk cId="1798594045" sldId="2147483670"/>
          </pc:sldLayoutMkLst>
        </pc:sldLayoutChg>
        <pc:sldLayoutChg chg="del">
          <pc:chgData name="Jenkins NS" userId="8bdba4d2-1367-40cf-ad35-f59b31261896" providerId="ADAL" clId="{F58680DD-FFF5-4D2B-B065-F48D10CC8C0D}" dt="2026-10-22T20:52:21.654" v="0" actId="47"/>
          <pc:sldLayoutMkLst>
            <pc:docMk/>
            <pc:sldMasterMk cId="2391316343" sldId="2147483668"/>
            <pc:sldLayoutMk cId="3284760538" sldId="2147483671"/>
          </pc:sldLayoutMkLst>
        </pc:sldLayoutChg>
        <pc:sldLayoutChg chg="del">
          <pc:chgData name="Jenkins NS" userId="8bdba4d2-1367-40cf-ad35-f59b31261896" providerId="ADAL" clId="{F58680DD-FFF5-4D2B-B065-F48D10CC8C0D}" dt="2026-10-22T20:52:21.654" v="0" actId="47"/>
          <pc:sldLayoutMkLst>
            <pc:docMk/>
            <pc:sldMasterMk cId="2391316343" sldId="2147483668"/>
            <pc:sldLayoutMk cId="902464598" sldId="2147483674"/>
          </pc:sldLayoutMkLst>
        </pc:sldLayoutChg>
        <pc:sldLayoutChg chg="del">
          <pc:chgData name="Jenkins NS" userId="8bdba4d2-1367-40cf-ad35-f59b31261896" providerId="ADAL" clId="{F58680DD-FFF5-4D2B-B065-F48D10CC8C0D}" dt="2026-10-22T20:52:21.654" v="0" actId="47"/>
          <pc:sldLayoutMkLst>
            <pc:docMk/>
            <pc:sldMasterMk cId="2391316343" sldId="2147483668"/>
            <pc:sldLayoutMk cId="2154374152" sldId="2147483683"/>
          </pc:sldLayoutMkLst>
        </pc:sldLayoutChg>
      </pc:sldMasterChg>
      <pc:sldMasterChg chg="del delSldLayout">
        <pc:chgData name="Jenkins NS" userId="8bdba4d2-1367-40cf-ad35-f59b31261896" providerId="ADAL" clId="{F58680DD-FFF5-4D2B-B065-F48D10CC8C0D}" dt="2026-10-22T20:52:21.654" v="0" actId="47"/>
        <pc:sldMasterMkLst>
          <pc:docMk/>
          <pc:sldMasterMk cId="4035815384" sldId="2147483675"/>
        </pc:sldMasterMkLst>
        <pc:sldLayoutChg chg="del">
          <pc:chgData name="Jenkins NS" userId="8bdba4d2-1367-40cf-ad35-f59b31261896" providerId="ADAL" clId="{F58680DD-FFF5-4D2B-B065-F48D10CC8C0D}" dt="2026-10-22T20:52:21.654" v="0" actId="47"/>
          <pc:sldLayoutMkLst>
            <pc:docMk/>
            <pc:sldMasterMk cId="4035815384" sldId="2147483675"/>
            <pc:sldLayoutMk cId="3493966669" sldId="2147483676"/>
          </pc:sldLayoutMkLst>
        </pc:sldLayoutChg>
        <pc:sldLayoutChg chg="del">
          <pc:chgData name="Jenkins NS" userId="8bdba4d2-1367-40cf-ad35-f59b31261896" providerId="ADAL" clId="{F58680DD-FFF5-4D2B-B065-F48D10CC8C0D}" dt="2026-10-22T20:52:21.654" v="0" actId="47"/>
          <pc:sldLayoutMkLst>
            <pc:docMk/>
            <pc:sldMasterMk cId="4035815384" sldId="2147483675"/>
            <pc:sldLayoutMk cId="4045809490" sldId="2147483677"/>
          </pc:sldLayoutMkLst>
        </pc:sldLayoutChg>
        <pc:sldLayoutChg chg="del">
          <pc:chgData name="Jenkins NS" userId="8bdba4d2-1367-40cf-ad35-f59b31261896" providerId="ADAL" clId="{F58680DD-FFF5-4D2B-B065-F48D10CC8C0D}" dt="2026-10-22T20:52:21.654" v="0" actId="47"/>
          <pc:sldLayoutMkLst>
            <pc:docMk/>
            <pc:sldMasterMk cId="4035815384" sldId="2147483675"/>
            <pc:sldLayoutMk cId="2633174446" sldId="2147483678"/>
          </pc:sldLayoutMkLst>
        </pc:sldLayoutChg>
        <pc:sldLayoutChg chg="del">
          <pc:chgData name="Jenkins NS" userId="8bdba4d2-1367-40cf-ad35-f59b31261896" providerId="ADAL" clId="{F58680DD-FFF5-4D2B-B065-F48D10CC8C0D}" dt="2026-10-22T20:52:21.654" v="0" actId="47"/>
          <pc:sldLayoutMkLst>
            <pc:docMk/>
            <pc:sldMasterMk cId="4035815384" sldId="2147483675"/>
            <pc:sldLayoutMk cId="3224269921" sldId="2147483679"/>
          </pc:sldLayoutMkLst>
        </pc:sldLayoutChg>
      </pc:sldMasterChg>
    </pc:docChg>
  </pc:docChgLst>
  <pc:docChgLst>
    <pc:chgData name="Jenkins NS" userId="8bdba4d2-1367-40cf-ad35-f59b31261896" providerId="ADAL" clId="{CCC04DCF-462A-48FA-A7E5-818132DB2AF0}"/>
    <pc:docChg chg="undo custSel addSld delSld modSld">
      <pc:chgData name="Jenkins NS" userId="8bdba4d2-1367-40cf-ad35-f59b31261896" providerId="ADAL" clId="{CCC04DCF-462A-48FA-A7E5-818132DB2AF0}" dt="2026-10-23T06:22:16.451" v="34" actId="478"/>
      <pc:docMkLst>
        <pc:docMk/>
      </pc:docMkLst>
      <pc:sldChg chg="delSp modSp add del mod setBg">
        <pc:chgData name="Jenkins NS" userId="8bdba4d2-1367-40cf-ad35-f59b31261896" providerId="ADAL" clId="{CCC04DCF-462A-48FA-A7E5-818132DB2AF0}" dt="2026-10-23T06:21:12.013" v="24" actId="1076"/>
        <pc:sldMkLst>
          <pc:docMk/>
          <pc:sldMk cId="0" sldId="256"/>
        </pc:sldMkLst>
        <pc:spChg chg="del">
          <ac:chgData name="Jenkins NS" userId="8bdba4d2-1367-40cf-ad35-f59b31261896" providerId="ADAL" clId="{CCC04DCF-462A-48FA-A7E5-818132DB2AF0}" dt="2026-10-23T06:21:06.389" v="22" actId="478"/>
          <ac:spMkLst>
            <pc:docMk/>
            <pc:sldMk cId="0" sldId="256"/>
            <ac:spMk id="2" creationId="{00000000-0000-0000-0000-000000000000}"/>
          </ac:spMkLst>
        </pc:spChg>
        <pc:spChg chg="mod">
          <ac:chgData name="Jenkins NS" userId="8bdba4d2-1367-40cf-ad35-f59b31261896" providerId="ADAL" clId="{CCC04DCF-462A-48FA-A7E5-818132DB2AF0}" dt="2026-10-23T06:21:08.726" v="23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Jenkins NS" userId="8bdba4d2-1367-40cf-ad35-f59b31261896" providerId="ADAL" clId="{CCC04DCF-462A-48FA-A7E5-818132DB2AF0}" dt="2026-10-23T06:21:12.013" v="24" actId="1076"/>
          <ac:spMkLst>
            <pc:docMk/>
            <pc:sldMk cId="0" sldId="256"/>
            <ac:spMk id="4" creationId="{00000000-0000-0000-0000-000000000000}"/>
          </ac:spMkLst>
        </pc:spChg>
      </pc:sldChg>
      <pc:sldChg chg="delSp add mod">
        <pc:chgData name="Jenkins NS" userId="8bdba4d2-1367-40cf-ad35-f59b31261896" providerId="ADAL" clId="{CCC04DCF-462A-48FA-A7E5-818132DB2AF0}" dt="2026-10-23T06:20:54.017" v="18" actId="478"/>
        <pc:sldMkLst>
          <pc:docMk/>
          <pc:sldMk cId="0" sldId="258"/>
        </pc:sldMkLst>
        <pc:spChg chg="del">
          <ac:chgData name="Jenkins NS" userId="8bdba4d2-1367-40cf-ad35-f59b31261896" providerId="ADAL" clId="{CCC04DCF-462A-48FA-A7E5-818132DB2AF0}" dt="2026-10-23T06:20:54.017" v="18" actId="478"/>
          <ac:spMkLst>
            <pc:docMk/>
            <pc:sldMk cId="0" sldId="258"/>
            <ac:spMk id="19" creationId="{00000000-0000-0000-0000-000000000000}"/>
          </ac:spMkLst>
        </pc:spChg>
      </pc:sldChg>
      <pc:sldChg chg="delSp add mod">
        <pc:chgData name="Jenkins NS" userId="8bdba4d2-1367-40cf-ad35-f59b31261896" providerId="ADAL" clId="{CCC04DCF-462A-48FA-A7E5-818132DB2AF0}" dt="2026-10-23T06:21:30.582" v="26" actId="478"/>
        <pc:sldMkLst>
          <pc:docMk/>
          <pc:sldMk cId="0" sldId="259"/>
        </pc:sldMkLst>
        <pc:spChg chg="del">
          <ac:chgData name="Jenkins NS" userId="8bdba4d2-1367-40cf-ad35-f59b31261896" providerId="ADAL" clId="{CCC04DCF-462A-48FA-A7E5-818132DB2AF0}" dt="2026-10-23T06:21:30.582" v="26" actId="478"/>
          <ac:spMkLst>
            <pc:docMk/>
            <pc:sldMk cId="0" sldId="259"/>
            <ac:spMk id="16" creationId="{00000000-0000-0000-0000-000000000000}"/>
          </ac:spMkLst>
        </pc:spChg>
      </pc:sldChg>
      <pc:sldChg chg="delSp add mod setBg">
        <pc:chgData name="Jenkins NS" userId="8bdba4d2-1367-40cf-ad35-f59b31261896" providerId="ADAL" clId="{CCC04DCF-462A-48FA-A7E5-818132DB2AF0}" dt="2026-10-23T06:21:47.083" v="28" actId="478"/>
        <pc:sldMkLst>
          <pc:docMk/>
          <pc:sldMk cId="0" sldId="260"/>
        </pc:sldMkLst>
        <pc:spChg chg="del">
          <ac:chgData name="Jenkins NS" userId="8bdba4d2-1367-40cf-ad35-f59b31261896" providerId="ADAL" clId="{CCC04DCF-462A-48FA-A7E5-818132DB2AF0}" dt="2026-10-23T06:21:47.083" v="28" actId="478"/>
          <ac:spMkLst>
            <pc:docMk/>
            <pc:sldMk cId="0" sldId="260"/>
            <ac:spMk id="12" creationId="{00000000-0000-0000-0000-000000000000}"/>
          </ac:spMkLst>
        </pc:spChg>
      </pc:sldChg>
      <pc:sldChg chg="delSp add mod setBg">
        <pc:chgData name="Jenkins NS" userId="8bdba4d2-1367-40cf-ad35-f59b31261896" providerId="ADAL" clId="{CCC04DCF-462A-48FA-A7E5-818132DB2AF0}" dt="2026-10-23T06:21:56.959" v="30" actId="478"/>
        <pc:sldMkLst>
          <pc:docMk/>
          <pc:sldMk cId="0" sldId="261"/>
        </pc:sldMkLst>
        <pc:spChg chg="del">
          <ac:chgData name="Jenkins NS" userId="8bdba4d2-1367-40cf-ad35-f59b31261896" providerId="ADAL" clId="{CCC04DCF-462A-48FA-A7E5-818132DB2AF0}" dt="2026-10-23T06:21:56.959" v="30" actId="478"/>
          <ac:spMkLst>
            <pc:docMk/>
            <pc:sldMk cId="0" sldId="261"/>
            <ac:spMk id="12" creationId="{00000000-0000-0000-0000-000000000000}"/>
          </ac:spMkLst>
        </pc:spChg>
      </pc:sldChg>
      <pc:sldChg chg="delSp add del mod setBg">
        <pc:chgData name="Jenkins NS" userId="8bdba4d2-1367-40cf-ad35-f59b31261896" providerId="ADAL" clId="{CCC04DCF-462A-48FA-A7E5-818132DB2AF0}" dt="2026-10-23T06:22:16.451" v="34" actId="478"/>
        <pc:sldMkLst>
          <pc:docMk/>
          <pc:sldMk cId="0" sldId="262"/>
        </pc:sldMkLst>
        <pc:spChg chg="del">
          <ac:chgData name="Jenkins NS" userId="8bdba4d2-1367-40cf-ad35-f59b31261896" providerId="ADAL" clId="{CCC04DCF-462A-48FA-A7E5-818132DB2AF0}" dt="2026-10-23T06:22:16.451" v="34" actId="478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Jenkins NS" userId="8bdba4d2-1367-40cf-ad35-f59b31261896" providerId="ADAL" clId="{CCC04DCF-462A-48FA-A7E5-818132DB2AF0}" dt="2026-10-23T06:14:09.819" v="16" actId="33524"/>
        <pc:sldMkLst>
          <pc:docMk/>
          <pc:sldMk cId="3585144251" sldId="2147479602"/>
        </pc:sldMkLst>
        <pc:spChg chg="mod">
          <ac:chgData name="Jenkins NS" userId="8bdba4d2-1367-40cf-ad35-f59b31261896" providerId="ADAL" clId="{CCC04DCF-462A-48FA-A7E5-818132DB2AF0}" dt="2026-10-23T06:14:09.819" v="16" actId="33524"/>
          <ac:spMkLst>
            <pc:docMk/>
            <pc:sldMk cId="3585144251" sldId="2147479602"/>
            <ac:spMk id="5" creationId="{C5C36B88-BDFD-29D8-DA60-E1A871D76BCB}"/>
          </ac:spMkLst>
        </pc:spChg>
      </pc:sldChg>
    </pc:docChg>
  </pc:docChgLst>
  <pc:docChgLst>
    <pc:chgData name="Jenkins NS" userId="8bdba4d2-1367-40cf-ad35-f59b31261896" providerId="ADAL" clId="{86724140-930D-4C35-BABC-84C9C3BBEAD0}"/>
    <pc:docChg chg="undo custSel addSld delSld modSld sldOrd modMainMaster">
      <pc:chgData name="Jenkins NS" userId="8bdba4d2-1367-40cf-ad35-f59b31261896" providerId="ADAL" clId="{86724140-930D-4C35-BABC-84C9C3BBEAD0}" dt="2026-05-26T05:17:18.055" v="2383" actId="729"/>
      <pc:docMkLst>
        <pc:docMk/>
      </pc:docMkLst>
      <pc:sldChg chg="modSp del">
        <pc:chgData name="Jenkins NS" userId="8bdba4d2-1367-40cf-ad35-f59b31261896" providerId="ADAL" clId="{86724140-930D-4C35-BABC-84C9C3BBEAD0}" dt="2026-05-23T19:49:51.326" v="46" actId="47"/>
        <pc:sldMkLst>
          <pc:docMk/>
          <pc:sldMk cId="2130413274" sldId="256"/>
        </pc:sldMkLst>
      </pc:sldChg>
      <pc:sldChg chg="addSp modSp mod modNotesTx">
        <pc:chgData name="Jenkins NS" userId="8bdba4d2-1367-40cf-ad35-f59b31261896" providerId="ADAL" clId="{86724140-930D-4C35-BABC-84C9C3BBEAD0}" dt="2026-05-23T19:59:00.290" v="85"/>
        <pc:sldMkLst>
          <pc:docMk/>
          <pc:sldMk cId="101198574" sldId="1611"/>
        </pc:sldMkLst>
      </pc:sldChg>
      <pc:sldChg chg="add del">
        <pc:chgData name="Jenkins NS" userId="8bdba4d2-1367-40cf-ad35-f59b31261896" providerId="ADAL" clId="{86724140-930D-4C35-BABC-84C9C3BBEAD0}" dt="2026-05-23T21:41:59.056" v="946" actId="47"/>
        <pc:sldMkLst>
          <pc:docMk/>
          <pc:sldMk cId="1954936120" sldId="1821"/>
        </pc:sldMkLst>
      </pc:sldChg>
      <pc:sldChg chg="modSp add del mod">
        <pc:chgData name="Jenkins NS" userId="8bdba4d2-1367-40cf-ad35-f59b31261896" providerId="ADAL" clId="{86724140-930D-4C35-BABC-84C9C3BBEAD0}" dt="2026-05-23T20:15:26.909" v="237" actId="27636"/>
        <pc:sldMkLst>
          <pc:docMk/>
          <pc:sldMk cId="3432255962" sldId="4611"/>
        </pc:sldMkLst>
      </pc:sldChg>
      <pc:sldChg chg="add del">
        <pc:chgData name="Jenkins NS" userId="8bdba4d2-1367-40cf-ad35-f59b31261896" providerId="ADAL" clId="{86724140-930D-4C35-BABC-84C9C3BBEAD0}" dt="2026-05-23T20:16:58.475" v="241" actId="2696"/>
        <pc:sldMkLst>
          <pc:docMk/>
          <pc:sldMk cId="1547118278" sldId="2076137145"/>
        </pc:sldMkLst>
      </pc:sldChg>
      <pc:sldChg chg="modSp add mod">
        <pc:chgData name="Jenkins NS" userId="8bdba4d2-1367-40cf-ad35-f59b31261896" providerId="ADAL" clId="{86724140-930D-4C35-BABC-84C9C3BBEAD0}" dt="2026-05-23T21:18:35.296" v="710" actId="20577"/>
        <pc:sldMkLst>
          <pc:docMk/>
          <pc:sldMk cId="1609509673" sldId="2076137798"/>
        </pc:sldMkLst>
      </pc:sldChg>
      <pc:sldChg chg="addSp modSp add mod">
        <pc:chgData name="Jenkins NS" userId="8bdba4d2-1367-40cf-ad35-f59b31261896" providerId="ADAL" clId="{86724140-930D-4C35-BABC-84C9C3BBEAD0}" dt="2026-05-23T21:52:58.723" v="1095"/>
        <pc:sldMkLst>
          <pc:docMk/>
          <pc:sldMk cId="2655586065" sldId="2142533481"/>
        </pc:sldMkLst>
      </pc:sldChg>
      <pc:sldChg chg="addSp delSp add mod ord modNotesTx">
        <pc:chgData name="Jenkins NS" userId="8bdba4d2-1367-40cf-ad35-f59b31261896" providerId="ADAL" clId="{86724140-930D-4C35-BABC-84C9C3BBEAD0}" dt="2026-05-24T14:58:29.467" v="1431" actId="20577"/>
        <pc:sldMkLst>
          <pc:docMk/>
          <pc:sldMk cId="2757716487" sldId="2147479799"/>
        </pc:sldMkLst>
      </pc:sldChg>
      <pc:sldChg chg="addSp delSp modSp add mod">
        <pc:chgData name="Jenkins NS" userId="8bdba4d2-1367-40cf-ad35-f59b31261896" providerId="ADAL" clId="{86724140-930D-4C35-BABC-84C9C3BBEAD0}" dt="2026-05-23T20:07:22.464" v="219" actId="1076"/>
        <pc:sldMkLst>
          <pc:docMk/>
          <pc:sldMk cId="443657415" sldId="2147479840"/>
        </pc:sldMkLst>
      </pc:sldChg>
      <pc:sldChg chg="addSp delSp modSp new mod ord modClrScheme chgLayout">
        <pc:chgData name="Jenkins NS" userId="8bdba4d2-1367-40cf-ad35-f59b31261896" providerId="ADAL" clId="{86724140-930D-4C35-BABC-84C9C3BBEAD0}" dt="2026-05-23T21:24:05.420" v="759"/>
        <pc:sldMkLst>
          <pc:docMk/>
          <pc:sldMk cId="1255394937" sldId="2147479841"/>
        </pc:sldMkLst>
      </pc:sldChg>
      <pc:sldChg chg="new del">
        <pc:chgData name="Jenkins NS" userId="8bdba4d2-1367-40cf-ad35-f59b31261896" providerId="ADAL" clId="{86724140-930D-4C35-BABC-84C9C3BBEAD0}" dt="2026-05-23T19:54:40.834" v="78" actId="680"/>
        <pc:sldMkLst>
          <pc:docMk/>
          <pc:sldMk cId="3062387772" sldId="2147479841"/>
        </pc:sldMkLst>
      </pc:sldChg>
      <pc:sldChg chg="addSp delSp modSp new mod ord modClrScheme chgLayout">
        <pc:chgData name="Jenkins NS" userId="8bdba4d2-1367-40cf-ad35-f59b31261896" providerId="ADAL" clId="{86724140-930D-4C35-BABC-84C9C3BBEAD0}" dt="2026-05-23T20:15:36.198" v="239"/>
        <pc:sldMkLst>
          <pc:docMk/>
          <pc:sldMk cId="2539303801" sldId="2147479842"/>
        </pc:sldMkLst>
      </pc:sldChg>
      <pc:sldChg chg="addSp delSp modSp add mod ord">
        <pc:chgData name="Jenkins NS" userId="8bdba4d2-1367-40cf-ad35-f59b31261896" providerId="ADAL" clId="{86724140-930D-4C35-BABC-84C9C3BBEAD0}" dt="2026-05-23T21:35:56.377" v="825"/>
        <pc:sldMkLst>
          <pc:docMk/>
          <pc:sldMk cId="1417025154" sldId="2147479843"/>
        </pc:sldMkLst>
      </pc:sldChg>
      <pc:sldChg chg="new del">
        <pc:chgData name="Jenkins NS" userId="8bdba4d2-1367-40cf-ad35-f59b31261896" providerId="ADAL" clId="{86724140-930D-4C35-BABC-84C9C3BBEAD0}" dt="2026-05-23T20:27:18.194" v="244" actId="680"/>
        <pc:sldMkLst>
          <pc:docMk/>
          <pc:sldMk cId="1926549188" sldId="2147479843"/>
        </pc:sldMkLst>
      </pc:sldChg>
      <pc:sldChg chg="new del">
        <pc:chgData name="Jenkins NS" userId="8bdba4d2-1367-40cf-ad35-f59b31261896" providerId="ADAL" clId="{86724140-930D-4C35-BABC-84C9C3BBEAD0}" dt="2026-05-23T20:27:23.080" v="246" actId="2696"/>
        <pc:sldMkLst>
          <pc:docMk/>
          <pc:sldMk cId="2209595075" sldId="2147479843"/>
        </pc:sldMkLst>
      </pc:sldChg>
      <pc:sldChg chg="addSp delSp modSp new del mod">
        <pc:chgData name="Jenkins NS" userId="8bdba4d2-1367-40cf-ad35-f59b31261896" providerId="ADAL" clId="{86724140-930D-4C35-BABC-84C9C3BBEAD0}" dt="2026-05-23T20:17:23.393" v="242" actId="47"/>
        <pc:sldMkLst>
          <pc:docMk/>
          <pc:sldMk cId="3281185304" sldId="2147479843"/>
        </pc:sldMkLst>
      </pc:sldChg>
      <pc:sldChg chg="addSp delSp modSp add mod ord">
        <pc:chgData name="Jenkins NS" userId="8bdba4d2-1367-40cf-ad35-f59b31261896" providerId="ADAL" clId="{86724140-930D-4C35-BABC-84C9C3BBEAD0}" dt="2026-05-23T21:35:59.645" v="827"/>
        <pc:sldMkLst>
          <pc:docMk/>
          <pc:sldMk cId="2116133330" sldId="2147479844"/>
        </pc:sldMkLst>
      </pc:sldChg>
      <pc:sldChg chg="new del">
        <pc:chgData name="Jenkins NS" userId="8bdba4d2-1367-40cf-ad35-f59b31261896" providerId="ADAL" clId="{86724140-930D-4C35-BABC-84C9C3BBEAD0}" dt="2026-05-23T21:21:17.170" v="714" actId="680"/>
        <pc:sldMkLst>
          <pc:docMk/>
          <pc:sldMk cId="663198952" sldId="2147479845"/>
        </pc:sldMkLst>
      </pc:sldChg>
      <pc:sldChg chg="addSp delSp modSp new del mod">
        <pc:chgData name="Jenkins NS" userId="8bdba4d2-1367-40cf-ad35-f59b31261896" providerId="ADAL" clId="{86724140-930D-4C35-BABC-84C9C3BBEAD0}" dt="2026-05-23T21:14:04.189" v="702" actId="47"/>
        <pc:sldMkLst>
          <pc:docMk/>
          <pc:sldMk cId="3346862844" sldId="2147479845"/>
        </pc:sldMkLst>
      </pc:sldChg>
      <pc:sldChg chg="addSp delSp modSp add del mod setBg modClrScheme chgLayout">
        <pc:chgData name="Jenkins NS" userId="8bdba4d2-1367-40cf-ad35-f59b31261896" providerId="ADAL" clId="{86724140-930D-4C35-BABC-84C9C3BBEAD0}" dt="2026-05-23T21:31:52.557" v="800" actId="47"/>
        <pc:sldMkLst>
          <pc:docMk/>
          <pc:sldMk cId="3473577390" sldId="2147479845"/>
        </pc:sldMkLst>
      </pc:sldChg>
      <pc:sldChg chg="addSp delSp modSp add mod ord modClrScheme chgLayout">
        <pc:chgData name="Jenkins NS" userId="8bdba4d2-1367-40cf-ad35-f59b31261896" providerId="ADAL" clId="{86724140-930D-4C35-BABC-84C9C3BBEAD0}" dt="2026-05-23T21:32:37.884" v="816" actId="26606"/>
        <pc:sldMkLst>
          <pc:docMk/>
          <pc:sldMk cId="2469809988" sldId="2147479846"/>
        </pc:sldMkLst>
      </pc:sldChg>
      <pc:sldChg chg="delSp modSp add mod modNotesTx">
        <pc:chgData name="Jenkins NS" userId="8bdba4d2-1367-40cf-ad35-f59b31261896" providerId="ADAL" clId="{86724140-930D-4C35-BABC-84C9C3BBEAD0}" dt="2026-05-24T15:01:41.104" v="1433" actId="20577"/>
        <pc:sldMkLst>
          <pc:docMk/>
          <pc:sldMk cId="3601658480" sldId="2147479847"/>
        </pc:sldMkLst>
      </pc:sldChg>
      <pc:sldChg chg="delSp modSp add mod">
        <pc:chgData name="Jenkins NS" userId="8bdba4d2-1367-40cf-ad35-f59b31261896" providerId="ADAL" clId="{86724140-930D-4C35-BABC-84C9C3BBEAD0}" dt="2026-05-23T21:40:00.329" v="893" actId="20577"/>
        <pc:sldMkLst>
          <pc:docMk/>
          <pc:sldMk cId="3060551369" sldId="2147479848"/>
        </pc:sldMkLst>
      </pc:sldChg>
      <pc:sldChg chg="modSp add mod">
        <pc:chgData name="Jenkins NS" userId="8bdba4d2-1367-40cf-ad35-f59b31261896" providerId="ADAL" clId="{86724140-930D-4C35-BABC-84C9C3BBEAD0}" dt="2026-05-23T21:41:29.204" v="934" actId="20577"/>
        <pc:sldMkLst>
          <pc:docMk/>
          <pc:sldMk cId="2299311412" sldId="2147479849"/>
        </pc:sldMkLst>
      </pc:sldChg>
      <pc:sldChg chg="delSp modSp add mod modNotesTx">
        <pc:chgData name="Jenkins NS" userId="8bdba4d2-1367-40cf-ad35-f59b31261896" providerId="ADAL" clId="{86724140-930D-4C35-BABC-84C9C3BBEAD0}" dt="2026-05-24T15:01:35.730" v="1432" actId="20577"/>
        <pc:sldMkLst>
          <pc:docMk/>
          <pc:sldMk cId="2913441092" sldId="2147479850"/>
        </pc:sldMkLst>
      </pc:sldChg>
      <pc:sldChg chg="delSp modSp add mod">
        <pc:chgData name="Jenkins NS" userId="8bdba4d2-1367-40cf-ad35-f59b31261896" providerId="ADAL" clId="{86724140-930D-4C35-BABC-84C9C3BBEAD0}" dt="2026-05-23T21:44:25.435" v="973" actId="478"/>
        <pc:sldMkLst>
          <pc:docMk/>
          <pc:sldMk cId="1857919815" sldId="2147479851"/>
        </pc:sldMkLst>
      </pc:sldChg>
      <pc:sldChg chg="delSp modSp add mod">
        <pc:chgData name="Jenkins NS" userId="8bdba4d2-1367-40cf-ad35-f59b31261896" providerId="ADAL" clId="{86724140-930D-4C35-BABC-84C9C3BBEAD0}" dt="2026-05-23T21:45:30.892" v="989" actId="478"/>
        <pc:sldMkLst>
          <pc:docMk/>
          <pc:sldMk cId="1986496337" sldId="2147479852"/>
        </pc:sldMkLst>
      </pc:sldChg>
      <pc:sldChg chg="delSp modSp add mod">
        <pc:chgData name="Jenkins NS" userId="8bdba4d2-1367-40cf-ad35-f59b31261896" providerId="ADAL" clId="{86724140-930D-4C35-BABC-84C9C3BBEAD0}" dt="2026-05-23T21:46:30.116" v="1000" actId="478"/>
        <pc:sldMkLst>
          <pc:docMk/>
          <pc:sldMk cId="2698521699" sldId="2147479853"/>
        </pc:sldMkLst>
      </pc:sldChg>
      <pc:sldChg chg="delSp modSp add mod">
        <pc:chgData name="Jenkins NS" userId="8bdba4d2-1367-40cf-ad35-f59b31261896" providerId="ADAL" clId="{86724140-930D-4C35-BABC-84C9C3BBEAD0}" dt="2026-05-23T21:47:30.527" v="1009" actId="478"/>
        <pc:sldMkLst>
          <pc:docMk/>
          <pc:sldMk cId="839841890" sldId="2147479854"/>
        </pc:sldMkLst>
      </pc:sldChg>
      <pc:sldChg chg="delSp modSp add del mod">
        <pc:chgData name="Jenkins NS" userId="8bdba4d2-1367-40cf-ad35-f59b31261896" providerId="ADAL" clId="{86724140-930D-4C35-BABC-84C9C3BBEAD0}" dt="2026-05-25T17:31:27.806" v="2117" actId="47"/>
        <pc:sldMkLst>
          <pc:docMk/>
          <pc:sldMk cId="2589922906" sldId="2147479855"/>
        </pc:sldMkLst>
      </pc:sldChg>
      <pc:sldChg chg="addSp delSp modSp add mod">
        <pc:chgData name="Jenkins NS" userId="8bdba4d2-1367-40cf-ad35-f59b31261896" providerId="ADAL" clId="{86724140-930D-4C35-BABC-84C9C3BBEAD0}" dt="2026-05-24T15:43:00.465" v="1439" actId="108"/>
        <pc:sldMkLst>
          <pc:docMk/>
          <pc:sldMk cId="3721048510" sldId="2147479856"/>
        </pc:sldMkLst>
      </pc:sldChg>
      <pc:sldChg chg="addSp delSp modSp add mod">
        <pc:chgData name="Jenkins NS" userId="8bdba4d2-1367-40cf-ad35-f59b31261896" providerId="ADAL" clId="{86724140-930D-4C35-BABC-84C9C3BBEAD0}" dt="2026-05-24T11:08:24.331" v="1284" actId="27636"/>
        <pc:sldMkLst>
          <pc:docMk/>
          <pc:sldMk cId="240024171" sldId="2147479857"/>
        </pc:sldMkLst>
      </pc:sldChg>
      <pc:sldChg chg="addSp delSp modSp add mod">
        <pc:chgData name="Jenkins NS" userId="8bdba4d2-1367-40cf-ad35-f59b31261896" providerId="ADAL" clId="{86724140-930D-4C35-BABC-84C9C3BBEAD0}" dt="2026-05-24T11:20:00.227" v="1350" actId="14100"/>
        <pc:sldMkLst>
          <pc:docMk/>
          <pc:sldMk cId="3174271723" sldId="2147479858"/>
        </pc:sldMkLst>
      </pc:sldChg>
      <pc:sldChg chg="addSp delSp modSp add mod modClrScheme modAnim chgLayout">
        <pc:chgData name="Jenkins NS" userId="8bdba4d2-1367-40cf-ad35-f59b31261896" providerId="ADAL" clId="{86724140-930D-4C35-BABC-84C9C3BBEAD0}" dt="2026-05-25T06:35:28.909" v="1630" actId="1076"/>
        <pc:sldMkLst>
          <pc:docMk/>
          <pc:sldMk cId="4002067369" sldId="2147479859"/>
        </pc:sldMkLst>
      </pc:sldChg>
      <pc:sldChg chg="addSp delSp modSp add mod">
        <pc:chgData name="Jenkins NS" userId="8bdba4d2-1367-40cf-ad35-f59b31261896" providerId="ADAL" clId="{86724140-930D-4C35-BABC-84C9C3BBEAD0}" dt="2026-05-24T16:37:00.925" v="1547" actId="14100"/>
        <pc:sldMkLst>
          <pc:docMk/>
          <pc:sldMk cId="1376940060" sldId="2147479860"/>
        </pc:sldMkLst>
      </pc:sldChg>
      <pc:sldChg chg="addSp delSp modSp add mod modNotesTx">
        <pc:chgData name="Jenkins NS" userId="8bdba4d2-1367-40cf-ad35-f59b31261896" providerId="ADAL" clId="{86724140-930D-4C35-BABC-84C9C3BBEAD0}" dt="2026-05-24T16:42:05.036" v="1576" actId="20577"/>
        <pc:sldMkLst>
          <pc:docMk/>
          <pc:sldMk cId="4232437191" sldId="2147479861"/>
        </pc:sldMkLst>
      </pc:sldChg>
      <pc:sldChg chg="addSp delSp modSp add mod modNotesTx">
        <pc:chgData name="Jenkins NS" userId="8bdba4d2-1367-40cf-ad35-f59b31261896" providerId="ADAL" clId="{86724140-930D-4C35-BABC-84C9C3BBEAD0}" dt="2026-05-24T16:45:46.884" v="1605" actId="20577"/>
        <pc:sldMkLst>
          <pc:docMk/>
          <pc:sldMk cId="4071593474" sldId="2147479862"/>
        </pc:sldMkLst>
      </pc:sldChg>
      <pc:sldChg chg="modSp add mod">
        <pc:chgData name="Jenkins NS" userId="8bdba4d2-1367-40cf-ad35-f59b31261896" providerId="ADAL" clId="{86724140-930D-4C35-BABC-84C9C3BBEAD0}" dt="2026-05-24T16:47:44.519" v="1616" actId="113"/>
        <pc:sldMkLst>
          <pc:docMk/>
          <pc:sldMk cId="3159384829" sldId="2147479863"/>
        </pc:sldMkLst>
      </pc:sldChg>
      <pc:sldChg chg="addSp delSp modSp add mod modShow modNotesTx">
        <pc:chgData name="Jenkins NS" userId="8bdba4d2-1367-40cf-ad35-f59b31261896" providerId="ADAL" clId="{86724140-930D-4C35-BABC-84C9C3BBEAD0}" dt="2026-05-25T13:43:33.014" v="1829" actId="20577"/>
        <pc:sldMkLst>
          <pc:docMk/>
          <pc:sldMk cId="1944675638" sldId="2147479864"/>
        </pc:sldMkLst>
      </pc:sldChg>
      <pc:sldChg chg="addSp delSp modSp add mod modShow">
        <pc:chgData name="Jenkins NS" userId="8bdba4d2-1367-40cf-ad35-f59b31261896" providerId="ADAL" clId="{86724140-930D-4C35-BABC-84C9C3BBEAD0}" dt="2026-05-26T05:16:50.093" v="2381" actId="729"/>
        <pc:sldMkLst>
          <pc:docMk/>
          <pc:sldMk cId="1909484383" sldId="2147479865"/>
        </pc:sldMkLst>
      </pc:sldChg>
      <pc:sldChg chg="modSp add del mod modShow">
        <pc:chgData name="Jenkins NS" userId="8bdba4d2-1367-40cf-ad35-f59b31261896" providerId="ADAL" clId="{86724140-930D-4C35-BABC-84C9C3BBEAD0}" dt="2026-05-25T17:18:10.006" v="1863" actId="47"/>
        <pc:sldMkLst>
          <pc:docMk/>
          <pc:sldMk cId="1120118714" sldId="2147479866"/>
        </pc:sldMkLst>
      </pc:sldChg>
      <pc:sldChg chg="addSp delSp modSp add mod modShow">
        <pc:chgData name="Jenkins NS" userId="8bdba4d2-1367-40cf-ad35-f59b31261896" providerId="ADAL" clId="{86724140-930D-4C35-BABC-84C9C3BBEAD0}" dt="2026-05-26T05:16:50.093" v="2381" actId="729"/>
        <pc:sldMkLst>
          <pc:docMk/>
          <pc:sldMk cId="3616058983" sldId="2147479867"/>
        </pc:sldMkLst>
      </pc:sldChg>
      <pc:sldChg chg="addSp delSp modSp add mod modShow modNotesTx">
        <pc:chgData name="Jenkins NS" userId="8bdba4d2-1367-40cf-ad35-f59b31261896" providerId="ADAL" clId="{86724140-930D-4C35-BABC-84C9C3BBEAD0}" dt="2026-05-26T05:16:50.093" v="2381" actId="729"/>
        <pc:sldMkLst>
          <pc:docMk/>
          <pc:sldMk cId="1768514159" sldId="2147479868"/>
        </pc:sldMkLst>
      </pc:sldChg>
      <pc:sldChg chg="addSp delSp modSp add mod modShow">
        <pc:chgData name="Jenkins NS" userId="8bdba4d2-1367-40cf-ad35-f59b31261896" providerId="ADAL" clId="{86724140-930D-4C35-BABC-84C9C3BBEAD0}" dt="2026-05-26T05:17:12.928" v="2382" actId="729"/>
        <pc:sldMkLst>
          <pc:docMk/>
          <pc:sldMk cId="1289337424" sldId="2147479869"/>
        </pc:sldMkLst>
      </pc:sldChg>
      <pc:sldChg chg="delSp modSp add mod modShow">
        <pc:chgData name="Jenkins NS" userId="8bdba4d2-1367-40cf-ad35-f59b31261896" providerId="ADAL" clId="{86724140-930D-4C35-BABC-84C9C3BBEAD0}" dt="2026-05-26T05:17:12.928" v="2382" actId="729"/>
        <pc:sldMkLst>
          <pc:docMk/>
          <pc:sldMk cId="1201138058" sldId="2147479870"/>
        </pc:sldMkLst>
      </pc:sldChg>
      <pc:sldChg chg="addSp delSp modSp add mod modShow">
        <pc:chgData name="Jenkins NS" userId="8bdba4d2-1367-40cf-ad35-f59b31261896" providerId="ADAL" clId="{86724140-930D-4C35-BABC-84C9C3BBEAD0}" dt="2026-05-26T05:17:12.928" v="2382" actId="729"/>
        <pc:sldMkLst>
          <pc:docMk/>
          <pc:sldMk cId="1445421501" sldId="2147479871"/>
        </pc:sldMkLst>
      </pc:sldChg>
      <pc:sldChg chg="addSp delSp modSp add mod ord modShow">
        <pc:chgData name="Jenkins NS" userId="8bdba4d2-1367-40cf-ad35-f59b31261896" providerId="ADAL" clId="{86724140-930D-4C35-BABC-84C9C3BBEAD0}" dt="2026-05-26T05:17:12.928" v="2382" actId="729"/>
        <pc:sldMkLst>
          <pc:docMk/>
          <pc:sldMk cId="1946713896" sldId="2147479872"/>
        </pc:sldMkLst>
      </pc:sldChg>
      <pc:sldChg chg="addSp delSp modSp add mod modNotesTx">
        <pc:chgData name="Jenkins NS" userId="8bdba4d2-1367-40cf-ad35-f59b31261896" providerId="ADAL" clId="{86724140-930D-4C35-BABC-84C9C3BBEAD0}" dt="2026-05-25T17:49:06.014" v="2276" actId="1076"/>
        <pc:sldMkLst>
          <pc:docMk/>
          <pc:sldMk cId="3845978286" sldId="2147479873"/>
        </pc:sldMkLst>
      </pc:sldChg>
      <pc:sldChg chg="addSp delSp modSp add mod modShow">
        <pc:chgData name="Jenkins NS" userId="8bdba4d2-1367-40cf-ad35-f59b31261896" providerId="ADAL" clId="{86724140-930D-4C35-BABC-84C9C3BBEAD0}" dt="2026-05-26T05:17:18.055" v="2383" actId="729"/>
        <pc:sldMkLst>
          <pc:docMk/>
          <pc:sldMk cId="3921530110" sldId="2147479874"/>
        </pc:sldMkLst>
      </pc:sldChg>
      <pc:sldChg chg="addSp delSp modSp add mod modShow">
        <pc:chgData name="Jenkins NS" userId="8bdba4d2-1367-40cf-ad35-f59b31261896" providerId="ADAL" clId="{86724140-930D-4C35-BABC-84C9C3BBEAD0}" dt="2026-05-26T05:17:18.055" v="2383" actId="729"/>
        <pc:sldMkLst>
          <pc:docMk/>
          <pc:sldMk cId="1928758105" sldId="2147479875"/>
        </pc:sldMkLst>
      </pc:sldChg>
      <pc:sldChg chg="addSp delSp modSp add mod modClrScheme modShow chgLayout">
        <pc:chgData name="Jenkins NS" userId="8bdba4d2-1367-40cf-ad35-f59b31261896" providerId="ADAL" clId="{86724140-930D-4C35-BABC-84C9C3BBEAD0}" dt="2026-05-26T05:17:18.055" v="2383" actId="729"/>
        <pc:sldMkLst>
          <pc:docMk/>
          <pc:sldMk cId="2989117112" sldId="2147479876"/>
        </pc:sldMkLst>
      </pc:sldChg>
      <pc:sldChg chg="modSp add del mod modShow">
        <pc:chgData name="Jenkins NS" userId="8bdba4d2-1367-40cf-ad35-f59b31261896" providerId="ADAL" clId="{86724140-930D-4C35-BABC-84C9C3BBEAD0}" dt="2026-05-25T17:31:27.806" v="2117" actId="47"/>
        <pc:sldMkLst>
          <pc:docMk/>
          <pc:sldMk cId="3727375696" sldId="2147479877"/>
        </pc:sldMkLst>
      </pc:sldChg>
      <pc:sldChg chg="modSp add del mod modShow">
        <pc:chgData name="Jenkins NS" userId="8bdba4d2-1367-40cf-ad35-f59b31261896" providerId="ADAL" clId="{86724140-930D-4C35-BABC-84C9C3BBEAD0}" dt="2026-05-25T17:31:27.806" v="2117" actId="47"/>
        <pc:sldMkLst>
          <pc:docMk/>
          <pc:sldMk cId="1535454412" sldId="2147479878"/>
        </pc:sldMkLst>
      </pc:sldChg>
      <pc:sldChg chg="modSp add del mod modShow">
        <pc:chgData name="Jenkins NS" userId="8bdba4d2-1367-40cf-ad35-f59b31261896" providerId="ADAL" clId="{86724140-930D-4C35-BABC-84C9C3BBEAD0}" dt="2026-05-25T17:31:27.806" v="2117" actId="47"/>
        <pc:sldMkLst>
          <pc:docMk/>
          <pc:sldMk cId="4186248873" sldId="2147479879"/>
        </pc:sldMkLst>
      </pc:sldChg>
      <pc:sldChg chg="modSp add del mod modShow">
        <pc:chgData name="Jenkins NS" userId="8bdba4d2-1367-40cf-ad35-f59b31261896" providerId="ADAL" clId="{86724140-930D-4C35-BABC-84C9C3BBEAD0}" dt="2026-05-25T17:31:27.806" v="2117" actId="47"/>
        <pc:sldMkLst>
          <pc:docMk/>
          <pc:sldMk cId="2430713855" sldId="2147479880"/>
        </pc:sldMkLst>
      </pc:sldChg>
      <pc:sldChg chg="addSp delSp modSp add mod">
        <pc:chgData name="Jenkins NS" userId="8bdba4d2-1367-40cf-ad35-f59b31261896" providerId="ADAL" clId="{86724140-930D-4C35-BABC-84C9C3BBEAD0}" dt="2026-05-24T11:30:19.536" v="1386" actId="113"/>
        <pc:sldMkLst>
          <pc:docMk/>
          <pc:sldMk cId="500862897" sldId="2147479881"/>
        </pc:sldMkLst>
      </pc:sldChg>
      <pc:sldChg chg="addSp modSp add del mod">
        <pc:chgData name="Jenkins NS" userId="8bdba4d2-1367-40cf-ad35-f59b31261896" providerId="ADAL" clId="{86724140-930D-4C35-BABC-84C9C3BBEAD0}" dt="2026-05-23T21:53:11.985" v="1106" actId="47"/>
        <pc:sldMkLst>
          <pc:docMk/>
          <pc:sldMk cId="2411157597" sldId="2147479881"/>
        </pc:sldMkLst>
      </pc:sldChg>
      <pc:sldChg chg="addSp delSp modSp add mod modNotesTx">
        <pc:chgData name="Jenkins NS" userId="8bdba4d2-1367-40cf-ad35-f59b31261896" providerId="ADAL" clId="{86724140-930D-4C35-BABC-84C9C3BBEAD0}" dt="2026-05-24T11:14:41.009" v="1331" actId="20577"/>
        <pc:sldMkLst>
          <pc:docMk/>
          <pc:sldMk cId="53487717" sldId="2147479882"/>
        </pc:sldMkLst>
      </pc:sldChg>
      <pc:sldChg chg="addSp delSp modSp add del mod">
        <pc:chgData name="Jenkins NS" userId="8bdba4d2-1367-40cf-ad35-f59b31261896" providerId="ADAL" clId="{86724140-930D-4C35-BABC-84C9C3BBEAD0}" dt="2026-05-24T15:58:05.076" v="1515" actId="2696"/>
        <pc:sldMkLst>
          <pc:docMk/>
          <pc:sldMk cId="882095621" sldId="2147479883"/>
        </pc:sldMkLst>
      </pc:sldChg>
      <pc:sldChg chg="new del">
        <pc:chgData name="Jenkins NS" userId="8bdba4d2-1367-40cf-ad35-f59b31261896" providerId="ADAL" clId="{86724140-930D-4C35-BABC-84C9C3BBEAD0}" dt="2026-05-24T15:53:18.018" v="1441" actId="47"/>
        <pc:sldMkLst>
          <pc:docMk/>
          <pc:sldMk cId="1469914124" sldId="2147479883"/>
        </pc:sldMkLst>
      </pc:sldChg>
      <pc:sldChg chg="add">
        <pc:chgData name="Jenkins NS" userId="8bdba4d2-1367-40cf-ad35-f59b31261896" providerId="ADAL" clId="{86724140-930D-4C35-BABC-84C9C3BBEAD0}" dt="2026-05-24T15:58:10.209" v="1516"/>
        <pc:sldMkLst>
          <pc:docMk/>
          <pc:sldMk cId="2016397542" sldId="2147479883"/>
        </pc:sldMkLst>
      </pc:sldChg>
      <pc:sldMasterChg chg="addSp modSp mod delSldLayout modSldLayout">
        <pc:chgData name="Jenkins NS" userId="8bdba4d2-1367-40cf-ad35-f59b31261896" providerId="ADAL" clId="{86724140-930D-4C35-BABC-84C9C3BBEAD0}" dt="2026-05-23T21:52:52.257" v="1093" actId="21"/>
        <pc:sldMasterMkLst>
          <pc:docMk/>
          <pc:sldMasterMk cId="975404246" sldId="2147483648"/>
        </pc:sldMasterMkLst>
        <pc:sldLayoutChg chg="addSp delSp modSp mod">
          <pc:chgData name="Jenkins NS" userId="8bdba4d2-1367-40cf-ad35-f59b31261896" providerId="ADAL" clId="{86724140-930D-4C35-BABC-84C9C3BBEAD0}" dt="2026-05-23T19:52:15.497" v="76" actId="14100"/>
          <pc:sldLayoutMkLst>
            <pc:docMk/>
            <pc:sldMasterMk cId="975404246" sldId="2147483648"/>
            <pc:sldLayoutMk cId="256598807" sldId="2147483661"/>
          </pc:sldLayoutMkLst>
        </pc:sldLayoutChg>
        <pc:sldLayoutChg chg="del">
          <pc:chgData name="Jenkins NS" userId="8bdba4d2-1367-40cf-ad35-f59b31261896" providerId="ADAL" clId="{86724140-930D-4C35-BABC-84C9C3BBEAD0}" dt="2026-05-23T20:16:58.475" v="241" actId="2696"/>
          <pc:sldLayoutMkLst>
            <pc:docMk/>
            <pc:sldMasterMk cId="975404246" sldId="2147483648"/>
            <pc:sldLayoutMk cId="2037691366" sldId="2147483664"/>
          </pc:sldLayoutMkLst>
        </pc:sldLayoutChg>
        <pc:sldLayoutChg chg="addSp delSp modSp mod">
          <pc:chgData name="Jenkins NS" userId="8bdba4d2-1367-40cf-ad35-f59b31261896" providerId="ADAL" clId="{86724140-930D-4C35-BABC-84C9C3BBEAD0}" dt="2026-05-23T21:52:52.257" v="1093" actId="21"/>
          <pc:sldLayoutMkLst>
            <pc:docMk/>
            <pc:sldMasterMk cId="975404246" sldId="2147483648"/>
            <pc:sldLayoutMk cId="3053062433" sldId="2147483666"/>
          </pc:sldLayoutMkLst>
        </pc:sldLayoutChg>
        <pc:sldLayoutChg chg="addSp delSp modSp mod">
          <pc:chgData name="Jenkins NS" userId="8bdba4d2-1367-40cf-ad35-f59b31261896" providerId="ADAL" clId="{86724140-930D-4C35-BABC-84C9C3BBEAD0}" dt="2026-05-23T21:50:48.585" v="1081" actId="20577"/>
          <pc:sldLayoutMkLst>
            <pc:docMk/>
            <pc:sldMasterMk cId="975404246" sldId="2147483648"/>
            <pc:sldLayoutMk cId="971479772" sldId="2147483667"/>
          </pc:sldLayoutMkLst>
        </pc:sldLayoutChg>
      </pc:sldMasterChg>
      <pc:sldMasterChg chg="modSldLayout">
        <pc:chgData name="Jenkins NS" userId="8bdba4d2-1367-40cf-ad35-f59b31261896" providerId="ADAL" clId="{86724140-930D-4C35-BABC-84C9C3BBEAD0}" dt="2026-05-23T21:52:41.997" v="1089"/>
        <pc:sldMasterMkLst>
          <pc:docMk/>
          <pc:sldMasterMk cId="231774467" sldId="2147483667"/>
        </pc:sldMasterMkLst>
        <pc:sldLayoutChg chg="setBg">
          <pc:chgData name="Jenkins NS" userId="8bdba4d2-1367-40cf-ad35-f59b31261896" providerId="ADAL" clId="{86724140-930D-4C35-BABC-84C9C3BBEAD0}" dt="2026-05-23T21:52:41.997" v="1089"/>
          <pc:sldLayoutMkLst>
            <pc:docMk/>
            <pc:sldMasterMk cId="231774467" sldId="2147483667"/>
            <pc:sldLayoutMk cId="1460977657" sldId="2147483679"/>
          </pc:sldLayoutMkLst>
        </pc:sldLayoutChg>
        <pc:sldLayoutChg chg="setBg">
          <pc:chgData name="Jenkins NS" userId="8bdba4d2-1367-40cf-ad35-f59b31261896" providerId="ADAL" clId="{86724140-930D-4C35-BABC-84C9C3BBEAD0}" dt="2026-05-23T21:52:41.997" v="1089"/>
          <pc:sldLayoutMkLst>
            <pc:docMk/>
            <pc:sldMasterMk cId="231774467" sldId="2147483667"/>
            <pc:sldLayoutMk cId="3452113115" sldId="2147483680"/>
          </pc:sldLayoutMkLst>
        </pc:sldLayoutChg>
        <pc:sldLayoutChg chg="setBg">
          <pc:chgData name="Jenkins NS" userId="8bdba4d2-1367-40cf-ad35-f59b31261896" providerId="ADAL" clId="{86724140-930D-4C35-BABC-84C9C3BBEAD0}" dt="2026-05-23T21:52:41.997" v="1089"/>
          <pc:sldLayoutMkLst>
            <pc:docMk/>
            <pc:sldMasterMk cId="231774467" sldId="2147483667"/>
            <pc:sldLayoutMk cId="3280105292" sldId="2147483684"/>
          </pc:sldLayoutMkLst>
        </pc:sldLayoutChg>
        <pc:sldLayoutChg chg="setBg">
          <pc:chgData name="Jenkins NS" userId="8bdba4d2-1367-40cf-ad35-f59b31261896" providerId="ADAL" clId="{86724140-930D-4C35-BABC-84C9C3BBEAD0}" dt="2026-05-23T21:52:41.997" v="1089"/>
          <pc:sldLayoutMkLst>
            <pc:docMk/>
            <pc:sldMasterMk cId="231774467" sldId="2147483667"/>
            <pc:sldLayoutMk cId="1185868674" sldId="214748368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68FD0E-F9ED-4497-A478-7758BBAF08B6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36ECCD-459E-4D13-A6B6-046BCD2EE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390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BA7ED-DC40-CE06-B7DA-1885B021A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13B286-1C66-28F9-DCA0-76A1F5347C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334ACB-46A1-096F-9553-394C2007A3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walks through what you need before building your first Power Apps Code App, then the six commands that take you from a starter template to a deployed app.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95DA92-060D-7ED4-B51B-3F2C096111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2367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8F165-8D9D-4515-889F-BA0AEA6846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3940F9-0028-9225-04D1-069E5DED2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79A46-5438-097D-1A7F-481673DAC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556D-DCD1-4FB9-8695-8902D801681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CB448-28B4-0D7C-594A-5934BD18E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38BB6-1795-F5D4-E662-C4DF6815C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3C048-5E84-480F-9458-845209AF27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704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C0997-EC82-509E-D5FD-A6AFDF025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3B250-E464-BD5A-30A0-7CF4DDA3C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9D64E-D31E-D4C7-5FD6-4BB8F053B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556D-DCD1-4FB9-8695-8902D801681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21EB8-601B-2E13-462C-F59C50443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1FC2A-19BF-E4E0-64F6-2518BD7C1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3C048-5E84-480F-9458-845209AF27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9540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8B6BD-1F14-8B49-3A15-4ADA04FD8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5B048-BB23-4E6C-FB4E-D7CF1B75A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D5A56-3266-83B1-C602-979EE3CD3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556D-DCD1-4FB9-8695-8902D801681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0D7B0-2400-A2D1-81F6-ABB4637A2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8A2CA-19E1-C2EC-607C-8B5E83922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3C048-5E84-480F-9458-845209AF27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199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BA6CE-7C35-1851-9BF5-D723607B6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64AEE-1F0B-5528-0AFF-D3BC8C81FC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256975-0B7E-C156-00DD-AF5A1F79C9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4797C-9088-30D6-5EC9-A92BBF28C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556D-DCD1-4FB9-8695-8902D801681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889674-1EBB-1DD2-D796-7D7918D1C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08C580-DB95-F43B-6825-0288D3C89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3C048-5E84-480F-9458-845209AF27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070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81893-FEAC-6D90-4F3C-9E139ACAE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E1180-109B-6F4E-496A-0B2BFED8B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A5F991-49FD-0EA4-0562-8DF9E039FE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F88BF2-70DC-8CF3-151F-54549B03E7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DF2767-E0BE-407C-8A2D-B8A0A3DDFC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AB1D1B-08B2-13C8-73AB-49B88140F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556D-DCD1-4FB9-8695-8902D801681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5A0493-528A-9C56-4E7D-276877AB6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2708C5-7D6B-9C3F-5CE8-FEEB74FC7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3C048-5E84-480F-9458-845209AF27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848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69C30-038A-B1D5-0500-5BB3C8D24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BF7AF6-A47F-5C05-5A7F-B991FD31C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556D-DCD1-4FB9-8695-8902D801681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864406-817F-B9E0-D448-020CC03AD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E056FC-A8BE-1255-87B1-BE206423B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3C048-5E84-480F-9458-845209AF27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8354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33E897-CFB2-DA33-D337-DB9D3B09B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556D-DCD1-4FB9-8695-8902D801681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55C180-4ED0-57BF-400E-D6D47DA33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58082-4873-A3A3-48D4-1BF07B5D9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3C048-5E84-480F-9458-845209AF27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30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2045F-F229-2094-1F35-344018413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E3DB0-A738-0890-6334-61628D8BB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0926F5-697C-80FD-B7AE-CC6E2E11D8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E77CF8-9030-B147-E01C-1D0CE876D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556D-DCD1-4FB9-8695-8902D801681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4C9A39-7BCB-E2E8-814F-D0AB3DAD1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6942DA-6A0C-60F4-9DFE-33E6834F9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3C048-5E84-480F-9458-845209AF27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696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D9DF1-8451-878A-B413-E2ED951B5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0041F3-D5D8-3DAA-5272-F7231BBBE0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AF443A-878C-424C-00C1-897B25442F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45A1BC-DE58-F080-5AE9-9EF112CFA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556D-DCD1-4FB9-8695-8902D801681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ED6DB8-7FA3-A8C8-3F99-46182A95E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3CBB71-CCA8-D8B7-9A32-D41B18500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3C048-5E84-480F-9458-845209AF27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619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F1096-78DB-A4EC-E4AA-9E1B8FC94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AD9311-8B75-960C-1DBF-B4FFAADEB0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B36F8-937A-1ED6-0C16-E48C3A425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556D-DCD1-4FB9-8695-8902D801681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2CF41-4EC6-C06F-1FA4-C9C078EEF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59869-82FA-4F70-A632-CACF8AB16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3C048-5E84-480F-9458-845209AF27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231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15008D-2B74-E743-FFE2-470CECB852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2B4CF-9B71-6B33-B978-A4E9A0B0CD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81F2D-B816-52CF-8C2E-40BEE5CC8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556D-DCD1-4FB9-8695-8902D801681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E1050-E902-FD5D-18B8-D928E038A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AFCD0-FD25-07F5-9946-9086EB44A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3C048-5E84-480F-9458-845209AF27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142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 slide_with Log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072CE3E-C99E-C188-A13F-A0815FF09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-612577"/>
            <a:ext cx="8193024" cy="307777"/>
          </a:xfrm>
        </p:spPr>
        <p:txBody>
          <a:bodyPr/>
          <a:lstStyle>
            <a:lvl1pPr>
              <a:defRPr sz="20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Final slide with logo</a:t>
            </a:r>
          </a:p>
        </p:txBody>
      </p:sp>
    </p:spTree>
    <p:extLst>
      <p:ext uri="{BB962C8B-B14F-4D97-AF65-F5344CB8AC3E}">
        <p14:creationId xmlns:p14="http://schemas.microsoft.com/office/powerpoint/2010/main" val="30530624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computer keyboard with a light on it&#10;&#10;AI-generated content may be incorrect.">
            <a:extLst>
              <a:ext uri="{FF2B5EF4-FFF2-40B4-BE49-F238E27FC236}">
                <a16:creationId xmlns:a16="http://schemas.microsoft.com/office/drawing/2014/main" id="{2209A0BE-5901-98D7-4EDE-74D107C3A7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E21C31D-925C-53B5-2E40-C54FF245B4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2" y="3548520"/>
            <a:ext cx="5686955" cy="111158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</a:t>
            </a:r>
            <a:br>
              <a:rPr lang="en-US" dirty="0"/>
            </a:br>
            <a:r>
              <a:rPr lang="en-US" dirty="0"/>
              <a:t>presentation title 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DDA2A08-4E66-0E3E-D138-C376487FF5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56150" y="6446520"/>
            <a:ext cx="164592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4253EDB-56F0-1036-A65B-02ABC067A9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11" name="Picture 10" descr="A black and white logo&#10;&#10;AI-generated content may be incorrect.">
            <a:extLst>
              <a:ext uri="{FF2B5EF4-FFF2-40B4-BE49-F238E27FC236}">
                <a16:creationId xmlns:a16="http://schemas.microsoft.com/office/drawing/2014/main" id="{8A5D0B54-3E0F-E277-0472-C5E542E53F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246" y="6006922"/>
            <a:ext cx="3180754" cy="828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650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04121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37890"/>
            <a:ext cx="10566400" cy="52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E1736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68450"/>
            <a:ext cx="10566400" cy="407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E1736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110947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B334D90-2717-2269-E486-F1900244A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MS logo gray - EMF" descr="Microsoft logo, gray text version">
            <a:extLst>
              <a:ext uri="{FF2B5EF4-FFF2-40B4-BE49-F238E27FC236}">
                <a16:creationId xmlns:a16="http://schemas.microsoft.com/office/drawing/2014/main" id="{7B930E7F-5B91-31B0-B67D-DB8C41E881C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E21C31D-925C-53B5-2E40-C54FF245B4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2" y="3429000"/>
            <a:ext cx="5686955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</a:t>
            </a:r>
            <a:br>
              <a:rPr lang="en-US"/>
            </a:br>
            <a:r>
              <a:rPr lang="en-US"/>
              <a:t>presentation title 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DDA2A08-4E66-0E3E-D138-C376487FF5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56150" y="6446520"/>
            <a:ext cx="164592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5BED6C2-A7E0-FF4A-9938-5E97C08B8C9F}"/>
              </a:ext>
            </a:extLst>
          </p:cNvPr>
          <p:cNvSpPr txBox="1">
            <a:spLocks/>
          </p:cNvSpPr>
          <p:nvPr userDrawn="1"/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367" rtl="0" eaLnBrk="1" latinLnBrk="0" hangingPunct="1">
              <a:defRPr lang="en-US" sz="1000" kern="120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16917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D1096F-1307-5006-527D-D3AF4C75C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9824"/>
          <a:stretch/>
        </p:blipFill>
        <p:spPr>
          <a:xfrm>
            <a:off x="2417010" y="0"/>
            <a:ext cx="977499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2D19AFB-6939-2FBA-48C9-66A2961406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1" y="3384610"/>
            <a:ext cx="6345239" cy="615553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Section divider title</a:t>
            </a:r>
          </a:p>
        </p:txBody>
      </p:sp>
    </p:spTree>
    <p:extLst>
      <p:ext uri="{BB962C8B-B14F-4D97-AF65-F5344CB8AC3E}">
        <p14:creationId xmlns:p14="http://schemas.microsoft.com/office/powerpoint/2010/main" val="25793696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450">
          <p15:clr>
            <a:srgbClr val="FBAE40"/>
          </p15:clr>
        </p15:guide>
        <p15:guide id="2" orient="horz" pos="2647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-colum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585216"/>
            <a:ext cx="8193024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DAB8950-CE1F-05A6-2114-49B53E68C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5216" y="1289050"/>
            <a:ext cx="3182112" cy="0"/>
          </a:xfrm>
          <a:prstGeom prst="line">
            <a:avLst/>
          </a:prstGeom>
          <a:ln w="76200" cap="rnd">
            <a:gradFill>
              <a:gsLst>
                <a:gs pos="0">
                  <a:schemeClr val="accent3"/>
                </a:gs>
                <a:gs pos="97531">
                  <a:srgbClr val="8DC8E8"/>
                </a:gs>
                <a:gs pos="48000">
                  <a:schemeClr val="accent2"/>
                </a:gs>
                <a:gs pos="22000">
                  <a:srgbClr val="F4364C"/>
                </a:gs>
              </a:gsLst>
              <a:lin ang="39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AC2502E-5D9F-F851-3464-EDB3AAD612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818177"/>
            <a:ext cx="5033361" cy="34317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15900" indent="-215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55004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12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2">
          <p15:clr>
            <a:srgbClr val="954F72"/>
          </p15:clr>
        </p15:guide>
        <p15:guide id="40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_2-colum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585216"/>
            <a:ext cx="8193024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340DCC4-9FA9-09C4-BB96-6B9979AA2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5216" y="1289050"/>
            <a:ext cx="3182112" cy="0"/>
          </a:xfrm>
          <a:prstGeom prst="line">
            <a:avLst/>
          </a:prstGeom>
          <a:ln w="76200" cap="rnd">
            <a:gradFill>
              <a:gsLst>
                <a:gs pos="0">
                  <a:schemeClr val="accent3"/>
                </a:gs>
                <a:gs pos="97531">
                  <a:srgbClr val="8DC8E8"/>
                </a:gs>
                <a:gs pos="48000">
                  <a:schemeClr val="accent2"/>
                </a:gs>
                <a:gs pos="22000">
                  <a:srgbClr val="F4364C"/>
                </a:gs>
              </a:gsLst>
              <a:lin ang="39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D82F77F-F413-CFB2-A490-42936771DAD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389" y="1818177"/>
            <a:ext cx="4719695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2200"/>
            </a:lvl1pPr>
          </a:lstStyle>
          <a:p>
            <a:pPr marL="215900" lvl="0" indent="-215900">
              <a:spcBef>
                <a:spcPts val="0"/>
              </a:spcBef>
              <a:spcAft>
                <a:spcPts val="1200"/>
              </a:spcAft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F9FBD2C-38D6-C1BF-620A-300B1F4C5CF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91338" y="1818177"/>
            <a:ext cx="4719695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2200"/>
            </a:lvl1pPr>
          </a:lstStyle>
          <a:p>
            <a:pPr marL="215900" lvl="0" indent="-215900">
              <a:spcBef>
                <a:spcPts val="0"/>
              </a:spcBef>
              <a:spcAft>
                <a:spcPts val="1200"/>
              </a:spcAft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31315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12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2">
          <p15:clr>
            <a:srgbClr val="954F7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-BI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AA94852-62BE-D975-5820-B3227B110B53}"/>
              </a:ext>
            </a:extLst>
          </p:cNvPr>
          <p:cNvSpPr/>
          <p:nvPr userDrawn="1"/>
        </p:nvSpPr>
        <p:spPr bwMode="auto">
          <a:xfrm>
            <a:off x="1" y="0"/>
            <a:ext cx="7036066" cy="6858000"/>
          </a:xfrm>
          <a:prstGeom prst="rect">
            <a:avLst/>
          </a:prstGeom>
          <a:solidFill>
            <a:srgbClr val="F4F3F5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749038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3B5AFD-1A0C-9C6A-B579-7F4B7918234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ltGray">
          <a:xfrm>
            <a:off x="7554590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8B296A1-E2FF-6AD0-056E-6FFA0EA08B6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 bwMode="ltGray">
          <a:xfrm>
            <a:off x="10568728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8F4ACC-A223-94FA-AF57-8B62501B059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 bwMode="ltGray">
          <a:xfrm>
            <a:off x="9061659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8133D48-744E-F029-079E-2E16C280989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 bwMode="ltGray">
          <a:xfrm>
            <a:off x="7554590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09D3DDE-EAFB-B57D-9147-8827F7743E1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 bwMode="ltGray">
          <a:xfrm>
            <a:off x="10568728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FDB12BE-8B16-4DC3-C014-945C54E8CD7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 bwMode="ltGray">
          <a:xfrm>
            <a:off x="9061659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0375802-7BB3-7A20-1210-E5FEEE1A56F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8165231" y="457200"/>
            <a:ext cx="2849035" cy="2874212"/>
          </a:xfrm>
          <a:prstGeom prst="roundRect">
            <a:avLst>
              <a:gd name="adj" fmla="val 21738"/>
            </a:avLst>
          </a:prstGeom>
          <a:blipFill>
            <a:blip r:embed="rId2"/>
            <a:stretch>
              <a:fillRect/>
            </a:stretch>
          </a:blipFill>
          <a:effectLst>
            <a:outerShdw blurRad="314198" dist="111760" dir="8040000" algn="ctr" rotWithShape="0">
              <a:schemeClr val="tx1">
                <a:alpha val="22000"/>
              </a:schemeClr>
            </a:outerShdw>
          </a:effectLst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4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</a:t>
            </a:r>
            <a:br>
              <a:rPr lang="en-US"/>
            </a:br>
            <a:r>
              <a:rPr lang="en-US"/>
              <a:t>add your picture here</a:t>
            </a: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EE9CA35-7E2C-1B90-FD18-D2DBFD0DA24A}"/>
              </a:ext>
            </a:extLst>
          </p:cNvPr>
          <p:cNvSpPr txBox="1">
            <a:spLocks/>
          </p:cNvSpPr>
          <p:nvPr userDrawn="1"/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367" rtl="0" eaLnBrk="1" latinLnBrk="0" hangingPunct="1">
              <a:defRPr lang="en-US" sz="1000" kern="120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739271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page_Big headline_Lear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361096-DA6C-ED52-FA05-5031C6CAB2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2E59AFC-909D-1098-D672-A384B97467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081" y="2448062"/>
            <a:ext cx="10430257" cy="1015663"/>
          </a:xfrm>
        </p:spPr>
        <p:txBody>
          <a:bodyPr anchor="b" anchorCtr="0"/>
          <a:lstStyle>
            <a:lvl1pPr>
              <a:defRPr sz="6600" spc="-100" baseline="0">
                <a:latin typeface="+mn-lt"/>
              </a:defRPr>
            </a:lvl1pPr>
          </a:lstStyle>
          <a:p>
            <a:r>
              <a:rPr lang="en-US"/>
              <a:t>Big headline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AE3F76B-93DD-2A11-C7C5-3051EECE97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278313"/>
            <a:ext cx="471268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77A8E4-EDF0-DDB3-8098-28D44E234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46410" y="4278313"/>
            <a:ext cx="3765954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9CAA6EA-34FD-6A61-2DD4-EAAB33642A7B}"/>
              </a:ext>
            </a:extLst>
          </p:cNvPr>
          <p:cNvSpPr txBox="1">
            <a:spLocks/>
          </p:cNvSpPr>
          <p:nvPr userDrawn="1"/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367" rtl="0" eaLnBrk="1" latinLnBrk="0" hangingPunct="1">
              <a:defRPr lang="en-US" sz="1000" kern="120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092842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68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36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4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3474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5B49E74-D3F8-9BC9-0A3F-F524E6C5A4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1056"/>
            <a:ext cx="11013474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1444990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11011601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CA4E92E8-A50E-5AB4-8891-983AC58DB6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4199" y="1386766"/>
            <a:ext cx="11011601" cy="338554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09677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11011601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790AA64-2857-089A-38D7-2F214254E9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4200" y="1594155"/>
            <a:ext cx="5364224" cy="338554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5AAAF14-6312-27D6-344A-FC49DD3F11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4"/>
            <a:ext cx="5361973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9219170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3CBC165-170D-08C9-3B02-A3330AE9A5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1591056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7382E19E-C6C9-5DF7-1994-AFE74147518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1591056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79001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8">
          <p15:clr>
            <a:srgbClr val="954F72"/>
          </p15:clr>
        </p15:guide>
        <p15:guide id="9" pos="2150">
          <p15:clr>
            <a:srgbClr val="954F72"/>
          </p15:clr>
        </p15:guide>
        <p15:guide id="10" pos="2544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88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Text_with Subhead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B99DE518-C598-A940-A59E-AD0A05432B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5219700" cy="338554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4E25ABE-71E1-BA48-6C8C-3837559349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4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1B7E7F6E-4D9D-5F8C-A5F0-526CA973BE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20" y="1594155"/>
            <a:ext cx="5219700" cy="338554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7DAE155-2008-5357-51E8-E6B1FA7558C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2085764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643236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8">
          <p15:clr>
            <a:srgbClr val="954F72"/>
          </p15:clr>
        </p15:guide>
        <p15:guide id="9" pos="2150">
          <p15:clr>
            <a:srgbClr val="954F72"/>
          </p15:clr>
        </p15:guide>
        <p15:guide id="10" pos="2544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940B0D9-7832-B819-D230-4F210761A2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1591310"/>
            <a:ext cx="34791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0D492BA-29A5-F31A-7F93-39ADE3E5ED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62862" y="1591310"/>
            <a:ext cx="34791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6EDCFC9-DB25-88C3-92DA-E2554C14A27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30190" y="1591310"/>
            <a:ext cx="34791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526584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_Text_with Subhead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3479071" cy="307777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286000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1594155"/>
            <a:ext cx="3479071" cy="307777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2286000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1594155"/>
            <a:ext cx="3479071" cy="307777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2286000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60306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4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407846"/>
            <a:ext cx="3479071" cy="307777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3099691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407846"/>
            <a:ext cx="3479071" cy="307777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099691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407846"/>
            <a:ext cx="3479071" cy="307777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099691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82903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8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4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>
          <p15:clr>
            <a:srgbClr val="FBAE40"/>
          </p15:clr>
        </p15:guide>
        <p15:guide id="41" pos="2988">
          <p15:clr>
            <a:srgbClr val="FBAE40"/>
          </p15:clr>
        </p15:guide>
        <p15:guide id="42" pos="5352">
          <p15:clr>
            <a:srgbClr val="FBAE40"/>
          </p15:clr>
        </p15:guide>
        <p15:guide id="43" orient="horz" pos="1085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 descr="Microsoft Certification renewal process flow">
            <a:extLst>
              <a:ext uri="{FF2B5EF4-FFF2-40B4-BE49-F238E27FC236}">
                <a16:creationId xmlns:a16="http://schemas.microsoft.com/office/drawing/2014/main" id="{ED4FC5EF-0434-AB45-07F5-AAD2BF06D8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>
          <a:xfrm>
            <a:off x="1767" y="2042154"/>
            <a:ext cx="12175719" cy="0"/>
          </a:xfrm>
          <a:prstGeom prst="line">
            <a:avLst/>
          </a:prstGeom>
          <a:noFill/>
          <a:ln w="76200" cap="flat">
            <a:gradFill>
              <a:gsLst>
                <a:gs pos="0">
                  <a:srgbClr val="FF5C39"/>
                </a:gs>
                <a:gs pos="54796">
                  <a:srgbClr val="C73ECC"/>
                </a:gs>
                <a:gs pos="100000">
                  <a:srgbClr val="8DC8E8"/>
                </a:gs>
              </a:gsLst>
              <a:lin ang="21399750" scaled="1"/>
            </a:gradFill>
            <a:prstDash val="solid"/>
            <a:miter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995283"/>
            <a:ext cx="3479071" cy="307777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4200" y="3616497"/>
            <a:ext cx="347907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995283"/>
            <a:ext cx="3479071" cy="307777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995283"/>
            <a:ext cx="3479071" cy="307777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18379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92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1464">
          <p15:clr>
            <a:srgbClr val="954F72"/>
          </p15:clr>
        </p15:guide>
        <p15:guide id="16" pos="4344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>
          <p15:clr>
            <a:srgbClr val="FBAE40"/>
          </p15:clr>
        </p15:guide>
        <p15:guide id="41" pos="3840">
          <p15:clr>
            <a:srgbClr val="FBAE40"/>
          </p15:clr>
        </p15:guide>
        <p15:guide id="42" pos="6216">
          <p15:clr>
            <a:srgbClr val="FBAE40"/>
          </p15:clr>
        </p15:guide>
        <p15:guide id="43" orient="horz" pos="1284">
          <p15:clr>
            <a:srgbClr val="FBAE40"/>
          </p15:clr>
        </p15:guide>
        <p15:guide id="44" pos="3940">
          <p15:clr>
            <a:srgbClr val="FBAE40"/>
          </p15:clr>
        </p15:guide>
        <p15:guide id="45" orient="horz" pos="216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4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 descr="Microsoft Certification renewal process flow">
            <a:extLst>
              <a:ext uri="{FF2B5EF4-FFF2-40B4-BE49-F238E27FC236}">
                <a16:creationId xmlns:a16="http://schemas.microsoft.com/office/drawing/2014/main" id="{ED4FC5EF-0434-AB45-07F5-AAD2BF06D8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>
          <a:xfrm>
            <a:off x="1766" y="2042154"/>
            <a:ext cx="12188952" cy="0"/>
          </a:xfrm>
          <a:prstGeom prst="line">
            <a:avLst/>
          </a:prstGeom>
          <a:noFill/>
          <a:ln w="76200" cap="flat">
            <a:gradFill>
              <a:gsLst>
                <a:gs pos="0">
                  <a:srgbClr val="FF5C39"/>
                </a:gs>
                <a:gs pos="54796">
                  <a:srgbClr val="C73ECC"/>
                </a:gs>
                <a:gs pos="100000">
                  <a:srgbClr val="8DC8E8"/>
                </a:gs>
              </a:gsLst>
              <a:lin ang="21399750" scaled="1"/>
            </a:gradFill>
            <a:prstDash val="solid"/>
            <a:miter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995283"/>
            <a:ext cx="3479071" cy="307777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995283"/>
            <a:ext cx="3479071" cy="307777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3" y="2995283"/>
            <a:ext cx="3479071" cy="307777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44C1821-6346-D755-83F0-EC5D04C1AF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4200" y="3616497"/>
            <a:ext cx="347907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E8BC1E6-3311-A73F-871A-923C49C012F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7547" y="3616497"/>
            <a:ext cx="347907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88C01D0-23FB-7438-A9BF-8E99080C98B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0893" y="3616497"/>
            <a:ext cx="347907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E673AD2-B8AF-CC3C-D898-30292FC17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843209" y="1542978"/>
            <a:ext cx="982928" cy="982928"/>
          </a:xfrm>
          <a:prstGeom prst="ellipse">
            <a:avLst/>
          </a:prstGeom>
          <a:solidFill>
            <a:srgbClr val="FFFFFF"/>
          </a:solidFill>
          <a:ln w="12700" cap="flat">
            <a:solidFill>
              <a:schemeClr val="bg1">
                <a:lumMod val="85000"/>
              </a:schemeClr>
            </a:solidFill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4571" marR="0" lvl="0" indent="0" defTabSz="41266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cs typeface="Segoe UI" panose="020B0502040204020203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6859B90-45D2-D990-09AA-8F85B79F10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604535" y="1542978"/>
            <a:ext cx="982928" cy="982928"/>
          </a:xfrm>
          <a:prstGeom prst="ellipse">
            <a:avLst/>
          </a:prstGeom>
          <a:solidFill>
            <a:srgbClr val="FFFFFF"/>
          </a:solidFill>
          <a:ln w="12700" cap="flat">
            <a:solidFill>
              <a:schemeClr val="bg1">
                <a:lumMod val="85000"/>
              </a:schemeClr>
            </a:solidFill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4571" marR="0" lvl="0" indent="0" defTabSz="41266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cs typeface="Segoe UI" panose="020B0502040204020203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87FE1B2-0C16-29CA-99C4-4C44A8047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9365862" y="1542978"/>
            <a:ext cx="982928" cy="982928"/>
          </a:xfrm>
          <a:prstGeom prst="ellipse">
            <a:avLst/>
          </a:prstGeom>
          <a:solidFill>
            <a:srgbClr val="FFFFFF"/>
          </a:solidFill>
          <a:ln w="12700" cap="flat">
            <a:solidFill>
              <a:schemeClr val="bg1">
                <a:lumMod val="85000"/>
              </a:schemeClr>
            </a:solidFill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4571" marR="0" lvl="0" indent="0" defTabSz="41266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616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92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1464">
          <p15:clr>
            <a:srgbClr val="954F72"/>
          </p15:clr>
        </p15:guide>
        <p15:guide id="16" pos="4344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32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>
          <p15:clr>
            <a:srgbClr val="FBAE40"/>
          </p15:clr>
        </p15:guide>
        <p15:guide id="41" pos="3840">
          <p15:clr>
            <a:srgbClr val="FBAE40"/>
          </p15:clr>
        </p15:guide>
        <p15:guide id="42" pos="6216">
          <p15:clr>
            <a:srgbClr val="FBAE40"/>
          </p15:clr>
        </p15:guide>
        <p15:guide id="43" orient="horz" pos="1284">
          <p15:clr>
            <a:srgbClr val="FBAE40"/>
          </p15:clr>
        </p15:guide>
        <p15:guide id="44" pos="3940">
          <p15:clr>
            <a:srgbClr val="FBAE40"/>
          </p15:clr>
        </p15:guide>
        <p15:guide id="45" orient="horz" pos="2136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4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 descr="Microsoft Certification renewal process flow">
            <a:extLst>
              <a:ext uri="{FF2B5EF4-FFF2-40B4-BE49-F238E27FC236}">
                <a16:creationId xmlns:a16="http://schemas.microsoft.com/office/drawing/2014/main" id="{ED4FC5EF-0434-AB45-07F5-AAD2BF06D8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>
          <a:xfrm>
            <a:off x="1766" y="2042154"/>
            <a:ext cx="12188952" cy="0"/>
          </a:xfrm>
          <a:prstGeom prst="line">
            <a:avLst/>
          </a:prstGeom>
          <a:noFill/>
          <a:ln w="76200" cap="flat">
            <a:gradFill>
              <a:gsLst>
                <a:gs pos="0">
                  <a:srgbClr val="FF5C39"/>
                </a:gs>
                <a:gs pos="54796">
                  <a:srgbClr val="C73ECC"/>
                </a:gs>
                <a:gs pos="100000">
                  <a:srgbClr val="8DC8E8"/>
                </a:gs>
              </a:gsLst>
              <a:lin ang="21399750" scaled="1"/>
            </a:gradFill>
            <a:prstDash val="solid"/>
            <a:miter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2995283"/>
            <a:ext cx="2644762" cy="307777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7868" y="2995283"/>
            <a:ext cx="2644761" cy="307777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171536" y="2995283"/>
            <a:ext cx="2644761" cy="307777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44C1821-6346-D755-83F0-EC5D04C1AF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4199" y="3616497"/>
            <a:ext cx="2644762" cy="4924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E8BC1E6-3311-A73F-871A-923C49C012F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377868" y="3616497"/>
            <a:ext cx="2644762" cy="4924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88C01D0-23FB-7438-A9BF-8E99080C98B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171536" y="3616497"/>
            <a:ext cx="2644762" cy="4924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E673AD2-B8AF-CC3C-D898-30292FC17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415117" y="1542978"/>
            <a:ext cx="982928" cy="982928"/>
          </a:xfrm>
          <a:prstGeom prst="ellipse">
            <a:avLst/>
          </a:prstGeom>
          <a:solidFill>
            <a:srgbClr val="FFFFFF"/>
          </a:solidFill>
          <a:ln w="12700" cap="flat">
            <a:solidFill>
              <a:schemeClr val="bg1">
                <a:lumMod val="85000"/>
              </a:schemeClr>
            </a:solidFill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4571" marR="0" lvl="0" indent="0" defTabSz="41266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cs typeface="Segoe UI" panose="020B0502040204020203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6859B90-45D2-D990-09AA-8F85B79F10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208784" y="1542978"/>
            <a:ext cx="982928" cy="982928"/>
          </a:xfrm>
          <a:prstGeom prst="ellipse">
            <a:avLst/>
          </a:prstGeom>
          <a:solidFill>
            <a:srgbClr val="FFFFFF"/>
          </a:solidFill>
          <a:ln w="12700" cap="flat">
            <a:solidFill>
              <a:schemeClr val="bg1">
                <a:lumMod val="85000"/>
              </a:schemeClr>
            </a:solidFill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4571" marR="0" lvl="0" indent="0" defTabSz="41266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cs typeface="Segoe UI" panose="020B0502040204020203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87FE1B2-0C16-29CA-99C4-4C44A8047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7002452" y="1542978"/>
            <a:ext cx="982928" cy="982928"/>
          </a:xfrm>
          <a:prstGeom prst="ellipse">
            <a:avLst/>
          </a:prstGeom>
          <a:solidFill>
            <a:srgbClr val="FFFFFF"/>
          </a:solidFill>
          <a:ln w="12700" cap="flat">
            <a:solidFill>
              <a:schemeClr val="bg1">
                <a:lumMod val="85000"/>
              </a:schemeClr>
            </a:solidFill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4571" marR="0" lvl="0" indent="0" defTabSz="41266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cs typeface="Segoe UI" panose="020B0502040204020203" pitchFamily="34" charset="0"/>
            </a:endParaRP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CF4E607-C6B2-5DBD-A66E-6AC21DF3514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965203" y="2995283"/>
            <a:ext cx="2644761" cy="307777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9F6309B-E822-8B2F-6639-A0BB3E2D439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65202" y="3616497"/>
            <a:ext cx="2644762" cy="4924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9B6085C-652E-6BD6-58B4-4FD4FE4E8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9796119" y="1542978"/>
            <a:ext cx="982928" cy="982928"/>
          </a:xfrm>
          <a:prstGeom prst="ellipse">
            <a:avLst/>
          </a:prstGeom>
          <a:solidFill>
            <a:srgbClr val="FFFFFF"/>
          </a:solidFill>
          <a:ln w="12700" cap="flat">
            <a:solidFill>
              <a:schemeClr val="bg1">
                <a:lumMod val="85000"/>
              </a:schemeClr>
            </a:solidFill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4571" marR="0" lvl="0" indent="0" defTabSz="41266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0" cap="none" spc="0" normalizeH="0" baseline="0" noProof="0">
              <a:ln>
                <a:noFill/>
              </a:ln>
              <a:solidFill>
                <a:srgbClr val="2F2F2F"/>
              </a:solidFill>
              <a:effectLst/>
              <a:uLnTx/>
              <a:uFillTx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9062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92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1464">
          <p15:clr>
            <a:srgbClr val="954F72"/>
          </p15:clr>
        </p15:guide>
        <p15:guide id="16" pos="4344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32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>
          <p15:clr>
            <a:srgbClr val="FBAE40"/>
          </p15:clr>
        </p15:guide>
        <p15:guide id="41" pos="3840">
          <p15:clr>
            <a:srgbClr val="FBAE40"/>
          </p15:clr>
        </p15:guide>
        <p15:guide id="42" pos="6216">
          <p15:clr>
            <a:srgbClr val="FBAE40"/>
          </p15:clr>
        </p15:guide>
        <p15:guide id="43" orient="horz" pos="1284">
          <p15:clr>
            <a:srgbClr val="FBAE40"/>
          </p15:clr>
        </p15:guide>
        <p15:guide id="44" pos="3940">
          <p15:clr>
            <a:srgbClr val="FBAE40"/>
          </p15:clr>
        </p15:guide>
        <p15:guide id="45" orient="horz" pos="2136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_Callou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44938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07B0D1-31C1-C209-CE85-DD1D42B62A7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4064000" y="1581150"/>
            <a:ext cx="7535862" cy="443072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BA3E60F0-F025-04E8-0E46-71699A62E43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3174143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D105096-7BC3-1383-8EE1-744002B706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2085764"/>
            <a:ext cx="31728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43353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>
          <p15:clr>
            <a:srgbClr val="954F72"/>
          </p15:clr>
        </p15:guide>
        <p15:guide id="6" pos="1372">
          <p15:clr>
            <a:srgbClr val="954F72"/>
          </p15:clr>
        </p15:guide>
        <p15:guide id="7" pos="1560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20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67F0464-FA9D-1DC7-827A-17DF799B90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978881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1FB34ED-A66E-89F2-95F6-C0038B49554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4978881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4F7E24-0716-000F-A23E-D45713ECDD7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1152766"/>
            <a:ext cx="12192000" cy="344463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830DA7-1CDF-18F6-E151-AAB776959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9228134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67F0464-FA9D-1DC7-827A-17DF799B90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978881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1FB34ED-A66E-89F2-95F6-C0038B49554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4978881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6FC6DD5-F717-45AB-C65A-E483E17C4FE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0"/>
            <a:ext cx="12192000" cy="45974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72310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, subheads,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6F456F5C-E654-C0BD-30BA-55CC632F07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4956104"/>
            <a:ext cx="5364429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AE74A98-D9A9-7258-AB00-FA281DFC7D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5357443"/>
            <a:ext cx="536217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6A2D886A-4337-E9FA-7DBB-9D84D80A3A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3372" y="4956104"/>
            <a:ext cx="5356490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41A1665-88FA-58ED-F1C0-48840A180AC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52435" y="5357442"/>
            <a:ext cx="535759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1F55E03-DF85-0E93-780C-71A8898D2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6624839F-BBCE-45B6-246E-E8C737903DF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1152766"/>
            <a:ext cx="12192000" cy="344463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7391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 and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39E0A83-7ED9-6F5C-AEC4-5B98F5388F70}"/>
              </a:ext>
            </a:extLst>
          </p:cNvPr>
          <p:cNvSpPr/>
          <p:nvPr userDrawn="1"/>
        </p:nvSpPr>
        <p:spPr bwMode="auto">
          <a:xfrm>
            <a:off x="0" y="0"/>
            <a:ext cx="12192000" cy="4572000"/>
          </a:xfrm>
          <a:prstGeom prst="rect">
            <a:avLst/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6F456F5C-E654-C0BD-30BA-55CC632F07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4956104"/>
            <a:ext cx="5364429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AE74A98-D9A9-7258-AB00-FA281DFC7D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5357443"/>
            <a:ext cx="536217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6A2D886A-4337-E9FA-7DBB-9D84D80A3A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3372" y="4956104"/>
            <a:ext cx="5356490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41A1665-88FA-58ED-F1C0-48840A180AC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52435" y="5357442"/>
            <a:ext cx="535759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7ADEB9F-DC30-5B40-6D59-13194450FB0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0"/>
            <a:ext cx="12192000" cy="45720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031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_Tex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4710689" cy="984885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4ACB92EB-B163-EB38-0156-C028F872F1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4714663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0190326-CB8A-9A65-714A-07CD312C34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2085764"/>
            <a:ext cx="4712685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90DBB6-E167-EFBB-7028-79615839561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6096000" y="0"/>
            <a:ext cx="6096000" cy="6858000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2987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6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68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Tex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7248356" cy="492443"/>
          </a:xfrm>
        </p:spPr>
        <p:txBody>
          <a:bodyPr/>
          <a:lstStyle>
            <a:lvl1pPr>
              <a:defRPr sz="32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4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2085764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9B1DE51-5CDE-B96B-62FD-3A69CF69288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8128000" y="0"/>
            <a:ext cx="4064000" cy="6858000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548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photos_with Capti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6CBF8D-4C8A-D667-58CE-C8A22C93DED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584200" y="1591310"/>
            <a:ext cx="5365752" cy="2687003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F2BCABA-7928-0037-D0EF-38F1FAAC53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4575104"/>
            <a:ext cx="5364429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1056B6E8-083F-87EA-AD66-DF2D022A25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976443"/>
            <a:ext cx="5362178" cy="21544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07B0D1-31C1-C209-CE85-DD1D42B62A7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6242049" y="1591310"/>
            <a:ext cx="5357813" cy="2687003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0CE4749-2B49-FDC6-1E4B-4745903086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3372" y="4575104"/>
            <a:ext cx="5356490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EC9D9DE-CE99-5608-0152-4E27F1BE003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52435" y="4976442"/>
            <a:ext cx="5357598" cy="21544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857924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>
          <p15:clr>
            <a:srgbClr val="954F72"/>
          </p15:clr>
        </p15:guide>
        <p15:guide id="6" pos="1372">
          <p15:clr>
            <a:srgbClr val="954F72"/>
          </p15:clr>
        </p15:guide>
        <p15:guide id="7" pos="1560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20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photos_with Capti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6CBF8D-4C8A-D667-58CE-C8A22C93DED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584200" y="1591310"/>
            <a:ext cx="3481388" cy="2687003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F2BCABA-7928-0037-D0EF-38F1FAAC53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575104"/>
            <a:ext cx="3479070" cy="24622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1056B6E8-083F-87EA-AD66-DF2D022A25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976443"/>
            <a:ext cx="347761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4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07B0D1-31C1-C209-CE85-DD1D42B62A7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4353560" y="1591310"/>
            <a:ext cx="3481388" cy="2687003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0CE4749-2B49-FDC6-1E4B-4745903086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74792" y="4575104"/>
            <a:ext cx="3476891" cy="24622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EC9D9DE-CE99-5608-0152-4E27F1BE003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83855" y="4976442"/>
            <a:ext cx="347761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4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AAE6802-21C6-E5BE-3A2D-31CF010C9EF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8128000" y="1591309"/>
            <a:ext cx="3486092" cy="2684159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80D639A-857F-73A5-343B-28EC4082B8E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3626" y="4571913"/>
            <a:ext cx="3485371" cy="24622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5712E1C1-EE18-EA11-6D06-673117B00DC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128000" y="4973784"/>
            <a:ext cx="3486092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4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23746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>
          <p15:clr>
            <a:srgbClr val="954F72"/>
          </p15:clr>
        </p15:guide>
        <p15:guide id="6" pos="1372">
          <p15:clr>
            <a:srgbClr val="954F72"/>
          </p15:clr>
        </p15:guide>
        <p15:guide id="7" pos="1560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photos_with Capti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C58661F-95C1-B4E4-0A23-B8DF22E7890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ltGray">
          <a:xfrm>
            <a:off x="584200" y="2284412"/>
            <a:ext cx="2538413" cy="1997075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10B31DB7-7E61-84AD-6FD2-E7035923C56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575104"/>
            <a:ext cx="2535699" cy="21544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C05A197-25AD-0D46-72B3-478F9182C5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976443"/>
            <a:ext cx="253463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2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DC00AC3-107E-A09F-8DF5-09CDA496E0E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 bwMode="ltGray">
          <a:xfrm>
            <a:off x="3429000" y="2284412"/>
            <a:ext cx="2538413" cy="1997075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E8CE4D2-B387-0A2B-B7D1-7F14B892048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13125" y="4575104"/>
            <a:ext cx="2534111" cy="21544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A6618941-6CC1-7AAC-4FE2-94D7D46F797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422188" y="4976443"/>
            <a:ext cx="253463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2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A62A022-68CB-A937-A489-4F6F1B7467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 bwMode="ltGray">
          <a:xfrm>
            <a:off x="6248400" y="2284412"/>
            <a:ext cx="2538413" cy="1997075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7F06D45-B145-3780-49F6-BE617DDBDE4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40462" y="4575104"/>
            <a:ext cx="2534111" cy="21544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8B0B40D6-1117-8B24-4089-BB3CEF4DAF3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234836" y="4976443"/>
            <a:ext cx="253463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2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41013BA-5459-4F89-B59D-0ADC194876D5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 bwMode="ltGray">
          <a:xfrm>
            <a:off x="9067800" y="2284412"/>
            <a:ext cx="2538413" cy="1997075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9C586E8F-D3A3-C215-76A4-E3A03A5104E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076259" y="4575104"/>
            <a:ext cx="2534111" cy="21544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311900E2-1D2D-6D0A-7E29-8FAEA637B2C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082208" y="4976443"/>
            <a:ext cx="253463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20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57090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DB9FF9B-5C03-12AD-C2BC-F2A5193A8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071532" y="6337300"/>
            <a:ext cx="2667000" cy="2921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: Single Corner Rounded 5">
            <a:extLst>
              <a:ext uri="{FF2B5EF4-FFF2-40B4-BE49-F238E27FC236}">
                <a16:creationId xmlns:a16="http://schemas.microsoft.com/office/drawing/2014/main" id="{A02CAEB8-26C8-4DCC-A205-1958858BB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1913466"/>
            <a:ext cx="3121026" cy="4944533"/>
          </a:xfrm>
          <a:prstGeom prst="round1Rect">
            <a:avLst>
              <a:gd name="adj" fmla="val 6737"/>
            </a:avLst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5B1C1BF3-6AA8-9E3D-6C13-9D294A95EC9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6039" y="1926472"/>
            <a:ext cx="5364224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B36A2A5-3D3D-6672-23D6-32211E5333A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58229" y="2578100"/>
            <a:ext cx="5361973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4A355BE-EC00-02A7-CF83-86D8F4D79CE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88263" y="2542117"/>
            <a:ext cx="2027938" cy="49244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868818-0DFC-9169-4160-89B32CDF5130}"/>
              </a:ext>
            </a:extLst>
          </p:cNvPr>
          <p:cNvSpPr txBox="1">
            <a:spLocks/>
          </p:cNvSpPr>
          <p:nvPr userDrawn="1"/>
        </p:nvSpPr>
        <p:spPr>
          <a:xfrm>
            <a:off x="4356100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367" rtl="0" eaLnBrk="1" latinLnBrk="0" hangingPunct="1">
              <a:defRPr lang="en-US" sz="1000" kern="120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 Copyright Microsoft Corporation.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80D2B25-7521-D486-405F-9309E22E8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563579" y="1585913"/>
            <a:ext cx="1110600" cy="1110600"/>
            <a:chOff x="5540700" y="2116300"/>
            <a:chExt cx="1110600" cy="11106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1434F67-B3AA-41BB-E81D-4AD05F409F6D}"/>
                </a:ext>
              </a:extLst>
            </p:cNvPr>
            <p:cNvSpPr/>
            <p:nvPr/>
          </p:nvSpPr>
          <p:spPr>
            <a:xfrm>
              <a:off x="5540700" y="2116300"/>
              <a:ext cx="1110600" cy="1110600"/>
            </a:xfrm>
            <a:prstGeom prst="ellipse">
              <a:avLst/>
            </a:prstGeom>
            <a:solidFill>
              <a:srgbClr val="FFA3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D011E5C-69E1-0316-E865-3BCC8E8B2EBB}"/>
                </a:ext>
              </a:extLst>
            </p:cNvPr>
            <p:cNvPicPr/>
            <p:nvPr/>
          </p:nvPicPr>
          <p:blipFill>
            <a:blip r:embed="rId2"/>
            <a:srcRect/>
            <a:stretch/>
          </p:blipFill>
          <p:spPr>
            <a:xfrm>
              <a:off x="5749602" y="2325202"/>
              <a:ext cx="692796" cy="692796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414717449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nowle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DB9FF9B-5C03-12AD-C2BC-F2A5193A8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071532" y="6337300"/>
            <a:ext cx="2667000" cy="2921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: Single Corner Rounded 5">
            <a:extLst>
              <a:ext uri="{FF2B5EF4-FFF2-40B4-BE49-F238E27FC236}">
                <a16:creationId xmlns:a16="http://schemas.microsoft.com/office/drawing/2014/main" id="{A02CAEB8-26C8-4DCC-A205-1958858BB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1913466"/>
            <a:ext cx="3121026" cy="4944533"/>
          </a:xfrm>
          <a:prstGeom prst="round1Rect">
            <a:avLst>
              <a:gd name="adj" fmla="val 6737"/>
            </a:avLst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5B1C1BF3-6AA8-9E3D-6C13-9D294A95EC9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6039" y="1926472"/>
            <a:ext cx="5364224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B36A2A5-3D3D-6672-23D6-32211E5333A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58229" y="2578100"/>
            <a:ext cx="5361973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4A355BE-EC00-02A7-CF83-86D8F4D79CE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88263" y="2542117"/>
            <a:ext cx="2027938" cy="49244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868818-0DFC-9169-4160-89B32CDF5130}"/>
              </a:ext>
            </a:extLst>
          </p:cNvPr>
          <p:cNvSpPr txBox="1">
            <a:spLocks/>
          </p:cNvSpPr>
          <p:nvPr userDrawn="1"/>
        </p:nvSpPr>
        <p:spPr>
          <a:xfrm>
            <a:off x="4356100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367" rtl="0" eaLnBrk="1" latinLnBrk="0" hangingPunct="1">
              <a:defRPr lang="en-US" sz="1000" kern="120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 Copyright Microsoft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A3DF09A-F855-F868-80F5-0BE1A95EA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563579" y="1585913"/>
            <a:ext cx="1110600" cy="1110600"/>
            <a:chOff x="5540700" y="2116300"/>
            <a:chExt cx="1110600" cy="11106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02F3D99-76D3-5383-A61D-215BC38D43E1}"/>
                </a:ext>
              </a:extLst>
            </p:cNvPr>
            <p:cNvSpPr/>
            <p:nvPr/>
          </p:nvSpPr>
          <p:spPr>
            <a:xfrm>
              <a:off x="5540700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36F99C5-D16E-7540-C83D-3442D1FCD55D}"/>
                </a:ext>
              </a:extLst>
            </p:cNvPr>
            <p:cNvPicPr/>
            <p:nvPr/>
          </p:nvPicPr>
          <p:blipFill>
            <a:blip r:embed="rId2"/>
            <a:srcRect/>
            <a:stretch/>
          </p:blipFill>
          <p:spPr>
            <a:xfrm>
              <a:off x="5749602" y="2325202"/>
              <a:ext cx="692796" cy="692796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3030689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DB9FF9B-5C03-12AD-C2BC-F2A5193A8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071532" y="6337300"/>
            <a:ext cx="2667000" cy="2921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: Single Corner Rounded 5">
            <a:extLst>
              <a:ext uri="{FF2B5EF4-FFF2-40B4-BE49-F238E27FC236}">
                <a16:creationId xmlns:a16="http://schemas.microsoft.com/office/drawing/2014/main" id="{A02CAEB8-26C8-4DCC-A205-1958858BB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1913466"/>
            <a:ext cx="3121026" cy="4944533"/>
          </a:xfrm>
          <a:prstGeom prst="round1Rect">
            <a:avLst>
              <a:gd name="adj" fmla="val 6737"/>
            </a:avLst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5B1C1BF3-6AA8-9E3D-6C13-9D294A95EC9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6039" y="1926472"/>
            <a:ext cx="5364224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B36A2A5-3D3D-6672-23D6-32211E5333A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58229" y="2578100"/>
            <a:ext cx="5361973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4A355BE-EC00-02A7-CF83-86D8F4D79CE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88263" y="2542117"/>
            <a:ext cx="2027938" cy="49244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868818-0DFC-9169-4160-89B32CDF5130}"/>
              </a:ext>
            </a:extLst>
          </p:cNvPr>
          <p:cNvSpPr txBox="1">
            <a:spLocks/>
          </p:cNvSpPr>
          <p:nvPr userDrawn="1"/>
        </p:nvSpPr>
        <p:spPr>
          <a:xfrm>
            <a:off x="4356100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367" rtl="0" eaLnBrk="1" latinLnBrk="0" hangingPunct="1">
              <a:defRPr lang="en-US" sz="1000" kern="120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 Copyright Microsoft Corporation.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6EA3CFB-9697-C0F0-7B4C-7E3873DE53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563579" y="1585913"/>
            <a:ext cx="1110600" cy="1110600"/>
            <a:chOff x="5540700" y="2116300"/>
            <a:chExt cx="1110600" cy="11106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46C21DA-1493-FA44-3F9C-34E05FF08B74}"/>
                </a:ext>
              </a:extLst>
            </p:cNvPr>
            <p:cNvSpPr/>
            <p:nvPr/>
          </p:nvSpPr>
          <p:spPr>
            <a:xfrm>
              <a:off x="5540700" y="2116300"/>
              <a:ext cx="1110600" cy="1110600"/>
            </a:xfrm>
            <a:prstGeom prst="ellipse">
              <a:avLst/>
            </a:prstGeom>
            <a:solidFill>
              <a:srgbClr val="8DC8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11" name="Picture 33">
              <a:extLst>
                <a:ext uri="{FF2B5EF4-FFF2-40B4-BE49-F238E27FC236}">
                  <a16:creationId xmlns:a16="http://schemas.microsoft.com/office/drawing/2014/main" id="{645CE35C-3A93-7951-31D3-E08248B1C9C4}"/>
                </a:ext>
              </a:extLst>
            </p:cNvPr>
            <p:cNvPicPr/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5749602" y="2325202"/>
              <a:ext cx="692796" cy="692796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24344970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pare for lab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DB9FF9B-5C03-12AD-C2BC-F2A5193A8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071532" y="6337300"/>
            <a:ext cx="2667000" cy="2921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: Single Corner Rounded 5">
            <a:extLst>
              <a:ext uri="{FF2B5EF4-FFF2-40B4-BE49-F238E27FC236}">
                <a16:creationId xmlns:a16="http://schemas.microsoft.com/office/drawing/2014/main" id="{A02CAEB8-26C8-4DCC-A205-1958858BB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1913466"/>
            <a:ext cx="3121026" cy="4944533"/>
          </a:xfrm>
          <a:prstGeom prst="round1Rect">
            <a:avLst>
              <a:gd name="adj" fmla="val 6737"/>
            </a:avLst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5B1C1BF3-6AA8-9E3D-6C13-9D294A95EC9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6039" y="1926472"/>
            <a:ext cx="5364224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B36A2A5-3D3D-6672-23D6-32211E5333A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58229" y="2578100"/>
            <a:ext cx="5361973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4A355BE-EC00-02A7-CF83-86D8F4D79CE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88263" y="2542117"/>
            <a:ext cx="2027938" cy="49244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868818-0DFC-9169-4160-89B32CDF5130}"/>
              </a:ext>
            </a:extLst>
          </p:cNvPr>
          <p:cNvSpPr txBox="1">
            <a:spLocks/>
          </p:cNvSpPr>
          <p:nvPr userDrawn="1"/>
        </p:nvSpPr>
        <p:spPr>
          <a:xfrm>
            <a:off x="4356100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367" rtl="0" eaLnBrk="1" latinLnBrk="0" hangingPunct="1">
              <a:defRPr lang="en-US" sz="1000" kern="120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 Copyright Microsoft Corporation.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260BCEF-BA8C-42B9-D1E6-EED60C93E5F0}"/>
              </a:ext>
            </a:extLst>
          </p:cNvPr>
          <p:cNvGrpSpPr/>
          <p:nvPr userDrawn="1"/>
        </p:nvGrpSpPr>
        <p:grpSpPr>
          <a:xfrm>
            <a:off x="2563579" y="1585913"/>
            <a:ext cx="1110600" cy="1110600"/>
            <a:chOff x="2563579" y="1272115"/>
            <a:chExt cx="1110600" cy="11106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4F743EF-1C3F-2BB6-EC5C-14389E448E71}"/>
                </a:ext>
              </a:extLst>
            </p:cNvPr>
            <p:cNvSpPr/>
            <p:nvPr/>
          </p:nvSpPr>
          <p:spPr>
            <a:xfrm>
              <a:off x="2563579" y="1272115"/>
              <a:ext cx="1110600" cy="1110600"/>
            </a:xfrm>
            <a:prstGeom prst="ellipse">
              <a:avLst/>
            </a:prstGeom>
            <a:solidFill>
              <a:srgbClr val="C5B4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11" name="Picture 10" descr="A wrench and screwdriver on a black background&#10;&#10;Description automatically generated with medium confidence">
              <a:extLst>
                <a:ext uri="{FF2B5EF4-FFF2-40B4-BE49-F238E27FC236}">
                  <a16:creationId xmlns:a16="http://schemas.microsoft.com/office/drawing/2014/main" id="{22B6CEF7-CC05-CD93-EBB0-70FB66F30432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766997" y="1476753"/>
              <a:ext cx="694944" cy="6949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470627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c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DB9FF9B-5C03-12AD-C2BC-F2A5193A8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071532" y="6337300"/>
            <a:ext cx="2667000" cy="2921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: Single Corner Rounded 5">
            <a:extLst>
              <a:ext uri="{FF2B5EF4-FFF2-40B4-BE49-F238E27FC236}">
                <a16:creationId xmlns:a16="http://schemas.microsoft.com/office/drawing/2014/main" id="{A02CAEB8-26C8-4DCC-A205-1958858BB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1913466"/>
            <a:ext cx="3121026" cy="4944533"/>
          </a:xfrm>
          <a:prstGeom prst="round1Rect">
            <a:avLst>
              <a:gd name="adj" fmla="val 6737"/>
            </a:avLst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5B1C1BF3-6AA8-9E3D-6C13-9D294A95EC9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6039" y="1926472"/>
            <a:ext cx="5364224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B36A2A5-3D3D-6672-23D6-32211E5333A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58229" y="2578100"/>
            <a:ext cx="5361973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4A355BE-EC00-02A7-CF83-86D8F4D79CE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88263" y="2542117"/>
            <a:ext cx="2027938" cy="49244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868818-0DFC-9169-4160-89B32CDF5130}"/>
              </a:ext>
            </a:extLst>
          </p:cNvPr>
          <p:cNvSpPr txBox="1">
            <a:spLocks/>
          </p:cNvSpPr>
          <p:nvPr userDrawn="1"/>
        </p:nvSpPr>
        <p:spPr>
          <a:xfrm>
            <a:off x="4356100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367" rtl="0" eaLnBrk="1" latinLnBrk="0" hangingPunct="1">
              <a:defRPr lang="en-US" sz="1000" kern="120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 Copyright Microsoft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5C0986E-B689-6782-2E7B-724249108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>
          <a:xfrm>
            <a:off x="2563579" y="1585913"/>
            <a:ext cx="1110600" cy="1110600"/>
            <a:chOff x="1742946" y="2116300"/>
            <a:chExt cx="1110600" cy="11106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CAA49E0-DE74-4741-67A0-EFF39DD2D638}"/>
                </a:ext>
              </a:extLst>
            </p:cNvPr>
            <p:cNvSpPr/>
            <p:nvPr/>
          </p:nvSpPr>
          <p:spPr>
            <a:xfrm>
              <a:off x="1742946" y="2116300"/>
              <a:ext cx="1110600" cy="1110600"/>
            </a:xfrm>
            <a:prstGeom prst="ellipse">
              <a:avLst/>
            </a:prstGeom>
            <a:solidFill>
              <a:srgbClr val="FFA3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35AFCD5-9997-32A3-C847-E02AC6233D3B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6529" y="2335581"/>
              <a:ext cx="613466" cy="6134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273327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I 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E9B8C20E-B8A8-8B4B-E6D5-102814292B16}"/>
              </a:ext>
            </a:extLst>
          </p:cNvPr>
          <p:cNvSpPr/>
          <p:nvPr userDrawn="1"/>
        </p:nvSpPr>
        <p:spPr>
          <a:xfrm>
            <a:off x="588261" y="1292745"/>
            <a:ext cx="10074975" cy="4749970"/>
          </a:xfrm>
          <a:prstGeom prst="roundRect">
            <a:avLst>
              <a:gd name="adj" fmla="val 6113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8100000" sx="101000" sy="101000" algn="tr" rotWithShape="0">
              <a:srgbClr val="CAC5B8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E20E92D-9C4E-2BF7-F5C3-1126C809696B}"/>
              </a:ext>
            </a:extLst>
          </p:cNvPr>
          <p:cNvGrpSpPr/>
          <p:nvPr userDrawn="1"/>
        </p:nvGrpSpPr>
        <p:grpSpPr>
          <a:xfrm>
            <a:off x="10112348" y="893763"/>
            <a:ext cx="1110600" cy="1110600"/>
            <a:chOff x="10112348" y="738519"/>
            <a:chExt cx="1110600" cy="11106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567CE8E-AD7A-BEDE-7D43-4F2561774537}"/>
                </a:ext>
              </a:extLst>
            </p:cNvPr>
            <p:cNvSpPr/>
            <p:nvPr/>
          </p:nvSpPr>
          <p:spPr>
            <a:xfrm>
              <a:off x="10112348" y="738519"/>
              <a:ext cx="1110600" cy="1110600"/>
            </a:xfrm>
            <a:prstGeom prst="ellipse">
              <a:avLst/>
            </a:prstGeom>
            <a:solidFill>
              <a:srgbClr val="C5B4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11" name="Picture 10" descr="A wrench and screwdriver on a black background&#10;&#10;Description automatically generated with medium confidence">
              <a:extLst>
                <a:ext uri="{FF2B5EF4-FFF2-40B4-BE49-F238E27FC236}">
                  <a16:creationId xmlns:a16="http://schemas.microsoft.com/office/drawing/2014/main" id="{081CBB52-335F-8D52-200D-2D007D689042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0315766" y="945273"/>
              <a:ext cx="694944" cy="6949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616250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8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2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ci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E9B8C20E-B8A8-8B4B-E6D5-102814292B16}"/>
              </a:ext>
            </a:extLst>
          </p:cNvPr>
          <p:cNvSpPr/>
          <p:nvPr userDrawn="1"/>
        </p:nvSpPr>
        <p:spPr>
          <a:xfrm>
            <a:off x="588261" y="1292745"/>
            <a:ext cx="10074975" cy="4749970"/>
          </a:xfrm>
          <a:prstGeom prst="roundRect">
            <a:avLst>
              <a:gd name="adj" fmla="val 6113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8100000" sx="101000" sy="101000" algn="tr" rotWithShape="0">
              <a:srgbClr val="CAC5B8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B724FB4-110F-14DB-C9A2-8DC893034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107938" y="893763"/>
            <a:ext cx="1110600" cy="1110600"/>
            <a:chOff x="1742946" y="2116300"/>
            <a:chExt cx="1110600" cy="11106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EC0BCC3-7EC5-6F81-B1AA-80A4894ABF0C}"/>
                </a:ext>
              </a:extLst>
            </p:cNvPr>
            <p:cNvSpPr/>
            <p:nvPr/>
          </p:nvSpPr>
          <p:spPr>
            <a:xfrm>
              <a:off x="1742946" y="2116300"/>
              <a:ext cx="1110600" cy="1110600"/>
            </a:xfrm>
            <a:prstGeom prst="ellipse">
              <a:avLst/>
            </a:prstGeom>
            <a:solidFill>
              <a:srgbClr val="FFA3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D467AA4-32D7-985C-93B4-6A2CF9D380C2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6529" y="2335581"/>
              <a:ext cx="613466" cy="6134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420157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8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2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Callou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A0C1B43-5B0F-7090-B43D-4D154AC01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071532" y="6337300"/>
            <a:ext cx="2667000" cy="2921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2E22E512-824E-5687-C33B-5B41FE43E981}"/>
              </a:ext>
            </a:extLst>
          </p:cNvPr>
          <p:cNvSpPr txBox="1">
            <a:spLocks/>
          </p:cNvSpPr>
          <p:nvPr userDrawn="1"/>
        </p:nvSpPr>
        <p:spPr>
          <a:xfrm>
            <a:off x="4356100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367" rtl="0" eaLnBrk="1" latinLnBrk="0" hangingPunct="1">
              <a:defRPr lang="en-US" sz="1000" kern="120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 Copyright Microsoft Corporation. All rights reserved.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07B0D1-31C1-C209-CE85-DD1D42B62A7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4064000" y="1292233"/>
            <a:ext cx="7535862" cy="3279768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0CE4749-2B49-FDC6-1E4B-4745903086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064000" y="4830309"/>
            <a:ext cx="7535862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EC9D9DE-CE99-5608-0152-4E27F1BE003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073063" y="5231647"/>
            <a:ext cx="75268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id="{F30B2090-3FEF-BD7A-3D1A-F15263CED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1292232"/>
            <a:ext cx="3121026" cy="5565768"/>
          </a:xfrm>
          <a:prstGeom prst="round1Rect">
            <a:avLst>
              <a:gd name="adj" fmla="val 6737"/>
            </a:avLst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69AA33E8-65E2-5482-066C-B301F74B3FC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88262" y="2210101"/>
            <a:ext cx="2113253" cy="49244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42724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>
          <p15:clr>
            <a:srgbClr val="954F72"/>
          </p15:clr>
        </p15:guide>
        <p15:guide id="6" pos="1372">
          <p15:clr>
            <a:srgbClr val="954F72"/>
          </p15:clr>
        </p15:guide>
        <p15:guide id="7" pos="1560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20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 Clickdow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E890A9B-98DE-E407-1677-225E1CB27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887" y="0"/>
            <a:ext cx="6891565" cy="68580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960FA2C5-0F45-1F96-1312-4AD604060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7958667" y="1348398"/>
            <a:ext cx="3793070" cy="4707465"/>
          </a:xfrm>
          <a:prstGeom prst="round2SameRect">
            <a:avLst>
              <a:gd name="adj1" fmla="val 2163"/>
              <a:gd name="adj2" fmla="val 0"/>
            </a:avLst>
          </a:prstGeom>
          <a:solidFill>
            <a:srgbClr val="E8E6DF"/>
          </a:solidFill>
          <a:ln w="6350">
            <a:noFill/>
          </a:ln>
          <a:effectLst>
            <a:outerShdw blurRad="127000" dist="76200" dir="9600000" algn="r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none" lIns="274320" tIns="0" rIns="27432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30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858406-DE31-8249-0E02-6D12B1500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58887" y="1759165"/>
            <a:ext cx="4737876" cy="3870680"/>
          </a:xfrm>
          <a:prstGeom prst="rect">
            <a:avLst/>
          </a:prstGeom>
          <a:noFill/>
          <a:ln w="38100">
            <a:noFill/>
          </a:ln>
          <a:effectLst/>
        </p:spPr>
      </p:pic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402C46-D31C-FDEF-C231-716FBE6417F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7724775" y="2041526"/>
            <a:ext cx="4467225" cy="331152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914400" tIns="0" rIns="914400" bIns="14630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website screenshot here or click or tap 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5F9DFC-8F86-66C5-68A6-019BCDEDB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652201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5FD7D075-9E51-3CE8-5505-AE5C8CAB043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1594155"/>
            <a:ext cx="5654573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A9016-5747-B1D1-36DE-145A4E94C4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2085764"/>
            <a:ext cx="565220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6F36D75B-95FF-2F0D-75F2-EF58B69B29D9}"/>
              </a:ext>
            </a:extLst>
          </p:cNvPr>
          <p:cNvSpPr txBox="1">
            <a:spLocks/>
          </p:cNvSpPr>
          <p:nvPr userDrawn="1"/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367" rtl="0" eaLnBrk="1" latinLnBrk="0" hangingPunct="1">
              <a:defRPr lang="en-US" sz="1000" kern="120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3688396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12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orient="horz" pos="3600">
          <p15:clr>
            <a:srgbClr val="FBAE40"/>
          </p15:clr>
        </p15:guide>
        <p15:guide id="32" orient="horz" pos="3408">
          <p15:clr>
            <a:srgbClr val="FBAE40"/>
          </p15:clr>
        </p15:guide>
        <p15:guide id="33" pos="108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ith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1162BDF-DEE8-2EF5-89DB-FD5A65D1E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3474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97690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ith Head_Off-white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03825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ith Head_WmGray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i="0" dirty="0"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59197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contai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E9B8C20E-B8A8-8B4B-E6D5-102814292B16}"/>
              </a:ext>
            </a:extLst>
          </p:cNvPr>
          <p:cNvSpPr/>
          <p:nvPr userDrawn="1"/>
        </p:nvSpPr>
        <p:spPr>
          <a:xfrm>
            <a:off x="588261" y="1292745"/>
            <a:ext cx="10074975" cy="4749970"/>
          </a:xfrm>
          <a:prstGeom prst="roundRect">
            <a:avLst>
              <a:gd name="adj" fmla="val 6113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8100000" sx="101000" sy="101000" algn="tr" rotWithShape="0">
              <a:srgbClr val="CAC5B8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E5A14A0B-79D6-45AE-7A4C-9DC7D8DBDE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5075" y="1771955"/>
            <a:ext cx="8778782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26E60A9-6B1B-0504-9AD9-98C3212D1B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37265" y="2263564"/>
            <a:ext cx="87750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546132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nowledge Che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E9B8C20E-B8A8-8B4B-E6D5-102814292B16}"/>
              </a:ext>
            </a:extLst>
          </p:cNvPr>
          <p:cNvSpPr/>
          <p:nvPr userDrawn="1"/>
        </p:nvSpPr>
        <p:spPr>
          <a:xfrm>
            <a:off x="588261" y="1292745"/>
            <a:ext cx="10074975" cy="4749970"/>
          </a:xfrm>
          <a:prstGeom prst="roundRect">
            <a:avLst>
              <a:gd name="adj" fmla="val 6113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8100000" sx="101000" sy="101000" algn="tr" rotWithShape="0">
              <a:srgbClr val="CAC5B8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E5A14A0B-79D6-45AE-7A4C-9DC7D8DBDE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5075" y="1594151"/>
            <a:ext cx="8778782" cy="39997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lang="en-US" sz="1400" kern="1200" spc="0" baseline="0" dirty="0" smtClean="0">
                <a:solidFill>
                  <a:schemeClr val="tx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26E60A9-6B1B-0504-9AD9-98C3212D1B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37265" y="1994124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AAEF9DE-7B32-1B2A-6337-669A0D5B5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107938" y="893763"/>
            <a:ext cx="1110600" cy="1110600"/>
            <a:chOff x="5540700" y="2116300"/>
            <a:chExt cx="1110600" cy="11106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F3C713F-0819-4E66-4E37-3D4AEBB16C45}"/>
                </a:ext>
              </a:extLst>
            </p:cNvPr>
            <p:cNvSpPr/>
            <p:nvPr/>
          </p:nvSpPr>
          <p:spPr>
            <a:xfrm>
              <a:off x="5540700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6B6D0E4-ABDA-CFF0-8DBA-13CB318211E8}"/>
                </a:ext>
              </a:extLst>
            </p:cNvPr>
            <p:cNvPicPr/>
            <p:nvPr/>
          </p:nvPicPr>
          <p:blipFill>
            <a:blip r:embed="rId2"/>
            <a:srcRect/>
            <a:stretch/>
          </p:blipFill>
          <p:spPr>
            <a:xfrm>
              <a:off x="5749602" y="2325202"/>
              <a:ext cx="692796" cy="692796"/>
            </a:xfrm>
            <a:prstGeom prst="rect">
              <a:avLst/>
            </a:prstGeom>
            <a:noFill/>
          </p:spPr>
        </p:pic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A7BF95A-A491-AA6A-78B7-D238998E43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35075" y="4492432"/>
            <a:ext cx="8778782" cy="406322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C885C31-00F8-2C8C-ACC7-B0A21820E6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37265" y="4898755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801E9AC-93F9-F06B-9038-5F1AAD2E0D8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35075" y="3042690"/>
            <a:ext cx="8778782" cy="40632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lang="en-US" sz="1400" kern="1200" spc="0" baseline="0" dirty="0" smtClean="0">
                <a:solidFill>
                  <a:schemeClr val="tx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EC43E23-35AD-52A6-0DE8-366F8CC32F9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37265" y="3449013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796393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8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2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nowledge Che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4CCBFB5E-1851-2876-A431-5DF81265739D}"/>
              </a:ext>
            </a:extLst>
          </p:cNvPr>
          <p:cNvSpPr/>
          <p:nvPr userDrawn="1"/>
        </p:nvSpPr>
        <p:spPr>
          <a:xfrm>
            <a:off x="588261" y="1292745"/>
            <a:ext cx="10074975" cy="4749970"/>
          </a:xfrm>
          <a:prstGeom prst="roundRect">
            <a:avLst>
              <a:gd name="adj" fmla="val 6113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i="0"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E5A14A0B-79D6-45AE-7A4C-9DC7D8DBDE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5075" y="1594151"/>
            <a:ext cx="8778782" cy="39997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lang="en-US" sz="1400" kern="1200" spc="0" baseline="0" dirty="0" smtClean="0">
                <a:solidFill>
                  <a:schemeClr val="tx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26E60A9-6B1B-0504-9AD9-98C3212D1B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37265" y="1994124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AAEF9DE-7B32-1B2A-6337-669A0D5B5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107938" y="893763"/>
            <a:ext cx="1110600" cy="1110600"/>
            <a:chOff x="5540700" y="2116300"/>
            <a:chExt cx="1110600" cy="11106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F3C713F-0819-4E66-4E37-3D4AEBB16C45}"/>
                </a:ext>
              </a:extLst>
            </p:cNvPr>
            <p:cNvSpPr/>
            <p:nvPr/>
          </p:nvSpPr>
          <p:spPr>
            <a:xfrm>
              <a:off x="5540700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6B6D0E4-ABDA-CFF0-8DBA-13CB318211E8}"/>
                </a:ext>
              </a:extLst>
            </p:cNvPr>
            <p:cNvPicPr/>
            <p:nvPr/>
          </p:nvPicPr>
          <p:blipFill>
            <a:blip r:embed="rId2"/>
            <a:srcRect/>
            <a:stretch/>
          </p:blipFill>
          <p:spPr>
            <a:xfrm>
              <a:off x="5749602" y="2325202"/>
              <a:ext cx="692796" cy="692796"/>
            </a:xfrm>
            <a:prstGeom prst="rect">
              <a:avLst/>
            </a:prstGeom>
            <a:noFill/>
          </p:spPr>
        </p:pic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A7BF95A-A491-AA6A-78B7-D238998E43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35075" y="4492432"/>
            <a:ext cx="8778782" cy="406322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C885C31-00F8-2C8C-ACC7-B0A21820E6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37265" y="4898755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801E9AC-93F9-F06B-9038-5F1AAD2E0D8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35075" y="3042690"/>
            <a:ext cx="8778782" cy="40632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lang="en-US" sz="1400" kern="1200" spc="0" baseline="0" dirty="0" smtClean="0">
                <a:solidFill>
                  <a:schemeClr val="tx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EC43E23-35AD-52A6-0DE8-366F8CC32F9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37265" y="3449013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492919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8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2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Path1_WmGray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i="0" dirty="0"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F318326-19BB-DD5B-81E3-D6586A45E4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2827846"/>
            <a:ext cx="12192001" cy="30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9161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Path3_OffWhite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i="0" dirty="0"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C16E9B7-4924-90AE-8E65-159052FB5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3144660"/>
            <a:ext cx="12192001" cy="30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1702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arningPath1_WmGray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i="0" dirty="0"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F318326-19BB-DD5B-81E3-D6586A45E4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2827846"/>
            <a:ext cx="12192001" cy="3035200"/>
          </a:xfrm>
          <a:prstGeom prst="rect">
            <a:avLst/>
          </a:prstGeom>
        </p:spPr>
      </p:pic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EA6FD2A8-720D-4961-EE5A-DE1728EBB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0398" y="1787281"/>
            <a:ext cx="10633034" cy="3638249"/>
          </a:xfrm>
          <a:prstGeom prst="roundRect">
            <a:avLst>
              <a:gd name="adj" fmla="val 113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numCol="1" spcCol="45720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03665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arningPath3_OffWhite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i="0" dirty="0"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C16E9B7-4924-90AE-8E65-159052FB5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3144660"/>
            <a:ext cx="12192001" cy="3035200"/>
          </a:xfrm>
          <a:prstGeom prst="rect">
            <a:avLst/>
          </a:prstGeom>
        </p:spPr>
      </p:pic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3C1E8CAF-6128-384E-E21D-0DE6DC548F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0398" y="1787281"/>
            <a:ext cx="10633034" cy="3638249"/>
          </a:xfrm>
          <a:prstGeom prst="roundRect">
            <a:avLst>
              <a:gd name="adj" fmla="val 113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numCol="1" spcCol="45720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17216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full pag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2F35014-FB65-ACD9-730E-E1D616E561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4491999" cy="630942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3"/>
              </a:gs>
            </a:gsLst>
            <a:lin ang="16200000" scaled="1"/>
            <a:tileRect/>
          </a:gradFill>
        </p:spPr>
        <p:txBody>
          <a:bodyPr vert="horz" wrap="square" lIns="585216" tIns="91440" rIns="585216" bIns="45720" rtlCol="0">
            <a:spAutoFit/>
          </a:bodyPr>
          <a:lstStyle>
            <a:lvl1pPr marL="0" indent="0">
              <a:buNone/>
              <a:defRPr kumimoji="0" lang="en-US" sz="3200" b="0" i="0" u="none" strike="noStrike" cap="none" normalizeH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defRPr>
            </a:lvl1pPr>
          </a:lstStyle>
          <a:p>
            <a:pPr marL="228600" lvl="0" indent="-228600"/>
            <a:r>
              <a:rPr lang="en-US"/>
              <a:t>Click to enter title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42E0005-D466-9A2B-2F72-437D2E7450DA}"/>
              </a:ext>
            </a:extLst>
          </p:cNvPr>
          <p:cNvSpPr txBox="1">
            <a:spLocks/>
          </p:cNvSpPr>
          <p:nvPr userDrawn="1"/>
        </p:nvSpPr>
        <p:spPr>
          <a:xfrm>
            <a:off x="295276" y="770467"/>
            <a:ext cx="11604624" cy="5504921"/>
          </a:xfrm>
          <a:prstGeom prst="rect">
            <a:avLst/>
          </a:prstGeom>
          <a:solidFill>
            <a:srgbClr val="FFFFFF"/>
          </a:solidFill>
        </p:spPr>
        <p:txBody>
          <a:bodyPr vert="horz" lIns="274320" tIns="182880" rIns="182880" bIns="182880" rtlCol="0">
            <a:noAutofit/>
          </a:bodyPr>
          <a:lstStyle>
            <a:lvl1pPr marL="0" indent="0" algn="l" defTabSz="914132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120000"/>
              <a:buFontTx/>
              <a:buNone/>
              <a:defRPr lang="en-US" sz="1400" b="0" i="0" kern="1200">
                <a:solidFill>
                  <a:schemeClr val="tx1"/>
                </a:solidFill>
                <a:effectLst/>
                <a:latin typeface="Consolas" panose="020B0609020204030204" pitchFamily="49" charset="0"/>
                <a:ea typeface="Segoe UI Semibold" charset="0"/>
                <a:cs typeface="Segoe UI Semibold" charset="0"/>
              </a:defRPr>
            </a:lvl1pPr>
            <a:lvl2pPr marL="0" indent="0" algn="l" defTabSz="91413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Pct val="110000"/>
              <a:buFont typeface="Arial" charset="0"/>
              <a:buNone/>
              <a:defRPr lang="en-US" sz="2000" b="0" i="0" kern="1200" dirty="0" smtClean="0">
                <a:solidFill>
                  <a:schemeClr val="tx1"/>
                </a:solidFill>
                <a:effectLst/>
                <a:latin typeface="Segoe UI" charset="0"/>
                <a:ea typeface="Segoe UI" charset="0"/>
                <a:cs typeface="Segoe UI" charset="0"/>
              </a:defRPr>
            </a:lvl2pPr>
            <a:lvl3pPr marL="288925" indent="-222250" algn="l" defTabSz="91413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Pct val="120000"/>
              <a:buFont typeface="Arial" charset="0"/>
              <a:buChar char="•"/>
              <a:defRPr lang="en-US" sz="2000" b="0" i="0" kern="1200" dirty="0" smtClean="0">
                <a:solidFill>
                  <a:schemeClr val="tx1"/>
                </a:solidFill>
                <a:effectLst/>
                <a:latin typeface="Segoe UI" charset="0"/>
                <a:ea typeface="Segoe UI" charset="0"/>
                <a:cs typeface="Segoe UI" charset="0"/>
              </a:defRPr>
            </a:lvl3pPr>
            <a:lvl4pPr marL="631825" indent="-182880" algn="l" defTabSz="91413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Font typeface="Arial" charset="0"/>
              <a:buChar char="•"/>
              <a:tabLst/>
              <a:defRPr lang="en-US" sz="1800" b="0" i="0" kern="1200" dirty="0" smtClean="0">
                <a:solidFill>
                  <a:schemeClr val="tx1"/>
                </a:solidFill>
                <a:effectLst/>
                <a:latin typeface="Segoe UI" charset="0"/>
                <a:ea typeface="Segoe UI" charset="0"/>
                <a:cs typeface="Segoe UI" charset="0"/>
              </a:defRPr>
            </a:lvl4pPr>
            <a:lvl5pPr marL="1162685" indent="-194310" algn="l" defTabSz="914132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1"/>
              </a:buClr>
              <a:buFont typeface="Arial"/>
              <a:buChar char="•"/>
              <a:defRPr lang="en-US" sz="1600" b="0" i="0" kern="1200" dirty="0">
                <a:solidFill>
                  <a:schemeClr val="tx1"/>
                </a:solidFill>
                <a:effectLst/>
                <a:latin typeface="Segoe UI" charset="0"/>
                <a:ea typeface="Segoe UI" charset="0"/>
                <a:cs typeface="Segoe UI" charset="0"/>
              </a:defRPr>
            </a:lvl5pPr>
            <a:lvl6pPr marL="1873781" indent="-228533" algn="l" defTabSz="914132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26" indent="-228533" algn="l" defTabSz="9141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92" indent="-228533" algn="l" defTabSz="9141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57" indent="-228533" algn="l" defTabSz="9141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2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E9E9E9"/>
              </a:buClr>
              <a:buSzPct val="120000"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cs typeface="Segoe UI Semibold" charset="0"/>
            </a:endParaRPr>
          </a:p>
        </p:txBody>
      </p:sp>
      <p:sp>
        <p:nvSpPr>
          <p:cNvPr id="9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3EC8DAD9-3274-7DD3-8458-A6CF6E3661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9438" y="1083733"/>
            <a:ext cx="11020425" cy="4885267"/>
          </a:xfrm>
        </p:spPr>
        <p:txBody>
          <a:bodyPr/>
          <a:lstStyle>
            <a:lvl1pPr marL="0" indent="0">
              <a:buNone/>
              <a:tabLst/>
              <a:defRPr sz="1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20136818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2" orient="horz" pos="438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right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FD107E2-140D-CB86-9FA1-B9481E49E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4042761" cy="984885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7F5E94-C055-4558-A211-EF7933FCA8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4155"/>
            <a:ext cx="404276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A89B3FAE-417F-41EF-9D05-0D6CAF8EC7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582613"/>
            <a:ext cx="5799138" cy="5692775"/>
          </a:xfrm>
        </p:spPr>
        <p:txBody>
          <a:bodyPr/>
          <a:lstStyle>
            <a:lvl1pPr marL="0" indent="0">
              <a:buNone/>
              <a:tabLst/>
              <a:defRPr sz="1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22886290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ources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5B49E74-D3F8-9BC9-0A3F-F524E6C5A4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1056"/>
            <a:ext cx="8193024" cy="5416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  <a:latin typeface="+mj-lt"/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F055FC1-EF87-C5EC-9545-B346C73ACDA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6389" y="2081710"/>
            <a:ext cx="8193024" cy="11326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EBA1527-2F4C-29A6-6A08-4FBA5CAE4E7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6389" y="3587124"/>
            <a:ext cx="8193024" cy="5416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  <a:latin typeface="+mj-lt"/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B81DC28-90DC-14C9-6ED7-101D16E58FA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6389" y="4077778"/>
            <a:ext cx="8193024" cy="11326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958396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_with Log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S logo gray - EMF">
            <a:extLst>
              <a:ext uri="{FF2B5EF4-FFF2-40B4-BE49-F238E27FC236}">
                <a16:creationId xmlns:a16="http://schemas.microsoft.com/office/drawing/2014/main" id="{34855668-1A0A-E5EE-1D0F-97B30351BA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072CE3E-C99E-C188-A13F-A0815FF09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-612577"/>
            <a:ext cx="8193024" cy="307777"/>
          </a:xfrm>
        </p:spPr>
        <p:txBody>
          <a:bodyPr/>
          <a:lstStyle>
            <a:lvl1pPr>
              <a:defRPr sz="20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Final slide with logo</a:t>
            </a:r>
          </a:p>
        </p:txBody>
      </p:sp>
    </p:spTree>
    <p:extLst>
      <p:ext uri="{BB962C8B-B14F-4D97-AF65-F5344CB8AC3E}">
        <p14:creationId xmlns:p14="http://schemas.microsoft.com/office/powerpoint/2010/main" val="28799497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losing slide_with Log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S logo gray - EMF">
            <a:extLst>
              <a:ext uri="{FF2B5EF4-FFF2-40B4-BE49-F238E27FC236}">
                <a16:creationId xmlns:a16="http://schemas.microsoft.com/office/drawing/2014/main" id="{34855668-1A0A-E5EE-1D0F-97B30351BA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072CE3E-C99E-C188-A13F-A0815FF09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-616043"/>
            <a:ext cx="8193024" cy="307777"/>
          </a:xfrm>
        </p:spPr>
        <p:txBody>
          <a:bodyPr/>
          <a:lstStyle>
            <a:lvl1pPr>
              <a:defRPr sz="20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Final slide with logo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D9E8228-6949-BCF9-F825-22D65A43DB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2080227"/>
            <a:ext cx="3361943" cy="553998"/>
          </a:xfrm>
          <a:noFill/>
        </p:spPr>
        <p:txBody>
          <a:bodyPr wrap="square" lIns="0" tIns="0" rIns="0" bIns="0">
            <a:sp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accent3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Thank you.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CDD9B65-7B9C-E803-654B-692D90202D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5640" y="2276475"/>
            <a:ext cx="7114222" cy="1689099"/>
          </a:xfrm>
        </p:spPr>
        <p:txBody>
          <a:bodyPr/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0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Segoe UI" panose="020B0502040204020203" pitchFamily="34" charset="0"/>
              </a:defRPr>
            </a:lvl1pPr>
            <a:lvl2pPr marL="155448" indent="0">
              <a:buNone/>
              <a:defRPr lang="en-US" sz="2000" b="0" kern="1200" cap="none" spc="-50" baseline="0" dirty="0" smtClean="0">
                <a:ln w="3175">
                  <a:noFill/>
                </a:ln>
                <a:solidFill>
                  <a:schemeClr val="bg1"/>
                </a:solidFill>
                <a:effectLst/>
                <a:latin typeface="+mn-lt"/>
                <a:ea typeface="+mn-ea"/>
                <a:cs typeface="Segoe UI" panose="020B0502040204020203" pitchFamily="34" charset="0"/>
              </a:defRPr>
            </a:lvl2pPr>
            <a:lvl3pPr marL="265176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2662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592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1301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490"/>
            <a:ext cx="10566400" cy="442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8043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33.xml"/><Relationship Id="rId26" Type="http://schemas.openxmlformats.org/officeDocument/2006/relationships/slideLayout" Target="../slideLayouts/slideLayout41.xml"/><Relationship Id="rId39" Type="http://schemas.openxmlformats.org/officeDocument/2006/relationships/slideLayout" Target="../slideLayouts/slideLayout54.xml"/><Relationship Id="rId21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49.xml"/><Relationship Id="rId42" Type="http://schemas.openxmlformats.org/officeDocument/2006/relationships/slideLayout" Target="../slideLayouts/slideLayout57.xml"/><Relationship Id="rId47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5.xml"/><Relationship Id="rId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39.xml"/><Relationship Id="rId32" Type="http://schemas.openxmlformats.org/officeDocument/2006/relationships/slideLayout" Target="../slideLayouts/slideLayout47.xml"/><Relationship Id="rId37" Type="http://schemas.openxmlformats.org/officeDocument/2006/relationships/slideLayout" Target="../slideLayouts/slideLayout52.xml"/><Relationship Id="rId40" Type="http://schemas.openxmlformats.org/officeDocument/2006/relationships/slideLayout" Target="../slideLayouts/slideLayout55.xml"/><Relationship Id="rId45" Type="http://schemas.openxmlformats.org/officeDocument/2006/relationships/slideLayout" Target="../slideLayouts/slideLayout60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23" Type="http://schemas.openxmlformats.org/officeDocument/2006/relationships/slideLayout" Target="../slideLayouts/slideLayout38.xml"/><Relationship Id="rId28" Type="http://schemas.openxmlformats.org/officeDocument/2006/relationships/slideLayout" Target="../slideLayouts/slideLayout43.xml"/><Relationship Id="rId36" Type="http://schemas.openxmlformats.org/officeDocument/2006/relationships/slideLayout" Target="../slideLayouts/slideLayout51.xml"/><Relationship Id="rId49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34.xml"/><Relationship Id="rId31" Type="http://schemas.openxmlformats.org/officeDocument/2006/relationships/slideLayout" Target="../slideLayouts/slideLayout46.xml"/><Relationship Id="rId44" Type="http://schemas.openxmlformats.org/officeDocument/2006/relationships/slideLayout" Target="../slideLayouts/slideLayout59.xml"/><Relationship Id="rId52" Type="http://schemas.openxmlformats.org/officeDocument/2006/relationships/theme" Target="../theme/theme3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Relationship Id="rId22" Type="http://schemas.openxmlformats.org/officeDocument/2006/relationships/slideLayout" Target="../slideLayouts/slideLayout37.xml"/><Relationship Id="rId27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5.xml"/><Relationship Id="rId35" Type="http://schemas.openxmlformats.org/officeDocument/2006/relationships/slideLayout" Target="../slideLayouts/slideLayout50.xml"/><Relationship Id="rId43" Type="http://schemas.openxmlformats.org/officeDocument/2006/relationships/slideLayout" Target="../slideLayouts/slideLayout58.xml"/><Relationship Id="rId48" Type="http://schemas.openxmlformats.org/officeDocument/2006/relationships/slideLayout" Target="../slideLayouts/slideLayout63.xml"/><Relationship Id="rId8" Type="http://schemas.openxmlformats.org/officeDocument/2006/relationships/slideLayout" Target="../slideLayouts/slideLayout23.xml"/><Relationship Id="rId51" Type="http://schemas.openxmlformats.org/officeDocument/2006/relationships/slideLayout" Target="../slideLayouts/slideLayout66.xml"/><Relationship Id="rId3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2.xml"/><Relationship Id="rId25" Type="http://schemas.openxmlformats.org/officeDocument/2006/relationships/slideLayout" Target="../slideLayouts/slideLayout40.xml"/><Relationship Id="rId33" Type="http://schemas.openxmlformats.org/officeDocument/2006/relationships/slideLayout" Target="../slideLayouts/slideLayout48.xml"/><Relationship Id="rId38" Type="http://schemas.openxmlformats.org/officeDocument/2006/relationships/slideLayout" Target="../slideLayouts/slideLayout53.xml"/><Relationship Id="rId46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35.xml"/><Relationship Id="rId41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2B0D1A-32E8-67F9-A188-996B18EE8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E0871-ECB8-D049-C3D0-D31EF4BF0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89ADB-51B1-E4AB-3050-DD95921D65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7556D-DCD1-4FB9-8695-8902D801681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F81C2-E1FB-0DED-7F1F-A7008054FF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2AA29-C22B-AA1C-80C8-54D152C775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83C048-5E84-480F-9458-845209AF279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 descr="A black and white logo&#10;&#10;AI-generated content may be incorrect.">
            <a:extLst>
              <a:ext uri="{FF2B5EF4-FFF2-40B4-BE49-F238E27FC236}">
                <a16:creationId xmlns:a16="http://schemas.microsoft.com/office/drawing/2014/main" id="{134DF221-F45B-91B9-E563-659E39B20729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9920" y="6492875"/>
            <a:ext cx="1402080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404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6" r:id="rId12"/>
    <p:sldLayoutId id="214748367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37890"/>
            <a:ext cx="10566400" cy="52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E1736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68450"/>
            <a:ext cx="10566400" cy="407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E1736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80756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85216"/>
            <a:ext cx="10430257" cy="49244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591056"/>
            <a:ext cx="10426700" cy="7263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A066C27D-9E85-728F-F255-3A731EC66D25}"/>
              </a:ext>
            </a:extLst>
          </p:cNvPr>
          <p:cNvGrpSpPr/>
          <p:nvPr userDrawn="1"/>
        </p:nvGrpSpPr>
        <p:grpSpPr>
          <a:xfrm rot="5400000">
            <a:off x="10666449" y="3959962"/>
            <a:ext cx="4597400" cy="1248872"/>
            <a:chOff x="2983209" y="3959962"/>
            <a:chExt cx="4597400" cy="1248872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D46592D0-C1CD-74A0-2C7F-3337241D77DB}"/>
                </a:ext>
              </a:extLst>
            </p:cNvPr>
            <p:cNvGrpSpPr/>
            <p:nvPr userDrawn="1"/>
          </p:nvGrpSpPr>
          <p:grpSpPr>
            <a:xfrm>
              <a:off x="4130985" y="4976997"/>
              <a:ext cx="1122349" cy="231837"/>
              <a:chOff x="4135734" y="4976997"/>
              <a:chExt cx="1120775" cy="231837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F91CEFFA-747B-15D9-6F1F-08C1FB0DC7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35734" y="4976997"/>
                <a:ext cx="1120775" cy="23183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F5FF078E-F971-F049-5B6C-211FC500886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4135734" y="4976997"/>
                <a:ext cx="1120775" cy="231837"/>
              </a:xfrm>
              <a:prstGeom prst="rect">
                <a:avLst/>
              </a:prstGeom>
              <a:noFill/>
              <a:ln w="1588" cap="flat">
                <a:solidFill>
                  <a:srgbClr val="BFBFB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88C14EA5-9927-8FE5-49F3-BE053411837B}"/>
                </a:ext>
              </a:extLst>
            </p:cNvPr>
            <p:cNvGrpSpPr/>
            <p:nvPr userDrawn="1"/>
          </p:nvGrpSpPr>
          <p:grpSpPr>
            <a:xfrm>
              <a:off x="2989559" y="4976997"/>
              <a:ext cx="1122349" cy="231837"/>
              <a:chOff x="2989559" y="4976997"/>
              <a:chExt cx="1120775" cy="231837"/>
            </a:xfrm>
          </p:grpSpPr>
          <p:sp>
            <p:nvSpPr>
              <p:cNvPr id="68" name="Rectangle 62">
                <a:extLst>
                  <a:ext uri="{FF2B5EF4-FFF2-40B4-BE49-F238E27FC236}">
                    <a16:creationId xmlns:a16="http://schemas.microsoft.com/office/drawing/2014/main" id="{49F83C97-7FC0-CE8B-F534-3CC32978B0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9559" y="4976997"/>
                <a:ext cx="1120775" cy="231837"/>
              </a:xfrm>
              <a:prstGeom prst="rect">
                <a:avLst/>
              </a:prstGeom>
              <a:solidFill>
                <a:srgbClr val="F4F3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Rectangle 63">
                <a:extLst>
                  <a:ext uri="{FF2B5EF4-FFF2-40B4-BE49-F238E27FC236}">
                    <a16:creationId xmlns:a16="http://schemas.microsoft.com/office/drawing/2014/main" id="{78E83E2F-0F4E-6A6F-EE19-272FC88EAB1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2989559" y="4976997"/>
                <a:ext cx="1120775" cy="231837"/>
              </a:xfrm>
              <a:prstGeom prst="rect">
                <a:avLst/>
              </a:prstGeom>
              <a:noFill/>
              <a:ln w="1588" cap="flat">
                <a:solidFill>
                  <a:srgbClr val="BFBFB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75" name="Rectangle 69">
              <a:extLst>
                <a:ext uri="{FF2B5EF4-FFF2-40B4-BE49-F238E27FC236}">
                  <a16:creationId xmlns:a16="http://schemas.microsoft.com/office/drawing/2014/main" id="{A174F70B-619A-757B-59BD-43117F92D6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4129" y="4724853"/>
              <a:ext cx="1122349" cy="231837"/>
            </a:xfrm>
            <a:prstGeom prst="rect">
              <a:avLst/>
            </a:prstGeom>
            <a:solidFill>
              <a:srgbClr val="2A44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Rectangle 89">
              <a:extLst>
                <a:ext uri="{FF2B5EF4-FFF2-40B4-BE49-F238E27FC236}">
                  <a16:creationId xmlns:a16="http://schemas.microsoft.com/office/drawing/2014/main" id="{21B60493-3B49-BCF6-0390-7956AC41AE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2703" y="4724853"/>
              <a:ext cx="1122349" cy="231837"/>
            </a:xfrm>
            <a:prstGeom prst="rect">
              <a:avLst/>
            </a:prstGeom>
            <a:solidFill>
              <a:srgbClr val="7025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C0652BC-3B51-F453-BE75-C357C36667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0985" y="4724853"/>
              <a:ext cx="1122349" cy="231837"/>
            </a:xfrm>
            <a:prstGeom prst="rect">
              <a:avLst/>
            </a:prstGeom>
            <a:solidFill>
              <a:srgbClr val="7326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Rectangle 54">
              <a:extLst>
                <a:ext uri="{FF2B5EF4-FFF2-40B4-BE49-F238E27FC236}">
                  <a16:creationId xmlns:a16="http://schemas.microsoft.com/office/drawing/2014/main" id="{71861493-157F-15D0-0E4D-F0C5B05478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9559" y="4724853"/>
              <a:ext cx="1122349" cy="231837"/>
            </a:xfrm>
            <a:prstGeom prst="rect">
              <a:avLst/>
            </a:prstGeom>
            <a:solidFill>
              <a:srgbClr val="7339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8026A31-A3BD-9111-4B93-2D98FA1FA6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0985" y="4479479"/>
              <a:ext cx="1122349" cy="231837"/>
            </a:xfrm>
            <a:prstGeom prst="rect">
              <a:avLst/>
            </a:prstGeom>
            <a:solidFill>
              <a:srgbClr val="F436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Rectangle 50">
              <a:extLst>
                <a:ext uri="{FF2B5EF4-FFF2-40B4-BE49-F238E27FC236}">
                  <a16:creationId xmlns:a16="http://schemas.microsoft.com/office/drawing/2014/main" id="{2482639C-6DA9-6072-B023-A0B3231990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9559" y="4479479"/>
              <a:ext cx="1122349" cy="231837"/>
            </a:xfrm>
            <a:prstGeom prst="rect">
              <a:avLst/>
            </a:prstGeom>
            <a:solidFill>
              <a:srgbClr val="FF5C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Rectangle 65">
              <a:extLst>
                <a:ext uri="{FF2B5EF4-FFF2-40B4-BE49-F238E27FC236}">
                  <a16:creationId xmlns:a16="http://schemas.microsoft.com/office/drawing/2014/main" id="{4E6D1934-44C4-DE10-FEF5-98A7D62D1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4129" y="4479479"/>
              <a:ext cx="1122349" cy="231837"/>
            </a:xfrm>
            <a:prstGeom prst="rect">
              <a:avLst/>
            </a:prstGeom>
            <a:solidFill>
              <a:srgbClr val="0078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Rectangle 86">
              <a:extLst>
                <a:ext uri="{FF2B5EF4-FFF2-40B4-BE49-F238E27FC236}">
                  <a16:creationId xmlns:a16="http://schemas.microsoft.com/office/drawing/2014/main" id="{4978831E-F211-2FDD-D3E9-F0DAB7B13A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2703" y="4479479"/>
              <a:ext cx="1122349" cy="231837"/>
            </a:xfrm>
            <a:prstGeom prst="rect">
              <a:avLst/>
            </a:prstGeom>
            <a:solidFill>
              <a:srgbClr val="C73E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480715EE-428F-E0CF-1D68-C2DE1BD37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0985" y="4235797"/>
              <a:ext cx="1122349" cy="231837"/>
            </a:xfrm>
            <a:prstGeom prst="rect">
              <a:avLst/>
            </a:prstGeom>
            <a:solidFill>
              <a:srgbClr val="FFB3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Rectangle 58">
              <a:extLst>
                <a:ext uri="{FF2B5EF4-FFF2-40B4-BE49-F238E27FC236}">
                  <a16:creationId xmlns:a16="http://schemas.microsoft.com/office/drawing/2014/main" id="{C39CC427-FB3C-D2FE-003B-943C483B6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9559" y="4235797"/>
              <a:ext cx="1122349" cy="231837"/>
            </a:xfrm>
            <a:prstGeom prst="rect">
              <a:avLst/>
            </a:prstGeom>
            <a:solidFill>
              <a:srgbClr val="FFA3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Rectangle 73">
              <a:extLst>
                <a:ext uri="{FF2B5EF4-FFF2-40B4-BE49-F238E27FC236}">
                  <a16:creationId xmlns:a16="http://schemas.microsoft.com/office/drawing/2014/main" id="{F3144CCC-4AD3-B1CD-BCE7-C1FAA5A5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4129" y="4235797"/>
              <a:ext cx="1122349" cy="231837"/>
            </a:xfrm>
            <a:prstGeom prst="rect">
              <a:avLst/>
            </a:prstGeom>
            <a:solidFill>
              <a:srgbClr val="8DC8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Rectangle 93">
              <a:extLst>
                <a:ext uri="{FF2B5EF4-FFF2-40B4-BE49-F238E27FC236}">
                  <a16:creationId xmlns:a16="http://schemas.microsoft.com/office/drawing/2014/main" id="{77ABFAA8-52C9-1BB4-FA13-DDB01E804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2703" y="4235797"/>
              <a:ext cx="1122349" cy="231837"/>
            </a:xfrm>
            <a:prstGeom prst="rect">
              <a:avLst/>
            </a:prstGeom>
            <a:solidFill>
              <a:srgbClr val="CD9B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AutoShape 3">
              <a:extLst>
                <a:ext uri="{FF2B5EF4-FFF2-40B4-BE49-F238E27FC236}">
                  <a16:creationId xmlns:a16="http://schemas.microsoft.com/office/drawing/2014/main" id="{7137B142-8F3E-888F-77BD-B3E785F3AC91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983209" y="3959962"/>
              <a:ext cx="4597400" cy="1247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62AC6996-0BBA-C1F2-BEEF-A233569FAD65}"/>
                </a:ext>
              </a:extLst>
            </p:cNvPr>
            <p:cNvGrpSpPr/>
            <p:nvPr userDrawn="1"/>
          </p:nvGrpSpPr>
          <p:grpSpPr>
            <a:xfrm>
              <a:off x="4161941" y="4724853"/>
              <a:ext cx="208390" cy="208938"/>
              <a:chOff x="4150022" y="4707931"/>
              <a:chExt cx="208390" cy="208938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7592392A-18BB-F649-4618-76E95541561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4150022" y="4707931"/>
                <a:ext cx="96180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FFB3BB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rgbClr val="FFB3BB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365ABF78-0E45-DAD9-5676-2EC9DD3CD29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4253209" y="4707931"/>
                <a:ext cx="96180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68310E1A-F13F-7183-49F9-75ECFB43696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4150022" y="4839925"/>
                <a:ext cx="208390" cy="76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00" b="0" i="0" u="none" strike="noStrike" cap="none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Segoe UI" panose="020B0502040204020203" pitchFamily="34" charset="0"/>
                  </a:rPr>
                  <a:t>73262F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CC9F93BD-8E78-4AF6-CBF6-40F69BE0EC42}"/>
                </a:ext>
              </a:extLst>
            </p:cNvPr>
            <p:cNvGrpSpPr/>
            <p:nvPr userDrawn="1"/>
          </p:nvGrpSpPr>
          <p:grpSpPr>
            <a:xfrm>
              <a:off x="4161941" y="4235797"/>
              <a:ext cx="209994" cy="207246"/>
              <a:chOff x="4150022" y="4220567"/>
              <a:chExt cx="209994" cy="207246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889CC2DF-20EF-2163-86E0-DEC66DA62FB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4150022" y="4220567"/>
                <a:ext cx="96180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73262F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rgbClr val="73262F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1E420085-C71E-ECCF-AF31-48FA8297D0D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4253209" y="4220567"/>
                <a:ext cx="96180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C7D4161B-14DB-3C6F-49FA-0E641FA97E1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4150022" y="4350869"/>
                <a:ext cx="209994" cy="76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Segoe UI" panose="020B0502040204020203" pitchFamily="34" charset="0"/>
                  </a:rPr>
                  <a:t>FFB3BB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F982A3D-0487-1A0D-A037-144D9914DC6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161941" y="4998428"/>
              <a:ext cx="192360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Segoe UI" panose="020B0502040204020203" pitchFamily="34" charset="0"/>
                </a:rPr>
                <a:t>FFFFFF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94DC77AE-A152-25B2-6C03-68D92DF002A1}"/>
                </a:ext>
              </a:extLst>
            </p:cNvPr>
            <p:cNvGrpSpPr/>
            <p:nvPr userDrawn="1"/>
          </p:nvGrpSpPr>
          <p:grpSpPr>
            <a:xfrm>
              <a:off x="3020515" y="4479479"/>
              <a:ext cx="209994" cy="208939"/>
              <a:chOff x="3003847" y="4465941"/>
              <a:chExt cx="209994" cy="208939"/>
            </a:xfrm>
          </p:grpSpPr>
          <p:sp>
            <p:nvSpPr>
              <p:cNvPr id="57" name="Rectangle 51">
                <a:extLst>
                  <a:ext uri="{FF2B5EF4-FFF2-40B4-BE49-F238E27FC236}">
                    <a16:creationId xmlns:a16="http://schemas.microsoft.com/office/drawing/2014/main" id="{895F5902-BFBD-125B-3FEB-4CBC9AC0F8D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003847" y="4465941"/>
                <a:ext cx="96180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8" name="Rectangle 52">
                <a:extLst>
                  <a:ext uri="{FF2B5EF4-FFF2-40B4-BE49-F238E27FC236}">
                    <a16:creationId xmlns:a16="http://schemas.microsoft.com/office/drawing/2014/main" id="{103F56FC-3C85-D11C-15B5-5B86752DF54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108622" y="4465941"/>
                <a:ext cx="96180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9" name="Rectangle 53">
                <a:extLst>
                  <a:ext uri="{FF2B5EF4-FFF2-40B4-BE49-F238E27FC236}">
                    <a16:creationId xmlns:a16="http://schemas.microsoft.com/office/drawing/2014/main" id="{1326CD1E-7B9A-8A72-C172-F4E85177A8B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003847" y="4597936"/>
                <a:ext cx="209994" cy="76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00" b="0" i="0" u="none" strike="noStrike" cap="none" normalizeH="0" baseline="0">
                    <a:ln>
                      <a:noFill/>
                    </a:ln>
                    <a:effectLst/>
                    <a:latin typeface="Segoe UI" panose="020B0502040204020203" pitchFamily="34" charset="0"/>
                  </a:rPr>
                  <a:t>FF5C39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4CA32E28-13DC-C098-2609-0F749347B3A0}"/>
                </a:ext>
              </a:extLst>
            </p:cNvPr>
            <p:cNvGrpSpPr/>
            <p:nvPr userDrawn="1"/>
          </p:nvGrpSpPr>
          <p:grpSpPr>
            <a:xfrm>
              <a:off x="3020515" y="4724853"/>
              <a:ext cx="221214" cy="208938"/>
              <a:chOff x="3003847" y="4707931"/>
              <a:chExt cx="221214" cy="208938"/>
            </a:xfrm>
          </p:grpSpPr>
          <p:sp>
            <p:nvSpPr>
              <p:cNvPr id="61" name="Rectangle 55">
                <a:extLst>
                  <a:ext uri="{FF2B5EF4-FFF2-40B4-BE49-F238E27FC236}">
                    <a16:creationId xmlns:a16="http://schemas.microsoft.com/office/drawing/2014/main" id="{A098F3E4-C71B-9115-28EA-8418062C23D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003847" y="4707931"/>
                <a:ext cx="96180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FFA38B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rgbClr val="FFA38B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62" name="Rectangle 56">
                <a:extLst>
                  <a:ext uri="{FF2B5EF4-FFF2-40B4-BE49-F238E27FC236}">
                    <a16:creationId xmlns:a16="http://schemas.microsoft.com/office/drawing/2014/main" id="{A144836B-B6FD-EC56-A2FF-32C97598B07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108622" y="4707931"/>
                <a:ext cx="96180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63" name="Rectangle 57">
                <a:extLst>
                  <a:ext uri="{FF2B5EF4-FFF2-40B4-BE49-F238E27FC236}">
                    <a16:creationId xmlns:a16="http://schemas.microsoft.com/office/drawing/2014/main" id="{B4B4A50A-B0AB-3249-578C-C74260F5223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003847" y="4839925"/>
                <a:ext cx="221214" cy="76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00" b="0" i="0" u="none" strike="noStrike" cap="none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Segoe UI" panose="020B0502040204020203" pitchFamily="34" charset="0"/>
                  </a:rPr>
                  <a:t>73391D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16F9D676-15C5-A3E3-4D1C-EFE6430F4CE0}"/>
                </a:ext>
              </a:extLst>
            </p:cNvPr>
            <p:cNvGrpSpPr/>
            <p:nvPr userDrawn="1"/>
          </p:nvGrpSpPr>
          <p:grpSpPr>
            <a:xfrm>
              <a:off x="3020515" y="4235797"/>
              <a:ext cx="213200" cy="207246"/>
              <a:chOff x="3003847" y="4220567"/>
              <a:chExt cx="213200" cy="207246"/>
            </a:xfrm>
          </p:grpSpPr>
          <p:grpSp>
            <p:nvGrpSpPr>
              <p:cNvPr id="132" name="Group 131">
                <a:extLst>
                  <a:ext uri="{FF2B5EF4-FFF2-40B4-BE49-F238E27FC236}">
                    <a16:creationId xmlns:a16="http://schemas.microsoft.com/office/drawing/2014/main" id="{D674A0B8-6B78-ECA6-EC9D-4CE7A3185FEF}"/>
                  </a:ext>
                </a:extLst>
              </p:cNvPr>
              <p:cNvGrpSpPr/>
              <p:nvPr userDrawn="1"/>
            </p:nvGrpSpPr>
            <p:grpSpPr>
              <a:xfrm>
                <a:off x="3003847" y="4220567"/>
                <a:ext cx="200955" cy="153888"/>
                <a:chOff x="3003847" y="4220567"/>
                <a:chExt cx="200955" cy="153888"/>
              </a:xfrm>
            </p:grpSpPr>
            <p:sp>
              <p:nvSpPr>
                <p:cNvPr id="65" name="Rectangle 59">
                  <a:extLst>
                    <a:ext uri="{FF2B5EF4-FFF2-40B4-BE49-F238E27FC236}">
                      <a16:creationId xmlns:a16="http://schemas.microsoft.com/office/drawing/2014/main" id="{A07F7F4E-CE01-4B75-1EB8-848F1A98AAC3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auto">
                <a:xfrm>
                  <a:off x="3003847" y="4220567"/>
                  <a:ext cx="96180" cy="1538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ctr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000" b="1" i="0" u="none" strike="noStrike" cap="none" normalizeH="0" baseline="0">
                      <a:ln>
                        <a:noFill/>
                      </a:ln>
                      <a:solidFill>
                        <a:srgbClr val="73391D"/>
                      </a:solidFill>
                      <a:effectLst/>
                      <a:latin typeface="Segoe UI Black" panose="020B0A02040204020203" pitchFamily="34" charset="0"/>
                    </a:rPr>
                    <a:t>A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rgbClr val="73391D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6" name="Rectangle 60">
                  <a:extLst>
                    <a:ext uri="{FF2B5EF4-FFF2-40B4-BE49-F238E27FC236}">
                      <a16:creationId xmlns:a16="http://schemas.microsoft.com/office/drawing/2014/main" id="{E90485C9-55AD-E0C2-34CA-66E40F03B73B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auto">
                <a:xfrm>
                  <a:off x="3108622" y="4220567"/>
                  <a:ext cx="96180" cy="1538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ctr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en-US" sz="1000" b="1" i="0" u="none" strike="noStrike" cap="none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Segoe UI Black" panose="020B0A02040204020203" pitchFamily="34" charset="0"/>
                    </a:rPr>
                    <a:t>A</a:t>
                  </a: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67" name="Rectangle 61">
                <a:extLst>
                  <a:ext uri="{FF2B5EF4-FFF2-40B4-BE49-F238E27FC236}">
                    <a16:creationId xmlns:a16="http://schemas.microsoft.com/office/drawing/2014/main" id="{A37954AB-F66D-09B1-C2BD-5ACDC4C114A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003847" y="4350869"/>
                <a:ext cx="213200" cy="76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Segoe UI" panose="020B0502040204020203" pitchFamily="34" charset="0"/>
                  </a:rPr>
                  <a:t>FFA38B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70" name="Rectangle 64">
              <a:extLst>
                <a:ext uri="{FF2B5EF4-FFF2-40B4-BE49-F238E27FC236}">
                  <a16:creationId xmlns:a16="http://schemas.microsoft.com/office/drawing/2014/main" id="{E6BD7DAA-1203-86EB-90AF-4CB405BBBF1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020515" y="4998428"/>
              <a:ext cx="201978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Segoe UI" panose="020B0502040204020203" pitchFamily="34" charset="0"/>
                </a:rPr>
                <a:t>F4F3F5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B78A64DE-6215-4C7D-CB69-916710B74D83}"/>
                </a:ext>
              </a:extLst>
            </p:cNvPr>
            <p:cNvGrpSpPr/>
            <p:nvPr userDrawn="1"/>
          </p:nvGrpSpPr>
          <p:grpSpPr>
            <a:xfrm>
              <a:off x="6455085" y="4479479"/>
              <a:ext cx="221214" cy="208939"/>
              <a:chOff x="6440784" y="4467633"/>
              <a:chExt cx="221214" cy="208939"/>
            </a:xfrm>
          </p:grpSpPr>
          <p:sp>
            <p:nvSpPr>
              <p:cNvPr id="72" name="Rectangle 66">
                <a:extLst>
                  <a:ext uri="{FF2B5EF4-FFF2-40B4-BE49-F238E27FC236}">
                    <a16:creationId xmlns:a16="http://schemas.microsoft.com/office/drawing/2014/main" id="{3C25E052-E70A-9985-665A-7BF72068FAC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440784" y="4467633"/>
                <a:ext cx="86562" cy="138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900" b="1" i="0" u="none" strike="noStrike" cap="none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73" name="Rectangle 67">
                <a:extLst>
                  <a:ext uri="{FF2B5EF4-FFF2-40B4-BE49-F238E27FC236}">
                    <a16:creationId xmlns:a16="http://schemas.microsoft.com/office/drawing/2014/main" id="{26866EA9-D870-8B6F-E09C-4BF7BC3AEE5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545559" y="4467633"/>
                <a:ext cx="86562" cy="138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9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74" name="Rectangle 68">
                <a:extLst>
                  <a:ext uri="{FF2B5EF4-FFF2-40B4-BE49-F238E27FC236}">
                    <a16:creationId xmlns:a16="http://schemas.microsoft.com/office/drawing/2014/main" id="{A1A5AC1F-B80A-3740-4DB5-2A2903E1FB9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440784" y="4599628"/>
                <a:ext cx="221214" cy="76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00" b="0" i="0" u="none" strike="noStrike" cap="none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Segoe UI" panose="020B0502040204020203" pitchFamily="34" charset="0"/>
                  </a:rPr>
                  <a:t>0078D4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D827A894-B698-2BCA-F167-5B781D78197E}"/>
                </a:ext>
              </a:extLst>
            </p:cNvPr>
            <p:cNvGrpSpPr/>
            <p:nvPr userDrawn="1"/>
          </p:nvGrpSpPr>
          <p:grpSpPr>
            <a:xfrm>
              <a:off x="6455085" y="4724853"/>
              <a:ext cx="214802" cy="208939"/>
              <a:chOff x="6440784" y="4709623"/>
              <a:chExt cx="214802" cy="208939"/>
            </a:xfrm>
          </p:grpSpPr>
          <p:sp>
            <p:nvSpPr>
              <p:cNvPr id="76" name="Rectangle 70">
                <a:extLst>
                  <a:ext uri="{FF2B5EF4-FFF2-40B4-BE49-F238E27FC236}">
                    <a16:creationId xmlns:a16="http://schemas.microsoft.com/office/drawing/2014/main" id="{E00F9C9C-33CE-9310-6C5E-B6843861617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440784" y="4709623"/>
                <a:ext cx="96180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8DC8E8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rgbClr val="8DC8E8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77" name="Rectangle 71">
                <a:extLst>
                  <a:ext uri="{FF2B5EF4-FFF2-40B4-BE49-F238E27FC236}">
                    <a16:creationId xmlns:a16="http://schemas.microsoft.com/office/drawing/2014/main" id="{C336D1AC-24F2-3D85-B4EA-6CEF1387CA2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545559" y="4709623"/>
                <a:ext cx="96180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78" name="Rectangle 72">
                <a:extLst>
                  <a:ext uri="{FF2B5EF4-FFF2-40B4-BE49-F238E27FC236}">
                    <a16:creationId xmlns:a16="http://schemas.microsoft.com/office/drawing/2014/main" id="{B487530C-87BB-6282-289D-CD211AE8C88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440784" y="4841618"/>
                <a:ext cx="214802" cy="76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00" b="0" i="0" u="none" strike="noStrike" cap="none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Segoe UI" panose="020B0502040204020203" pitchFamily="34" charset="0"/>
                  </a:rPr>
                  <a:t>2A446F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C6B358CB-8244-C3C8-2F51-79969683929B}"/>
                </a:ext>
              </a:extLst>
            </p:cNvPr>
            <p:cNvGrpSpPr/>
            <p:nvPr userDrawn="1"/>
          </p:nvGrpSpPr>
          <p:grpSpPr>
            <a:xfrm>
              <a:off x="6455085" y="4235797"/>
              <a:ext cx="222818" cy="207246"/>
              <a:chOff x="6440784" y="4222259"/>
              <a:chExt cx="222818" cy="207246"/>
            </a:xfrm>
          </p:grpSpPr>
          <p:sp>
            <p:nvSpPr>
              <p:cNvPr id="80" name="Rectangle 74">
                <a:extLst>
                  <a:ext uri="{FF2B5EF4-FFF2-40B4-BE49-F238E27FC236}">
                    <a16:creationId xmlns:a16="http://schemas.microsoft.com/office/drawing/2014/main" id="{F8EEFBD4-BCC8-9B51-82E9-5FEE4E034CF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440784" y="4222259"/>
                <a:ext cx="96180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2A446F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rgbClr val="2A446F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81" name="Rectangle 75">
                <a:extLst>
                  <a:ext uri="{FF2B5EF4-FFF2-40B4-BE49-F238E27FC236}">
                    <a16:creationId xmlns:a16="http://schemas.microsoft.com/office/drawing/2014/main" id="{5B380C53-82FA-1B4B-30BF-798A5B2F88F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545559" y="4222259"/>
                <a:ext cx="96180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82" name="Rectangle 76">
                <a:extLst>
                  <a:ext uri="{FF2B5EF4-FFF2-40B4-BE49-F238E27FC236}">
                    <a16:creationId xmlns:a16="http://schemas.microsoft.com/office/drawing/2014/main" id="{5220604C-6208-C2D5-0A1F-68306385E1F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440784" y="4352561"/>
                <a:ext cx="222818" cy="76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Segoe UI" panose="020B0502040204020203" pitchFamily="34" charset="0"/>
                  </a:rPr>
                  <a:t>8DC8E8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059EE6F8-A27B-1F22-044B-E55CC3E02DA7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5282703" y="3983653"/>
              <a:ext cx="2263775" cy="231837"/>
              <a:chOff x="5282703" y="3983653"/>
              <a:chExt cx="2263775" cy="231837"/>
            </a:xfrm>
          </p:grpSpPr>
          <p:sp>
            <p:nvSpPr>
              <p:cNvPr id="83" name="Rectangle 80">
                <a:extLst>
                  <a:ext uri="{FF2B5EF4-FFF2-40B4-BE49-F238E27FC236}">
                    <a16:creationId xmlns:a16="http://schemas.microsoft.com/office/drawing/2014/main" id="{3D2A98B8-E200-678A-E8D0-7F915BF24E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2703" y="3983653"/>
                <a:ext cx="2263775" cy="231837"/>
              </a:xfrm>
              <a:prstGeom prst="rect">
                <a:avLst/>
              </a:prstGeom>
              <a:solidFill>
                <a:srgbClr val="091F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Rectangle 81">
                <a:extLst>
                  <a:ext uri="{FF2B5EF4-FFF2-40B4-BE49-F238E27FC236}">
                    <a16:creationId xmlns:a16="http://schemas.microsoft.com/office/drawing/2014/main" id="{0A33A553-B149-6F5D-639E-0E68F58F17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2703" y="3983653"/>
                <a:ext cx="2263775" cy="231837"/>
              </a:xfrm>
              <a:prstGeom prst="rect">
                <a:avLst/>
              </a:prstGeom>
              <a:solidFill>
                <a:srgbClr val="091F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Freeform 82">
                <a:extLst>
                  <a:ext uri="{FF2B5EF4-FFF2-40B4-BE49-F238E27FC236}">
                    <a16:creationId xmlns:a16="http://schemas.microsoft.com/office/drawing/2014/main" id="{C8B6E6AD-D8D0-9276-C59C-36AE25B7F95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82703" y="3983653"/>
                <a:ext cx="2263775" cy="231837"/>
              </a:xfrm>
              <a:custGeom>
                <a:avLst/>
                <a:gdLst>
                  <a:gd name="T0" fmla="*/ 0 w 15200"/>
                  <a:gd name="T1" fmla="*/ 4 h 960"/>
                  <a:gd name="T2" fmla="*/ 4 w 15200"/>
                  <a:gd name="T3" fmla="*/ 0 h 960"/>
                  <a:gd name="T4" fmla="*/ 15196 w 15200"/>
                  <a:gd name="T5" fmla="*/ 0 h 960"/>
                  <a:gd name="T6" fmla="*/ 15200 w 15200"/>
                  <a:gd name="T7" fmla="*/ 4 h 960"/>
                  <a:gd name="T8" fmla="*/ 15200 w 15200"/>
                  <a:gd name="T9" fmla="*/ 956 h 960"/>
                  <a:gd name="T10" fmla="*/ 15196 w 15200"/>
                  <a:gd name="T11" fmla="*/ 960 h 960"/>
                  <a:gd name="T12" fmla="*/ 4 w 15200"/>
                  <a:gd name="T13" fmla="*/ 960 h 960"/>
                  <a:gd name="T14" fmla="*/ 0 w 15200"/>
                  <a:gd name="T15" fmla="*/ 956 h 960"/>
                  <a:gd name="T16" fmla="*/ 0 w 15200"/>
                  <a:gd name="T17" fmla="*/ 4 h 960"/>
                  <a:gd name="T18" fmla="*/ 8 w 15200"/>
                  <a:gd name="T19" fmla="*/ 956 h 960"/>
                  <a:gd name="T20" fmla="*/ 4 w 15200"/>
                  <a:gd name="T21" fmla="*/ 952 h 960"/>
                  <a:gd name="T22" fmla="*/ 15196 w 15200"/>
                  <a:gd name="T23" fmla="*/ 952 h 960"/>
                  <a:gd name="T24" fmla="*/ 15192 w 15200"/>
                  <a:gd name="T25" fmla="*/ 956 h 960"/>
                  <a:gd name="T26" fmla="*/ 15192 w 15200"/>
                  <a:gd name="T27" fmla="*/ 4 h 960"/>
                  <a:gd name="T28" fmla="*/ 15196 w 15200"/>
                  <a:gd name="T29" fmla="*/ 8 h 960"/>
                  <a:gd name="T30" fmla="*/ 4 w 15200"/>
                  <a:gd name="T31" fmla="*/ 8 h 960"/>
                  <a:gd name="T32" fmla="*/ 8 w 15200"/>
                  <a:gd name="T33" fmla="*/ 4 h 960"/>
                  <a:gd name="T34" fmla="*/ 8 w 15200"/>
                  <a:gd name="T35" fmla="*/ 956 h 9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5200" h="960">
                    <a:moveTo>
                      <a:pt x="0" y="4"/>
                    </a:moveTo>
                    <a:cubicBezTo>
                      <a:pt x="0" y="2"/>
                      <a:pt x="2" y="0"/>
                      <a:pt x="4" y="0"/>
                    </a:cubicBezTo>
                    <a:lnTo>
                      <a:pt x="15196" y="0"/>
                    </a:lnTo>
                    <a:cubicBezTo>
                      <a:pt x="15199" y="0"/>
                      <a:pt x="15200" y="2"/>
                      <a:pt x="15200" y="4"/>
                    </a:cubicBezTo>
                    <a:lnTo>
                      <a:pt x="15200" y="956"/>
                    </a:lnTo>
                    <a:cubicBezTo>
                      <a:pt x="15200" y="959"/>
                      <a:pt x="15199" y="960"/>
                      <a:pt x="15196" y="960"/>
                    </a:cubicBezTo>
                    <a:lnTo>
                      <a:pt x="4" y="960"/>
                    </a:lnTo>
                    <a:cubicBezTo>
                      <a:pt x="2" y="960"/>
                      <a:pt x="0" y="959"/>
                      <a:pt x="0" y="956"/>
                    </a:cubicBezTo>
                    <a:lnTo>
                      <a:pt x="0" y="4"/>
                    </a:lnTo>
                    <a:close/>
                    <a:moveTo>
                      <a:pt x="8" y="956"/>
                    </a:moveTo>
                    <a:lnTo>
                      <a:pt x="4" y="952"/>
                    </a:lnTo>
                    <a:lnTo>
                      <a:pt x="15196" y="952"/>
                    </a:lnTo>
                    <a:lnTo>
                      <a:pt x="15192" y="956"/>
                    </a:lnTo>
                    <a:lnTo>
                      <a:pt x="15192" y="4"/>
                    </a:lnTo>
                    <a:lnTo>
                      <a:pt x="15196" y="8"/>
                    </a:lnTo>
                    <a:lnTo>
                      <a:pt x="4" y="8"/>
                    </a:lnTo>
                    <a:lnTo>
                      <a:pt x="8" y="4"/>
                    </a:lnTo>
                    <a:lnTo>
                      <a:pt x="8" y="956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Rectangle 83">
                <a:extLst>
                  <a:ext uri="{FF2B5EF4-FFF2-40B4-BE49-F238E27FC236}">
                    <a16:creationId xmlns:a16="http://schemas.microsoft.com/office/drawing/2014/main" id="{0926B1ED-665F-EE39-BA4D-70CE150DA6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2703" y="3983653"/>
                <a:ext cx="2263775" cy="231837"/>
              </a:xfrm>
              <a:prstGeom prst="rect">
                <a:avLst/>
              </a:prstGeom>
              <a:solidFill>
                <a:srgbClr val="091F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03A39392-6759-F08C-7000-160D5DC0E292}"/>
                </a:ext>
              </a:extLst>
            </p:cNvPr>
            <p:cNvGrpSpPr/>
            <p:nvPr userDrawn="1"/>
          </p:nvGrpSpPr>
          <p:grpSpPr>
            <a:xfrm>
              <a:off x="5313659" y="4005084"/>
              <a:ext cx="498534" cy="192016"/>
              <a:chOff x="5300959" y="3988730"/>
              <a:chExt cx="498534" cy="192016"/>
            </a:xfrm>
          </p:grpSpPr>
          <p:sp>
            <p:nvSpPr>
              <p:cNvPr id="87" name="Rectangle 84">
                <a:extLst>
                  <a:ext uri="{FF2B5EF4-FFF2-40B4-BE49-F238E27FC236}">
                    <a16:creationId xmlns:a16="http://schemas.microsoft.com/office/drawing/2014/main" id="{E74C6C74-AA24-4BED-2DE9-C3CEEE41E22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5300959" y="3988730"/>
                <a:ext cx="498534" cy="1231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1" i="0" u="none" strike="noStrike" cap="none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Segoe UI" panose="020B0502040204020203" pitchFamily="34" charset="0"/>
                  </a:rPr>
                  <a:t>Blue Black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88" name="Rectangle 85">
                <a:extLst>
                  <a:ext uri="{FF2B5EF4-FFF2-40B4-BE49-F238E27FC236}">
                    <a16:creationId xmlns:a16="http://schemas.microsoft.com/office/drawing/2014/main" id="{254A3C47-E33D-DC85-0DD1-1F09A870D42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5300959" y="4103802"/>
                <a:ext cx="213200" cy="76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00" b="0" i="0" u="none" strike="noStrike" cap="none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Segoe UI" panose="020B0502040204020203" pitchFamily="34" charset="0"/>
                  </a:rPr>
                  <a:t>091F2C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E479D2A2-9248-FADA-F6A8-80F2958F0621}"/>
                </a:ext>
              </a:extLst>
            </p:cNvPr>
            <p:cNvGrpSpPr/>
            <p:nvPr userDrawn="1"/>
          </p:nvGrpSpPr>
          <p:grpSpPr>
            <a:xfrm>
              <a:off x="5313659" y="4724853"/>
              <a:ext cx="211596" cy="207246"/>
              <a:chOff x="5294609" y="4714700"/>
              <a:chExt cx="211596" cy="207246"/>
            </a:xfrm>
          </p:grpSpPr>
          <p:sp>
            <p:nvSpPr>
              <p:cNvPr id="93" name="Rectangle 90">
                <a:extLst>
                  <a:ext uri="{FF2B5EF4-FFF2-40B4-BE49-F238E27FC236}">
                    <a16:creationId xmlns:a16="http://schemas.microsoft.com/office/drawing/2014/main" id="{7C14974B-01E7-053F-C185-D7AF06732E9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5294609" y="4714700"/>
                <a:ext cx="96180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CD9BCF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rgbClr val="CD9BCF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94" name="Rectangle 91">
                <a:extLst>
                  <a:ext uri="{FF2B5EF4-FFF2-40B4-BE49-F238E27FC236}">
                    <a16:creationId xmlns:a16="http://schemas.microsoft.com/office/drawing/2014/main" id="{549DD738-C45C-386A-8917-EAAC0DA9143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5399384" y="4714700"/>
                <a:ext cx="96180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95" name="Rectangle 92">
                <a:extLst>
                  <a:ext uri="{FF2B5EF4-FFF2-40B4-BE49-F238E27FC236}">
                    <a16:creationId xmlns:a16="http://schemas.microsoft.com/office/drawing/2014/main" id="{61D59B05-DAD6-BBC5-343C-A42D46F9CD8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5294609" y="4845002"/>
                <a:ext cx="211596" cy="76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00" b="0" i="0" u="none" strike="noStrike" cap="none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Segoe UI" panose="020B0502040204020203" pitchFamily="34" charset="0"/>
                  </a:rPr>
                  <a:t>702573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0FB38F0E-9447-70F7-2C96-EE118D6178E7}"/>
                </a:ext>
              </a:extLst>
            </p:cNvPr>
            <p:cNvGrpSpPr/>
            <p:nvPr userDrawn="1"/>
          </p:nvGrpSpPr>
          <p:grpSpPr>
            <a:xfrm>
              <a:off x="5313659" y="4235797"/>
              <a:ext cx="229230" cy="208939"/>
              <a:chOff x="5294609" y="4225643"/>
              <a:chExt cx="229230" cy="208939"/>
            </a:xfrm>
          </p:grpSpPr>
          <p:sp>
            <p:nvSpPr>
              <p:cNvPr id="97" name="Rectangle 94">
                <a:extLst>
                  <a:ext uri="{FF2B5EF4-FFF2-40B4-BE49-F238E27FC236}">
                    <a16:creationId xmlns:a16="http://schemas.microsoft.com/office/drawing/2014/main" id="{43BBB099-87DC-5BA5-BC4D-B2C9646D644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5294609" y="4225643"/>
                <a:ext cx="96180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702573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rgbClr val="702573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98" name="Rectangle 95">
                <a:extLst>
                  <a:ext uri="{FF2B5EF4-FFF2-40B4-BE49-F238E27FC236}">
                    <a16:creationId xmlns:a16="http://schemas.microsoft.com/office/drawing/2014/main" id="{264AF6E2-1295-4160-DA19-2585B363120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5399384" y="4225643"/>
                <a:ext cx="96180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99" name="Rectangle 96">
                <a:extLst>
                  <a:ext uri="{FF2B5EF4-FFF2-40B4-BE49-F238E27FC236}">
                    <a16:creationId xmlns:a16="http://schemas.microsoft.com/office/drawing/2014/main" id="{C0386FF5-BA0F-B1F4-88CA-8E64D2C66F7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5294609" y="4357638"/>
                <a:ext cx="229230" cy="76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Segoe UI" panose="020B0502040204020203" pitchFamily="34" charset="0"/>
                  </a:rPr>
                  <a:t>CD9BCF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74DB690E-251B-681D-745F-89FC4E1C51B3}"/>
                </a:ext>
              </a:extLst>
            </p:cNvPr>
            <p:cNvGrpSpPr/>
            <p:nvPr userDrawn="1"/>
          </p:nvGrpSpPr>
          <p:grpSpPr>
            <a:xfrm>
              <a:off x="5280323" y="4976997"/>
              <a:ext cx="2263775" cy="231837"/>
              <a:chOff x="5280323" y="4976997"/>
              <a:chExt cx="2263775" cy="231837"/>
            </a:xfrm>
          </p:grpSpPr>
          <p:sp>
            <p:nvSpPr>
              <p:cNvPr id="100" name="Rectangle 97">
                <a:extLst>
                  <a:ext uri="{FF2B5EF4-FFF2-40B4-BE49-F238E27FC236}">
                    <a16:creationId xmlns:a16="http://schemas.microsoft.com/office/drawing/2014/main" id="{9FC9884F-56BC-C520-8E0E-60C18D1D94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0323" y="4976997"/>
                <a:ext cx="2263775" cy="231837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Rectangle 98">
                <a:extLst>
                  <a:ext uri="{FF2B5EF4-FFF2-40B4-BE49-F238E27FC236}">
                    <a16:creationId xmlns:a16="http://schemas.microsoft.com/office/drawing/2014/main" id="{5EBE61B3-D140-8057-1328-6C3FE7AD74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0323" y="4976997"/>
                <a:ext cx="2263775" cy="231837"/>
              </a:xfrm>
              <a:prstGeom prst="rect">
                <a:avLst/>
              </a:prstGeom>
              <a:noFill/>
              <a:ln w="1588" cap="flat">
                <a:solidFill>
                  <a:srgbClr val="BFBFB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2" name="Rectangle 99">
              <a:extLst>
                <a:ext uri="{FF2B5EF4-FFF2-40B4-BE49-F238E27FC236}">
                  <a16:creationId xmlns:a16="http://schemas.microsoft.com/office/drawing/2014/main" id="{EE5B0239-44FF-64AE-A0A3-E7AEC4F719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311279" y="4998428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Segoe UI" panose="020B0502040204020203" pitchFamily="34" charset="0"/>
                </a:rPr>
                <a:t>000000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287256CD-A0D0-C353-3C91-F51DC6CEAA74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2987973" y="3983653"/>
              <a:ext cx="2263775" cy="231837"/>
              <a:chOff x="2987972" y="3987038"/>
              <a:chExt cx="2268538" cy="230144"/>
            </a:xfrm>
          </p:grpSpPr>
          <p:sp>
            <p:nvSpPr>
              <p:cNvPr id="103" name="Rectangle 100">
                <a:extLst>
                  <a:ext uri="{FF2B5EF4-FFF2-40B4-BE49-F238E27FC236}">
                    <a16:creationId xmlns:a16="http://schemas.microsoft.com/office/drawing/2014/main" id="{9CADF0D7-2065-1313-DBFF-EB0C09C03D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7972" y="3987038"/>
                <a:ext cx="2268538" cy="230144"/>
              </a:xfrm>
              <a:prstGeom prst="rect">
                <a:avLst/>
              </a:prstGeom>
              <a:solidFill>
                <a:srgbClr val="E8E6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" name="Rectangle 101">
                <a:extLst>
                  <a:ext uri="{FF2B5EF4-FFF2-40B4-BE49-F238E27FC236}">
                    <a16:creationId xmlns:a16="http://schemas.microsoft.com/office/drawing/2014/main" id="{213DC802-E7FC-525B-6021-DF572FA38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7972" y="3987038"/>
                <a:ext cx="2268538" cy="230144"/>
              </a:xfrm>
              <a:prstGeom prst="rect">
                <a:avLst/>
              </a:prstGeom>
              <a:noFill/>
              <a:ln w="1588" cap="flat">
                <a:solidFill>
                  <a:srgbClr val="BFBFB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18F04B8B-7F04-6D66-32DA-88D780BD0093}"/>
                </a:ext>
              </a:extLst>
            </p:cNvPr>
            <p:cNvGrpSpPr/>
            <p:nvPr userDrawn="1"/>
          </p:nvGrpSpPr>
          <p:grpSpPr>
            <a:xfrm>
              <a:off x="3018929" y="4005084"/>
              <a:ext cx="615553" cy="190324"/>
              <a:chOff x="3002259" y="3980269"/>
              <a:chExt cx="615553" cy="190324"/>
            </a:xfrm>
          </p:grpSpPr>
          <p:sp>
            <p:nvSpPr>
              <p:cNvPr id="105" name="Rectangle 102">
                <a:extLst>
                  <a:ext uri="{FF2B5EF4-FFF2-40B4-BE49-F238E27FC236}">
                    <a16:creationId xmlns:a16="http://schemas.microsoft.com/office/drawing/2014/main" id="{BB53E1AC-8C2B-8E90-2391-F13AB0E7DBC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002259" y="3980269"/>
                <a:ext cx="615553" cy="1231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1" i="0" u="none" strike="noStrike" cap="none" normalizeH="0" baseline="0">
                    <a:ln>
                      <a:noFill/>
                    </a:ln>
                    <a:solidFill>
                      <a:srgbClr val="1A1A1A"/>
                    </a:solidFill>
                    <a:effectLst/>
                    <a:latin typeface="Segoe UI" panose="020B0502040204020203" pitchFamily="34" charset="0"/>
                  </a:rPr>
                  <a:t>Neutral Gray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6" name="Rectangle 103">
                <a:extLst>
                  <a:ext uri="{FF2B5EF4-FFF2-40B4-BE49-F238E27FC236}">
                    <a16:creationId xmlns:a16="http://schemas.microsoft.com/office/drawing/2014/main" id="{A24372CE-4853-1243-3F7B-9DA51361BDF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002259" y="4093649"/>
                <a:ext cx="211596" cy="76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Segoe UI" panose="020B0502040204020203" pitchFamily="34" charset="0"/>
                  </a:rPr>
                  <a:t>E8E6DF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3C8DABFC-1CEB-07F7-BB5C-77B402457E04}"/>
                </a:ext>
              </a:extLst>
            </p:cNvPr>
            <p:cNvGrpSpPr/>
            <p:nvPr userDrawn="1"/>
          </p:nvGrpSpPr>
          <p:grpSpPr>
            <a:xfrm>
              <a:off x="4161941" y="4479479"/>
              <a:ext cx="213200" cy="208939"/>
              <a:chOff x="4150022" y="4465941"/>
              <a:chExt cx="213200" cy="208939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009D7676-24C9-D284-7745-1E0476D2DEB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4150022" y="4465941"/>
                <a:ext cx="96180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2E067B62-8905-E5CF-2CE1-AFF4CC56BBB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4150022" y="4597936"/>
                <a:ext cx="213200" cy="76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00" b="0" i="0" u="none" strike="noStrike" cap="none" normalizeH="0" baseline="0">
                    <a:ln>
                      <a:noFill/>
                    </a:ln>
                    <a:effectLst/>
                    <a:latin typeface="Segoe UI" panose="020B0502040204020203" pitchFamily="34" charset="0"/>
                  </a:rPr>
                  <a:t>F4364C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7" name="Rectangle 14">
                <a:extLst>
                  <a:ext uri="{FF2B5EF4-FFF2-40B4-BE49-F238E27FC236}">
                    <a16:creationId xmlns:a16="http://schemas.microsoft.com/office/drawing/2014/main" id="{2ED8ED90-F6E9-2DDA-1208-72514C2421A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4253209" y="4469325"/>
                <a:ext cx="96180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C6A5BD4A-5654-7FD6-88CD-CC557137A7E1}"/>
                </a:ext>
              </a:extLst>
            </p:cNvPr>
            <p:cNvGrpSpPr/>
            <p:nvPr userDrawn="1"/>
          </p:nvGrpSpPr>
          <p:grpSpPr>
            <a:xfrm>
              <a:off x="5313659" y="4479479"/>
              <a:ext cx="222818" cy="212323"/>
              <a:chOff x="5294609" y="4467633"/>
              <a:chExt cx="222818" cy="212323"/>
            </a:xfrm>
          </p:grpSpPr>
          <p:sp>
            <p:nvSpPr>
              <p:cNvPr id="90" name="Rectangle 87">
                <a:extLst>
                  <a:ext uri="{FF2B5EF4-FFF2-40B4-BE49-F238E27FC236}">
                    <a16:creationId xmlns:a16="http://schemas.microsoft.com/office/drawing/2014/main" id="{FA7F27EC-A77A-8BF3-4B0F-B4D399479DE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5294609" y="4467633"/>
                <a:ext cx="96180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91" name="Rectangle 88">
                <a:extLst>
                  <a:ext uri="{FF2B5EF4-FFF2-40B4-BE49-F238E27FC236}">
                    <a16:creationId xmlns:a16="http://schemas.microsoft.com/office/drawing/2014/main" id="{7C28F47B-8AD2-FB82-20F0-2CB83DCA9D1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5294609" y="4603012"/>
                <a:ext cx="222818" cy="76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00" b="0" i="0" u="none" strike="noStrike" cap="none" normalizeH="0" baseline="0">
                    <a:ln>
                      <a:noFill/>
                    </a:ln>
                    <a:effectLst/>
                    <a:latin typeface="Segoe UI" panose="020B0502040204020203" pitchFamily="34" charset="0"/>
                  </a:rPr>
                  <a:t>C73ECC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8" name="Rectangle 95">
                <a:extLst>
                  <a:ext uri="{FF2B5EF4-FFF2-40B4-BE49-F238E27FC236}">
                    <a16:creationId xmlns:a16="http://schemas.microsoft.com/office/drawing/2014/main" id="{0397442F-6B46-BE99-3B0D-0CDBCE46317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5399384" y="4467633"/>
                <a:ext cx="96180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0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Segoe UI Black" panose="020B0A02040204020203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49" name="Footer Placeholder 2">
            <a:extLst>
              <a:ext uri="{FF2B5EF4-FFF2-40B4-BE49-F238E27FC236}">
                <a16:creationId xmlns:a16="http://schemas.microsoft.com/office/drawing/2014/main" id="{D484F4D1-D679-5A64-EFBC-0310E92E663F}"/>
              </a:ext>
            </a:extLst>
          </p:cNvPr>
          <p:cNvSpPr txBox="1">
            <a:spLocks/>
          </p:cNvSpPr>
          <p:nvPr userDrawn="1"/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367" rtl="0" eaLnBrk="1" latinLnBrk="0" hangingPunct="1">
              <a:defRPr lang="en-US" sz="1000" kern="120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76410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  <p:sldLayoutId id="2147483716" r:id="rId28"/>
    <p:sldLayoutId id="2147483717" r:id="rId29"/>
    <p:sldLayoutId id="2147483718" r:id="rId30"/>
    <p:sldLayoutId id="2147483719" r:id="rId31"/>
    <p:sldLayoutId id="2147483720" r:id="rId32"/>
    <p:sldLayoutId id="2147483721" r:id="rId33"/>
    <p:sldLayoutId id="2147483722" r:id="rId34"/>
    <p:sldLayoutId id="2147483723" r:id="rId35"/>
    <p:sldLayoutId id="2147483724" r:id="rId36"/>
    <p:sldLayoutId id="2147483725" r:id="rId37"/>
    <p:sldLayoutId id="2147483726" r:id="rId38"/>
    <p:sldLayoutId id="2147483727" r:id="rId39"/>
    <p:sldLayoutId id="2147483728" r:id="rId40"/>
    <p:sldLayoutId id="2147483729" r:id="rId41"/>
    <p:sldLayoutId id="2147483730" r:id="rId42"/>
    <p:sldLayoutId id="2147483731" r:id="rId43"/>
    <p:sldLayoutId id="2147483732" r:id="rId44"/>
    <p:sldLayoutId id="2147483733" r:id="rId45"/>
    <p:sldLayoutId id="2147483734" r:id="rId46"/>
    <p:sldLayoutId id="2147483735" r:id="rId47"/>
    <p:sldLayoutId id="2147483736" r:id="rId48"/>
    <p:sldLayoutId id="2147483737" r:id="rId49"/>
    <p:sldLayoutId id="2147483738" r:id="rId50"/>
    <p:sldLayoutId id="2147483739" r:id="rId51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200" b="0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137160" marR="0" indent="-13716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anose="020B0604020202020204" pitchFamily="34" charset="0"/>
        <a:buChar char="•"/>
        <a:tabLst/>
        <a:defRPr sz="16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265176" marR="0" indent="-109728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anose="020B0604020202020204" pitchFamily="34" charset="0"/>
        <a:buChar char="•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384048" marR="0" indent="-118872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anose="020B0604020202020204" pitchFamily="34" charset="0"/>
        <a:buChar char="•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A5A5A5"/>
          </p15:clr>
        </p15:guide>
        <p15:guide id="2" pos="7680">
          <p15:clr>
            <a:srgbClr val="A5A5A5"/>
          </p15:clr>
        </p15:guide>
        <p15:guide id="3" pos="186">
          <p15:clr>
            <a:srgbClr val="A5A5A5"/>
          </p15:clr>
        </p15:guide>
        <p15:guide id="26" pos="7496">
          <p15:clr>
            <a:srgbClr val="A5A5A5"/>
          </p15:clr>
        </p15:guide>
        <p15:guide id="27" orient="horz">
          <p15:clr>
            <a:srgbClr val="A5A5A5"/>
          </p15:clr>
        </p15:guide>
        <p15:guide id="28" orient="horz" pos="4320">
          <p15:clr>
            <a:srgbClr val="A5A5A5"/>
          </p15:clr>
        </p15:guide>
        <p15:guide id="29" orient="horz" pos="184">
          <p15:clr>
            <a:srgbClr val="A5A5A5"/>
          </p15:clr>
        </p15:guide>
        <p15:guide id="40" orient="horz" pos="4134">
          <p15:clr>
            <a:srgbClr val="A5A5A5"/>
          </p15:clr>
        </p15:guide>
        <p15:guide id="42" pos="365">
          <p15:clr>
            <a:srgbClr val="C35EA4"/>
          </p15:clr>
        </p15:guide>
        <p15:guide id="43" orient="horz" pos="367">
          <p15:clr>
            <a:srgbClr val="C35EA4"/>
          </p15:clr>
        </p15:guide>
        <p15:guide id="44" orient="horz" pos="3953">
          <p15:clr>
            <a:srgbClr val="C35EA4"/>
          </p15:clr>
        </p15:guide>
        <p15:guide id="45" pos="7307">
          <p15:clr>
            <a:srgbClr val="C35E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490"/>
            <a:ext cx="10566400" cy="442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86254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3E08FA2-C73F-A01D-C334-4FAC0DB0C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03496"/>
            <a:ext cx="6957391" cy="2385781"/>
          </a:xfrm>
        </p:spPr>
        <p:txBody>
          <a:bodyPr/>
          <a:lstStyle/>
          <a:p>
            <a:pPr algn="ctr"/>
            <a:r>
              <a:rPr lang="en-US" sz="6600" b="1" dirty="0">
                <a:solidFill>
                  <a:srgbClr val="F4F1FA"/>
                </a:solidFill>
                <a:latin typeface="DM Sans" pitchFamily="34" charset="0"/>
              </a:rPr>
              <a:t>Enterprise Apps &amp; Agents</a:t>
            </a:r>
            <a:br>
              <a:rPr lang="en-US" dirty="0"/>
            </a:b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201019-6AD5-8165-776C-55816BE8B289}"/>
              </a:ext>
            </a:extLst>
          </p:cNvPr>
          <p:cNvSpPr txBox="1"/>
          <p:nvPr/>
        </p:nvSpPr>
        <p:spPr>
          <a:xfrm>
            <a:off x="388730" y="4138157"/>
            <a:ext cx="634337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solidFill>
                  <a:srgbClr val="B9B2D3"/>
                </a:solidFill>
                <a:latin typeface="DM Sans" pitchFamily="34" charset="0"/>
              </a:rPr>
              <a:t>Enterprise Code App → Dataverse → AI Builder → Copilot Studio Agent → Governed Automation → Capstone Project</a:t>
            </a:r>
            <a:endParaRPr lang="en-IN" sz="2200" dirty="0">
              <a:solidFill>
                <a:srgbClr val="B9B2D3"/>
              </a:solidFill>
              <a:latin typeface="DM Sans" pitchFamily="34" charset="0"/>
            </a:endParaRPr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FBBF71FA-8F76-EC43-39ED-B9EB4ACE33D2}"/>
              </a:ext>
            </a:extLst>
          </p:cNvPr>
          <p:cNvSpPr/>
          <p:nvPr/>
        </p:nvSpPr>
        <p:spPr>
          <a:xfrm>
            <a:off x="316482" y="1077338"/>
            <a:ext cx="5607879" cy="326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F4B9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PLATFORM</a:t>
            </a:r>
            <a:endParaRPr lang="en-US" sz="1400" dirty="0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89775C04-67D4-DEBA-335E-62C26F4E3ED8}"/>
              </a:ext>
            </a:extLst>
          </p:cNvPr>
          <p:cNvSpPr/>
          <p:nvPr/>
        </p:nvSpPr>
        <p:spPr>
          <a:xfrm>
            <a:off x="388730" y="3913400"/>
            <a:ext cx="1884017" cy="55626"/>
          </a:xfrm>
          <a:prstGeom prst="roundRect">
            <a:avLst>
              <a:gd name="adj" fmla="val 50000"/>
            </a:avLst>
          </a:prstGeom>
          <a:solidFill>
            <a:srgbClr val="B794F6"/>
          </a:solidFill>
          <a:ln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601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108516"/>
            <a:ext cx="10883392" cy="1572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90"/>
              </a:lnSpc>
              <a:buNone/>
            </a:pPr>
            <a:r>
              <a:rPr lang="en-US" sz="5800" b="1" i="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Build &amp; Shark Tank Finale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856944" y="3877805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9D0D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Integrate. Validate. Pitch the complete solution.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4213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Integrating the solution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71290"/>
            <a:ext cx="1991320" cy="1878211"/>
          </a:xfrm>
          <a:prstGeom prst="roundRect">
            <a:avLst>
              <a:gd name="adj" fmla="val 5409"/>
            </a:avLst>
          </a:prstGeom>
          <a:solidFill>
            <a:srgbClr val="1F30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66800" y="1925290"/>
            <a:ext cx="153412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2A9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 · Code App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4213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6800" y="2301180"/>
            <a:ext cx="1534120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6F3E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user-facing front end.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4213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956520" y="1671290"/>
            <a:ext cx="1991370" cy="1878211"/>
          </a:xfrm>
          <a:prstGeom prst="roundRect">
            <a:avLst>
              <a:gd name="adj" fmla="val 5409"/>
            </a:avLst>
          </a:prstGeom>
          <a:solidFill>
            <a:srgbClr val="1F30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10520" y="1925290"/>
            <a:ext cx="153417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2A9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 · Dataverse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4213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10520" y="2301180"/>
            <a:ext cx="1534170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6F3E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Tables, relationships and security roles.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4213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100290" y="1671290"/>
            <a:ext cx="1991370" cy="1878211"/>
          </a:xfrm>
          <a:prstGeom prst="roundRect">
            <a:avLst>
              <a:gd name="adj" fmla="val 5409"/>
            </a:avLst>
          </a:prstGeom>
          <a:solidFill>
            <a:srgbClr val="1F30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354290" y="1925290"/>
            <a:ext cx="1534170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2A9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3 · AI features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4213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354290" y="2575471"/>
            <a:ext cx="1534170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6F3E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Models and prompts inside the flow.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4213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244060" y="1671290"/>
            <a:ext cx="1991370" cy="1878211"/>
          </a:xfrm>
          <a:prstGeom prst="roundRect">
            <a:avLst>
              <a:gd name="adj" fmla="val 5409"/>
            </a:avLst>
          </a:prstGeom>
          <a:solidFill>
            <a:srgbClr val="1F30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498060" y="1925290"/>
            <a:ext cx="153417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2A9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4 · Agent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4213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498060" y="2301180"/>
            <a:ext cx="1534170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6F3E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Reasons over data and intent.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4213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387830" y="1671290"/>
            <a:ext cx="1991370" cy="1878211"/>
          </a:xfrm>
          <a:prstGeom prst="roundRect">
            <a:avLst>
              <a:gd name="adj" fmla="val 5409"/>
            </a:avLst>
          </a:prstGeom>
          <a:solidFill>
            <a:srgbClr val="1F30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641830" y="1925290"/>
            <a:ext cx="153417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2A9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5 · Actions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4213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641830" y="2301180"/>
            <a:ext cx="1534170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6F3E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Writes back and triggers outcomes.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4213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12800" y="3905101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9D0D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Validate each hand-off end to end before the pitch.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4213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measures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71290"/>
            <a:ext cx="2489200" cy="1603921"/>
          </a:xfrm>
          <a:prstGeom prst="roundRect">
            <a:avLst>
              <a:gd name="adj" fmla="val 633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66800" y="1925290"/>
            <a:ext cx="2040636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B36B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Task success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4213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6800" y="2301180"/>
            <a:ext cx="2040636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4213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Share of tasks completed correctly, end to end.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4213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505200" y="1671290"/>
            <a:ext cx="2489200" cy="1603921"/>
          </a:xfrm>
          <a:prstGeom prst="roundRect">
            <a:avLst>
              <a:gd name="adj" fmla="val 633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759200" y="1925290"/>
            <a:ext cx="2040636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B36B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4213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3759200" y="2301180"/>
            <a:ext cx="2040636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4213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Accuracy and usefulness of AI outputs against a test set.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4213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97600" y="1671290"/>
            <a:ext cx="2489200" cy="1603921"/>
          </a:xfrm>
          <a:prstGeom prst="roundRect">
            <a:avLst>
              <a:gd name="adj" fmla="val 633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51600" y="1925290"/>
            <a:ext cx="2040636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B36B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4213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51600" y="2301180"/>
            <a:ext cx="2040636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4213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Run cost per task, including AI usage.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4213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890000" y="1671290"/>
            <a:ext cx="2489200" cy="1603921"/>
          </a:xfrm>
          <a:prstGeom prst="roundRect">
            <a:avLst>
              <a:gd name="adj" fmla="val 633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144000" y="1925290"/>
            <a:ext cx="2040636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B36B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Cycle time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4213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144000" y="2301180"/>
            <a:ext cx="2040636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4213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Time from request to resolution, before vs after.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4213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12800" y="3630811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57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Show baseline vs solution, measured on your own runs.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4213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engineering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71290"/>
            <a:ext cx="3386634" cy="1363911"/>
          </a:xfrm>
          <a:prstGeom prst="roundRect">
            <a:avLst>
              <a:gd name="adj" fmla="val 7449"/>
            </a:avLst>
          </a:prstGeom>
          <a:solidFill>
            <a:srgbClr val="1F30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66800" y="1925290"/>
            <a:ext cx="296499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Repeatable path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2301180"/>
            <a:ext cx="2964993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scripted story with fixed steps, timed and rehearsed.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2634" y="1671290"/>
            <a:ext cx="3386683" cy="1363911"/>
          </a:xfrm>
          <a:prstGeom prst="roundRect">
            <a:avLst>
              <a:gd name="adj" fmla="val 7449"/>
            </a:avLst>
          </a:prstGeom>
          <a:solidFill>
            <a:srgbClr val="1F30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656634" y="1925290"/>
            <a:ext cx="2965044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Reset-ready data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56634" y="2301180"/>
            <a:ext cx="2965044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Seeded Dataverse records so every run starts the same.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2517" y="1671290"/>
            <a:ext cx="3386683" cy="1363911"/>
          </a:xfrm>
          <a:prstGeom prst="roundRect">
            <a:avLst>
              <a:gd name="adj" fmla="val 7449"/>
            </a:avLst>
          </a:prstGeom>
          <a:solidFill>
            <a:srgbClr val="1F30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46517" y="1925290"/>
            <a:ext cx="2965044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 fallback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46517" y="2301180"/>
            <a:ext cx="2965044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captured run ready to play if live fails.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ROI, risk and governance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71290"/>
            <a:ext cx="3386634" cy="1843931"/>
          </a:xfrm>
          <a:prstGeom prst="roundRect">
            <a:avLst>
              <a:gd name="adj" fmla="val 55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66800" y="1925290"/>
            <a:ext cx="296499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3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narrative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2301180"/>
            <a:ext cx="2964993" cy="985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cost and time, measured improvement, then payback. Use your own numbers, never assumed ones.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2634" y="1671290"/>
            <a:ext cx="3386683" cy="1843931"/>
          </a:xfrm>
          <a:prstGeom prst="roundRect">
            <a:avLst>
              <a:gd name="adj" fmla="val 55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656634" y="1925290"/>
            <a:ext cx="2965044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3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and DLP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56634" y="2301180"/>
            <a:ext cx="2965044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Least-privilege roles, data loss prevention policies on connectors, protected sensitive data.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2517" y="1671290"/>
            <a:ext cx="3386683" cy="1843931"/>
          </a:xfrm>
          <a:prstGeom prst="roundRect">
            <a:avLst>
              <a:gd name="adj" fmla="val 55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46517" y="1925290"/>
            <a:ext cx="2965044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3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story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46517" y="2301180"/>
            <a:ext cx="2965044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did what, when: logged agent actions and human approval for risky steps.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structure and rubric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/>
        </p:nvGraphicFramePr>
        <p:xfrm>
          <a:off x="825500" y="1683990"/>
          <a:ext cx="10553700" cy="3302000"/>
        </p:xfrm>
        <a:graphic>
          <a:graphicData uri="http://schemas.openxmlformats.org/drawingml/2006/table">
            <a:tbl>
              <a:tblPr/>
              <a:tblGrid>
                <a:gridCol w="527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6F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6F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Judges look for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2A9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6F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real user and a sharp pain point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2A9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Solution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6F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Clear value from the integrated build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2A9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6F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works, live and repeatably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2A9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Proof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6F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 success, quality, cost, cycle time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2A9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6F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credible, evidence-based case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2A9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Responsible AI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6F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Security, DLP, audit, human oversight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2A9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Storytelling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6F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narrative with a clear ask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3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7022B3-D6F3-2F4E-F404-2D2811BFA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581DAF6-784D-0DBB-4727-4DB8ED537921}"/>
              </a:ext>
            </a:extLst>
          </p:cNvPr>
          <p:cNvSpPr/>
          <p:nvPr/>
        </p:nvSpPr>
        <p:spPr>
          <a:xfrm>
            <a:off x="812800" y="165487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200" normalizeH="0" baseline="0" noProof="0" dirty="0">
                <a:ln>
                  <a:noFill/>
                </a:ln>
                <a:solidFill>
                  <a:srgbClr val="F4B942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POWER PLATFORM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E1736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E0CD648-DB3B-5098-B492-2E096A396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2157760"/>
            <a:ext cx="10883392" cy="178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6930"/>
              </a:lnSpc>
            </a:pPr>
            <a:r>
              <a:rPr lang="en-US" sz="6600" b="1" i="0" dirty="0">
                <a:solidFill>
                  <a:srgbClr val="F4F1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</a:t>
            </a:r>
            <a:endParaRPr lang="en-US" sz="6600" b="1" dirty="0">
              <a:solidFill>
                <a:srgbClr val="F4F1FA"/>
              </a:solidFill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03858D5-A6C4-F806-CE48-5B6FF34F92EB}"/>
              </a:ext>
            </a:extLst>
          </p:cNvPr>
          <p:cNvSpPr/>
          <p:nvPr/>
        </p:nvSpPr>
        <p:spPr>
          <a:xfrm>
            <a:off x="812800" y="3156601"/>
            <a:ext cx="889000" cy="50800"/>
          </a:xfrm>
          <a:prstGeom prst="roundRect">
            <a:avLst>
              <a:gd name="adj" fmla="val 50000"/>
            </a:avLst>
          </a:prstGeom>
          <a:solidFill>
            <a:srgbClr val="B794F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E1736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5C36B88-BDFD-29D8-DA60-E1A871D76BCB}"/>
              </a:ext>
            </a:extLst>
          </p:cNvPr>
          <p:cNvSpPr/>
          <p:nvPr/>
        </p:nvSpPr>
        <p:spPr>
          <a:xfrm>
            <a:off x="812799" y="3442939"/>
            <a:ext cx="10626659" cy="178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>
              <a:lnSpc>
                <a:spcPts val="2860"/>
              </a:lnSpc>
              <a:defRPr/>
            </a:pPr>
            <a:r>
              <a:rPr lang="en-US" sz="2200" dirty="0">
                <a:solidFill>
                  <a:srgbClr val="B9B2D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H1. Team build integrate app and agent</a:t>
            </a:r>
          </a:p>
          <a:p>
            <a:pPr lvl="0">
              <a:lnSpc>
                <a:spcPts val="2860"/>
              </a:lnSpc>
              <a:defRPr/>
            </a:pPr>
            <a:r>
              <a:rPr lang="en-US" sz="2200" dirty="0">
                <a:solidFill>
                  <a:srgbClr val="B9B2D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H2. Team evidence: capture evaluation and cost/ROI view</a:t>
            </a:r>
          </a:p>
          <a:p>
            <a:pPr lvl="0">
              <a:lnSpc>
                <a:spcPts val="2860"/>
              </a:lnSpc>
              <a:defRPr/>
            </a:pPr>
            <a:r>
              <a:rPr lang="en-US" sz="2200" dirty="0">
                <a:solidFill>
                  <a:srgbClr val="B9B2D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H3. Team rehearsal: pitch, demo and judge Q&amp;A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1E1736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  <p:pic>
        <p:nvPicPr>
          <p:cNvPr id="6" name="Image 0" descr="Code">
            <a:extLst>
              <a:ext uri="{FF2B5EF4-FFF2-40B4-BE49-F238E27FC236}">
                <a16:creationId xmlns:a16="http://schemas.microsoft.com/office/drawing/2014/main" id="{13109805-ABAF-520B-5A05-B22DFE06A5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63200" y="812800"/>
            <a:ext cx="10160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144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8AC67-E814-EAAD-C01A-41CE5EB34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Closing slide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24F4DE7-C129-72C8-6B68-3FB890D46E64}"/>
              </a:ext>
            </a:extLst>
          </p:cNvPr>
          <p:cNvSpPr txBox="1">
            <a:spLocks/>
          </p:cNvSpPr>
          <p:nvPr/>
        </p:nvSpPr>
        <p:spPr>
          <a:xfrm>
            <a:off x="584200" y="2976187"/>
            <a:ext cx="5325533" cy="557589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/>
                </a:solidFill>
                <a:latin typeface="+mj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5558606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ower Apps Code Apps Quickstart">
  <a:themeElements>
    <a:clrScheme name="Power Apps Code Apps Quickstart">
      <a:dk1>
        <a:srgbClr val="1E1736"/>
      </a:dk1>
      <a:lt1>
        <a:srgbClr val="F6F4FA"/>
      </a:lt1>
      <a:dk2>
        <a:srgbClr val="544E67"/>
      </a:dk2>
      <a:lt2>
        <a:srgbClr val="E0DEE6"/>
      </a:lt2>
      <a:accent1>
        <a:srgbClr val="6B2FD6"/>
      </a:accent1>
      <a:accent2>
        <a:srgbClr val="F4B942"/>
      </a:accent2>
      <a:accent3>
        <a:srgbClr val="2A2250"/>
      </a:accent3>
      <a:accent4>
        <a:srgbClr val="5A2FAE"/>
      </a:accent4>
      <a:accent5>
        <a:srgbClr val="D9CCF5"/>
      </a:accent5>
      <a:accent6>
        <a:srgbClr val="B794F6"/>
      </a:accent6>
      <a:hlink>
        <a:srgbClr val="0563C1"/>
      </a:hlink>
      <a:folHlink>
        <a:srgbClr val="954F72"/>
      </a:folHlink>
    </a:clrScheme>
    <a:fontScheme name="Power Apps Code Apps Quickstart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LIGHT MODE">
  <a:themeElements>
    <a:clrScheme name="BAR Light">
      <a:dk1>
        <a:srgbClr val="000000"/>
      </a:dk1>
      <a:lt1>
        <a:srgbClr val="FFFFFF"/>
      </a:lt1>
      <a:dk2>
        <a:srgbClr val="091F2E"/>
      </a:dk2>
      <a:lt2>
        <a:srgbClr val="FFF8F3"/>
      </a:lt2>
      <a:accent1>
        <a:srgbClr val="702573"/>
      </a:accent1>
      <a:accent2>
        <a:srgbClr val="BF3AC4"/>
      </a:accent2>
      <a:accent3>
        <a:srgbClr val="FE5B38"/>
      </a:accent3>
      <a:accent4>
        <a:srgbClr val="D59DD7"/>
      </a:accent4>
      <a:accent5>
        <a:srgbClr val="FEE298"/>
      </a:accent5>
      <a:accent6>
        <a:srgbClr val="D7D2CA"/>
      </a:accent6>
      <a:hlink>
        <a:srgbClr val="0077D3"/>
      </a:hlink>
      <a:folHlink>
        <a:srgbClr val="0077D3"/>
      </a:folHlink>
    </a:clrScheme>
    <a:fontScheme name="Custom 3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600" dirty="0" smtClean="0"/>
        </a:defPPr>
      </a:lstStyle>
    </a:txDef>
  </a:objectDefaults>
  <a:extraClrSchemeLst/>
  <a:custClrLst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Light Brown">
      <a:srgbClr val="E1D3C7"/>
    </a:custClr>
    <a:custClr name="Brown">
      <a:srgbClr val="BF9474"/>
    </a:custClr>
    <a:custClr name="Dark Brown">
      <a:srgbClr val="5C4738"/>
    </a:custClr>
    <a:custClr name="Light Yellow">
      <a:srgbClr val="FFE399"/>
    </a:custClr>
    <a:custClr name="Yellow">
      <a:srgbClr val="FFB900"/>
    </a:custClr>
    <a:custClr name="Dark Yellow">
      <a:srgbClr val="7F5A1A"/>
    </a:custClr>
    <a:custClr name="Light Orange">
      <a:srgbClr val="FFA38B"/>
    </a:custClr>
    <a:custClr name="Orange">
      <a:srgbClr val="FF5C39"/>
    </a:custClr>
    <a:custClr name="Dark Orange">
      <a:srgbClr val="73391D"/>
    </a:custClr>
    <a:custClr name="Light Red">
      <a:srgbClr val="FFB3BB"/>
    </a:custClr>
    <a:custClr name="Red">
      <a:srgbClr val="F4364C"/>
    </a:custClr>
    <a:custClr name="Dark Red">
      <a:srgbClr val="73262F"/>
    </a:custClr>
    <a:custClr name="Light Magenta">
      <a:srgbClr val="D59ED7"/>
    </a:custClr>
    <a:custClr name="Magenta">
      <a:srgbClr val="C03BC4"/>
    </a:custClr>
    <a:custClr name="Dark Magenta">
      <a:srgbClr val="702573"/>
    </a:custClr>
    <a:custClr name="Light Purple">
      <a:srgbClr val="C5B4E3"/>
    </a:custClr>
    <a:custClr name="Purple">
      <a:srgbClr val="8661C5"/>
    </a:custClr>
    <a:custClr name="Dark Purple">
      <a:srgbClr val="463668"/>
    </a:custClr>
    <a:custClr name="Light Blue">
      <a:srgbClr val="8DC8E8"/>
    </a:custClr>
    <a:custClr name="Blue">
      <a:srgbClr val="0078D4"/>
    </a:custClr>
    <a:custClr name="Dark Blue">
      <a:srgbClr val="2A446F"/>
    </a:custClr>
    <a:custClr name="Light Teal">
      <a:srgbClr val="B9DCD2"/>
    </a:custClr>
    <a:custClr name="Teal">
      <a:srgbClr val="49C5B1"/>
    </a:custClr>
    <a:custClr name="Dark Teal">
      <a:srgbClr val="225B62"/>
    </a:custClr>
    <a:custClr name="Light Green">
      <a:srgbClr val="D4EC8E"/>
    </a:custClr>
    <a:custClr name="Green">
      <a:srgbClr val="8DE971"/>
    </a:custClr>
    <a:custClr name="Dark Green">
      <a:srgbClr val="07641D"/>
    </a:custClr>
    <a:custClr name="Blue Black">
      <a:srgbClr val="091F2C"/>
    </a:custClr>
    <a:custClr name="Pure Black">
      <a:srgbClr val="000000"/>
    </a:custClr>
    <a:custClr name="Brown Black">
      <a:srgbClr val="291817"/>
    </a:custClr>
  </a:custClrLst>
  <a:extLst>
    <a:ext uri="{05A4C25C-085E-4340-85A3-A5531E510DB2}">
      <thm15:themeFamily xmlns:thm15="http://schemas.microsoft.com/office/thememl/2012/main" name="ILT_Course_Trainer-Template_063023_Final" id="{53CE3B9D-47D1-490F-99CD-422B5AEB3016}" vid="{B2DBE1BE-CBAC-4342-9A93-0CBD83F75182}"/>
    </a:ext>
  </a:extLst>
</a:theme>
</file>

<file path=ppt/theme/theme4.xml><?xml version="1.0" encoding="utf-8"?>
<a:theme xmlns:a="http://schemas.openxmlformats.org/drawingml/2006/main" name="Capstone Build &amp; Shark Tank Finale">
  <a:themeElements>
    <a:clrScheme name="Capstone Build &amp; Shark Tank Finale">
      <a:dk1>
        <a:srgbClr val="14213D"/>
      </a:dk1>
      <a:lt1>
        <a:srgbClr val="F6F3EC"/>
      </a:lt1>
      <a:dk2>
        <a:srgbClr val="4D5669"/>
      </a:dk2>
      <a:lt2>
        <a:srgbClr val="DFDEDB"/>
      </a:lt2>
      <a:accent1>
        <a:srgbClr val="F2A900"/>
      </a:accent1>
      <a:accent2>
        <a:srgbClr val="B36B00"/>
      </a:accent2>
      <a:accent3>
        <a:srgbClr val="1F305A"/>
      </a:accent3>
      <a:accent4>
        <a:srgbClr val="5B6577"/>
      </a:accent4>
      <a:accent5>
        <a:srgbClr val="9AA3B5"/>
      </a:accent5>
      <a:accent6>
        <a:srgbClr val="C9D0DE"/>
      </a:accent6>
      <a:hlink>
        <a:srgbClr val="0563C1"/>
      </a:hlink>
      <a:folHlink>
        <a:srgbClr val="954F72"/>
      </a:folHlink>
    </a:clrScheme>
    <a:fontScheme name="Capstone Build &amp; Shark Tank Final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1105</TotalTime>
  <Words>406</Words>
  <Application>Microsoft Office PowerPoint</Application>
  <PresentationFormat>Widescreen</PresentationFormat>
  <Paragraphs>73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9</vt:i4>
      </vt:variant>
    </vt:vector>
  </HeadingPairs>
  <TitlesOfParts>
    <vt:vector size="22" baseType="lpstr">
      <vt:lpstr>Aptos</vt:lpstr>
      <vt:lpstr>Aptos Display</vt:lpstr>
      <vt:lpstr>Arial</vt:lpstr>
      <vt:lpstr>Consolas</vt:lpstr>
      <vt:lpstr>DM Sans</vt:lpstr>
      <vt:lpstr>Segoe UI</vt:lpstr>
      <vt:lpstr>Segoe UI Black</vt:lpstr>
      <vt:lpstr>Segoe UI Semibold</vt:lpstr>
      <vt:lpstr>Wingdings</vt:lpstr>
      <vt:lpstr>Office Theme</vt:lpstr>
      <vt:lpstr>Power Apps Code Apps Quickstart</vt:lpstr>
      <vt:lpstr>1_LIGHT MODE</vt:lpstr>
      <vt:lpstr>Capstone Build &amp; Shark Tank Finale</vt:lpstr>
      <vt:lpstr>Enterprise Apps &amp; Agents </vt:lpstr>
      <vt:lpstr>Capstone Build &amp; Shark Tank Finale</vt:lpstr>
      <vt:lpstr>Integrating the solution</vt:lpstr>
      <vt:lpstr>Outcome measures</vt:lpstr>
      <vt:lpstr>Demo engineering</vt:lpstr>
      <vt:lpstr>ROI, risk and governance</vt:lpstr>
      <vt:lpstr>Pitch structure and rubric</vt:lpstr>
      <vt:lpstr>Demo</vt:lpstr>
      <vt:lpstr>Closing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Jenkins NS</dc:creator>
  <cp:lastModifiedBy>Jenkins NS</cp:lastModifiedBy>
  <cp:revision>1</cp:revision>
  <dcterms:created xsi:type="dcterms:W3CDTF">2026-05-23T19:27:32Z</dcterms:created>
  <dcterms:modified xsi:type="dcterms:W3CDTF">2026-10-23T06:22:21Z</dcterms:modified>
</cp:coreProperties>
</file>