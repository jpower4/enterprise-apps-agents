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0" r:id="rId2"/>
    <p:sldMasterId id="2147483684" r:id="rId3"/>
    <p:sldMasterId id="2147483687" r:id="rId4"/>
  </p:sldMasterIdLst>
  <p:notesMasterIdLst>
    <p:notesMasterId r:id="rId17"/>
  </p:notesMasterIdLst>
  <p:sldIdLst>
    <p:sldId id="2147479557" r:id="rId5"/>
    <p:sldId id="263" r:id="rId6"/>
    <p:sldId id="264" r:id="rId7"/>
    <p:sldId id="2147479588" r:id="rId8"/>
    <p:sldId id="2147479589" r:id="rId9"/>
    <p:sldId id="2147479590" r:id="rId10"/>
    <p:sldId id="258" r:id="rId11"/>
    <p:sldId id="259" r:id="rId12"/>
    <p:sldId id="2147479591" r:id="rId13"/>
    <p:sldId id="260" r:id="rId14"/>
    <p:sldId id="2147479598" r:id="rId15"/>
    <p:sldId id="21425334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7132B"/>
    <a:srgbClr val="1B13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F06EC0-6773-4754-B5CF-3A86373E55DF}" v="92" dt="2026-10-22T17:12:19.706"/>
    <p1510:client id="{F58680DD-FFF5-4D2B-B065-F48D10CC8C0D}" v="9" dt="2026-10-22T21:19:29.857"/>
  </p1510:revLst>
</p1510:revInfo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79126" autoAdjust="0"/>
  </p:normalViewPr>
  <p:slideViewPr>
    <p:cSldViewPr snapToGrid="0">
      <p:cViewPr varScale="1">
        <p:scale>
          <a:sx n="72" d="100"/>
          <a:sy n="72" d="100"/>
        </p:scale>
        <p:origin x="57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3" d="100"/>
          <a:sy n="73" d="100"/>
        </p:scale>
        <p:origin x="2694" y="3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nkins NS" userId="8bdba4d2-1367-40cf-ad35-f59b31261896" providerId="ADAL" clId="{9DF06EC0-6773-4754-B5CF-3A86373E55DF}"/>
    <pc:docChg chg="undo custSel addSld delSld modSld sldOrd modMainMaster">
      <pc:chgData name="Jenkins NS" userId="8bdba4d2-1367-40cf-ad35-f59b31261896" providerId="ADAL" clId="{9DF06EC0-6773-4754-B5CF-3A86373E55DF}" dt="2026-10-22T17:16:18.362" v="499" actId="20577"/>
      <pc:docMkLst>
        <pc:docMk/>
      </pc:docMkLst>
      <pc:sldChg chg="modSp add del mod">
        <pc:chgData name="Jenkins NS" userId="8bdba4d2-1367-40cf-ad35-f59b31261896" providerId="ADAL" clId="{9DF06EC0-6773-4754-B5CF-3A86373E55DF}" dt="2026-10-21T19:54:46.195" v="300"/>
        <pc:sldMkLst>
          <pc:docMk/>
          <pc:sldMk cId="0" sldId="256"/>
        </pc:sldMkLst>
        <pc:spChg chg="mod">
          <ac:chgData name="Jenkins NS" userId="8bdba4d2-1367-40cf-ad35-f59b31261896" providerId="ADAL" clId="{9DF06EC0-6773-4754-B5CF-3A86373E55DF}" dt="2026-10-21T19:26:48.705" v="5" actId="6549"/>
          <ac:spMkLst>
            <pc:docMk/>
            <pc:sldMk cId="0" sldId="256"/>
            <ac:spMk id="2" creationId="{00000000-0000-0000-0000-000000000000}"/>
          </ac:spMkLst>
        </pc:spChg>
      </pc:sldChg>
      <pc:sldChg chg="modSp add mod">
        <pc:chgData name="Jenkins NS" userId="8bdba4d2-1367-40cf-ad35-f59b31261896" providerId="ADAL" clId="{9DF06EC0-6773-4754-B5CF-3A86373E55DF}" dt="2026-10-21T19:44:54.496" v="293" actId="123"/>
        <pc:sldMkLst>
          <pc:docMk/>
          <pc:sldMk cId="0" sldId="257"/>
        </pc:sldMkLst>
        <pc:spChg chg="mod">
          <ac:chgData name="Jenkins NS" userId="8bdba4d2-1367-40cf-ad35-f59b31261896" providerId="ADAL" clId="{9DF06EC0-6773-4754-B5CF-3A86373E55DF}" dt="2026-10-21T19:44:54.496" v="293" actId="123"/>
          <ac:spMkLst>
            <pc:docMk/>
            <pc:sldMk cId="0" sldId="257"/>
            <ac:spMk id="5" creationId="{00000000-0000-0000-0000-000000000000}"/>
          </ac:spMkLst>
        </pc:spChg>
      </pc:sldChg>
      <pc:sldChg chg="add">
        <pc:chgData name="Jenkins NS" userId="8bdba4d2-1367-40cf-ad35-f59b31261896" providerId="ADAL" clId="{9DF06EC0-6773-4754-B5CF-3A86373E55DF}" dt="2026-10-21T19:44:09.197" v="292"/>
        <pc:sldMkLst>
          <pc:docMk/>
          <pc:sldMk cId="0" sldId="258"/>
        </pc:sldMkLst>
      </pc:sldChg>
      <pc:sldChg chg="add">
        <pc:chgData name="Jenkins NS" userId="8bdba4d2-1367-40cf-ad35-f59b31261896" providerId="ADAL" clId="{9DF06EC0-6773-4754-B5CF-3A86373E55DF}" dt="2026-10-21T19:44:09.197" v="292"/>
        <pc:sldMkLst>
          <pc:docMk/>
          <pc:sldMk cId="0" sldId="259"/>
        </pc:sldMkLst>
      </pc:sldChg>
      <pc:sldChg chg="add">
        <pc:chgData name="Jenkins NS" userId="8bdba4d2-1367-40cf-ad35-f59b31261896" providerId="ADAL" clId="{9DF06EC0-6773-4754-B5CF-3A86373E55DF}" dt="2026-10-21T19:44:09.197" v="292"/>
        <pc:sldMkLst>
          <pc:docMk/>
          <pc:sldMk cId="0" sldId="260"/>
        </pc:sldMkLst>
      </pc:sldChg>
      <pc:sldChg chg="add">
        <pc:chgData name="Jenkins NS" userId="8bdba4d2-1367-40cf-ad35-f59b31261896" providerId="ADAL" clId="{9DF06EC0-6773-4754-B5CF-3A86373E55DF}" dt="2026-10-21T19:44:09.197" v="292"/>
        <pc:sldMkLst>
          <pc:docMk/>
          <pc:sldMk cId="0" sldId="261"/>
        </pc:sldMkLst>
      </pc:sldChg>
      <pc:sldChg chg="add">
        <pc:chgData name="Jenkins NS" userId="8bdba4d2-1367-40cf-ad35-f59b31261896" providerId="ADAL" clId="{9DF06EC0-6773-4754-B5CF-3A86373E55DF}" dt="2026-10-21T19:44:09.197" v="292"/>
        <pc:sldMkLst>
          <pc:docMk/>
          <pc:sldMk cId="0" sldId="262"/>
        </pc:sldMkLst>
      </pc:sldChg>
      <pc:sldChg chg="delSp modSp add del mod setBg">
        <pc:chgData name="Jenkins NS" userId="8bdba4d2-1367-40cf-ad35-f59b31261896" providerId="ADAL" clId="{9DF06EC0-6773-4754-B5CF-3A86373E55DF}" dt="2026-10-21T20:11:07.284" v="355" actId="478"/>
        <pc:sldMkLst>
          <pc:docMk/>
          <pc:sldMk cId="0" sldId="263"/>
        </pc:sldMkLst>
        <pc:spChg chg="del">
          <ac:chgData name="Jenkins NS" userId="8bdba4d2-1367-40cf-ad35-f59b31261896" providerId="ADAL" clId="{9DF06EC0-6773-4754-B5CF-3A86373E55DF}" dt="2026-10-21T20:11:04.574" v="353" actId="478"/>
          <ac:spMkLst>
            <pc:docMk/>
            <pc:sldMk cId="0" sldId="263"/>
            <ac:spMk id="16" creationId="{00000000-0000-0000-0000-000000000000}"/>
          </ac:spMkLst>
        </pc:spChg>
        <pc:spChg chg="del mod">
          <ac:chgData name="Jenkins NS" userId="8bdba4d2-1367-40cf-ad35-f59b31261896" providerId="ADAL" clId="{9DF06EC0-6773-4754-B5CF-3A86373E55DF}" dt="2026-10-21T20:11:07.284" v="355" actId="478"/>
          <ac:spMkLst>
            <pc:docMk/>
            <pc:sldMk cId="0" sldId="263"/>
            <ac:spMk id="17" creationId="{00000000-0000-0000-0000-000000000000}"/>
          </ac:spMkLst>
        </pc:spChg>
      </pc:sldChg>
      <pc:sldChg chg="delSp modSp add del mod setBg">
        <pc:chgData name="Jenkins NS" userId="8bdba4d2-1367-40cf-ad35-f59b31261896" providerId="ADAL" clId="{9DF06EC0-6773-4754-B5CF-3A86373E55DF}" dt="2026-10-21T20:11:34.235" v="359"/>
        <pc:sldMkLst>
          <pc:docMk/>
          <pc:sldMk cId="0" sldId="264"/>
        </pc:sldMkLst>
        <pc:spChg chg="del mod">
          <ac:chgData name="Jenkins NS" userId="8bdba4d2-1367-40cf-ad35-f59b31261896" providerId="ADAL" clId="{9DF06EC0-6773-4754-B5CF-3A86373E55DF}" dt="2026-10-21T20:11:23.009" v="357" actId="478"/>
          <ac:spMkLst>
            <pc:docMk/>
            <pc:sldMk cId="0" sldId="264"/>
            <ac:spMk id="12" creationId="{00000000-0000-0000-0000-000000000000}"/>
          </ac:spMkLst>
        </pc:spChg>
        <pc:spChg chg="del">
          <ac:chgData name="Jenkins NS" userId="8bdba4d2-1367-40cf-ad35-f59b31261896" providerId="ADAL" clId="{9DF06EC0-6773-4754-B5CF-3A86373E55DF}" dt="2026-10-21T20:11:25.804" v="358" actId="478"/>
          <ac:spMkLst>
            <pc:docMk/>
            <pc:sldMk cId="0" sldId="264"/>
            <ac:spMk id="13" creationId="{00000000-0000-0000-0000-000000000000}"/>
          </ac:spMkLst>
        </pc:spChg>
      </pc:sldChg>
      <pc:sldChg chg="add del setBg">
        <pc:chgData name="Jenkins NS" userId="8bdba4d2-1367-40cf-ad35-f59b31261896" providerId="ADAL" clId="{9DF06EC0-6773-4754-B5CF-3A86373E55DF}" dt="2026-10-21T22:16:56.748" v="401"/>
        <pc:sldMkLst>
          <pc:docMk/>
          <pc:sldMk cId="0" sldId="265"/>
        </pc:sldMkLst>
      </pc:sldChg>
      <pc:sldChg chg="delSp modSp mod ord">
        <pc:chgData name="Jenkins NS" userId="8bdba4d2-1367-40cf-ad35-f59b31261896" providerId="ADAL" clId="{9DF06EC0-6773-4754-B5CF-3A86373E55DF}" dt="2026-10-21T19:43:22.468" v="290" actId="1076"/>
        <pc:sldMkLst>
          <pc:docMk/>
          <pc:sldMk cId="101198574" sldId="1611"/>
        </pc:sldMkLst>
        <pc:picChg chg="mod">
          <ac:chgData name="Jenkins NS" userId="8bdba4d2-1367-40cf-ad35-f59b31261896" providerId="ADAL" clId="{9DF06EC0-6773-4754-B5CF-3A86373E55DF}" dt="2026-10-21T19:43:22.468" v="290" actId="1076"/>
          <ac:picMkLst>
            <pc:docMk/>
            <pc:sldMk cId="101198574" sldId="1611"/>
            <ac:picMk id="22" creationId="{6AC8544B-45DF-A5F3-BBFD-2855810FA51C}"/>
          </ac:picMkLst>
        </pc:picChg>
        <pc:picChg chg="del">
          <ac:chgData name="Jenkins NS" userId="8bdba4d2-1367-40cf-ad35-f59b31261896" providerId="ADAL" clId="{9DF06EC0-6773-4754-B5CF-3A86373E55DF}" dt="2026-10-21T19:43:15.777" v="287" actId="478"/>
          <ac:picMkLst>
            <pc:docMk/>
            <pc:sldMk cId="101198574" sldId="1611"/>
            <ac:picMk id="23" creationId="{B3A8E0FB-0190-4ABD-8FD9-E2538AE80004}"/>
          </ac:picMkLst>
        </pc:picChg>
      </pc:sldChg>
      <pc:sldChg chg="add del">
        <pc:chgData name="Jenkins NS" userId="8bdba4d2-1367-40cf-ad35-f59b31261896" providerId="ADAL" clId="{9DF06EC0-6773-4754-B5CF-3A86373E55DF}" dt="2026-10-21T22:20:53.660" v="422"/>
        <pc:sldMkLst>
          <pc:docMk/>
          <pc:sldMk cId="2497367714" sldId="2044"/>
        </pc:sldMkLst>
      </pc:sldChg>
      <pc:sldChg chg="add del">
        <pc:chgData name="Jenkins NS" userId="8bdba4d2-1367-40cf-ad35-f59b31261896" providerId="ADAL" clId="{9DF06EC0-6773-4754-B5CF-3A86373E55DF}" dt="2026-10-21T22:20:53.660" v="422"/>
        <pc:sldMkLst>
          <pc:docMk/>
          <pc:sldMk cId="3099915628" sldId="2045"/>
        </pc:sldMkLst>
      </pc:sldChg>
      <pc:sldChg chg="add">
        <pc:chgData name="Jenkins NS" userId="8bdba4d2-1367-40cf-ad35-f59b31261896" providerId="ADAL" clId="{9DF06EC0-6773-4754-B5CF-3A86373E55DF}" dt="2026-10-21T22:21:05.484" v="423"/>
        <pc:sldMkLst>
          <pc:docMk/>
          <pc:sldMk cId="1470740852" sldId="2047"/>
        </pc:sldMkLst>
      </pc:sldChg>
      <pc:sldChg chg="modSp add mod">
        <pc:chgData name="Jenkins NS" userId="8bdba4d2-1367-40cf-ad35-f59b31261896" providerId="ADAL" clId="{9DF06EC0-6773-4754-B5CF-3A86373E55DF}" dt="2026-10-21T22:21:20.971" v="430" actId="20577"/>
        <pc:sldMkLst>
          <pc:docMk/>
          <pc:sldMk cId="2010521932" sldId="2048"/>
        </pc:sldMkLst>
        <pc:spChg chg="mod">
          <ac:chgData name="Jenkins NS" userId="8bdba4d2-1367-40cf-ad35-f59b31261896" providerId="ADAL" clId="{9DF06EC0-6773-4754-B5CF-3A86373E55DF}" dt="2026-10-21T22:21:20.971" v="430" actId="20577"/>
          <ac:spMkLst>
            <pc:docMk/>
            <pc:sldMk cId="2010521932" sldId="2048"/>
            <ac:spMk id="2" creationId="{09619246-1C22-48B2-BAE7-A4B8164D5DF8}"/>
          </ac:spMkLst>
        </pc:spChg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432255962" sldId="4611"/>
        </pc:sldMkLst>
      </pc:sldChg>
      <pc:sldChg chg="add del">
        <pc:chgData name="Jenkins NS" userId="8bdba4d2-1367-40cf-ad35-f59b31261896" providerId="ADAL" clId="{9DF06EC0-6773-4754-B5CF-3A86373E55DF}" dt="2026-10-21T22:20:53.660" v="422"/>
        <pc:sldMkLst>
          <pc:docMk/>
          <pc:sldMk cId="254325681" sldId="10819"/>
        </pc:sldMkLst>
      </pc:sldChg>
      <pc:sldChg chg="add del">
        <pc:chgData name="Jenkins NS" userId="8bdba4d2-1367-40cf-ad35-f59b31261896" providerId="ADAL" clId="{9DF06EC0-6773-4754-B5CF-3A86373E55DF}" dt="2026-10-21T22:20:53.660" v="422"/>
        <pc:sldMkLst>
          <pc:docMk/>
          <pc:sldMk cId="220853581" sldId="2076136495"/>
        </pc:sldMkLst>
      </pc:sldChg>
      <pc:sldChg chg="add del">
        <pc:chgData name="Jenkins NS" userId="8bdba4d2-1367-40cf-ad35-f59b31261896" providerId="ADAL" clId="{9DF06EC0-6773-4754-B5CF-3A86373E55DF}" dt="2026-10-21T22:20:53.660" v="422"/>
        <pc:sldMkLst>
          <pc:docMk/>
          <pc:sldMk cId="3937804750" sldId="2076136496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609509673" sldId="2076137798"/>
        </pc:sldMkLst>
      </pc:sldChg>
      <pc:sldChg chg="modSp add mod">
        <pc:chgData name="Jenkins NS" userId="8bdba4d2-1367-40cf-ad35-f59b31261896" providerId="ADAL" clId="{9DF06EC0-6773-4754-B5CF-3A86373E55DF}" dt="2026-10-21T19:27:40.114" v="38" actId="20577"/>
        <pc:sldMkLst>
          <pc:docMk/>
          <pc:sldMk cId="0" sldId="2142533482"/>
        </pc:sldMkLst>
        <pc:spChg chg="mod">
          <ac:chgData name="Jenkins NS" userId="8bdba4d2-1367-40cf-ad35-f59b31261896" providerId="ADAL" clId="{9DF06EC0-6773-4754-B5CF-3A86373E55DF}" dt="2026-10-21T19:27:40.114" v="38" actId="20577"/>
          <ac:spMkLst>
            <pc:docMk/>
            <pc:sldMk cId="0" sldId="2142533482"/>
            <ac:spMk id="2" creationId="{00000000-0000-0000-0000-000000000000}"/>
          </ac:spMkLst>
        </pc:spChg>
      </pc:sldChg>
      <pc:sldChg chg="addSp delSp modSp add mod">
        <pc:chgData name="Jenkins NS" userId="8bdba4d2-1367-40cf-ad35-f59b31261896" providerId="ADAL" clId="{9DF06EC0-6773-4754-B5CF-3A86373E55DF}" dt="2026-10-22T17:11:01.115" v="471" actId="20577"/>
        <pc:sldMkLst>
          <pc:docMk/>
          <pc:sldMk cId="4060601304" sldId="2147479557"/>
        </pc:sldMkLst>
        <pc:spChg chg="add del mod">
          <ac:chgData name="Jenkins NS" userId="8bdba4d2-1367-40cf-ad35-f59b31261896" providerId="ADAL" clId="{9DF06EC0-6773-4754-B5CF-3A86373E55DF}" dt="2026-10-21T19:28:52.948" v="46" actId="478"/>
          <ac:spMkLst>
            <pc:docMk/>
            <pc:sldMk cId="4060601304" sldId="2147479557"/>
            <ac:spMk id="3" creationId="{A5827300-B0A8-F5BD-0DAD-B7489CFB926C}"/>
          </ac:spMkLst>
        </pc:spChg>
        <pc:spChg chg="add del mod">
          <ac:chgData name="Jenkins NS" userId="8bdba4d2-1367-40cf-ad35-f59b31261896" providerId="ADAL" clId="{9DF06EC0-6773-4754-B5CF-3A86373E55DF}" dt="2026-10-21T20:06:12.009" v="313" actId="478"/>
          <ac:spMkLst>
            <pc:docMk/>
            <pc:sldMk cId="4060601304" sldId="2147479557"/>
            <ac:spMk id="5" creationId="{5F89B307-F569-2CA2-6DC1-AB566E7411E0}"/>
          </ac:spMkLst>
        </pc:spChg>
        <pc:spChg chg="mod">
          <ac:chgData name="Jenkins NS" userId="8bdba4d2-1367-40cf-ad35-f59b31261896" providerId="ADAL" clId="{9DF06EC0-6773-4754-B5CF-3A86373E55DF}" dt="2026-10-22T17:11:01.115" v="471" actId="20577"/>
          <ac:spMkLst>
            <pc:docMk/>
            <pc:sldMk cId="4060601304" sldId="2147479557"/>
            <ac:spMk id="6" creationId="{A3E08FA2-C73F-A01D-C334-4FAC0DB0C177}"/>
          </ac:spMkLst>
        </pc:spChg>
        <pc:spChg chg="del">
          <ac:chgData name="Jenkins NS" userId="8bdba4d2-1367-40cf-ad35-f59b31261896" providerId="ADAL" clId="{9DF06EC0-6773-4754-B5CF-3A86373E55DF}" dt="2026-10-21T19:28:51.472" v="45" actId="478"/>
          <ac:spMkLst>
            <pc:docMk/>
            <pc:sldMk cId="4060601304" sldId="2147479557"/>
            <ac:spMk id="8" creationId="{7C4740F1-B816-6BEC-8362-3B8D251DFCEE}"/>
          </ac:spMkLst>
        </pc:spChg>
        <pc:spChg chg="add del mod">
          <ac:chgData name="Jenkins NS" userId="8bdba4d2-1367-40cf-ad35-f59b31261896" providerId="ADAL" clId="{9DF06EC0-6773-4754-B5CF-3A86373E55DF}" dt="2026-10-21T19:41:35.148" v="272" actId="478"/>
          <ac:spMkLst>
            <pc:docMk/>
            <pc:sldMk cId="4060601304" sldId="2147479557"/>
            <ac:spMk id="9" creationId="{0DD8651C-DB72-1BCD-9C0F-3DB573B15677}"/>
          </ac:spMkLst>
        </pc:spChg>
        <pc:spChg chg="add mod">
          <ac:chgData name="Jenkins NS" userId="8bdba4d2-1367-40cf-ad35-f59b31261896" providerId="ADAL" clId="{9DF06EC0-6773-4754-B5CF-3A86373E55DF}" dt="2026-10-21T20:07:12.837" v="328" actId="14100"/>
          <ac:spMkLst>
            <pc:docMk/>
            <pc:sldMk cId="4060601304" sldId="2147479557"/>
            <ac:spMk id="11" creationId="{14201019-6AD5-8165-776C-55816BE8B289}"/>
          </ac:spMkLst>
        </pc:spChg>
        <pc:spChg chg="del">
          <ac:chgData name="Jenkins NS" userId="8bdba4d2-1367-40cf-ad35-f59b31261896" providerId="ADAL" clId="{9DF06EC0-6773-4754-B5CF-3A86373E55DF}" dt="2026-10-21T19:28:50.222" v="44" actId="478"/>
          <ac:spMkLst>
            <pc:docMk/>
            <pc:sldMk cId="4060601304" sldId="2147479557"/>
            <ac:spMk id="12" creationId="{AA2BF8BC-EDED-61C2-562F-15FB955AD759}"/>
          </ac:spMkLst>
        </pc:spChg>
        <pc:spChg chg="add mod">
          <ac:chgData name="Jenkins NS" userId="8bdba4d2-1367-40cf-ad35-f59b31261896" providerId="ADAL" clId="{9DF06EC0-6773-4754-B5CF-3A86373E55DF}" dt="2026-10-22T17:10:48.335" v="468" actId="1076"/>
          <ac:spMkLst>
            <pc:docMk/>
            <pc:sldMk cId="4060601304" sldId="2147479557"/>
            <ac:spMk id="13" creationId="{FBBF71FA-8F76-EC43-39ED-B9EB4ACE33D2}"/>
          </ac:spMkLst>
        </pc:spChg>
        <pc:spChg chg="add mod">
          <ac:chgData name="Jenkins NS" userId="8bdba4d2-1367-40cf-ad35-f59b31261896" providerId="ADAL" clId="{9DF06EC0-6773-4754-B5CF-3A86373E55DF}" dt="2026-10-21T20:07:10.525" v="327" actId="14100"/>
          <ac:spMkLst>
            <pc:docMk/>
            <pc:sldMk cId="4060601304" sldId="2147479557"/>
            <ac:spMk id="14" creationId="{89775C04-67D4-DEBA-335E-62C26F4E3ED8}"/>
          </ac:spMkLst>
        </pc:spChg>
      </pc:sldChg>
      <pc:sldChg chg="delSp modSp add mod">
        <pc:chgData name="Jenkins NS" userId="8bdba4d2-1367-40cf-ad35-f59b31261896" providerId="ADAL" clId="{9DF06EC0-6773-4754-B5CF-3A86373E55DF}" dt="2026-10-21T19:43:29.848" v="291" actId="113"/>
        <pc:sldMkLst>
          <pc:docMk/>
          <pc:sldMk cId="1451565363" sldId="2147479572"/>
        </pc:sldMkLst>
        <pc:spChg chg="mod">
          <ac:chgData name="Jenkins NS" userId="8bdba4d2-1367-40cf-ad35-f59b31261896" providerId="ADAL" clId="{9DF06EC0-6773-4754-B5CF-3A86373E55DF}" dt="2026-10-21T19:43:29.848" v="291" actId="113"/>
          <ac:spMkLst>
            <pc:docMk/>
            <pc:sldMk cId="1451565363" sldId="2147479572"/>
            <ac:spMk id="2" creationId="{DF6D4226-15FB-8407-4AAF-26919D886337}"/>
          </ac:spMkLst>
        </pc:spChg>
        <pc:spChg chg="mod">
          <ac:chgData name="Jenkins NS" userId="8bdba4d2-1367-40cf-ad35-f59b31261896" providerId="ADAL" clId="{9DF06EC0-6773-4754-B5CF-3A86373E55DF}" dt="2026-10-21T19:29:50.148" v="55" actId="14100"/>
          <ac:spMkLst>
            <pc:docMk/>
            <pc:sldMk cId="1451565363" sldId="2147479572"/>
            <ac:spMk id="3" creationId="{EE7DBE02-710B-EABC-6AFC-4BC12CF16267}"/>
          </ac:spMkLst>
        </pc:spChg>
        <pc:spChg chg="del">
          <ac:chgData name="Jenkins NS" userId="8bdba4d2-1367-40cf-ad35-f59b31261896" providerId="ADAL" clId="{9DF06EC0-6773-4754-B5CF-3A86373E55DF}" dt="2026-10-21T19:29:53.068" v="56" actId="478"/>
          <ac:spMkLst>
            <pc:docMk/>
            <pc:sldMk cId="1451565363" sldId="2147479572"/>
            <ac:spMk id="4" creationId="{46147394-57D0-11C7-6AE6-6A34F2358945}"/>
          </ac:spMkLst>
        </pc:spChg>
      </pc:sldChg>
      <pc:sldChg chg="add del modNotesTx">
        <pc:chgData name="Jenkins NS" userId="8bdba4d2-1367-40cf-ad35-f59b31261896" providerId="ADAL" clId="{9DF06EC0-6773-4754-B5CF-3A86373E55DF}" dt="2026-10-21T19:57:56.902" v="308" actId="20577"/>
        <pc:sldMkLst>
          <pc:docMk/>
          <pc:sldMk cId="0" sldId="2147479573"/>
        </pc:sldMkLst>
      </pc:sldChg>
      <pc:sldChg chg="add del">
        <pc:chgData name="Jenkins NS" userId="8bdba4d2-1367-40cf-ad35-f59b31261896" providerId="ADAL" clId="{9DF06EC0-6773-4754-B5CF-3A86373E55DF}" dt="2026-10-21T19:55:04.156" v="303"/>
        <pc:sldMkLst>
          <pc:docMk/>
          <pc:sldMk cId="0" sldId="2147479574"/>
        </pc:sldMkLst>
      </pc:sldChg>
      <pc:sldChg chg="add del">
        <pc:chgData name="Jenkins NS" userId="8bdba4d2-1367-40cf-ad35-f59b31261896" providerId="ADAL" clId="{9DF06EC0-6773-4754-B5CF-3A86373E55DF}" dt="2026-10-21T19:55:04.156" v="303"/>
        <pc:sldMkLst>
          <pc:docMk/>
          <pc:sldMk cId="0" sldId="2147479575"/>
        </pc:sldMkLst>
      </pc:sldChg>
      <pc:sldChg chg="add del">
        <pc:chgData name="Jenkins NS" userId="8bdba4d2-1367-40cf-ad35-f59b31261896" providerId="ADAL" clId="{9DF06EC0-6773-4754-B5CF-3A86373E55DF}" dt="2026-10-21T19:55:04.156" v="303"/>
        <pc:sldMkLst>
          <pc:docMk/>
          <pc:sldMk cId="0" sldId="2147479576"/>
        </pc:sldMkLst>
      </pc:sldChg>
      <pc:sldChg chg="add del">
        <pc:chgData name="Jenkins NS" userId="8bdba4d2-1367-40cf-ad35-f59b31261896" providerId="ADAL" clId="{9DF06EC0-6773-4754-B5CF-3A86373E55DF}" dt="2026-10-21T19:55:04.156" v="303"/>
        <pc:sldMkLst>
          <pc:docMk/>
          <pc:sldMk cId="0" sldId="2147479577"/>
        </pc:sldMkLst>
      </pc:sldChg>
      <pc:sldChg chg="add">
        <pc:chgData name="Jenkins NS" userId="8bdba4d2-1367-40cf-ad35-f59b31261896" providerId="ADAL" clId="{9DF06EC0-6773-4754-B5CF-3A86373E55DF}" dt="2026-10-21T19:55:55.468" v="304"/>
        <pc:sldMkLst>
          <pc:docMk/>
          <pc:sldMk cId="0" sldId="2147479578"/>
        </pc:sldMkLst>
      </pc:sldChg>
      <pc:sldChg chg="addSp modSp add del mod setBg">
        <pc:chgData name="Jenkins NS" userId="8bdba4d2-1367-40cf-ad35-f59b31261896" providerId="ADAL" clId="{9DF06EC0-6773-4754-B5CF-3A86373E55DF}" dt="2026-10-21T20:12:56.506" v="377"/>
        <pc:sldMkLst>
          <pc:docMk/>
          <pc:sldMk cId="0" sldId="2147479579"/>
        </pc:sldMkLst>
        <pc:spChg chg="mod">
          <ac:chgData name="Jenkins NS" userId="8bdba4d2-1367-40cf-ad35-f59b31261896" providerId="ADAL" clId="{9DF06EC0-6773-4754-B5CF-3A86373E55DF}" dt="2026-10-21T20:09:50.194" v="341" actId="6549"/>
          <ac:spMkLst>
            <pc:docMk/>
            <pc:sldMk cId="0" sldId="2147479579"/>
            <ac:spMk id="3" creationId="{00000000-0000-0000-0000-000000000000}"/>
          </ac:spMkLst>
        </pc:spChg>
        <pc:spChg chg="mod">
          <ac:chgData name="Jenkins NS" userId="8bdba4d2-1367-40cf-ad35-f59b31261896" providerId="ADAL" clId="{9DF06EC0-6773-4754-B5CF-3A86373E55DF}" dt="2026-10-21T20:12:56.506" v="377"/>
          <ac:spMkLst>
            <pc:docMk/>
            <pc:sldMk cId="0" sldId="2147479579"/>
            <ac:spMk id="5" creationId="{00000000-0000-0000-0000-000000000000}"/>
          </ac:spMkLst>
        </pc:spChg>
        <pc:graphicFrameChg chg="add mod">
          <ac:chgData name="Jenkins NS" userId="8bdba4d2-1367-40cf-ad35-f59b31261896" providerId="ADAL" clId="{9DF06EC0-6773-4754-B5CF-3A86373E55DF}" dt="2026-10-21T20:12:47.995" v="375"/>
          <ac:graphicFrameMkLst>
            <pc:docMk/>
            <pc:sldMk cId="0" sldId="2147479579"/>
            <ac:graphicFrameMk id="7" creationId="{C51EEEF9-BD86-2FDB-E51B-BC16406CA83D}"/>
          </ac:graphicFrameMkLst>
        </pc:graphicFrameChg>
      </pc:sldChg>
      <pc:sldChg chg="delSp add del mod setBg">
        <pc:chgData name="Jenkins NS" userId="8bdba4d2-1367-40cf-ad35-f59b31261896" providerId="ADAL" clId="{9DF06EC0-6773-4754-B5CF-3A86373E55DF}" dt="2026-10-21T20:10:06.987" v="342" actId="478"/>
        <pc:sldMkLst>
          <pc:docMk/>
          <pc:sldMk cId="0" sldId="2147479580"/>
        </pc:sldMkLst>
        <pc:spChg chg="del">
          <ac:chgData name="Jenkins NS" userId="8bdba4d2-1367-40cf-ad35-f59b31261896" providerId="ADAL" clId="{9DF06EC0-6773-4754-B5CF-3A86373E55DF}" dt="2026-10-21T20:10:06.987" v="342" actId="478"/>
          <ac:spMkLst>
            <pc:docMk/>
            <pc:sldMk cId="0" sldId="2147479580"/>
            <ac:spMk id="16" creationId="{00000000-0000-0000-0000-000000000000}"/>
          </ac:spMkLst>
        </pc:spChg>
      </pc:sldChg>
      <pc:sldChg chg="delSp add del mod setBg">
        <pc:chgData name="Jenkins NS" userId="8bdba4d2-1367-40cf-ad35-f59b31261896" providerId="ADAL" clId="{9DF06EC0-6773-4754-B5CF-3A86373E55DF}" dt="2026-10-21T20:10:14.773" v="344" actId="478"/>
        <pc:sldMkLst>
          <pc:docMk/>
          <pc:sldMk cId="0" sldId="2147479581"/>
        </pc:sldMkLst>
        <pc:spChg chg="del">
          <ac:chgData name="Jenkins NS" userId="8bdba4d2-1367-40cf-ad35-f59b31261896" providerId="ADAL" clId="{9DF06EC0-6773-4754-B5CF-3A86373E55DF}" dt="2026-10-21T20:10:11.863" v="343" actId="478"/>
          <ac:spMkLst>
            <pc:docMk/>
            <pc:sldMk cId="0" sldId="2147479581"/>
            <ac:spMk id="20" creationId="{00000000-0000-0000-0000-000000000000}"/>
          </ac:spMkLst>
        </pc:spChg>
        <pc:spChg chg="del">
          <ac:chgData name="Jenkins NS" userId="8bdba4d2-1367-40cf-ad35-f59b31261896" providerId="ADAL" clId="{9DF06EC0-6773-4754-B5CF-3A86373E55DF}" dt="2026-10-21T20:10:14.773" v="344" actId="478"/>
          <ac:spMkLst>
            <pc:docMk/>
            <pc:sldMk cId="0" sldId="2147479581"/>
            <ac:spMk id="21" creationId="{00000000-0000-0000-0000-000000000000}"/>
          </ac:spMkLst>
        </pc:spChg>
      </pc:sldChg>
      <pc:sldChg chg="delSp add del mod setBg">
        <pc:chgData name="Jenkins NS" userId="8bdba4d2-1367-40cf-ad35-f59b31261896" providerId="ADAL" clId="{9DF06EC0-6773-4754-B5CF-3A86373E55DF}" dt="2026-10-21T20:10:28.364" v="346" actId="478"/>
        <pc:sldMkLst>
          <pc:docMk/>
          <pc:sldMk cId="0" sldId="2147479582"/>
        </pc:sldMkLst>
        <pc:spChg chg="del">
          <ac:chgData name="Jenkins NS" userId="8bdba4d2-1367-40cf-ad35-f59b31261896" providerId="ADAL" clId="{9DF06EC0-6773-4754-B5CF-3A86373E55DF}" dt="2026-10-21T20:10:25.654" v="345" actId="478"/>
          <ac:spMkLst>
            <pc:docMk/>
            <pc:sldMk cId="0" sldId="2147479582"/>
            <ac:spMk id="10" creationId="{00000000-0000-0000-0000-000000000000}"/>
          </ac:spMkLst>
        </pc:spChg>
        <pc:spChg chg="del">
          <ac:chgData name="Jenkins NS" userId="8bdba4d2-1367-40cf-ad35-f59b31261896" providerId="ADAL" clId="{9DF06EC0-6773-4754-B5CF-3A86373E55DF}" dt="2026-10-21T20:10:28.364" v="346" actId="478"/>
          <ac:spMkLst>
            <pc:docMk/>
            <pc:sldMk cId="0" sldId="2147479582"/>
            <ac:spMk id="11" creationId="{00000000-0000-0000-0000-000000000000}"/>
          </ac:spMkLst>
        </pc:spChg>
      </pc:sldChg>
      <pc:sldChg chg="delSp add del mod setBg">
        <pc:chgData name="Jenkins NS" userId="8bdba4d2-1367-40cf-ad35-f59b31261896" providerId="ADAL" clId="{9DF06EC0-6773-4754-B5CF-3A86373E55DF}" dt="2026-10-21T20:10:35.216" v="348" actId="478"/>
        <pc:sldMkLst>
          <pc:docMk/>
          <pc:sldMk cId="0" sldId="2147479583"/>
        </pc:sldMkLst>
        <pc:spChg chg="del">
          <ac:chgData name="Jenkins NS" userId="8bdba4d2-1367-40cf-ad35-f59b31261896" providerId="ADAL" clId="{9DF06EC0-6773-4754-B5CF-3A86373E55DF}" dt="2026-10-21T20:10:32.632" v="347" actId="478"/>
          <ac:spMkLst>
            <pc:docMk/>
            <pc:sldMk cId="0" sldId="2147479583"/>
            <ac:spMk id="16" creationId="{00000000-0000-0000-0000-000000000000}"/>
          </ac:spMkLst>
        </pc:spChg>
        <pc:spChg chg="del">
          <ac:chgData name="Jenkins NS" userId="8bdba4d2-1367-40cf-ad35-f59b31261896" providerId="ADAL" clId="{9DF06EC0-6773-4754-B5CF-3A86373E55DF}" dt="2026-10-21T20:10:35.216" v="348" actId="478"/>
          <ac:spMkLst>
            <pc:docMk/>
            <pc:sldMk cId="0" sldId="2147479583"/>
            <ac:spMk id="17" creationId="{00000000-0000-0000-0000-000000000000}"/>
          </ac:spMkLst>
        </pc:spChg>
      </pc:sldChg>
      <pc:sldChg chg="delSp add del mod setBg">
        <pc:chgData name="Jenkins NS" userId="8bdba4d2-1367-40cf-ad35-f59b31261896" providerId="ADAL" clId="{9DF06EC0-6773-4754-B5CF-3A86373E55DF}" dt="2026-10-21T20:10:43.160" v="350" actId="478"/>
        <pc:sldMkLst>
          <pc:docMk/>
          <pc:sldMk cId="0" sldId="2147479584"/>
        </pc:sldMkLst>
        <pc:spChg chg="del">
          <ac:chgData name="Jenkins NS" userId="8bdba4d2-1367-40cf-ad35-f59b31261896" providerId="ADAL" clId="{9DF06EC0-6773-4754-B5CF-3A86373E55DF}" dt="2026-10-21T20:10:40.385" v="349" actId="478"/>
          <ac:spMkLst>
            <pc:docMk/>
            <pc:sldMk cId="0" sldId="2147479584"/>
            <ac:spMk id="12" creationId="{00000000-0000-0000-0000-000000000000}"/>
          </ac:spMkLst>
        </pc:spChg>
        <pc:spChg chg="del">
          <ac:chgData name="Jenkins NS" userId="8bdba4d2-1367-40cf-ad35-f59b31261896" providerId="ADAL" clId="{9DF06EC0-6773-4754-B5CF-3A86373E55DF}" dt="2026-10-21T20:10:43.160" v="350" actId="478"/>
          <ac:spMkLst>
            <pc:docMk/>
            <pc:sldMk cId="0" sldId="2147479584"/>
            <ac:spMk id="13" creationId="{00000000-0000-0000-0000-000000000000}"/>
          </ac:spMkLst>
        </pc:spChg>
      </pc:sldChg>
      <pc:sldChg chg="delSp add del mod setBg">
        <pc:chgData name="Jenkins NS" userId="8bdba4d2-1367-40cf-ad35-f59b31261896" providerId="ADAL" clId="{9DF06EC0-6773-4754-B5CF-3A86373E55DF}" dt="2026-10-21T20:10:50.318" v="352" actId="478"/>
        <pc:sldMkLst>
          <pc:docMk/>
          <pc:sldMk cId="0" sldId="2147479585"/>
        </pc:sldMkLst>
        <pc:spChg chg="del">
          <ac:chgData name="Jenkins NS" userId="8bdba4d2-1367-40cf-ad35-f59b31261896" providerId="ADAL" clId="{9DF06EC0-6773-4754-B5CF-3A86373E55DF}" dt="2026-10-21T20:10:47.751" v="351" actId="478"/>
          <ac:spMkLst>
            <pc:docMk/>
            <pc:sldMk cId="0" sldId="2147479585"/>
            <ac:spMk id="14" creationId="{00000000-0000-0000-0000-000000000000}"/>
          </ac:spMkLst>
        </pc:spChg>
        <pc:spChg chg="del">
          <ac:chgData name="Jenkins NS" userId="8bdba4d2-1367-40cf-ad35-f59b31261896" providerId="ADAL" clId="{9DF06EC0-6773-4754-B5CF-3A86373E55DF}" dt="2026-10-21T20:10:50.318" v="352" actId="478"/>
          <ac:spMkLst>
            <pc:docMk/>
            <pc:sldMk cId="0" sldId="2147479585"/>
            <ac:spMk id="15" creationId="{00000000-0000-0000-0000-000000000000}"/>
          </ac:spMkLst>
        </pc:spChg>
      </pc:sldChg>
      <pc:sldChg chg="add setBg">
        <pc:chgData name="Jenkins NS" userId="8bdba4d2-1367-40cf-ad35-f59b31261896" providerId="ADAL" clId="{9DF06EC0-6773-4754-B5CF-3A86373E55DF}" dt="2026-10-21T20:18:07.696" v="378"/>
        <pc:sldMkLst>
          <pc:docMk/>
          <pc:sldMk cId="0" sldId="2147479586"/>
        </pc:sldMkLst>
      </pc:sldChg>
      <pc:sldChg chg="add setBg">
        <pc:chgData name="Jenkins NS" userId="8bdba4d2-1367-40cf-ad35-f59b31261896" providerId="ADAL" clId="{9DF06EC0-6773-4754-B5CF-3A86373E55DF}" dt="2026-10-21T20:20:00.238" v="379"/>
        <pc:sldMkLst>
          <pc:docMk/>
          <pc:sldMk cId="0" sldId="2147479587"/>
        </pc:sldMkLst>
      </pc:sldChg>
      <pc:sldChg chg="add del setBg">
        <pc:chgData name="Jenkins NS" userId="8bdba4d2-1367-40cf-ad35-f59b31261896" providerId="ADAL" clId="{9DF06EC0-6773-4754-B5CF-3A86373E55DF}" dt="2026-10-21T21:02:59.884" v="382"/>
        <pc:sldMkLst>
          <pc:docMk/>
          <pc:sldMk cId="0" sldId="2147479588"/>
        </pc:sldMkLst>
      </pc:sldChg>
      <pc:sldChg chg="add del setBg">
        <pc:chgData name="Jenkins NS" userId="8bdba4d2-1367-40cf-ad35-f59b31261896" providerId="ADAL" clId="{9DF06EC0-6773-4754-B5CF-3A86373E55DF}" dt="2026-10-21T21:02:59.884" v="382"/>
        <pc:sldMkLst>
          <pc:docMk/>
          <pc:sldMk cId="0" sldId="2147479589"/>
        </pc:sldMkLst>
      </pc:sldChg>
      <pc:sldChg chg="add del setBg">
        <pc:chgData name="Jenkins NS" userId="8bdba4d2-1367-40cf-ad35-f59b31261896" providerId="ADAL" clId="{9DF06EC0-6773-4754-B5CF-3A86373E55DF}" dt="2026-10-21T21:02:59.884" v="382"/>
        <pc:sldMkLst>
          <pc:docMk/>
          <pc:sldMk cId="0" sldId="2147479590"/>
        </pc:sldMkLst>
      </pc:sldChg>
      <pc:sldChg chg="add del setBg">
        <pc:chgData name="Jenkins NS" userId="8bdba4d2-1367-40cf-ad35-f59b31261896" providerId="ADAL" clId="{9DF06EC0-6773-4754-B5CF-3A86373E55DF}" dt="2026-10-21T21:02:59.884" v="382"/>
        <pc:sldMkLst>
          <pc:docMk/>
          <pc:sldMk cId="0" sldId="2147479591"/>
        </pc:sldMkLst>
      </pc:sldChg>
      <pc:sldChg chg="new del">
        <pc:chgData name="Jenkins NS" userId="8bdba4d2-1367-40cf-ad35-f59b31261896" providerId="ADAL" clId="{9DF06EC0-6773-4754-B5CF-3A86373E55DF}" dt="2026-10-21T22:16:08.350" v="400" actId="47"/>
        <pc:sldMkLst>
          <pc:docMk/>
          <pc:sldMk cId="3883104394" sldId="2147479592"/>
        </pc:sldMkLst>
      </pc:sldChg>
      <pc:sldChg chg="add del setBg">
        <pc:chgData name="Jenkins NS" userId="8bdba4d2-1367-40cf-ad35-f59b31261896" providerId="ADAL" clId="{9DF06EC0-6773-4754-B5CF-3A86373E55DF}" dt="2026-10-21T22:04:57.361" v="385"/>
        <pc:sldMkLst>
          <pc:docMk/>
          <pc:sldMk cId="2518512813" sldId="2147479593"/>
        </pc:sldMkLst>
      </pc:sldChg>
      <pc:sldChg chg="modSp add mod">
        <pc:chgData name="Jenkins NS" userId="8bdba4d2-1367-40cf-ad35-f59b31261896" providerId="ADAL" clId="{9DF06EC0-6773-4754-B5CF-3A86373E55DF}" dt="2026-10-22T17:16:18.362" v="499" actId="20577"/>
        <pc:sldMkLst>
          <pc:docMk/>
          <pc:sldMk cId="2979084665" sldId="2147479593"/>
        </pc:sldMkLst>
        <pc:spChg chg="mod">
          <ac:chgData name="Jenkins NS" userId="8bdba4d2-1367-40cf-ad35-f59b31261896" providerId="ADAL" clId="{9DF06EC0-6773-4754-B5CF-3A86373E55DF}" dt="2026-10-22T17:16:18.362" v="499" actId="20577"/>
          <ac:spMkLst>
            <pc:docMk/>
            <pc:sldMk cId="2979084665" sldId="2147479593"/>
            <ac:spMk id="3" creationId="{E1E21D66-9B9B-D583-A6D9-39E93A43781F}"/>
          </ac:spMkLst>
        </pc:spChg>
        <pc:spChg chg="mod">
          <ac:chgData name="Jenkins NS" userId="8bdba4d2-1367-40cf-ad35-f59b31261896" providerId="ADAL" clId="{9DF06EC0-6773-4754-B5CF-3A86373E55DF}" dt="2026-10-21T22:15:48.232" v="393" actId="1076"/>
          <ac:spMkLst>
            <pc:docMk/>
            <pc:sldMk cId="2979084665" sldId="2147479593"/>
            <ac:spMk id="4" creationId="{A9ECFEB2-8A24-ED4C-3E67-A1B9A79C3FB9}"/>
          </ac:spMkLst>
        </pc:spChg>
        <pc:spChg chg="mod">
          <ac:chgData name="Jenkins NS" userId="8bdba4d2-1367-40cf-ad35-f59b31261896" providerId="ADAL" clId="{9DF06EC0-6773-4754-B5CF-3A86373E55DF}" dt="2026-10-21T22:15:55.569" v="399" actId="27636"/>
          <ac:spMkLst>
            <pc:docMk/>
            <pc:sldMk cId="2979084665" sldId="2147479593"/>
            <ac:spMk id="5" creationId="{1FF910D3-E0EF-26BF-DD23-5E5560BAFD85}"/>
          </ac:spMkLst>
        </pc:spChg>
      </pc:sldChg>
      <pc:sldChg chg="add setBg">
        <pc:chgData name="Jenkins NS" userId="8bdba4d2-1367-40cf-ad35-f59b31261896" providerId="ADAL" clId="{9DF06EC0-6773-4754-B5CF-3A86373E55DF}" dt="2026-10-21T22:16:56.748" v="401"/>
        <pc:sldMkLst>
          <pc:docMk/>
          <pc:sldMk cId="0" sldId="2147479594"/>
        </pc:sldMkLst>
      </pc:sldChg>
      <pc:sldChg chg="add setBg">
        <pc:chgData name="Jenkins NS" userId="8bdba4d2-1367-40cf-ad35-f59b31261896" providerId="ADAL" clId="{9DF06EC0-6773-4754-B5CF-3A86373E55DF}" dt="2026-10-21T22:16:56.748" v="401"/>
        <pc:sldMkLst>
          <pc:docMk/>
          <pc:sldMk cId="0" sldId="2147479595"/>
        </pc:sldMkLst>
      </pc:sldChg>
      <pc:sldChg chg="add setBg">
        <pc:chgData name="Jenkins NS" userId="8bdba4d2-1367-40cf-ad35-f59b31261896" providerId="ADAL" clId="{9DF06EC0-6773-4754-B5CF-3A86373E55DF}" dt="2026-10-21T22:16:56.748" v="401"/>
        <pc:sldMkLst>
          <pc:docMk/>
          <pc:sldMk cId="0" sldId="2147479596"/>
        </pc:sldMkLst>
      </pc:sldChg>
      <pc:sldChg chg="add setBg">
        <pc:chgData name="Jenkins NS" userId="8bdba4d2-1367-40cf-ad35-f59b31261896" providerId="ADAL" clId="{9DF06EC0-6773-4754-B5CF-3A86373E55DF}" dt="2026-10-21T22:16:56.748" v="401"/>
        <pc:sldMkLst>
          <pc:docMk/>
          <pc:sldMk cId="0" sldId="2147479597"/>
        </pc:sldMkLst>
      </pc:sldChg>
      <pc:sldChg chg="modSp add mod">
        <pc:chgData name="Jenkins NS" userId="8bdba4d2-1367-40cf-ad35-f59b31261896" providerId="ADAL" clId="{9DF06EC0-6773-4754-B5CF-3A86373E55DF}" dt="2026-10-21T22:18:25.005" v="419" actId="20577"/>
        <pc:sldMkLst>
          <pc:docMk/>
          <pc:sldMk cId="172466689" sldId="2147479598"/>
        </pc:sldMkLst>
        <pc:spChg chg="mod">
          <ac:chgData name="Jenkins NS" userId="8bdba4d2-1367-40cf-ad35-f59b31261896" providerId="ADAL" clId="{9DF06EC0-6773-4754-B5CF-3A86373E55DF}" dt="2026-10-21T22:18:25.005" v="419" actId="20577"/>
          <ac:spMkLst>
            <pc:docMk/>
            <pc:sldMk cId="172466689" sldId="2147479598"/>
            <ac:spMk id="5" creationId="{7395D166-CCB6-2C73-6784-07CC539C9227}"/>
          </ac:spMkLst>
        </pc:spChg>
      </pc:sldChg>
      <pc:sldChg chg="add del setBg">
        <pc:chgData name="Jenkins NS" userId="8bdba4d2-1367-40cf-ad35-f59b31261896" providerId="ADAL" clId="{9DF06EC0-6773-4754-B5CF-3A86373E55DF}" dt="2026-10-21T22:17:12.637" v="403"/>
        <pc:sldMkLst>
          <pc:docMk/>
          <pc:sldMk cId="4256308337" sldId="2147479598"/>
        </pc:sldMkLst>
      </pc:sldChg>
      <pc:sldChg chg="modSp add mod">
        <pc:chgData name="Jenkins NS" userId="8bdba4d2-1367-40cf-ad35-f59b31261896" providerId="ADAL" clId="{9DF06EC0-6773-4754-B5CF-3A86373E55DF}" dt="2026-10-21T22:22:47.759" v="439" actId="20577"/>
        <pc:sldMkLst>
          <pc:docMk/>
          <pc:sldMk cId="2017300280" sldId="2147479599"/>
        </pc:sldMkLst>
        <pc:spChg chg="mod">
          <ac:chgData name="Jenkins NS" userId="8bdba4d2-1367-40cf-ad35-f59b31261896" providerId="ADAL" clId="{9DF06EC0-6773-4754-B5CF-3A86373E55DF}" dt="2026-10-21T22:22:47.759" v="439" actId="20577"/>
          <ac:spMkLst>
            <pc:docMk/>
            <pc:sldMk cId="2017300280" sldId="2147479599"/>
            <ac:spMk id="5" creationId="{C5571311-60DC-186C-A284-A2FC41512B78}"/>
          </ac:spMkLst>
        </pc:spChg>
      </pc:sldChg>
      <pc:sldChg chg="add del setBg">
        <pc:chgData name="Jenkins NS" userId="8bdba4d2-1367-40cf-ad35-f59b31261896" providerId="ADAL" clId="{9DF06EC0-6773-4754-B5CF-3A86373E55DF}" dt="2026-10-21T22:22:14.279" v="432"/>
        <pc:sldMkLst>
          <pc:docMk/>
          <pc:sldMk cId="2452211979" sldId="2147479599"/>
        </pc:sldMkLst>
      </pc:sldChg>
      <pc:sldChg chg="add del setBg">
        <pc:chgData name="Jenkins NS" userId="8bdba4d2-1367-40cf-ad35-f59b31261896" providerId="ADAL" clId="{9DF06EC0-6773-4754-B5CF-3A86373E55DF}" dt="2026-10-21T22:24:27.815" v="441"/>
        <pc:sldMkLst>
          <pc:docMk/>
          <pc:sldMk cId="1005218666" sldId="2147479600"/>
        </pc:sldMkLst>
      </pc:sldChg>
      <pc:sldChg chg="new add del">
        <pc:chgData name="Jenkins NS" userId="8bdba4d2-1367-40cf-ad35-f59b31261896" providerId="ADAL" clId="{9DF06EC0-6773-4754-B5CF-3A86373E55DF}" dt="2026-10-22T17:13:06.375" v="491" actId="47"/>
        <pc:sldMkLst>
          <pc:docMk/>
          <pc:sldMk cId="3382622447" sldId="2147479600"/>
        </pc:sldMkLst>
      </pc:sldChg>
      <pc:sldChg chg="modSp add mod">
        <pc:chgData name="Jenkins NS" userId="8bdba4d2-1367-40cf-ad35-f59b31261896" providerId="ADAL" clId="{9DF06EC0-6773-4754-B5CF-3A86373E55DF}" dt="2026-10-21T22:25:14.296" v="451" actId="20577"/>
        <pc:sldMkLst>
          <pc:docMk/>
          <pc:sldMk cId="703889543" sldId="2147479601"/>
        </pc:sldMkLst>
        <pc:spChg chg="mod">
          <ac:chgData name="Jenkins NS" userId="8bdba4d2-1367-40cf-ad35-f59b31261896" providerId="ADAL" clId="{9DF06EC0-6773-4754-B5CF-3A86373E55DF}" dt="2026-10-21T22:25:14.296" v="451" actId="20577"/>
          <ac:spMkLst>
            <pc:docMk/>
            <pc:sldMk cId="703889543" sldId="2147479601"/>
            <ac:spMk id="5" creationId="{18C41326-B7FB-9658-C24D-5FC0275137C8}"/>
          </ac:spMkLst>
        </pc:spChg>
      </pc:sldChg>
      <pc:sldChg chg="add del setBg">
        <pc:chgData name="Jenkins NS" userId="8bdba4d2-1367-40cf-ad35-f59b31261896" providerId="ADAL" clId="{9DF06EC0-6773-4754-B5CF-3A86373E55DF}" dt="2026-10-21T22:24:33.809" v="444"/>
        <pc:sldMkLst>
          <pc:docMk/>
          <pc:sldMk cId="3924843271" sldId="2147479601"/>
        </pc:sldMkLst>
      </pc:sldChg>
      <pc:sldChg chg="add del setBg">
        <pc:chgData name="Jenkins NS" userId="8bdba4d2-1367-40cf-ad35-f59b31261896" providerId="ADAL" clId="{9DF06EC0-6773-4754-B5CF-3A86373E55DF}" dt="2026-10-21T22:26:56.772" v="453"/>
        <pc:sldMkLst>
          <pc:docMk/>
          <pc:sldMk cId="1945903011" sldId="2147479602"/>
        </pc:sldMkLst>
      </pc:sldChg>
      <pc:sldChg chg="modSp add mod">
        <pc:chgData name="Jenkins NS" userId="8bdba4d2-1367-40cf-ad35-f59b31261896" providerId="ADAL" clId="{9DF06EC0-6773-4754-B5CF-3A86373E55DF}" dt="2026-10-21T22:27:40.341" v="466" actId="20577"/>
        <pc:sldMkLst>
          <pc:docMk/>
          <pc:sldMk cId="3585144251" sldId="2147479602"/>
        </pc:sldMkLst>
        <pc:spChg chg="mod">
          <ac:chgData name="Jenkins NS" userId="8bdba4d2-1367-40cf-ad35-f59b31261896" providerId="ADAL" clId="{9DF06EC0-6773-4754-B5CF-3A86373E55DF}" dt="2026-10-21T22:27:40.341" v="466" actId="20577"/>
          <ac:spMkLst>
            <pc:docMk/>
            <pc:sldMk cId="3585144251" sldId="2147479602"/>
            <ac:spMk id="5" creationId="{C5C36B88-BDFD-29D8-DA60-E1A871D76BCB}"/>
          </ac:spMkLst>
        </pc:spChg>
      </pc:sldChg>
      <pc:sldChg chg="modSp add mod">
        <pc:chgData name="Jenkins NS" userId="8bdba4d2-1367-40cf-ad35-f59b31261896" providerId="ADAL" clId="{9DF06EC0-6773-4754-B5CF-3A86373E55DF}" dt="2026-10-22T17:12:25.880" v="489" actId="20577"/>
        <pc:sldMkLst>
          <pc:docMk/>
          <pc:sldMk cId="1525641040" sldId="2147479603"/>
        </pc:sldMkLst>
        <pc:spChg chg="mod">
          <ac:chgData name="Jenkins NS" userId="8bdba4d2-1367-40cf-ad35-f59b31261896" providerId="ADAL" clId="{9DF06EC0-6773-4754-B5CF-3A86373E55DF}" dt="2026-10-22T17:11:59.113" v="483" actId="20577"/>
          <ac:spMkLst>
            <pc:docMk/>
            <pc:sldMk cId="1525641040" sldId="2147479603"/>
            <ac:spMk id="3" creationId="{553923D6-D6BD-2A1A-B726-3087B6D885BC}"/>
          </ac:spMkLst>
        </pc:spChg>
        <pc:spChg chg="mod">
          <ac:chgData name="Jenkins NS" userId="8bdba4d2-1367-40cf-ad35-f59b31261896" providerId="ADAL" clId="{9DF06EC0-6773-4754-B5CF-3A86373E55DF}" dt="2026-10-22T17:12:25.880" v="489" actId="20577"/>
          <ac:spMkLst>
            <pc:docMk/>
            <pc:sldMk cId="1525641040" sldId="2147479603"/>
            <ac:spMk id="4" creationId="{5D97F56A-A0BE-BE10-5B49-DFB6A23B5F18}"/>
          </ac:spMkLst>
        </pc:spChg>
      </pc:sldChg>
      <pc:sldChg chg="add del setBg">
        <pc:chgData name="Jenkins NS" userId="8bdba4d2-1367-40cf-ad35-f59b31261896" providerId="ADAL" clId="{9DF06EC0-6773-4754-B5CF-3A86373E55DF}" dt="2026-10-22T17:11:52.663" v="473"/>
        <pc:sldMkLst>
          <pc:docMk/>
          <pc:sldMk cId="2190472783" sldId="2147479603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757716487" sldId="2147479799"/>
        </pc:sldMkLst>
      </pc:sldChg>
      <pc:sldChg chg="addSp delSp del mod">
        <pc:chgData name="Jenkins NS" userId="8bdba4d2-1367-40cf-ad35-f59b31261896" providerId="ADAL" clId="{9DF06EC0-6773-4754-B5CF-3A86373E55DF}" dt="2026-10-21T19:26:58.624" v="6" actId="47"/>
        <pc:sldMkLst>
          <pc:docMk/>
          <pc:sldMk cId="443657415" sldId="2147479840"/>
        </pc:sldMkLst>
        <pc:spChg chg="add del">
          <ac:chgData name="Jenkins NS" userId="8bdba4d2-1367-40cf-ad35-f59b31261896" providerId="ADAL" clId="{9DF06EC0-6773-4754-B5CF-3A86373E55DF}" dt="2026-10-21T19:26:36.670" v="2" actId="22"/>
          <ac:spMkLst>
            <pc:docMk/>
            <pc:sldMk cId="443657415" sldId="2147479840"/>
            <ac:spMk id="3" creationId="{56680FA2-4971-0C4A-E1E5-2D6BA10C628F}"/>
          </ac:spMkLst>
        </pc:spChg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255394937" sldId="2147479841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539303801" sldId="2147479842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417025154" sldId="2147479843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116133330" sldId="2147479844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469809988" sldId="2147479846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601658480" sldId="2147479847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060551369" sldId="2147479848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299311412" sldId="2147479849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913441092" sldId="2147479850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857919815" sldId="2147479851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986496337" sldId="2147479852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698521699" sldId="2147479853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839841890" sldId="2147479854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721048510" sldId="2147479856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40024171" sldId="2147479857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174271723" sldId="2147479858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4002067369" sldId="2147479859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376940060" sldId="2147479860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4232437191" sldId="2147479861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4071593474" sldId="2147479862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159384829" sldId="2147479863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944675638" sldId="2147479864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909484383" sldId="2147479865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616058983" sldId="2147479867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768514159" sldId="2147479868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289337424" sldId="2147479869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201138058" sldId="2147479870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445421501" sldId="2147479871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946713896" sldId="2147479872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845978286" sldId="2147479873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921530110" sldId="2147479874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1928758105" sldId="2147479875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989117112" sldId="2147479876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500862897" sldId="2147479881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53487717" sldId="2147479882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2016397542" sldId="2147479883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94038164" sldId="2147479884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4129616098" sldId="2147479885"/>
        </pc:sldMkLst>
      </pc:sldChg>
      <pc:sldChg chg="del">
        <pc:chgData name="Jenkins NS" userId="8bdba4d2-1367-40cf-ad35-f59b31261896" providerId="ADAL" clId="{9DF06EC0-6773-4754-B5CF-3A86373E55DF}" dt="2026-10-21T19:24:49.810" v="0" actId="47"/>
        <pc:sldMkLst>
          <pc:docMk/>
          <pc:sldMk cId="3730370468" sldId="2147479886"/>
        </pc:sldMkLst>
      </pc:sldChg>
      <pc:sldMasterChg chg="delSldLayout modSldLayout">
        <pc:chgData name="Jenkins NS" userId="8bdba4d2-1367-40cf-ad35-f59b31261896" providerId="ADAL" clId="{9DF06EC0-6773-4754-B5CF-3A86373E55DF}" dt="2026-10-22T17:10:37.795" v="467" actId="478"/>
        <pc:sldMasterMkLst>
          <pc:docMk/>
          <pc:sldMasterMk cId="975404246" sldId="2147483648"/>
        </pc:sldMasterMkLst>
        <pc:sldLayoutChg chg="del">
          <pc:chgData name="Jenkins NS" userId="8bdba4d2-1367-40cf-ad35-f59b31261896" providerId="ADAL" clId="{9DF06EC0-6773-4754-B5CF-3A86373E55DF}" dt="2026-10-21T19:26:58.624" v="6" actId="47"/>
          <pc:sldLayoutMkLst>
            <pc:docMk/>
            <pc:sldMasterMk cId="975404246" sldId="2147483648"/>
            <pc:sldLayoutMk cId="256598807" sldId="2147483661"/>
          </pc:sldLayoutMkLst>
        </pc:sldLayoutChg>
        <pc:sldLayoutChg chg="del">
          <pc:chgData name="Jenkins NS" userId="8bdba4d2-1367-40cf-ad35-f59b31261896" providerId="ADAL" clId="{9DF06EC0-6773-4754-B5CF-3A86373E55DF}" dt="2026-10-21T19:24:49.810" v="0" actId="47"/>
          <pc:sldLayoutMkLst>
            <pc:docMk/>
            <pc:sldMasterMk cId="975404246" sldId="2147483648"/>
            <pc:sldLayoutMk cId="3653122893" sldId="2147483662"/>
          </pc:sldLayoutMkLst>
        </pc:sldLayoutChg>
        <pc:sldLayoutChg chg="del">
          <pc:chgData name="Jenkins NS" userId="8bdba4d2-1367-40cf-ad35-f59b31261896" providerId="ADAL" clId="{9DF06EC0-6773-4754-B5CF-3A86373E55DF}" dt="2026-10-21T19:24:49.810" v="0" actId="47"/>
          <pc:sldLayoutMkLst>
            <pc:docMk/>
            <pc:sldMasterMk cId="975404246" sldId="2147483648"/>
            <pc:sldLayoutMk cId="4214976935" sldId="2147483663"/>
          </pc:sldLayoutMkLst>
        </pc:sldLayoutChg>
        <pc:sldLayoutChg chg="del">
          <pc:chgData name="Jenkins NS" userId="8bdba4d2-1367-40cf-ad35-f59b31261896" providerId="ADAL" clId="{9DF06EC0-6773-4754-B5CF-3A86373E55DF}" dt="2026-10-21T19:24:49.810" v="0" actId="47"/>
          <pc:sldLayoutMkLst>
            <pc:docMk/>
            <pc:sldMasterMk cId="975404246" sldId="2147483648"/>
            <pc:sldLayoutMk cId="3508414380" sldId="2147483664"/>
          </pc:sldLayoutMkLst>
        </pc:sldLayoutChg>
        <pc:sldLayoutChg chg="del">
          <pc:chgData name="Jenkins NS" userId="8bdba4d2-1367-40cf-ad35-f59b31261896" providerId="ADAL" clId="{9DF06EC0-6773-4754-B5CF-3A86373E55DF}" dt="2026-10-21T19:24:49.810" v="0" actId="47"/>
          <pc:sldLayoutMkLst>
            <pc:docMk/>
            <pc:sldMasterMk cId="975404246" sldId="2147483648"/>
            <pc:sldLayoutMk cId="2072214709" sldId="2147483665"/>
          </pc:sldLayoutMkLst>
        </pc:sldLayoutChg>
        <pc:sldLayoutChg chg="del">
          <pc:chgData name="Jenkins NS" userId="8bdba4d2-1367-40cf-ad35-f59b31261896" providerId="ADAL" clId="{9DF06EC0-6773-4754-B5CF-3A86373E55DF}" dt="2026-10-21T19:27:09.496" v="8" actId="47"/>
          <pc:sldLayoutMkLst>
            <pc:docMk/>
            <pc:sldMasterMk cId="975404246" sldId="2147483648"/>
            <pc:sldLayoutMk cId="2095695488" sldId="2147483667"/>
          </pc:sldLayoutMkLst>
        </pc:sldLayoutChg>
        <pc:sldLayoutChg chg="addSp delSp modSp mod setBg">
          <pc:chgData name="Jenkins NS" userId="8bdba4d2-1367-40cf-ad35-f59b31261896" providerId="ADAL" clId="{9DF06EC0-6773-4754-B5CF-3A86373E55DF}" dt="2026-10-22T17:10:37.795" v="467" actId="478"/>
          <pc:sldLayoutMkLst>
            <pc:docMk/>
            <pc:sldMasterMk cId="975404246" sldId="2147483648"/>
            <pc:sldLayoutMk cId="3241650075" sldId="2147483672"/>
          </pc:sldLayoutMkLst>
          <pc:spChg chg="add mod">
            <ac:chgData name="Jenkins NS" userId="8bdba4d2-1367-40cf-ad35-f59b31261896" providerId="ADAL" clId="{9DF06EC0-6773-4754-B5CF-3A86373E55DF}" dt="2026-10-21T19:31:34.097" v="178" actId="207"/>
            <ac:spMkLst>
              <pc:docMk/>
              <pc:sldMasterMk cId="975404246" sldId="2147483648"/>
              <pc:sldLayoutMk cId="3241650075" sldId="2147483672"/>
              <ac:spMk id="2" creationId="{1E00EE6B-4843-4559-6000-99DEC0E7AECF}"/>
            </ac:spMkLst>
          </pc:spChg>
          <pc:spChg chg="mod">
            <ac:chgData name="Jenkins NS" userId="8bdba4d2-1367-40cf-ad35-f59b31261896" providerId="ADAL" clId="{9DF06EC0-6773-4754-B5CF-3A86373E55DF}" dt="2026-10-21T19:35:35.446" v="224" actId="207"/>
            <ac:spMkLst>
              <pc:docMk/>
              <pc:sldMasterMk cId="975404246" sldId="2147483648"/>
              <pc:sldLayoutMk cId="3241650075" sldId="2147483672"/>
              <ac:spMk id="3" creationId="{3E21C31D-925C-53B5-2E40-C54FF245B41E}"/>
            </ac:spMkLst>
          </pc:spChg>
          <pc:picChg chg="del">
            <ac:chgData name="Jenkins NS" userId="8bdba4d2-1367-40cf-ad35-f59b31261896" providerId="ADAL" clId="{9DF06EC0-6773-4754-B5CF-3A86373E55DF}" dt="2026-10-21T19:35:57.153" v="225" actId="478"/>
            <ac:picMkLst>
              <pc:docMk/>
              <pc:sldMasterMk cId="975404246" sldId="2147483648"/>
              <pc:sldLayoutMk cId="3241650075" sldId="2147483672"/>
              <ac:picMk id="7" creationId="{7B930E7F-5B91-31B0-B67D-DB8C41E881CF}"/>
            </ac:picMkLst>
          </pc:picChg>
          <pc:picChg chg="add del mod ord">
            <ac:chgData name="Jenkins NS" userId="8bdba4d2-1367-40cf-ad35-f59b31261896" providerId="ADAL" clId="{9DF06EC0-6773-4754-B5CF-3A86373E55DF}" dt="2026-10-21T19:49:24.086" v="295" actId="478"/>
            <ac:picMkLst>
              <pc:docMk/>
              <pc:sldMasterMk cId="975404246" sldId="2147483648"/>
              <pc:sldLayoutMk cId="3241650075" sldId="2147483672"/>
              <ac:picMk id="8" creationId="{A0C964CA-5AF1-09D8-14B7-7FF1EABE784A}"/>
            </ac:picMkLst>
          </pc:picChg>
          <pc:picChg chg="add del mod">
            <ac:chgData name="Jenkins NS" userId="8bdba4d2-1367-40cf-ad35-f59b31261896" providerId="ADAL" clId="{9DF06EC0-6773-4754-B5CF-3A86373E55DF}" dt="2026-10-21T19:35:25.833" v="219" actId="478"/>
            <ac:picMkLst>
              <pc:docMk/>
              <pc:sldMasterMk cId="975404246" sldId="2147483648"/>
              <pc:sldLayoutMk cId="3241650075" sldId="2147483672"/>
              <ac:picMk id="10" creationId="{8B334D90-2717-2269-E486-F1900244A628}"/>
            </ac:picMkLst>
          </pc:picChg>
          <pc:picChg chg="add mod">
            <ac:chgData name="Jenkins NS" userId="8bdba4d2-1367-40cf-ad35-f59b31261896" providerId="ADAL" clId="{9DF06EC0-6773-4754-B5CF-3A86373E55DF}" dt="2026-10-21T19:36:16.316" v="233" actId="1076"/>
            <ac:picMkLst>
              <pc:docMk/>
              <pc:sldMasterMk cId="975404246" sldId="2147483648"/>
              <pc:sldLayoutMk cId="3241650075" sldId="2147483672"/>
              <ac:picMk id="11" creationId="{8A5D0B54-3E0F-E277-0472-C5E542E53F7F}"/>
            </ac:picMkLst>
          </pc:picChg>
          <pc:picChg chg="add del mod">
            <ac:chgData name="Jenkins NS" userId="8bdba4d2-1367-40cf-ad35-f59b31261896" providerId="ADAL" clId="{9DF06EC0-6773-4754-B5CF-3A86373E55DF}" dt="2026-10-22T17:10:37.795" v="467" actId="478"/>
            <ac:picMkLst>
              <pc:docMk/>
              <pc:sldMasterMk cId="975404246" sldId="2147483648"/>
              <pc:sldLayoutMk cId="3241650075" sldId="2147483672"/>
              <ac:picMk id="13" creationId="{3301086E-F595-9F37-140F-1279F2C885C8}"/>
            </ac:picMkLst>
          </pc:picChg>
          <pc:picChg chg="add mod ord">
            <ac:chgData name="Jenkins NS" userId="8bdba4d2-1367-40cf-ad35-f59b31261896" providerId="ADAL" clId="{9DF06EC0-6773-4754-B5CF-3A86373E55DF}" dt="2026-10-21T19:49:27.186" v="299" actId="167"/>
            <ac:picMkLst>
              <pc:docMk/>
              <pc:sldMasterMk cId="975404246" sldId="2147483648"/>
              <pc:sldLayoutMk cId="3241650075" sldId="2147483672"/>
              <ac:picMk id="15" creationId="{2209A0BE-5901-98D7-4EDE-74D107C3A727}"/>
            </ac:picMkLst>
          </pc:picChg>
        </pc:sldLayoutChg>
      </pc:sldMasterChg>
      <pc:sldMasterChg chg="modSldLayout">
        <pc:chgData name="Jenkins NS" userId="8bdba4d2-1367-40cf-ad35-f59b31261896" providerId="ADAL" clId="{9DF06EC0-6773-4754-B5CF-3A86373E55DF}" dt="2026-10-21T19:48:26.160" v="294" actId="207"/>
        <pc:sldMasterMkLst>
          <pc:docMk/>
          <pc:sldMasterMk cId="2391316343" sldId="2147483668"/>
        </pc:sldMasterMkLst>
        <pc:sldLayoutChg chg="modSp mod">
          <pc:chgData name="Jenkins NS" userId="8bdba4d2-1367-40cf-ad35-f59b31261896" providerId="ADAL" clId="{9DF06EC0-6773-4754-B5CF-3A86373E55DF}" dt="2026-10-21T19:48:26.160" v="294" actId="207"/>
          <pc:sldLayoutMkLst>
            <pc:docMk/>
            <pc:sldMasterMk cId="2391316343" sldId="2147483668"/>
            <pc:sldLayoutMk cId="1798594045" sldId="2147483670"/>
          </pc:sldLayoutMkLst>
          <pc:spChg chg="mod">
            <ac:chgData name="Jenkins NS" userId="8bdba4d2-1367-40cf-ad35-f59b31261896" providerId="ADAL" clId="{9DF06EC0-6773-4754-B5CF-3A86373E55DF}" dt="2026-10-21T19:48:26.160" v="294" actId="207"/>
            <ac:spMkLst>
              <pc:docMk/>
              <pc:sldMasterMk cId="2391316343" sldId="2147483668"/>
              <pc:sldLayoutMk cId="1798594045" sldId="2147483670"/>
              <ac:spMk id="2" creationId="{00000000-0000-0000-0000-000000000000}"/>
            </ac:spMkLst>
          </pc:spChg>
        </pc:sldLayoutChg>
      </pc:sldMasterChg>
    </pc:docChg>
  </pc:docChgLst>
  <pc:docChgLst>
    <pc:chgData name="Jenkins NS" userId="8bdba4d2-1367-40cf-ad35-f59b31261896" providerId="ADAL" clId="{ACFFAC28-C693-429F-A17E-A86F3FBA7AC3}"/>
    <pc:docChg chg="undo custSel addSld delSld modSld sldOrd">
      <pc:chgData name="Jenkins NS" userId="8bdba4d2-1367-40cf-ad35-f59b31261896" providerId="ADAL" clId="{ACFFAC28-C693-429F-A17E-A86F3FBA7AC3}" dt="2026-09-25T04:11:23.975" v="10" actId="47"/>
      <pc:docMkLst>
        <pc:docMk/>
      </pc:docMkLst>
      <pc:sldChg chg="add del">
        <pc:chgData name="Jenkins NS" userId="8bdba4d2-1367-40cf-ad35-f59b31261896" providerId="ADAL" clId="{ACFFAC28-C693-429F-A17E-A86F3FBA7AC3}" dt="2026-09-25T04:11:23.975" v="10" actId="47"/>
        <pc:sldMkLst>
          <pc:docMk/>
          <pc:sldMk cId="443657415" sldId="2147479840"/>
        </pc:sldMkLst>
      </pc:sldChg>
      <pc:sldChg chg="addSp new mod ord">
        <pc:chgData name="Jenkins NS" userId="8bdba4d2-1367-40cf-ad35-f59b31261896" providerId="ADAL" clId="{ACFFAC28-C693-429F-A17E-A86F3FBA7AC3}" dt="2026-09-25T04:05:29.152" v="8"/>
        <pc:sldMkLst>
          <pc:docMk/>
          <pc:sldMk cId="94038164" sldId="2147479884"/>
        </pc:sldMkLst>
      </pc:sldChg>
      <pc:sldChg chg="addSp new mod">
        <pc:chgData name="Jenkins NS" userId="8bdba4d2-1367-40cf-ad35-f59b31261896" providerId="ADAL" clId="{ACFFAC28-C693-429F-A17E-A86F3FBA7AC3}" dt="2026-09-25T04:03:52.664" v="3" actId="22"/>
        <pc:sldMkLst>
          <pc:docMk/>
          <pc:sldMk cId="4129616098" sldId="2147479885"/>
        </pc:sldMkLst>
      </pc:sldChg>
      <pc:sldChg chg="addSp new mod">
        <pc:chgData name="Jenkins NS" userId="8bdba4d2-1367-40cf-ad35-f59b31261896" providerId="ADAL" clId="{ACFFAC28-C693-429F-A17E-A86F3FBA7AC3}" dt="2026-09-25T04:05:24.117" v="6" actId="22"/>
        <pc:sldMkLst>
          <pc:docMk/>
          <pc:sldMk cId="3730370468" sldId="2147479886"/>
        </pc:sldMkLst>
      </pc:sldChg>
      <pc:sldMasterChg chg="addSldLayout delSldLayout">
        <pc:chgData name="Jenkins NS" userId="8bdba4d2-1367-40cf-ad35-f59b31261896" providerId="ADAL" clId="{ACFFAC28-C693-429F-A17E-A86F3FBA7AC3}" dt="2026-09-25T04:11:23.975" v="10" actId="47"/>
        <pc:sldMasterMkLst>
          <pc:docMk/>
          <pc:sldMasterMk cId="975404246" sldId="2147483648"/>
        </pc:sldMasterMkLst>
        <pc:sldLayoutChg chg="add del">
          <pc:chgData name="Jenkins NS" userId="8bdba4d2-1367-40cf-ad35-f59b31261896" providerId="ADAL" clId="{ACFFAC28-C693-429F-A17E-A86F3FBA7AC3}" dt="2026-09-25T04:11:23.975" v="10" actId="47"/>
          <pc:sldLayoutMkLst>
            <pc:docMk/>
            <pc:sldMasterMk cId="975404246" sldId="2147483648"/>
            <pc:sldLayoutMk cId="256598807" sldId="2147483661"/>
          </pc:sldLayoutMkLst>
        </pc:sldLayoutChg>
      </pc:sldMasterChg>
    </pc:docChg>
  </pc:docChgLst>
  <pc:docChgLst>
    <pc:chgData name="Jenkins NS" userId="8bdba4d2-1367-40cf-ad35-f59b31261896" providerId="ADAL" clId="{F58680DD-FFF5-4D2B-B065-F48D10CC8C0D}"/>
    <pc:docChg chg="addSld delSld modSld sldOrd delMainMaster modMainMaster">
      <pc:chgData name="Jenkins NS" userId="8bdba4d2-1367-40cf-ad35-f59b31261896" providerId="ADAL" clId="{F58680DD-FFF5-4D2B-B065-F48D10CC8C0D}" dt="2026-10-22T21:19:29.857" v="11"/>
      <pc:docMkLst>
        <pc:docMk/>
      </pc:docMkLst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56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57"/>
        </pc:sldMkLst>
      </pc:sldChg>
      <pc:sldChg chg="add del">
        <pc:chgData name="Jenkins NS" userId="8bdba4d2-1367-40cf-ad35-f59b31261896" providerId="ADAL" clId="{F58680DD-FFF5-4D2B-B065-F48D10CC8C0D}" dt="2026-10-22T21:17:49.712" v="4"/>
        <pc:sldMkLst>
          <pc:docMk/>
          <pc:sldMk cId="0" sldId="258"/>
        </pc:sldMkLst>
      </pc:sldChg>
      <pc:sldChg chg="add del">
        <pc:chgData name="Jenkins NS" userId="8bdba4d2-1367-40cf-ad35-f59b31261896" providerId="ADAL" clId="{F58680DD-FFF5-4D2B-B065-F48D10CC8C0D}" dt="2026-10-22T21:17:49.712" v="4"/>
        <pc:sldMkLst>
          <pc:docMk/>
          <pc:sldMk cId="0" sldId="259"/>
        </pc:sldMkLst>
      </pc:sldChg>
      <pc:sldChg chg="add del">
        <pc:chgData name="Jenkins NS" userId="8bdba4d2-1367-40cf-ad35-f59b31261896" providerId="ADAL" clId="{F58680DD-FFF5-4D2B-B065-F48D10CC8C0D}" dt="2026-10-22T21:17:49.712" v="4"/>
        <pc:sldMkLst>
          <pc:docMk/>
          <pc:sldMk cId="0" sldId="260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61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62"/>
        </pc:sldMkLst>
      </pc:sldChg>
      <pc:sldChg chg="setBg">
        <pc:chgData name="Jenkins NS" userId="8bdba4d2-1367-40cf-ad35-f59b31261896" providerId="ADAL" clId="{F58680DD-FFF5-4D2B-B065-F48D10CC8C0D}" dt="2026-10-22T21:19:27.833" v="10"/>
        <pc:sldMkLst>
          <pc:docMk/>
          <pc:sldMk cId="0" sldId="263"/>
        </pc:sldMkLst>
      </pc:sldChg>
      <pc:sldChg chg="setBg">
        <pc:chgData name="Jenkins NS" userId="8bdba4d2-1367-40cf-ad35-f59b31261896" providerId="ADAL" clId="{F58680DD-FFF5-4D2B-B065-F48D10CC8C0D}" dt="2026-10-22T21:19:27.833" v="10"/>
        <pc:sldMkLst>
          <pc:docMk/>
          <pc:sldMk cId="0" sldId="264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0" sldId="265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101198574" sldId="1611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2497367714" sldId="2044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3099915628" sldId="2045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1470740852" sldId="2047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2010521932" sldId="2048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254325681" sldId="10819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220853581" sldId="2076136495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3937804750" sldId="2076136496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2533482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1451565363" sldId="2147479572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73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74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75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76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77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78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79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80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81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82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83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84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85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86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0" sldId="2147479587"/>
        </pc:sldMkLst>
      </pc:sldChg>
      <pc:sldChg chg="setBg">
        <pc:chgData name="Jenkins NS" userId="8bdba4d2-1367-40cf-ad35-f59b31261896" providerId="ADAL" clId="{F58680DD-FFF5-4D2B-B065-F48D10CC8C0D}" dt="2026-10-22T21:19:27.833" v="10"/>
        <pc:sldMkLst>
          <pc:docMk/>
          <pc:sldMk cId="0" sldId="2147479588"/>
        </pc:sldMkLst>
      </pc:sldChg>
      <pc:sldChg chg="setBg">
        <pc:chgData name="Jenkins NS" userId="8bdba4d2-1367-40cf-ad35-f59b31261896" providerId="ADAL" clId="{F58680DD-FFF5-4D2B-B065-F48D10CC8C0D}" dt="2026-10-22T21:19:27.833" v="10"/>
        <pc:sldMkLst>
          <pc:docMk/>
          <pc:sldMk cId="0" sldId="2147479589"/>
        </pc:sldMkLst>
      </pc:sldChg>
      <pc:sldChg chg="setBg">
        <pc:chgData name="Jenkins NS" userId="8bdba4d2-1367-40cf-ad35-f59b31261896" providerId="ADAL" clId="{F58680DD-FFF5-4D2B-B065-F48D10CC8C0D}" dt="2026-10-22T21:19:27.833" v="10"/>
        <pc:sldMkLst>
          <pc:docMk/>
          <pc:sldMk cId="0" sldId="2147479590"/>
        </pc:sldMkLst>
      </pc:sldChg>
      <pc:sldChg chg="ord setBg">
        <pc:chgData name="Jenkins NS" userId="8bdba4d2-1367-40cf-ad35-f59b31261896" providerId="ADAL" clId="{F58680DD-FFF5-4D2B-B065-F48D10CC8C0D}" dt="2026-10-22T21:19:27.833" v="10"/>
        <pc:sldMkLst>
          <pc:docMk/>
          <pc:sldMk cId="0" sldId="2147479591"/>
        </pc:sldMkLst>
      </pc:sldChg>
      <pc:sldChg chg="del">
        <pc:chgData name="Jenkins NS" userId="8bdba4d2-1367-40cf-ad35-f59b31261896" providerId="ADAL" clId="{F58680DD-FFF5-4D2B-B065-F48D10CC8C0D}" dt="2026-10-22T20:52:21.654" v="0" actId="47"/>
        <pc:sldMkLst>
          <pc:docMk/>
          <pc:sldMk cId="2979084665" sldId="2147479593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0" sldId="2147479594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0" sldId="2147479595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0" sldId="2147479596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0" sldId="2147479597"/>
        </pc:sldMkLst>
      </pc:sldChg>
      <pc:sldChg chg="setBg">
        <pc:chgData name="Jenkins NS" userId="8bdba4d2-1367-40cf-ad35-f59b31261896" providerId="ADAL" clId="{F58680DD-FFF5-4D2B-B065-F48D10CC8C0D}" dt="2026-10-22T21:19:27.833" v="10"/>
        <pc:sldMkLst>
          <pc:docMk/>
          <pc:sldMk cId="172466689" sldId="2147479598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2017300280" sldId="2147479599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3382622447" sldId="2147479600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703889543" sldId="2147479601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3585144251" sldId="2147479602"/>
        </pc:sldMkLst>
      </pc:sldChg>
      <pc:sldChg chg="del">
        <pc:chgData name="Jenkins NS" userId="8bdba4d2-1367-40cf-ad35-f59b31261896" providerId="ADAL" clId="{F58680DD-FFF5-4D2B-B065-F48D10CC8C0D}" dt="2026-10-22T20:53:28.829" v="1" actId="47"/>
        <pc:sldMkLst>
          <pc:docMk/>
          <pc:sldMk cId="1525641040" sldId="2147479603"/>
        </pc:sldMkLst>
      </pc:sldChg>
      <pc:sldMasterChg chg="setBg delSldLayout modSldLayout">
        <pc:chgData name="Jenkins NS" userId="8bdba4d2-1367-40cf-ad35-f59b31261896" providerId="ADAL" clId="{F58680DD-FFF5-4D2B-B065-F48D10CC8C0D}" dt="2026-10-22T21:19:27.833" v="10"/>
        <pc:sldMasterMkLst>
          <pc:docMk/>
          <pc:sldMasterMk cId="975404246" sldId="2147483648"/>
        </pc:sldMasterMkLst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3694704012" sldId="2147483649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829540151" sldId="2147483650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851199387" sldId="2147483651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2706070010" sldId="2147483652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1495848078" sldId="2147483653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2848354958" sldId="2147483654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61830541" sldId="2147483655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1832696472" sldId="2147483656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1980619370" sldId="2147483657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1757231391" sldId="2147483658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2598142915" sldId="2147483659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975404246" sldId="2147483648"/>
            <pc:sldLayoutMk cId="216699640" sldId="2147483660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3053062433" sldId="2147483666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975404246" sldId="2147483648"/>
            <pc:sldLayoutMk cId="3241650075" sldId="2147483672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975404246" sldId="2147483648"/>
            <pc:sldLayoutMk cId="2861898254" sldId="2147483673"/>
          </pc:sldLayoutMkLst>
        </pc:sldLayoutChg>
      </pc:sldMasterChg>
      <pc:sldMasterChg chg="del delSldLayout">
        <pc:chgData name="Jenkins NS" userId="8bdba4d2-1367-40cf-ad35-f59b31261896" providerId="ADAL" clId="{F58680DD-FFF5-4D2B-B065-F48D10CC8C0D}" dt="2026-10-22T20:52:21.654" v="0" actId="47"/>
        <pc:sldMasterMkLst>
          <pc:docMk/>
          <pc:sldMasterMk cId="2391316343" sldId="2147483668"/>
        </pc:sldMasterMkLst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2391316343" sldId="2147483668"/>
            <pc:sldLayoutMk cId="1317201455" sldId="2147483669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2391316343" sldId="2147483668"/>
            <pc:sldLayoutMk cId="1798594045" sldId="2147483670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2391316343" sldId="2147483668"/>
            <pc:sldLayoutMk cId="3284760538" sldId="2147483671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2391316343" sldId="2147483668"/>
            <pc:sldLayoutMk cId="902464598" sldId="2147483674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2391316343" sldId="2147483668"/>
            <pc:sldLayoutMk cId="2154374152" sldId="2147483683"/>
          </pc:sldLayoutMkLst>
        </pc:sldLayoutChg>
      </pc:sldMasterChg>
      <pc:sldMasterChg chg="del delSldLayout">
        <pc:chgData name="Jenkins NS" userId="8bdba4d2-1367-40cf-ad35-f59b31261896" providerId="ADAL" clId="{F58680DD-FFF5-4D2B-B065-F48D10CC8C0D}" dt="2026-10-22T20:52:21.654" v="0" actId="47"/>
        <pc:sldMasterMkLst>
          <pc:docMk/>
          <pc:sldMasterMk cId="4035815384" sldId="2147483675"/>
        </pc:sldMasterMkLst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4035815384" sldId="2147483675"/>
            <pc:sldLayoutMk cId="3493966669" sldId="2147483676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4035815384" sldId="2147483675"/>
            <pc:sldLayoutMk cId="4045809490" sldId="2147483677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4035815384" sldId="2147483675"/>
            <pc:sldLayoutMk cId="2633174446" sldId="2147483678"/>
          </pc:sldLayoutMkLst>
        </pc:sldLayoutChg>
        <pc:sldLayoutChg chg="del">
          <pc:chgData name="Jenkins NS" userId="8bdba4d2-1367-40cf-ad35-f59b31261896" providerId="ADAL" clId="{F58680DD-FFF5-4D2B-B065-F48D10CC8C0D}" dt="2026-10-22T20:52:21.654" v="0" actId="47"/>
          <pc:sldLayoutMkLst>
            <pc:docMk/>
            <pc:sldMasterMk cId="4035815384" sldId="2147483675"/>
            <pc:sldLayoutMk cId="3224269921" sldId="2147483679"/>
          </pc:sldLayoutMkLst>
        </pc:sldLayoutChg>
      </pc:sldMasterChg>
      <pc:sldMasterChg chg="setBg modSldLayout">
        <pc:chgData name="Jenkins NS" userId="8bdba4d2-1367-40cf-ad35-f59b31261896" providerId="ADAL" clId="{F58680DD-FFF5-4D2B-B065-F48D10CC8C0D}" dt="2026-10-22T21:19:27.833" v="10"/>
        <pc:sldMasterMkLst>
          <pc:docMk/>
          <pc:sldMasterMk cId="2380756685" sldId="2147483680"/>
        </pc:sldMasterMkLst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2380756685" sldId="2147483680"/>
            <pc:sldLayoutMk cId="3860412110" sldId="2147483681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2380756685" sldId="2147483680"/>
            <pc:sldLayoutMk cId="1911094735" sldId="2147483682"/>
          </pc:sldLayoutMkLst>
        </pc:sldLayoutChg>
      </pc:sldMasterChg>
      <pc:sldMasterChg chg="setBg delSldLayout modSldLayout">
        <pc:chgData name="Jenkins NS" userId="8bdba4d2-1367-40cf-ad35-f59b31261896" providerId="ADAL" clId="{F58680DD-FFF5-4D2B-B065-F48D10CC8C0D}" dt="2026-10-22T21:19:29.857" v="11"/>
        <pc:sldMasterMkLst>
          <pc:docMk/>
          <pc:sldMasterMk cId="2494316984" sldId="2147483684"/>
        </pc:sldMasterMkLst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2494316984" sldId="2147483684"/>
            <pc:sldLayoutMk cId="380069328" sldId="2147483685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2494316984" sldId="2147483684"/>
            <pc:sldLayoutMk cId="3599421431" sldId="2147483686"/>
          </pc:sldLayoutMkLst>
        </pc:sldLayoutChg>
        <pc:sldLayoutChg chg="del">
          <pc:chgData name="Jenkins NS" userId="8bdba4d2-1367-40cf-ad35-f59b31261896" providerId="ADAL" clId="{F58680DD-FFF5-4D2B-B065-F48D10CC8C0D}" dt="2026-10-22T20:53:28.829" v="1" actId="47"/>
          <pc:sldLayoutMkLst>
            <pc:docMk/>
            <pc:sldMasterMk cId="2494316984" sldId="2147483684"/>
            <pc:sldLayoutMk cId="636360322" sldId="2147483687"/>
          </pc:sldLayoutMkLst>
        </pc:sldLayoutChg>
        <pc:sldLayoutChg chg="del">
          <pc:chgData name="Jenkins NS" userId="8bdba4d2-1367-40cf-ad35-f59b31261896" providerId="ADAL" clId="{F58680DD-FFF5-4D2B-B065-F48D10CC8C0D}" dt="2026-10-22T20:53:28.829" v="1" actId="47"/>
          <pc:sldLayoutMkLst>
            <pc:docMk/>
            <pc:sldMasterMk cId="2494316984" sldId="2147483684"/>
            <pc:sldLayoutMk cId="2641358860" sldId="2147483688"/>
          </pc:sldLayoutMkLst>
        </pc:sldLayoutChg>
        <pc:sldLayoutChg chg="del">
          <pc:chgData name="Jenkins NS" userId="8bdba4d2-1367-40cf-ad35-f59b31261896" providerId="ADAL" clId="{F58680DD-FFF5-4D2B-B065-F48D10CC8C0D}" dt="2026-10-22T20:53:28.829" v="1" actId="47"/>
          <pc:sldLayoutMkLst>
            <pc:docMk/>
            <pc:sldMasterMk cId="2494316984" sldId="2147483684"/>
            <pc:sldLayoutMk cId="274860342" sldId="2147483689"/>
          </pc:sldLayoutMkLst>
        </pc:sldLayoutChg>
        <pc:sldLayoutChg chg="del">
          <pc:chgData name="Jenkins NS" userId="8bdba4d2-1367-40cf-ad35-f59b31261896" providerId="ADAL" clId="{F58680DD-FFF5-4D2B-B065-F48D10CC8C0D}" dt="2026-10-22T20:53:28.829" v="1" actId="47"/>
          <pc:sldLayoutMkLst>
            <pc:docMk/>
            <pc:sldMasterMk cId="2494316984" sldId="2147483684"/>
            <pc:sldLayoutMk cId="1877322716" sldId="2147483690"/>
          </pc:sldLayoutMkLst>
        </pc:sldLayoutChg>
        <pc:sldLayoutChg chg="del">
          <pc:chgData name="Jenkins NS" userId="8bdba4d2-1367-40cf-ad35-f59b31261896" providerId="ADAL" clId="{F58680DD-FFF5-4D2B-B065-F48D10CC8C0D}" dt="2026-10-22T20:53:28.829" v="1" actId="47"/>
          <pc:sldLayoutMkLst>
            <pc:docMk/>
            <pc:sldMasterMk cId="2494316984" sldId="2147483684"/>
            <pc:sldLayoutMk cId="2466656009" sldId="2147483691"/>
          </pc:sldLayoutMkLst>
        </pc:sldLayoutChg>
        <pc:sldLayoutChg chg="del">
          <pc:chgData name="Jenkins NS" userId="8bdba4d2-1367-40cf-ad35-f59b31261896" providerId="ADAL" clId="{F58680DD-FFF5-4D2B-B065-F48D10CC8C0D}" dt="2026-10-22T20:53:28.829" v="1" actId="47"/>
          <pc:sldLayoutMkLst>
            <pc:docMk/>
            <pc:sldMasterMk cId="2494316984" sldId="2147483684"/>
            <pc:sldLayoutMk cId="3392665190" sldId="2147483692"/>
          </pc:sldLayoutMkLst>
        </pc:sldLayoutChg>
      </pc:sldMasterChg>
      <pc:sldMasterChg chg="setBg modSldLayout">
        <pc:chgData name="Jenkins NS" userId="8bdba4d2-1367-40cf-ad35-f59b31261896" providerId="ADAL" clId="{F58680DD-FFF5-4D2B-B065-F48D10CC8C0D}" dt="2026-10-22T21:19:27.833" v="10"/>
        <pc:sldMasterMkLst>
          <pc:docMk/>
          <pc:sldMasterMk cId="288113822" sldId="2147483687"/>
        </pc:sldMasterMkLst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288113822" sldId="2147483687"/>
            <pc:sldLayoutMk cId="2285533862" sldId="2147483688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288113822" sldId="2147483687"/>
            <pc:sldLayoutMk cId="1168592653" sldId="2147483689"/>
          </pc:sldLayoutMkLst>
        </pc:sldLayoutChg>
        <pc:sldLayoutChg chg="setBg">
          <pc:chgData name="Jenkins NS" userId="8bdba4d2-1367-40cf-ad35-f59b31261896" providerId="ADAL" clId="{F58680DD-FFF5-4D2B-B065-F48D10CC8C0D}" dt="2026-10-22T21:19:27.833" v="10"/>
          <pc:sldLayoutMkLst>
            <pc:docMk/>
            <pc:sldMasterMk cId="288113822" sldId="2147483687"/>
            <pc:sldLayoutMk cId="1052629249" sldId="2147483690"/>
          </pc:sldLayoutMkLst>
        </pc:sldLayoutChg>
      </pc:sldMasterChg>
    </pc:docChg>
  </pc:docChgLst>
  <pc:docChgLst>
    <pc:chgData name="Jenkins NS" userId="8bdba4d2-1367-40cf-ad35-f59b31261896" providerId="ADAL" clId="{86724140-930D-4C35-BABC-84C9C3BBEAD0}"/>
    <pc:docChg chg="undo custSel addSld delSld modSld sldOrd modMainMaster">
      <pc:chgData name="Jenkins NS" userId="8bdba4d2-1367-40cf-ad35-f59b31261896" providerId="ADAL" clId="{86724140-930D-4C35-BABC-84C9C3BBEAD0}" dt="2026-05-26T05:17:18.055" v="2383" actId="729"/>
      <pc:docMkLst>
        <pc:docMk/>
      </pc:docMkLst>
      <pc:sldChg chg="modSp del">
        <pc:chgData name="Jenkins NS" userId="8bdba4d2-1367-40cf-ad35-f59b31261896" providerId="ADAL" clId="{86724140-930D-4C35-BABC-84C9C3BBEAD0}" dt="2026-05-23T19:49:51.326" v="46" actId="47"/>
        <pc:sldMkLst>
          <pc:docMk/>
          <pc:sldMk cId="2130413274" sldId="256"/>
        </pc:sldMkLst>
      </pc:sldChg>
      <pc:sldChg chg="addSp modSp mod modNotesTx">
        <pc:chgData name="Jenkins NS" userId="8bdba4d2-1367-40cf-ad35-f59b31261896" providerId="ADAL" clId="{86724140-930D-4C35-BABC-84C9C3BBEAD0}" dt="2026-05-23T19:59:00.290" v="85"/>
        <pc:sldMkLst>
          <pc:docMk/>
          <pc:sldMk cId="101198574" sldId="1611"/>
        </pc:sldMkLst>
      </pc:sldChg>
      <pc:sldChg chg="add del">
        <pc:chgData name="Jenkins NS" userId="8bdba4d2-1367-40cf-ad35-f59b31261896" providerId="ADAL" clId="{86724140-930D-4C35-BABC-84C9C3BBEAD0}" dt="2026-05-23T21:41:59.056" v="946" actId="47"/>
        <pc:sldMkLst>
          <pc:docMk/>
          <pc:sldMk cId="1954936120" sldId="1821"/>
        </pc:sldMkLst>
      </pc:sldChg>
      <pc:sldChg chg="modSp add del mod">
        <pc:chgData name="Jenkins NS" userId="8bdba4d2-1367-40cf-ad35-f59b31261896" providerId="ADAL" clId="{86724140-930D-4C35-BABC-84C9C3BBEAD0}" dt="2026-05-23T20:15:26.909" v="237" actId="27636"/>
        <pc:sldMkLst>
          <pc:docMk/>
          <pc:sldMk cId="3432255962" sldId="4611"/>
        </pc:sldMkLst>
      </pc:sldChg>
      <pc:sldChg chg="add del">
        <pc:chgData name="Jenkins NS" userId="8bdba4d2-1367-40cf-ad35-f59b31261896" providerId="ADAL" clId="{86724140-930D-4C35-BABC-84C9C3BBEAD0}" dt="2026-05-23T20:16:58.475" v="241" actId="2696"/>
        <pc:sldMkLst>
          <pc:docMk/>
          <pc:sldMk cId="1547118278" sldId="2076137145"/>
        </pc:sldMkLst>
      </pc:sldChg>
      <pc:sldChg chg="modSp add mod">
        <pc:chgData name="Jenkins NS" userId="8bdba4d2-1367-40cf-ad35-f59b31261896" providerId="ADAL" clId="{86724140-930D-4C35-BABC-84C9C3BBEAD0}" dt="2026-05-23T21:18:35.296" v="710" actId="20577"/>
        <pc:sldMkLst>
          <pc:docMk/>
          <pc:sldMk cId="1609509673" sldId="2076137798"/>
        </pc:sldMkLst>
      </pc:sldChg>
      <pc:sldChg chg="addSp modSp add mod">
        <pc:chgData name="Jenkins NS" userId="8bdba4d2-1367-40cf-ad35-f59b31261896" providerId="ADAL" clId="{86724140-930D-4C35-BABC-84C9C3BBEAD0}" dt="2026-05-23T21:52:58.723" v="1095"/>
        <pc:sldMkLst>
          <pc:docMk/>
          <pc:sldMk cId="2655586065" sldId="2142533481"/>
        </pc:sldMkLst>
      </pc:sldChg>
      <pc:sldChg chg="addSp delSp add mod ord modNotesTx">
        <pc:chgData name="Jenkins NS" userId="8bdba4d2-1367-40cf-ad35-f59b31261896" providerId="ADAL" clId="{86724140-930D-4C35-BABC-84C9C3BBEAD0}" dt="2026-05-24T14:58:29.467" v="1431" actId="20577"/>
        <pc:sldMkLst>
          <pc:docMk/>
          <pc:sldMk cId="2757716487" sldId="2147479799"/>
        </pc:sldMkLst>
      </pc:sldChg>
      <pc:sldChg chg="addSp delSp modSp add mod">
        <pc:chgData name="Jenkins NS" userId="8bdba4d2-1367-40cf-ad35-f59b31261896" providerId="ADAL" clId="{86724140-930D-4C35-BABC-84C9C3BBEAD0}" dt="2026-05-23T20:07:22.464" v="219" actId="1076"/>
        <pc:sldMkLst>
          <pc:docMk/>
          <pc:sldMk cId="443657415" sldId="2147479840"/>
        </pc:sldMkLst>
      </pc:sldChg>
      <pc:sldChg chg="addSp delSp modSp new mod ord modClrScheme chgLayout">
        <pc:chgData name="Jenkins NS" userId="8bdba4d2-1367-40cf-ad35-f59b31261896" providerId="ADAL" clId="{86724140-930D-4C35-BABC-84C9C3BBEAD0}" dt="2026-05-23T21:24:05.420" v="759"/>
        <pc:sldMkLst>
          <pc:docMk/>
          <pc:sldMk cId="1255394937" sldId="2147479841"/>
        </pc:sldMkLst>
      </pc:sldChg>
      <pc:sldChg chg="new del">
        <pc:chgData name="Jenkins NS" userId="8bdba4d2-1367-40cf-ad35-f59b31261896" providerId="ADAL" clId="{86724140-930D-4C35-BABC-84C9C3BBEAD0}" dt="2026-05-23T19:54:40.834" v="78" actId="680"/>
        <pc:sldMkLst>
          <pc:docMk/>
          <pc:sldMk cId="3062387772" sldId="2147479841"/>
        </pc:sldMkLst>
      </pc:sldChg>
      <pc:sldChg chg="addSp delSp modSp new mod ord modClrScheme chgLayout">
        <pc:chgData name="Jenkins NS" userId="8bdba4d2-1367-40cf-ad35-f59b31261896" providerId="ADAL" clId="{86724140-930D-4C35-BABC-84C9C3BBEAD0}" dt="2026-05-23T20:15:36.198" v="239"/>
        <pc:sldMkLst>
          <pc:docMk/>
          <pc:sldMk cId="2539303801" sldId="2147479842"/>
        </pc:sldMkLst>
      </pc:sldChg>
      <pc:sldChg chg="addSp delSp modSp add mod ord">
        <pc:chgData name="Jenkins NS" userId="8bdba4d2-1367-40cf-ad35-f59b31261896" providerId="ADAL" clId="{86724140-930D-4C35-BABC-84C9C3BBEAD0}" dt="2026-05-23T21:35:56.377" v="825"/>
        <pc:sldMkLst>
          <pc:docMk/>
          <pc:sldMk cId="1417025154" sldId="2147479843"/>
        </pc:sldMkLst>
      </pc:sldChg>
      <pc:sldChg chg="new del">
        <pc:chgData name="Jenkins NS" userId="8bdba4d2-1367-40cf-ad35-f59b31261896" providerId="ADAL" clId="{86724140-930D-4C35-BABC-84C9C3BBEAD0}" dt="2026-05-23T20:27:18.194" v="244" actId="680"/>
        <pc:sldMkLst>
          <pc:docMk/>
          <pc:sldMk cId="1926549188" sldId="2147479843"/>
        </pc:sldMkLst>
      </pc:sldChg>
      <pc:sldChg chg="new del">
        <pc:chgData name="Jenkins NS" userId="8bdba4d2-1367-40cf-ad35-f59b31261896" providerId="ADAL" clId="{86724140-930D-4C35-BABC-84C9C3BBEAD0}" dt="2026-05-23T20:27:23.080" v="246" actId="2696"/>
        <pc:sldMkLst>
          <pc:docMk/>
          <pc:sldMk cId="2209595075" sldId="2147479843"/>
        </pc:sldMkLst>
      </pc:sldChg>
      <pc:sldChg chg="addSp delSp modSp new del mod">
        <pc:chgData name="Jenkins NS" userId="8bdba4d2-1367-40cf-ad35-f59b31261896" providerId="ADAL" clId="{86724140-930D-4C35-BABC-84C9C3BBEAD0}" dt="2026-05-23T20:17:23.393" v="242" actId="47"/>
        <pc:sldMkLst>
          <pc:docMk/>
          <pc:sldMk cId="3281185304" sldId="2147479843"/>
        </pc:sldMkLst>
      </pc:sldChg>
      <pc:sldChg chg="addSp delSp modSp add mod ord">
        <pc:chgData name="Jenkins NS" userId="8bdba4d2-1367-40cf-ad35-f59b31261896" providerId="ADAL" clId="{86724140-930D-4C35-BABC-84C9C3BBEAD0}" dt="2026-05-23T21:35:59.645" v="827"/>
        <pc:sldMkLst>
          <pc:docMk/>
          <pc:sldMk cId="2116133330" sldId="2147479844"/>
        </pc:sldMkLst>
      </pc:sldChg>
      <pc:sldChg chg="new del">
        <pc:chgData name="Jenkins NS" userId="8bdba4d2-1367-40cf-ad35-f59b31261896" providerId="ADAL" clId="{86724140-930D-4C35-BABC-84C9C3BBEAD0}" dt="2026-05-23T21:21:17.170" v="714" actId="680"/>
        <pc:sldMkLst>
          <pc:docMk/>
          <pc:sldMk cId="663198952" sldId="2147479845"/>
        </pc:sldMkLst>
      </pc:sldChg>
      <pc:sldChg chg="addSp delSp modSp new del mod">
        <pc:chgData name="Jenkins NS" userId="8bdba4d2-1367-40cf-ad35-f59b31261896" providerId="ADAL" clId="{86724140-930D-4C35-BABC-84C9C3BBEAD0}" dt="2026-05-23T21:14:04.189" v="702" actId="47"/>
        <pc:sldMkLst>
          <pc:docMk/>
          <pc:sldMk cId="3346862844" sldId="2147479845"/>
        </pc:sldMkLst>
      </pc:sldChg>
      <pc:sldChg chg="addSp delSp modSp add del mod setBg modClrScheme chgLayout">
        <pc:chgData name="Jenkins NS" userId="8bdba4d2-1367-40cf-ad35-f59b31261896" providerId="ADAL" clId="{86724140-930D-4C35-BABC-84C9C3BBEAD0}" dt="2026-05-23T21:31:52.557" v="800" actId="47"/>
        <pc:sldMkLst>
          <pc:docMk/>
          <pc:sldMk cId="3473577390" sldId="2147479845"/>
        </pc:sldMkLst>
      </pc:sldChg>
      <pc:sldChg chg="addSp delSp modSp add mod ord modClrScheme chgLayout">
        <pc:chgData name="Jenkins NS" userId="8bdba4d2-1367-40cf-ad35-f59b31261896" providerId="ADAL" clId="{86724140-930D-4C35-BABC-84C9C3BBEAD0}" dt="2026-05-23T21:32:37.884" v="816" actId="26606"/>
        <pc:sldMkLst>
          <pc:docMk/>
          <pc:sldMk cId="2469809988" sldId="2147479846"/>
        </pc:sldMkLst>
      </pc:sldChg>
      <pc:sldChg chg="delSp modSp add mod modNotesTx">
        <pc:chgData name="Jenkins NS" userId="8bdba4d2-1367-40cf-ad35-f59b31261896" providerId="ADAL" clId="{86724140-930D-4C35-BABC-84C9C3BBEAD0}" dt="2026-05-24T15:01:41.104" v="1433" actId="20577"/>
        <pc:sldMkLst>
          <pc:docMk/>
          <pc:sldMk cId="3601658480" sldId="2147479847"/>
        </pc:sldMkLst>
      </pc:sldChg>
      <pc:sldChg chg="delSp modSp add mod">
        <pc:chgData name="Jenkins NS" userId="8bdba4d2-1367-40cf-ad35-f59b31261896" providerId="ADAL" clId="{86724140-930D-4C35-BABC-84C9C3BBEAD0}" dt="2026-05-23T21:40:00.329" v="893" actId="20577"/>
        <pc:sldMkLst>
          <pc:docMk/>
          <pc:sldMk cId="3060551369" sldId="2147479848"/>
        </pc:sldMkLst>
      </pc:sldChg>
      <pc:sldChg chg="modSp add mod">
        <pc:chgData name="Jenkins NS" userId="8bdba4d2-1367-40cf-ad35-f59b31261896" providerId="ADAL" clId="{86724140-930D-4C35-BABC-84C9C3BBEAD0}" dt="2026-05-23T21:41:29.204" v="934" actId="20577"/>
        <pc:sldMkLst>
          <pc:docMk/>
          <pc:sldMk cId="2299311412" sldId="2147479849"/>
        </pc:sldMkLst>
      </pc:sldChg>
      <pc:sldChg chg="delSp modSp add mod modNotesTx">
        <pc:chgData name="Jenkins NS" userId="8bdba4d2-1367-40cf-ad35-f59b31261896" providerId="ADAL" clId="{86724140-930D-4C35-BABC-84C9C3BBEAD0}" dt="2026-05-24T15:01:35.730" v="1432" actId="20577"/>
        <pc:sldMkLst>
          <pc:docMk/>
          <pc:sldMk cId="2913441092" sldId="2147479850"/>
        </pc:sldMkLst>
      </pc:sldChg>
      <pc:sldChg chg="delSp modSp add mod">
        <pc:chgData name="Jenkins NS" userId="8bdba4d2-1367-40cf-ad35-f59b31261896" providerId="ADAL" clId="{86724140-930D-4C35-BABC-84C9C3BBEAD0}" dt="2026-05-23T21:44:25.435" v="973" actId="478"/>
        <pc:sldMkLst>
          <pc:docMk/>
          <pc:sldMk cId="1857919815" sldId="2147479851"/>
        </pc:sldMkLst>
      </pc:sldChg>
      <pc:sldChg chg="delSp modSp add mod">
        <pc:chgData name="Jenkins NS" userId="8bdba4d2-1367-40cf-ad35-f59b31261896" providerId="ADAL" clId="{86724140-930D-4C35-BABC-84C9C3BBEAD0}" dt="2026-05-23T21:45:30.892" v="989" actId="478"/>
        <pc:sldMkLst>
          <pc:docMk/>
          <pc:sldMk cId="1986496337" sldId="2147479852"/>
        </pc:sldMkLst>
      </pc:sldChg>
      <pc:sldChg chg="delSp modSp add mod">
        <pc:chgData name="Jenkins NS" userId="8bdba4d2-1367-40cf-ad35-f59b31261896" providerId="ADAL" clId="{86724140-930D-4C35-BABC-84C9C3BBEAD0}" dt="2026-05-23T21:46:30.116" v="1000" actId="478"/>
        <pc:sldMkLst>
          <pc:docMk/>
          <pc:sldMk cId="2698521699" sldId="2147479853"/>
        </pc:sldMkLst>
      </pc:sldChg>
      <pc:sldChg chg="delSp modSp add mod">
        <pc:chgData name="Jenkins NS" userId="8bdba4d2-1367-40cf-ad35-f59b31261896" providerId="ADAL" clId="{86724140-930D-4C35-BABC-84C9C3BBEAD0}" dt="2026-05-23T21:47:30.527" v="1009" actId="478"/>
        <pc:sldMkLst>
          <pc:docMk/>
          <pc:sldMk cId="839841890" sldId="2147479854"/>
        </pc:sldMkLst>
      </pc:sldChg>
      <pc:sldChg chg="delSp modSp add del mod">
        <pc:chgData name="Jenkins NS" userId="8bdba4d2-1367-40cf-ad35-f59b31261896" providerId="ADAL" clId="{86724140-930D-4C35-BABC-84C9C3BBEAD0}" dt="2026-05-25T17:31:27.806" v="2117" actId="47"/>
        <pc:sldMkLst>
          <pc:docMk/>
          <pc:sldMk cId="2589922906" sldId="2147479855"/>
        </pc:sldMkLst>
      </pc:sldChg>
      <pc:sldChg chg="addSp delSp modSp add mod">
        <pc:chgData name="Jenkins NS" userId="8bdba4d2-1367-40cf-ad35-f59b31261896" providerId="ADAL" clId="{86724140-930D-4C35-BABC-84C9C3BBEAD0}" dt="2026-05-24T15:43:00.465" v="1439" actId="108"/>
        <pc:sldMkLst>
          <pc:docMk/>
          <pc:sldMk cId="3721048510" sldId="2147479856"/>
        </pc:sldMkLst>
      </pc:sldChg>
      <pc:sldChg chg="addSp delSp modSp add mod">
        <pc:chgData name="Jenkins NS" userId="8bdba4d2-1367-40cf-ad35-f59b31261896" providerId="ADAL" clId="{86724140-930D-4C35-BABC-84C9C3BBEAD0}" dt="2026-05-24T11:08:24.331" v="1284" actId="27636"/>
        <pc:sldMkLst>
          <pc:docMk/>
          <pc:sldMk cId="240024171" sldId="2147479857"/>
        </pc:sldMkLst>
      </pc:sldChg>
      <pc:sldChg chg="addSp delSp modSp add mod">
        <pc:chgData name="Jenkins NS" userId="8bdba4d2-1367-40cf-ad35-f59b31261896" providerId="ADAL" clId="{86724140-930D-4C35-BABC-84C9C3BBEAD0}" dt="2026-05-24T11:20:00.227" v="1350" actId="14100"/>
        <pc:sldMkLst>
          <pc:docMk/>
          <pc:sldMk cId="3174271723" sldId="2147479858"/>
        </pc:sldMkLst>
      </pc:sldChg>
      <pc:sldChg chg="addSp delSp modSp add mod modClrScheme modAnim chgLayout">
        <pc:chgData name="Jenkins NS" userId="8bdba4d2-1367-40cf-ad35-f59b31261896" providerId="ADAL" clId="{86724140-930D-4C35-BABC-84C9C3BBEAD0}" dt="2026-05-25T06:35:28.909" v="1630" actId="1076"/>
        <pc:sldMkLst>
          <pc:docMk/>
          <pc:sldMk cId="4002067369" sldId="2147479859"/>
        </pc:sldMkLst>
      </pc:sldChg>
      <pc:sldChg chg="addSp delSp modSp add mod">
        <pc:chgData name="Jenkins NS" userId="8bdba4d2-1367-40cf-ad35-f59b31261896" providerId="ADAL" clId="{86724140-930D-4C35-BABC-84C9C3BBEAD0}" dt="2026-05-24T16:37:00.925" v="1547" actId="14100"/>
        <pc:sldMkLst>
          <pc:docMk/>
          <pc:sldMk cId="1376940060" sldId="2147479860"/>
        </pc:sldMkLst>
      </pc:sldChg>
      <pc:sldChg chg="addSp delSp modSp add mod modNotesTx">
        <pc:chgData name="Jenkins NS" userId="8bdba4d2-1367-40cf-ad35-f59b31261896" providerId="ADAL" clId="{86724140-930D-4C35-BABC-84C9C3BBEAD0}" dt="2026-05-24T16:42:05.036" v="1576" actId="20577"/>
        <pc:sldMkLst>
          <pc:docMk/>
          <pc:sldMk cId="4232437191" sldId="2147479861"/>
        </pc:sldMkLst>
      </pc:sldChg>
      <pc:sldChg chg="addSp delSp modSp add mod modNotesTx">
        <pc:chgData name="Jenkins NS" userId="8bdba4d2-1367-40cf-ad35-f59b31261896" providerId="ADAL" clId="{86724140-930D-4C35-BABC-84C9C3BBEAD0}" dt="2026-05-24T16:45:46.884" v="1605" actId="20577"/>
        <pc:sldMkLst>
          <pc:docMk/>
          <pc:sldMk cId="4071593474" sldId="2147479862"/>
        </pc:sldMkLst>
      </pc:sldChg>
      <pc:sldChg chg="modSp add mod">
        <pc:chgData name="Jenkins NS" userId="8bdba4d2-1367-40cf-ad35-f59b31261896" providerId="ADAL" clId="{86724140-930D-4C35-BABC-84C9C3BBEAD0}" dt="2026-05-24T16:47:44.519" v="1616" actId="113"/>
        <pc:sldMkLst>
          <pc:docMk/>
          <pc:sldMk cId="3159384829" sldId="2147479863"/>
        </pc:sldMkLst>
      </pc:sldChg>
      <pc:sldChg chg="addSp delSp modSp add mod modShow modNotesTx">
        <pc:chgData name="Jenkins NS" userId="8bdba4d2-1367-40cf-ad35-f59b31261896" providerId="ADAL" clId="{86724140-930D-4C35-BABC-84C9C3BBEAD0}" dt="2026-05-25T13:43:33.014" v="1829" actId="20577"/>
        <pc:sldMkLst>
          <pc:docMk/>
          <pc:sldMk cId="1944675638" sldId="2147479864"/>
        </pc:sldMkLst>
      </pc:sldChg>
      <pc:sldChg chg="addSp delSp modSp add mod modShow">
        <pc:chgData name="Jenkins NS" userId="8bdba4d2-1367-40cf-ad35-f59b31261896" providerId="ADAL" clId="{86724140-930D-4C35-BABC-84C9C3BBEAD0}" dt="2026-05-26T05:16:50.093" v="2381" actId="729"/>
        <pc:sldMkLst>
          <pc:docMk/>
          <pc:sldMk cId="1909484383" sldId="2147479865"/>
        </pc:sldMkLst>
      </pc:sldChg>
      <pc:sldChg chg="modSp add del mod modShow">
        <pc:chgData name="Jenkins NS" userId="8bdba4d2-1367-40cf-ad35-f59b31261896" providerId="ADAL" clId="{86724140-930D-4C35-BABC-84C9C3BBEAD0}" dt="2026-05-25T17:18:10.006" v="1863" actId="47"/>
        <pc:sldMkLst>
          <pc:docMk/>
          <pc:sldMk cId="1120118714" sldId="2147479866"/>
        </pc:sldMkLst>
      </pc:sldChg>
      <pc:sldChg chg="addSp delSp modSp add mod modShow">
        <pc:chgData name="Jenkins NS" userId="8bdba4d2-1367-40cf-ad35-f59b31261896" providerId="ADAL" clId="{86724140-930D-4C35-BABC-84C9C3BBEAD0}" dt="2026-05-26T05:16:50.093" v="2381" actId="729"/>
        <pc:sldMkLst>
          <pc:docMk/>
          <pc:sldMk cId="3616058983" sldId="2147479867"/>
        </pc:sldMkLst>
      </pc:sldChg>
      <pc:sldChg chg="addSp delSp modSp add mod modShow modNotesTx">
        <pc:chgData name="Jenkins NS" userId="8bdba4d2-1367-40cf-ad35-f59b31261896" providerId="ADAL" clId="{86724140-930D-4C35-BABC-84C9C3BBEAD0}" dt="2026-05-26T05:16:50.093" v="2381" actId="729"/>
        <pc:sldMkLst>
          <pc:docMk/>
          <pc:sldMk cId="1768514159" sldId="2147479868"/>
        </pc:sldMkLst>
      </pc:sldChg>
      <pc:sldChg chg="addSp delSp modSp add mod modShow">
        <pc:chgData name="Jenkins NS" userId="8bdba4d2-1367-40cf-ad35-f59b31261896" providerId="ADAL" clId="{86724140-930D-4C35-BABC-84C9C3BBEAD0}" dt="2026-05-26T05:17:12.928" v="2382" actId="729"/>
        <pc:sldMkLst>
          <pc:docMk/>
          <pc:sldMk cId="1289337424" sldId="2147479869"/>
        </pc:sldMkLst>
      </pc:sldChg>
      <pc:sldChg chg="delSp modSp add mod modShow">
        <pc:chgData name="Jenkins NS" userId="8bdba4d2-1367-40cf-ad35-f59b31261896" providerId="ADAL" clId="{86724140-930D-4C35-BABC-84C9C3BBEAD0}" dt="2026-05-26T05:17:12.928" v="2382" actId="729"/>
        <pc:sldMkLst>
          <pc:docMk/>
          <pc:sldMk cId="1201138058" sldId="2147479870"/>
        </pc:sldMkLst>
      </pc:sldChg>
      <pc:sldChg chg="addSp delSp modSp add mod modShow">
        <pc:chgData name="Jenkins NS" userId="8bdba4d2-1367-40cf-ad35-f59b31261896" providerId="ADAL" clId="{86724140-930D-4C35-BABC-84C9C3BBEAD0}" dt="2026-05-26T05:17:12.928" v="2382" actId="729"/>
        <pc:sldMkLst>
          <pc:docMk/>
          <pc:sldMk cId="1445421501" sldId="2147479871"/>
        </pc:sldMkLst>
      </pc:sldChg>
      <pc:sldChg chg="addSp delSp modSp add mod ord modShow">
        <pc:chgData name="Jenkins NS" userId="8bdba4d2-1367-40cf-ad35-f59b31261896" providerId="ADAL" clId="{86724140-930D-4C35-BABC-84C9C3BBEAD0}" dt="2026-05-26T05:17:12.928" v="2382" actId="729"/>
        <pc:sldMkLst>
          <pc:docMk/>
          <pc:sldMk cId="1946713896" sldId="2147479872"/>
        </pc:sldMkLst>
      </pc:sldChg>
      <pc:sldChg chg="addSp delSp modSp add mod modNotesTx">
        <pc:chgData name="Jenkins NS" userId="8bdba4d2-1367-40cf-ad35-f59b31261896" providerId="ADAL" clId="{86724140-930D-4C35-BABC-84C9C3BBEAD0}" dt="2026-05-25T17:49:06.014" v="2276" actId="1076"/>
        <pc:sldMkLst>
          <pc:docMk/>
          <pc:sldMk cId="3845978286" sldId="2147479873"/>
        </pc:sldMkLst>
      </pc:sldChg>
      <pc:sldChg chg="addSp delSp modSp add mod modShow">
        <pc:chgData name="Jenkins NS" userId="8bdba4d2-1367-40cf-ad35-f59b31261896" providerId="ADAL" clId="{86724140-930D-4C35-BABC-84C9C3BBEAD0}" dt="2026-05-26T05:17:18.055" v="2383" actId="729"/>
        <pc:sldMkLst>
          <pc:docMk/>
          <pc:sldMk cId="3921530110" sldId="2147479874"/>
        </pc:sldMkLst>
      </pc:sldChg>
      <pc:sldChg chg="addSp delSp modSp add mod modShow">
        <pc:chgData name="Jenkins NS" userId="8bdba4d2-1367-40cf-ad35-f59b31261896" providerId="ADAL" clId="{86724140-930D-4C35-BABC-84C9C3BBEAD0}" dt="2026-05-26T05:17:18.055" v="2383" actId="729"/>
        <pc:sldMkLst>
          <pc:docMk/>
          <pc:sldMk cId="1928758105" sldId="2147479875"/>
        </pc:sldMkLst>
      </pc:sldChg>
      <pc:sldChg chg="addSp delSp modSp add mod modClrScheme modShow chgLayout">
        <pc:chgData name="Jenkins NS" userId="8bdba4d2-1367-40cf-ad35-f59b31261896" providerId="ADAL" clId="{86724140-930D-4C35-BABC-84C9C3BBEAD0}" dt="2026-05-26T05:17:18.055" v="2383" actId="729"/>
        <pc:sldMkLst>
          <pc:docMk/>
          <pc:sldMk cId="2989117112" sldId="2147479876"/>
        </pc:sldMkLst>
      </pc:sldChg>
      <pc:sldChg chg="modSp add del mod modShow">
        <pc:chgData name="Jenkins NS" userId="8bdba4d2-1367-40cf-ad35-f59b31261896" providerId="ADAL" clId="{86724140-930D-4C35-BABC-84C9C3BBEAD0}" dt="2026-05-25T17:31:27.806" v="2117" actId="47"/>
        <pc:sldMkLst>
          <pc:docMk/>
          <pc:sldMk cId="3727375696" sldId="2147479877"/>
        </pc:sldMkLst>
      </pc:sldChg>
      <pc:sldChg chg="modSp add del mod modShow">
        <pc:chgData name="Jenkins NS" userId="8bdba4d2-1367-40cf-ad35-f59b31261896" providerId="ADAL" clId="{86724140-930D-4C35-BABC-84C9C3BBEAD0}" dt="2026-05-25T17:31:27.806" v="2117" actId="47"/>
        <pc:sldMkLst>
          <pc:docMk/>
          <pc:sldMk cId="1535454412" sldId="2147479878"/>
        </pc:sldMkLst>
      </pc:sldChg>
      <pc:sldChg chg="modSp add del mod modShow">
        <pc:chgData name="Jenkins NS" userId="8bdba4d2-1367-40cf-ad35-f59b31261896" providerId="ADAL" clId="{86724140-930D-4C35-BABC-84C9C3BBEAD0}" dt="2026-05-25T17:31:27.806" v="2117" actId="47"/>
        <pc:sldMkLst>
          <pc:docMk/>
          <pc:sldMk cId="4186248873" sldId="2147479879"/>
        </pc:sldMkLst>
      </pc:sldChg>
      <pc:sldChg chg="modSp add del mod modShow">
        <pc:chgData name="Jenkins NS" userId="8bdba4d2-1367-40cf-ad35-f59b31261896" providerId="ADAL" clId="{86724140-930D-4C35-BABC-84C9C3BBEAD0}" dt="2026-05-25T17:31:27.806" v="2117" actId="47"/>
        <pc:sldMkLst>
          <pc:docMk/>
          <pc:sldMk cId="2430713855" sldId="2147479880"/>
        </pc:sldMkLst>
      </pc:sldChg>
      <pc:sldChg chg="addSp delSp modSp add mod">
        <pc:chgData name="Jenkins NS" userId="8bdba4d2-1367-40cf-ad35-f59b31261896" providerId="ADAL" clId="{86724140-930D-4C35-BABC-84C9C3BBEAD0}" dt="2026-05-24T11:30:19.536" v="1386" actId="113"/>
        <pc:sldMkLst>
          <pc:docMk/>
          <pc:sldMk cId="500862897" sldId="2147479881"/>
        </pc:sldMkLst>
      </pc:sldChg>
      <pc:sldChg chg="addSp modSp add del mod">
        <pc:chgData name="Jenkins NS" userId="8bdba4d2-1367-40cf-ad35-f59b31261896" providerId="ADAL" clId="{86724140-930D-4C35-BABC-84C9C3BBEAD0}" dt="2026-05-23T21:53:11.985" v="1106" actId="47"/>
        <pc:sldMkLst>
          <pc:docMk/>
          <pc:sldMk cId="2411157597" sldId="2147479881"/>
        </pc:sldMkLst>
      </pc:sldChg>
      <pc:sldChg chg="addSp delSp modSp add mod modNotesTx">
        <pc:chgData name="Jenkins NS" userId="8bdba4d2-1367-40cf-ad35-f59b31261896" providerId="ADAL" clId="{86724140-930D-4C35-BABC-84C9C3BBEAD0}" dt="2026-05-24T11:14:41.009" v="1331" actId="20577"/>
        <pc:sldMkLst>
          <pc:docMk/>
          <pc:sldMk cId="53487717" sldId="2147479882"/>
        </pc:sldMkLst>
      </pc:sldChg>
      <pc:sldChg chg="addSp delSp modSp add del mod">
        <pc:chgData name="Jenkins NS" userId="8bdba4d2-1367-40cf-ad35-f59b31261896" providerId="ADAL" clId="{86724140-930D-4C35-BABC-84C9C3BBEAD0}" dt="2026-05-24T15:58:05.076" v="1515" actId="2696"/>
        <pc:sldMkLst>
          <pc:docMk/>
          <pc:sldMk cId="882095621" sldId="2147479883"/>
        </pc:sldMkLst>
      </pc:sldChg>
      <pc:sldChg chg="new del">
        <pc:chgData name="Jenkins NS" userId="8bdba4d2-1367-40cf-ad35-f59b31261896" providerId="ADAL" clId="{86724140-930D-4C35-BABC-84C9C3BBEAD0}" dt="2026-05-24T15:53:18.018" v="1441" actId="47"/>
        <pc:sldMkLst>
          <pc:docMk/>
          <pc:sldMk cId="1469914124" sldId="2147479883"/>
        </pc:sldMkLst>
      </pc:sldChg>
      <pc:sldChg chg="add">
        <pc:chgData name="Jenkins NS" userId="8bdba4d2-1367-40cf-ad35-f59b31261896" providerId="ADAL" clId="{86724140-930D-4C35-BABC-84C9C3BBEAD0}" dt="2026-05-24T15:58:10.209" v="1516"/>
        <pc:sldMkLst>
          <pc:docMk/>
          <pc:sldMk cId="2016397542" sldId="2147479883"/>
        </pc:sldMkLst>
      </pc:sldChg>
      <pc:sldMasterChg chg="addSp modSp mod delSldLayout modSldLayout">
        <pc:chgData name="Jenkins NS" userId="8bdba4d2-1367-40cf-ad35-f59b31261896" providerId="ADAL" clId="{86724140-930D-4C35-BABC-84C9C3BBEAD0}" dt="2026-05-23T21:52:52.257" v="1093" actId="21"/>
        <pc:sldMasterMkLst>
          <pc:docMk/>
          <pc:sldMasterMk cId="975404246" sldId="2147483648"/>
        </pc:sldMasterMkLst>
        <pc:sldLayoutChg chg="addSp delSp modSp mod">
          <pc:chgData name="Jenkins NS" userId="8bdba4d2-1367-40cf-ad35-f59b31261896" providerId="ADAL" clId="{86724140-930D-4C35-BABC-84C9C3BBEAD0}" dt="2026-05-23T19:52:15.497" v="76" actId="14100"/>
          <pc:sldLayoutMkLst>
            <pc:docMk/>
            <pc:sldMasterMk cId="975404246" sldId="2147483648"/>
            <pc:sldLayoutMk cId="256598807" sldId="2147483661"/>
          </pc:sldLayoutMkLst>
        </pc:sldLayoutChg>
        <pc:sldLayoutChg chg="del">
          <pc:chgData name="Jenkins NS" userId="8bdba4d2-1367-40cf-ad35-f59b31261896" providerId="ADAL" clId="{86724140-930D-4C35-BABC-84C9C3BBEAD0}" dt="2026-05-23T20:16:58.475" v="241" actId="2696"/>
          <pc:sldLayoutMkLst>
            <pc:docMk/>
            <pc:sldMasterMk cId="975404246" sldId="2147483648"/>
            <pc:sldLayoutMk cId="2037691366" sldId="2147483664"/>
          </pc:sldLayoutMkLst>
        </pc:sldLayoutChg>
        <pc:sldLayoutChg chg="addSp delSp modSp mod">
          <pc:chgData name="Jenkins NS" userId="8bdba4d2-1367-40cf-ad35-f59b31261896" providerId="ADAL" clId="{86724140-930D-4C35-BABC-84C9C3BBEAD0}" dt="2026-05-23T21:52:52.257" v="1093" actId="21"/>
          <pc:sldLayoutMkLst>
            <pc:docMk/>
            <pc:sldMasterMk cId="975404246" sldId="2147483648"/>
            <pc:sldLayoutMk cId="3053062433" sldId="2147483666"/>
          </pc:sldLayoutMkLst>
        </pc:sldLayoutChg>
        <pc:sldLayoutChg chg="addSp delSp modSp mod">
          <pc:chgData name="Jenkins NS" userId="8bdba4d2-1367-40cf-ad35-f59b31261896" providerId="ADAL" clId="{86724140-930D-4C35-BABC-84C9C3BBEAD0}" dt="2026-05-23T21:50:48.585" v="1081" actId="20577"/>
          <pc:sldLayoutMkLst>
            <pc:docMk/>
            <pc:sldMasterMk cId="975404246" sldId="2147483648"/>
            <pc:sldLayoutMk cId="971479772" sldId="2147483667"/>
          </pc:sldLayoutMkLst>
        </pc:sldLayoutChg>
      </pc:sldMasterChg>
      <pc:sldMasterChg chg="modSldLayout">
        <pc:chgData name="Jenkins NS" userId="8bdba4d2-1367-40cf-ad35-f59b31261896" providerId="ADAL" clId="{86724140-930D-4C35-BABC-84C9C3BBEAD0}" dt="2026-05-23T21:52:41.997" v="1089"/>
        <pc:sldMasterMkLst>
          <pc:docMk/>
          <pc:sldMasterMk cId="231774467" sldId="2147483667"/>
        </pc:sldMasterMkLst>
        <pc:sldLayoutChg chg="setBg">
          <pc:chgData name="Jenkins NS" userId="8bdba4d2-1367-40cf-ad35-f59b31261896" providerId="ADAL" clId="{86724140-930D-4C35-BABC-84C9C3BBEAD0}" dt="2026-05-23T21:52:41.997" v="1089"/>
          <pc:sldLayoutMkLst>
            <pc:docMk/>
            <pc:sldMasterMk cId="231774467" sldId="2147483667"/>
            <pc:sldLayoutMk cId="1460977657" sldId="2147483679"/>
          </pc:sldLayoutMkLst>
        </pc:sldLayoutChg>
        <pc:sldLayoutChg chg="setBg">
          <pc:chgData name="Jenkins NS" userId="8bdba4d2-1367-40cf-ad35-f59b31261896" providerId="ADAL" clId="{86724140-930D-4C35-BABC-84C9C3BBEAD0}" dt="2026-05-23T21:52:41.997" v="1089"/>
          <pc:sldLayoutMkLst>
            <pc:docMk/>
            <pc:sldMasterMk cId="231774467" sldId="2147483667"/>
            <pc:sldLayoutMk cId="3452113115" sldId="2147483680"/>
          </pc:sldLayoutMkLst>
        </pc:sldLayoutChg>
        <pc:sldLayoutChg chg="setBg">
          <pc:chgData name="Jenkins NS" userId="8bdba4d2-1367-40cf-ad35-f59b31261896" providerId="ADAL" clId="{86724140-930D-4C35-BABC-84C9C3BBEAD0}" dt="2026-05-23T21:52:41.997" v="1089"/>
          <pc:sldLayoutMkLst>
            <pc:docMk/>
            <pc:sldMasterMk cId="231774467" sldId="2147483667"/>
            <pc:sldLayoutMk cId="3280105292" sldId="2147483684"/>
          </pc:sldLayoutMkLst>
        </pc:sldLayoutChg>
        <pc:sldLayoutChg chg="setBg">
          <pc:chgData name="Jenkins NS" userId="8bdba4d2-1367-40cf-ad35-f59b31261896" providerId="ADAL" clId="{86724140-930D-4C35-BABC-84C9C3BBEAD0}" dt="2026-05-23T21:52:41.997" v="1089"/>
          <pc:sldLayoutMkLst>
            <pc:docMk/>
            <pc:sldMasterMk cId="231774467" sldId="2147483667"/>
            <pc:sldLayoutMk cId="1185868674" sldId="2147483685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68FD0E-F9ED-4497-A478-7758BBAF08B6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6ECCD-459E-4D13-A6B6-046BCD2EEA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1390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 app is running, connect it to data and automation. Use pac code add-datasource to bring in a Dataverse table by its logical name, and npx power-apps add-flow with the flow ID to add a Power Automate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pointers for after this session: GitHub Copilot in VS Code can write and explain code for you, and the Microsoft Learn documentation and quickstart for Power Apps Code Apps are the best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Power Platform CLI (pac) to initialise and push. Exact command names can change between CLI versions, so check the current docs before demoing.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mock services so the UI can be built quickly, then swap in generated service classes for live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Treat Copilot output like a pull request from a junior teammate: useful, fast, and always reviewed. The main caution from early adopters is validating TypeScript and data-layer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4FD81-FD03-A88A-5196-2267A3F7E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BC9402-B7D2-EBE6-DC4E-932AAAC1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19DB9-47D8-9C90-B671-9FC9D1A141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walks through what you need before building your first Power Apps Code App, then the six commands that take you from a starter template to a deployed app.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D9427-EBFB-19E9-BB07-5905E18824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253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8F165-8D9D-4515-889F-BA0AEA6846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3940F9-0028-9225-04D1-069E5DED2F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79A46-5438-097D-1A7F-481673DAC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CB448-28B4-0D7C-594A-5934BD18E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238BB6-1795-F5D4-E662-C4DF6815C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4704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C0997-EC82-509E-D5FD-A6AFDF02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3B250-E464-BD5A-30A0-7CF4DDA3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D9D64E-D31E-D4C7-5FD6-4BB8F053B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621EB8-601B-2E13-462C-F59C50443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1FC2A-19BF-E4E0-64F6-2518BD7C1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9540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B6BD-1F14-8B49-3A15-4ADA04FD8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05B048-BB23-4E6C-FB4E-D7CF1B75A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D5A56-3266-83B1-C602-979EE3CD3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0D7B0-2400-A2D1-81F6-ABB4637A2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8A2CA-19E1-C2EC-607C-8B5E83922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1199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BA6CE-7C35-1851-9BF5-D723607B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64AEE-1F0B-5528-0AFF-D3BC8C81FC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256975-0B7E-C156-00DD-AF5A1F79C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44797C-9088-30D6-5EC9-A92BBF28C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889674-1EBB-1DD2-D796-7D7918D1C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8C580-DB95-F43B-6825-0288D3C89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6070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81893-FEAC-6D90-4F3C-9E139ACAE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E1180-109B-6F4E-496A-0B2BFED8B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5F991-49FD-0EA4-0562-8DF9E039FE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F88BF2-70DC-8CF3-151F-54549B03E7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F2767-E0BE-407C-8A2D-B8A0A3DDFC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AB1D1B-08B2-13C8-73AB-49B88140F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5A0493-528A-9C56-4E7D-276877AB6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2708C5-7D6B-9C3F-5CE8-FEEB74FC7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5848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69C30-038A-B1D5-0500-5BB3C8D24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BF7AF6-A47F-5C05-5A7F-B991FD31C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864406-817F-B9E0-D448-020CC03AD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056FC-A8BE-1255-87B1-BE206423B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8354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33E897-CFB2-DA33-D337-DB9D3B09B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55C180-4ED0-57BF-400E-D6D47DA33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58082-4873-A3A3-48D4-1BF07B5D9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830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2045F-F229-2094-1F35-344018413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E3DB0-A738-0890-6334-61628D8BB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0926F5-697C-80FD-B7AE-CC6E2E11D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E77CF8-9030-B147-E01C-1D0CE876D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4C9A39-7BCB-E2E8-814F-D0AB3DAD1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6942DA-6A0C-60F4-9DFE-33E6834F9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696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D9DF1-8451-878A-B413-E2ED951B5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0041F3-D5D8-3DAA-5272-F7231BBBE0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AF443A-878C-424C-00C1-897B25442F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45A1BC-DE58-F080-5AE9-9EF112CFA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D6DB8-7FA3-A8C8-3F99-46182A95E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3CBB71-CCA8-D8B7-9A32-D41B1850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0619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1096-78DB-A4EC-E4AA-9E1B8FC94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D9311-8B75-960C-1DBF-B4FFAADEB0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B36F8-937A-1ED6-0C16-E48C3A425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2CF41-4EC6-C06F-1FA4-C9C078EEF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59869-82FA-4F70-A632-CACF8AB1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7231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15008D-2B74-E743-FFE2-470CECB852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2B4CF-9B71-6B33-B978-A4E9A0B0C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E81F2D-B816-52CF-8C2E-40BEE5CC8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E1050-E902-FD5D-18B8-D928E038A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AFCD0-FD25-07F5-9946-9086EB44A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8142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 slide_with Logo">
    <p:bg>
      <p:bgPr>
        <a:solidFill>
          <a:srgbClr val="E8E6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072CE3E-C99E-C188-A13F-A0815FF09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2" y="-612577"/>
            <a:ext cx="8193024" cy="307777"/>
          </a:xfrm>
        </p:spPr>
        <p:txBody>
          <a:bodyPr/>
          <a:lstStyle>
            <a:lvl1pPr>
              <a:defRPr sz="2000" b="0" i="0">
                <a:solidFill>
                  <a:srgbClr val="001F2D"/>
                </a:solidFill>
                <a:latin typeface="+mj-lt"/>
                <a:cs typeface="Segoe UI Semibold" panose="020B0502040204020203" pitchFamily="34" charset="0"/>
              </a:defRPr>
            </a:lvl1pPr>
          </a:lstStyle>
          <a:p>
            <a:r>
              <a:rPr lang="en-US"/>
              <a:t>Final slide with logo</a:t>
            </a:r>
          </a:p>
        </p:txBody>
      </p:sp>
    </p:spTree>
    <p:extLst>
      <p:ext uri="{BB962C8B-B14F-4D97-AF65-F5344CB8AC3E}">
        <p14:creationId xmlns:p14="http://schemas.microsoft.com/office/powerpoint/2010/main" val="30530624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omputer keyboard with a light on it&#10;&#10;AI-generated content may be incorrect.">
            <a:extLst>
              <a:ext uri="{FF2B5EF4-FFF2-40B4-BE49-F238E27FC236}">
                <a16:creationId xmlns:a16="http://schemas.microsoft.com/office/drawing/2014/main" id="{2209A0BE-5901-98D7-4EDE-74D107C3A7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E21C31D-925C-53B5-2E40-C54FF245B4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9912" y="3548520"/>
            <a:ext cx="5686955" cy="111158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b="0" i="0" spc="-5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</a:t>
            </a:r>
            <a:br>
              <a:rPr lang="en-US" dirty="0"/>
            </a:br>
            <a:r>
              <a:rPr lang="en-US" dirty="0"/>
              <a:t>presentation title 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DDA2A08-4E66-0E3E-D138-C376487FF5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56150" y="6446520"/>
            <a:ext cx="164592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4253EDB-56F0-1036-A65B-02ABC067A9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9438" y="6421083"/>
            <a:ext cx="4151312" cy="19797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1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defTabSz="914367">
              <a:defRPr/>
            </a:pPr>
            <a:r>
              <a:rPr lang="en-US">
                <a:solidFill>
                  <a:srgbClr val="000000"/>
                </a:solidFill>
              </a:rPr>
              <a:t>© Copyright Microsoft Corporation. All rights reserved.</a:t>
            </a:r>
          </a:p>
        </p:txBody>
      </p:sp>
      <p:pic>
        <p:nvPicPr>
          <p:cNvPr id="11" name="Picture 10" descr="A black and white logo&#10;&#10;AI-generated content may be incorrect.">
            <a:extLst>
              <a:ext uri="{FF2B5EF4-FFF2-40B4-BE49-F238E27FC236}">
                <a16:creationId xmlns:a16="http://schemas.microsoft.com/office/drawing/2014/main" id="{8A5D0B54-3E0F-E277-0472-C5E542E53F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1246" y="6006922"/>
            <a:ext cx="3180754" cy="828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65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2496">
          <p15:clr>
            <a:srgbClr val="5ACBF0"/>
          </p15:clr>
        </p15:guide>
        <p15:guide id="3" pos="3360">
          <p15:clr>
            <a:srgbClr val="5ACBF0"/>
          </p15:clr>
        </p15:guide>
        <p15:guide id="5" orient="horz" pos="2160">
          <p15:clr>
            <a:srgbClr val="FBAE40"/>
          </p15:clr>
        </p15:guide>
        <p15:guide id="6" orient="horz" pos="2229">
          <p15:clr>
            <a:srgbClr val="5ACBF0"/>
          </p15:clr>
        </p15:guide>
        <p15:guide id="7" pos="2996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04121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3789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E1736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68450"/>
            <a:ext cx="10566400" cy="407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E1736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110947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0693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7427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490"/>
            <a:ext cx="10566400" cy="442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7427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994214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5338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09600" y="426720"/>
            <a:ext cx="10972800" cy="975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1685926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09600" y="426720"/>
            <a:ext cx="10972800" cy="975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052629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2B0D1A-32E8-67F9-A188-996B18EE8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E0871-ECB8-D049-C3D0-D31EF4BF0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E89ADB-51B1-E4AB-3050-DD95921D6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7556D-DCD1-4FB9-8695-8902D801681B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BF81C2-E1FB-0DED-7F1F-A7008054FF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2AA29-C22B-AA1C-80C8-54D152C77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83C048-5E84-480F-9458-845209AF2791}" type="slidenum">
              <a:rPr lang="en-IN" smtClean="0"/>
              <a:t>‹#›</a:t>
            </a:fld>
            <a:endParaRPr lang="en-IN"/>
          </a:p>
        </p:txBody>
      </p:sp>
      <p:pic>
        <p:nvPicPr>
          <p:cNvPr id="11" name="Picture 10" descr="A black and white logo&#10;&#10;AI-generated content may be incorrect.">
            <a:extLst>
              <a:ext uri="{FF2B5EF4-FFF2-40B4-BE49-F238E27FC236}">
                <a16:creationId xmlns:a16="http://schemas.microsoft.com/office/drawing/2014/main" id="{134DF221-F45B-91B9-E563-659E39B20729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9920" y="6492875"/>
            <a:ext cx="1402080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404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6" r:id="rId12"/>
    <p:sldLayoutId id="214748367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3789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E1736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68450"/>
            <a:ext cx="10566400" cy="407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E1736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80756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7427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490"/>
            <a:ext cx="10566400" cy="442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7427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943169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113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E08FA2-C73F-A01D-C334-4FAC0DB0C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03496"/>
            <a:ext cx="6957391" cy="2385781"/>
          </a:xfrm>
        </p:spPr>
        <p:txBody>
          <a:bodyPr/>
          <a:lstStyle/>
          <a:p>
            <a:pPr algn="ctr"/>
            <a:r>
              <a:rPr lang="en-US" sz="6600" b="1" dirty="0">
                <a:solidFill>
                  <a:srgbClr val="F4F1FA"/>
                </a:solidFill>
                <a:latin typeface="DM Sans" pitchFamily="34" charset="0"/>
              </a:rPr>
              <a:t>Enterprise Apps &amp; Agents</a:t>
            </a:r>
            <a:br>
              <a:rPr lang="en-US" dirty="0"/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201019-6AD5-8165-776C-55816BE8B289}"/>
              </a:ext>
            </a:extLst>
          </p:cNvPr>
          <p:cNvSpPr txBox="1"/>
          <p:nvPr/>
        </p:nvSpPr>
        <p:spPr>
          <a:xfrm>
            <a:off x="388730" y="4138157"/>
            <a:ext cx="63433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dirty="0">
                <a:solidFill>
                  <a:srgbClr val="B9B2D3"/>
                </a:solidFill>
                <a:latin typeface="DM Sans" pitchFamily="34" charset="0"/>
              </a:rPr>
              <a:t>Enterprise Code App → Dataverse → AI Builder → Copilot Studio Agent → Governed Automation → Capstone Project</a:t>
            </a:r>
            <a:endParaRPr lang="en-IN" sz="2200" dirty="0">
              <a:solidFill>
                <a:srgbClr val="B9B2D3"/>
              </a:solidFill>
              <a:latin typeface="DM Sans" pitchFamily="34" charset="0"/>
            </a:endParaRPr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FBBF71FA-8F76-EC43-39ED-B9EB4ACE33D2}"/>
              </a:ext>
            </a:extLst>
          </p:cNvPr>
          <p:cNvSpPr/>
          <p:nvPr/>
        </p:nvSpPr>
        <p:spPr>
          <a:xfrm>
            <a:off x="316482" y="1077338"/>
            <a:ext cx="5607879" cy="3261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F4B94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PLATFORM</a:t>
            </a:r>
            <a:endParaRPr lang="en-US" sz="14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89775C04-67D4-DEBA-335E-62C26F4E3ED8}"/>
              </a:ext>
            </a:extLst>
          </p:cNvPr>
          <p:cNvSpPr/>
          <p:nvPr/>
        </p:nvSpPr>
        <p:spPr>
          <a:xfrm>
            <a:off x="388730" y="3913400"/>
            <a:ext cx="1884017" cy="55626"/>
          </a:xfrm>
          <a:prstGeom prst="roundRect">
            <a:avLst>
              <a:gd name="adj" fmla="val 50000"/>
            </a:avLst>
          </a:prstGeom>
          <a:solidFill>
            <a:srgbClr val="B794F6"/>
          </a:solidFill>
          <a:ln/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0601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150" normalizeH="0" baseline="0" noProof="0" dirty="0">
                <a:ln>
                  <a:noFill/>
                </a:ln>
                <a:solidFill>
                  <a:srgbClr val="F4B942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EXTEND YOUR APP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3789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1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Add data and flows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1625"/>
            <a:ext cx="5175250" cy="2853630"/>
          </a:xfrm>
          <a:prstGeom prst="roundRect">
            <a:avLst>
              <a:gd name="adj" fmla="val 4339"/>
            </a:avLst>
          </a:prstGeom>
          <a:solidFill>
            <a:srgbClr val="221B42"/>
          </a:solidFill>
          <a:ln w="6350">
            <a:solidFill>
              <a:srgbClr val="4137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8550" y="2254200"/>
            <a:ext cx="355600" cy="355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8550" y="2762200"/>
            <a:ext cx="474840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4F1FA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Dataverse table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098550" y="3219400"/>
            <a:ext cx="4610100" cy="904180"/>
          </a:xfrm>
          <a:prstGeom prst="roundRect">
            <a:avLst>
              <a:gd name="adj" fmla="val 8428"/>
            </a:avLst>
          </a:prstGeom>
          <a:solidFill>
            <a:srgbClr val="120E2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276350" y="3397200"/>
            <a:ext cx="4382135" cy="2742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B942"/>
                </a:solidFill>
                <a:effectLst/>
                <a:uLnTx/>
                <a:uFillTx/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pac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7E1F7"/>
                </a:solidFill>
                <a:effectLst/>
                <a:uLnTx/>
                <a:uFillTx/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 code add-datasource -a Dataverse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1530350" y="3696891"/>
            <a:ext cx="4120515" cy="2742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7E1F7"/>
                </a:solidFill>
                <a:effectLst/>
                <a:uLnTx/>
                <a:uFillTx/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-t &lt;table logical name&gt;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98550" y="4275981"/>
            <a:ext cx="474840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B9B2D3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Add a Dataverse table to your app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00775" y="1971625"/>
            <a:ext cx="5175250" cy="2853630"/>
          </a:xfrm>
          <a:prstGeom prst="roundRect">
            <a:avLst>
              <a:gd name="adj" fmla="val 4339"/>
            </a:avLst>
          </a:prstGeom>
          <a:solidFill>
            <a:srgbClr val="221B42"/>
          </a:solidFill>
          <a:ln w="6350">
            <a:solidFill>
              <a:srgbClr val="4137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pic>
        <p:nvPicPr>
          <p:cNvPr id="12" name="Image 1" descr="Lightn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83350" y="2254200"/>
            <a:ext cx="355600" cy="355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83350" y="2762200"/>
            <a:ext cx="474840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4F1FA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Power Automate flow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6483350" y="3219400"/>
            <a:ext cx="4610100" cy="604490"/>
          </a:xfrm>
          <a:prstGeom prst="roundRect">
            <a:avLst>
              <a:gd name="adj" fmla="val 12606"/>
            </a:avLst>
          </a:prstGeom>
          <a:solidFill>
            <a:srgbClr val="120E24"/>
          </a:solidFill>
          <a:ln/>
        </p:spPr>
        <p:txBody>
          <a:bodyPr wrap="none" lIns="155482" tIns="155482" rIns="27847" bIns="130082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B942"/>
                </a:solidFill>
                <a:effectLst/>
                <a:uLnTx/>
                <a:uFillTx/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npx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7E1F7"/>
                </a:solidFill>
                <a:effectLst/>
                <a:uLnTx/>
                <a:uFillTx/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 power-apps add-flow &lt;flowid&gt;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6483350" y="3976291"/>
            <a:ext cx="474840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B9B2D3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Add a Power Automate flow to your app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150" normalizeH="0" baseline="0" noProof="0" dirty="0">
                <a:ln>
                  <a:noFill/>
                </a:ln>
                <a:solidFill>
                  <a:srgbClr val="6B2FD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KEEP GOING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3789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E173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Tips and resources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1625"/>
            <a:ext cx="5175250" cy="2538611"/>
          </a:xfrm>
          <a:prstGeom prst="roundRect">
            <a:avLst>
              <a:gd name="adj" fmla="val 4878"/>
            </a:avLst>
          </a:prstGeom>
          <a:solidFill>
            <a:srgbClr val="FCFBFE"/>
          </a:solidFill>
          <a:ln w="6350">
            <a:solidFill>
              <a:srgbClr val="DDD6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pic>
        <p:nvPicPr>
          <p:cNvPr id="5" name="Image 0" descr="Lightbulb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3950" y="2279600"/>
            <a:ext cx="406400" cy="406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3950" y="2813000"/>
            <a:ext cx="4696079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150" normalizeH="0" baseline="0" noProof="0" dirty="0">
                <a:ln>
                  <a:noFill/>
                </a:ln>
                <a:solidFill>
                  <a:srgbClr val="6B2FD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PRO TIP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23950" y="3188891"/>
            <a:ext cx="4696079" cy="1038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1E173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Install </a:t>
            </a: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1E173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GitHub Copilot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1E173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 in VS Code to generate code, explain code, and speed up development using AI.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200775" y="1971625"/>
            <a:ext cx="5175250" cy="2538611"/>
          </a:xfrm>
          <a:prstGeom prst="roundRect">
            <a:avLst>
              <a:gd name="adj" fmla="val 4878"/>
            </a:avLst>
          </a:prstGeom>
          <a:solidFill>
            <a:srgbClr val="FCFBFE"/>
          </a:solidFill>
          <a:ln w="6350">
            <a:solidFill>
              <a:srgbClr val="DDD6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pic>
        <p:nvPicPr>
          <p:cNvPr id="9" name="Image 1" descr="Boo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08750" y="2279600"/>
            <a:ext cx="406400" cy="406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08750" y="2813000"/>
            <a:ext cx="4696079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150" normalizeH="0" baseline="0" noProof="0" dirty="0">
                <a:ln>
                  <a:noFill/>
                </a:ln>
                <a:solidFill>
                  <a:srgbClr val="6B2FD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MICROSOFT LEARN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6508750" y="3188891"/>
            <a:ext cx="4696079" cy="1038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1E173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The Power Apps Code Apps </a:t>
            </a: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1E173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documentation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1E173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 and </a:t>
            </a: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1E173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quickstart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1E1736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 are the best places to get started.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9812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98BE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Power Apps Code Apps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468910"/>
            <a:ext cx="10883392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E58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Vibe Coding with GitHub Copilot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4165550"/>
            <a:ext cx="78486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D9D3EE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Prototype and iterate faster by telling Copilot what you want to build.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7427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vibe coding?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490"/>
            <a:ext cx="91567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B134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more intuitive, AI-assisted development process. You tell a story, and tools like GitHub Copilot write code as you explain.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12800" y="2636490"/>
            <a:ext cx="5181600" cy="1099790"/>
          </a:xfrm>
          <a:prstGeom prst="roundRect">
            <a:avLst>
              <a:gd name="adj" fmla="val 9238"/>
            </a:avLst>
          </a:prstGeom>
          <a:solidFill>
            <a:srgbClr val="FFFF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12800" y="2636490"/>
            <a:ext cx="5181600" cy="1099790"/>
          </a:xfrm>
          <a:custGeom>
            <a:avLst/>
            <a:gdLst/>
            <a:ahLst/>
            <a:cxnLst/>
            <a:rect l="l" t="t" r="r" b="b"/>
            <a:pathLst>
              <a:path w="5181600" h="109979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5080000" y="0"/>
                </a:lnTo>
                <a:arcTo wR="101600" hR="101600" stAng="16200000" swAng="5400000"/>
                <a:lnTo>
                  <a:pt x="51816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B146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66800" y="2941290"/>
            <a:ext cx="4813808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4277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 describe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66800" y="3215580"/>
            <a:ext cx="48138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1B134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the idea in plain language.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97600" y="2636490"/>
            <a:ext cx="5181600" cy="1099790"/>
          </a:xfrm>
          <a:prstGeom prst="roundRect">
            <a:avLst>
              <a:gd name="adj" fmla="val 9238"/>
            </a:avLst>
          </a:prstGeom>
          <a:solidFill>
            <a:srgbClr val="FFFF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97600" y="2636490"/>
            <a:ext cx="5181600" cy="1099790"/>
          </a:xfrm>
          <a:custGeom>
            <a:avLst/>
            <a:gdLst/>
            <a:ahLst/>
            <a:cxnLst/>
            <a:rect l="l" t="t" r="r" b="b"/>
            <a:pathLst>
              <a:path w="5181600" h="109979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5080000" y="0"/>
                </a:lnTo>
                <a:arcTo wR="101600" hR="101600" stAng="16200000" swAng="5400000"/>
                <a:lnTo>
                  <a:pt x="51816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3B6F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51600" y="2941290"/>
            <a:ext cx="4813808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A52B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AI writes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51600" y="3215580"/>
            <a:ext cx="48138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1B134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generates code as you go.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7427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suits Code Apps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490"/>
            <a:ext cx="9156700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B134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Code Apps bring together React-based apps and the Power Platform, so vibe coding is especially visible here.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2565350"/>
            <a:ext cx="8890000" cy="965200"/>
          </a:xfrm>
          <a:prstGeom prst="roundRect">
            <a:avLst>
              <a:gd name="adj" fmla="val 10526"/>
            </a:avLst>
          </a:prstGeom>
          <a:solidFill>
            <a:srgbClr val="742774"/>
          </a:solidFill>
          <a:ln/>
        </p:spPr>
        <p:txBody>
          <a:bodyPr wrap="square" lIns="275042" tIns="275042" rIns="26630" bIns="249642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4F1F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 developers can quickly prototype and iterate.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09600" y="4267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From empty folder to live app in 5 steps</a:t>
            </a:r>
          </a:p>
        </p:txBody>
      </p:sp>
      <p:sp>
        <p:nvSpPr>
          <p:cNvPr id="3" name="Step Initialize"/>
          <p:cNvSpPr/>
          <p:nvPr/>
        </p:nvSpPr>
        <p:spPr>
          <a:xfrm>
            <a:off x="719328" y="1767840"/>
            <a:ext cx="1975104" cy="2682240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4" name="Badge 1"/>
          <p:cNvSpPr/>
          <p:nvPr/>
        </p:nvSpPr>
        <p:spPr>
          <a:xfrm>
            <a:off x="1341120" y="20116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34112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667" b="1" dirty="0">
                <a:solidFill>
                  <a:srgbClr val="FFFFFF"/>
                </a:solidFill>
                <a:latin typeface="Calibri"/>
              </a:rPr>
              <a:t>1</a:t>
            </a:r>
            <a:endParaRPr lang="en-US" sz="26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41248" y="2926080"/>
            <a:ext cx="173126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133" b="1" dirty="0">
                <a:solidFill>
                  <a:srgbClr val="0D1117"/>
                </a:solidFill>
                <a:latin typeface="Calibri"/>
              </a:rPr>
              <a:t>Initialize</a:t>
            </a:r>
            <a:endParaRPr lang="en-US" sz="2133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41248" y="3657600"/>
            <a:ext cx="173126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467" dirty="0">
                <a:solidFill>
                  <a:srgbClr val="742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 code init</a:t>
            </a:r>
            <a:endParaRPr lang="en-US" sz="14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8" name="Step Scaffold"/>
          <p:cNvSpPr/>
          <p:nvPr/>
        </p:nvSpPr>
        <p:spPr>
          <a:xfrm>
            <a:off x="2913888" y="1767840"/>
            <a:ext cx="1975104" cy="2682240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9" name="Badge 2"/>
          <p:cNvSpPr/>
          <p:nvPr/>
        </p:nvSpPr>
        <p:spPr>
          <a:xfrm>
            <a:off x="3535680" y="20116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353568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667" b="1" dirty="0">
                <a:solidFill>
                  <a:srgbClr val="FFFFFF"/>
                </a:solidFill>
                <a:latin typeface="Calibri"/>
              </a:rPr>
              <a:t>2</a:t>
            </a:r>
            <a:endParaRPr lang="en-US" sz="26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3035808" y="2926080"/>
            <a:ext cx="173126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133" b="1" dirty="0">
                <a:solidFill>
                  <a:srgbClr val="0D1117"/>
                </a:solidFill>
                <a:latin typeface="Calibri"/>
              </a:rPr>
              <a:t>Scaffold</a:t>
            </a:r>
            <a:endParaRPr lang="en-US" sz="2133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035808" y="3657600"/>
            <a:ext cx="173126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467" dirty="0">
                <a:solidFill>
                  <a:srgbClr val="742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mode</a:t>
            </a:r>
            <a:endParaRPr lang="en-US" sz="14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3" name="Step Connect data"/>
          <p:cNvSpPr/>
          <p:nvPr/>
        </p:nvSpPr>
        <p:spPr>
          <a:xfrm>
            <a:off x="5108448" y="1767840"/>
            <a:ext cx="1975104" cy="2682240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4" name="Badge 3"/>
          <p:cNvSpPr/>
          <p:nvPr/>
        </p:nvSpPr>
        <p:spPr>
          <a:xfrm>
            <a:off x="5730240" y="20116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57302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667" b="1" dirty="0">
                <a:solidFill>
                  <a:srgbClr val="FFFFFF"/>
                </a:solidFill>
                <a:latin typeface="Calibri"/>
              </a:rPr>
              <a:t>3</a:t>
            </a:r>
            <a:endParaRPr lang="en-US" sz="26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230368" y="2926080"/>
            <a:ext cx="173126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133" b="1" dirty="0">
                <a:solidFill>
                  <a:srgbClr val="0D1117"/>
                </a:solidFill>
                <a:latin typeface="Calibri"/>
              </a:rPr>
              <a:t>Connect data</a:t>
            </a:r>
            <a:endParaRPr lang="en-US" sz="2133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230368" y="3657600"/>
            <a:ext cx="173126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467" dirty="0">
                <a:solidFill>
                  <a:srgbClr val="742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add-data-source</a:t>
            </a:r>
            <a:endParaRPr lang="en-US" sz="14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8" name="Step Run locally"/>
          <p:cNvSpPr/>
          <p:nvPr/>
        </p:nvSpPr>
        <p:spPr>
          <a:xfrm>
            <a:off x="7303008" y="1767840"/>
            <a:ext cx="1975104" cy="2682240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9" name="Badge 4"/>
          <p:cNvSpPr/>
          <p:nvPr/>
        </p:nvSpPr>
        <p:spPr>
          <a:xfrm>
            <a:off x="7924800" y="20116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79248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667" b="1" dirty="0">
                <a:solidFill>
                  <a:srgbClr val="FFFFFF"/>
                </a:solidFill>
                <a:latin typeface="Calibri"/>
              </a:rPr>
              <a:t>4</a:t>
            </a:r>
            <a:endParaRPr lang="en-US" sz="26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7424928" y="2926080"/>
            <a:ext cx="173126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133" b="1" dirty="0">
                <a:solidFill>
                  <a:srgbClr val="0D1117"/>
                </a:solidFill>
                <a:latin typeface="Calibri"/>
              </a:rPr>
              <a:t>Run locally</a:t>
            </a:r>
            <a:endParaRPr lang="en-US" sz="2133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424928" y="3657600"/>
            <a:ext cx="173126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467" dirty="0">
                <a:solidFill>
                  <a:srgbClr val="742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 code run</a:t>
            </a:r>
            <a:endParaRPr lang="en-US" sz="14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3" name="Step Deploy"/>
          <p:cNvSpPr/>
          <p:nvPr/>
        </p:nvSpPr>
        <p:spPr>
          <a:xfrm>
            <a:off x="9497568" y="1767840"/>
            <a:ext cx="1975104" cy="2682240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4" name="Badge 5"/>
          <p:cNvSpPr/>
          <p:nvPr/>
        </p:nvSpPr>
        <p:spPr>
          <a:xfrm>
            <a:off x="10119360" y="20116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011936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667" b="1" dirty="0">
                <a:solidFill>
                  <a:srgbClr val="FFFFFF"/>
                </a:solidFill>
                <a:latin typeface="Calibri"/>
              </a:rPr>
              <a:t>5</a:t>
            </a:r>
            <a:endParaRPr lang="en-US" sz="26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9619488" y="2926080"/>
            <a:ext cx="173126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133" b="1" dirty="0">
                <a:solidFill>
                  <a:srgbClr val="0D1117"/>
                </a:solidFill>
                <a:latin typeface="Calibri"/>
              </a:rPr>
              <a:t>Deploy</a:t>
            </a:r>
            <a:endParaRPr lang="en-US" sz="2133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9619488" y="3657600"/>
            <a:ext cx="173126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467" dirty="0">
                <a:solidFill>
                  <a:srgbClr val="742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 code push</a:t>
            </a:r>
            <a:endParaRPr lang="en-US" sz="14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8" name="Callout"/>
          <p:cNvSpPr/>
          <p:nvPr/>
        </p:nvSpPr>
        <p:spPr>
          <a:xfrm>
            <a:off x="719328" y="4815840"/>
            <a:ext cx="10753344" cy="1036320"/>
          </a:xfrm>
          <a:prstGeom prst="roundRect">
            <a:avLst>
              <a:gd name="adj" fmla="val 11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1036320" y="4815840"/>
            <a:ext cx="1011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B146C2"/>
                </a:solidFill>
                <a:latin typeface="Calibri"/>
              </a:rPr>
              <a:t>Copilot assists at every step: </a:t>
            </a:r>
            <a:r>
              <a:rPr lang="en-US" sz="1867" dirty="0">
                <a:solidFill>
                  <a:srgbClr val="FFFFFF"/>
                </a:solidFill>
                <a:latin typeface="Calibri"/>
              </a:rPr>
              <a:t>scaffolding, wiring connectors, fixing build errors, and writing the deploy scripts.</a:t>
            </a:r>
            <a:endParaRPr lang="en-US" sz="1867" dirty="0">
              <a:solidFill>
                <a:srgbClr val="0D111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09600" y="4267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Pair programming with Copilot</a:t>
            </a:r>
          </a:p>
        </p:txBody>
      </p:sp>
      <p:sp>
        <p:nvSpPr>
          <p:cNvPr id="3" name="Badge 1"/>
          <p:cNvSpPr/>
          <p:nvPr/>
        </p:nvSpPr>
        <p:spPr>
          <a:xfrm>
            <a:off x="609600" y="1828800"/>
            <a:ext cx="670560" cy="670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09600" y="1828800"/>
            <a:ext cx="670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/>
              </a:rPr>
              <a:t>1</a:t>
            </a:r>
            <a:endParaRPr lang="en-US" sz="2400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524000" y="1767840"/>
            <a:ext cx="5242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400" b="1" dirty="0">
                <a:solidFill>
                  <a:srgbClr val="0D1117"/>
                </a:solidFill>
                <a:latin typeface="Calibri"/>
              </a:rPr>
              <a:t>Write requirements.md first</a:t>
            </a:r>
            <a:endParaRPr lang="en-US" sz="2400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524000" y="2255520"/>
            <a:ext cx="5242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867" dirty="0">
                <a:solidFill>
                  <a:srgbClr val="0D1117"/>
                </a:solidFill>
                <a:latin typeface="Calibri"/>
              </a:rPr>
              <a:t>Have Copilot draft user stories and a roadmap, then edit them yourself.</a:t>
            </a:r>
          </a:p>
        </p:txBody>
      </p:sp>
      <p:sp>
        <p:nvSpPr>
          <p:cNvPr id="7" name="Badge 2"/>
          <p:cNvSpPr/>
          <p:nvPr/>
        </p:nvSpPr>
        <p:spPr>
          <a:xfrm>
            <a:off x="609600" y="3169920"/>
            <a:ext cx="670560" cy="670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09600" y="3169920"/>
            <a:ext cx="670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/>
              </a:rPr>
              <a:t>2</a:t>
            </a:r>
            <a:endParaRPr lang="en-US" sz="2400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524000" y="3108960"/>
            <a:ext cx="5242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400" b="1" dirty="0">
                <a:solidFill>
                  <a:srgbClr val="0D1117"/>
                </a:solidFill>
                <a:latin typeface="Calibri"/>
              </a:rPr>
              <a:t>Add custom instructions</a:t>
            </a:r>
            <a:endParaRPr lang="en-US" sz="2400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524000" y="3596640"/>
            <a:ext cx="5242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867" dirty="0">
                <a:solidFill>
                  <a:srgbClr val="0D1117"/>
                </a:solidFill>
                <a:latin typeface="Calibri"/>
              </a:rPr>
              <a:t>Capture stack, naming and data rules in copilot-instructions.md.</a:t>
            </a:r>
          </a:p>
        </p:txBody>
      </p:sp>
      <p:sp>
        <p:nvSpPr>
          <p:cNvPr id="11" name="Badge 3"/>
          <p:cNvSpPr/>
          <p:nvPr/>
        </p:nvSpPr>
        <p:spPr>
          <a:xfrm>
            <a:off x="609600" y="4511040"/>
            <a:ext cx="670560" cy="670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09600" y="4511040"/>
            <a:ext cx="670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/>
              </a:rPr>
              <a:t>3</a:t>
            </a:r>
            <a:endParaRPr lang="en-US" sz="2400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524000" y="4450080"/>
            <a:ext cx="5242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400" b="1" dirty="0">
                <a:solidFill>
                  <a:srgbClr val="0D1117"/>
                </a:solidFill>
                <a:latin typeface="Calibri"/>
              </a:rPr>
              <a:t>Prompt in Agent mode</a:t>
            </a:r>
            <a:endParaRPr lang="en-US" sz="2400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524000" y="4937760"/>
            <a:ext cx="5242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867" dirty="0">
                <a:solidFill>
                  <a:srgbClr val="0D1117"/>
                </a:solidFill>
                <a:latin typeface="Calibri"/>
              </a:rPr>
              <a:t>Build feature by feature, reviewing each diff before moving on.</a:t>
            </a:r>
          </a:p>
        </p:txBody>
      </p:sp>
      <p:sp>
        <p:nvSpPr>
          <p:cNvPr id="15" name="Mock to live panel"/>
          <p:cNvSpPr/>
          <p:nvPr/>
        </p:nvSpPr>
        <p:spPr>
          <a:xfrm>
            <a:off x="7315200" y="1706880"/>
            <a:ext cx="4267200" cy="4023360"/>
          </a:xfrm>
          <a:prstGeom prst="roundRect">
            <a:avLst>
              <a:gd name="adj" fmla="val 303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620000" y="1889760"/>
            <a:ext cx="36576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133" b="1" dirty="0">
                <a:solidFill>
                  <a:srgbClr val="FFFFFF"/>
                </a:solidFill>
                <a:latin typeface="Calibri"/>
              </a:rPr>
              <a:t>Mock first, then go live</a:t>
            </a:r>
            <a:endParaRPr lang="en-US" sz="2133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7" name="Flow Mock services"/>
          <p:cNvSpPr/>
          <p:nvPr/>
        </p:nvSpPr>
        <p:spPr>
          <a:xfrm>
            <a:off x="7620000" y="2560320"/>
            <a:ext cx="3657600" cy="67056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620000" y="2560320"/>
            <a:ext cx="36576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/>
              </a:rPr>
              <a:t>Mock services</a:t>
            </a:r>
            <a:endParaRPr lang="en-US" sz="18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7620000" y="3230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600" dirty="0">
                <a:solidFill>
                  <a:srgbClr val="B146C2"/>
                </a:solidFill>
                <a:latin typeface="Calibri"/>
              </a:rPr>
              <a:t>▼</a:t>
            </a:r>
            <a:endParaRPr lang="en-US" sz="1600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0" name="Flow Service factory"/>
          <p:cNvSpPr/>
          <p:nvPr/>
        </p:nvSpPr>
        <p:spPr>
          <a:xfrm>
            <a:off x="7620000" y="3596640"/>
            <a:ext cx="3657600" cy="67056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7620000" y="3596640"/>
            <a:ext cx="36576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/>
              </a:rPr>
              <a:t>Service factory</a:t>
            </a:r>
            <a:endParaRPr lang="en-US" sz="18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620000" y="426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600" dirty="0">
                <a:solidFill>
                  <a:srgbClr val="B146C2"/>
                </a:solidFill>
                <a:latin typeface="Calibri"/>
              </a:rPr>
              <a:t>▼</a:t>
            </a:r>
            <a:endParaRPr lang="en-US" sz="1600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3" name="Flow Live CRUD on real data"/>
          <p:cNvSpPr/>
          <p:nvPr/>
        </p:nvSpPr>
        <p:spPr>
          <a:xfrm>
            <a:off x="7620000" y="4632960"/>
            <a:ext cx="3657600" cy="67056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7620000" y="4632960"/>
            <a:ext cx="36576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/>
              </a:rPr>
              <a:t>Live CRUD on real data</a:t>
            </a:r>
            <a:endParaRPr lang="en-US" sz="1867" dirty="0">
              <a:solidFill>
                <a:srgbClr val="0D111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7427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 with GitHub Copilot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490"/>
            <a:ext cx="91567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B134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 VS Code, Copilot acts as your AI pair programmer.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12800" y="2245320"/>
            <a:ext cx="3386634" cy="1366490"/>
          </a:xfrm>
          <a:prstGeom prst="roundRect">
            <a:avLst>
              <a:gd name="adj" fmla="val 7435"/>
            </a:avLst>
          </a:prstGeom>
          <a:solidFill>
            <a:srgbClr val="FFFF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12800" y="2245320"/>
            <a:ext cx="3386634" cy="1366490"/>
          </a:xfrm>
          <a:custGeom>
            <a:avLst/>
            <a:gdLst/>
            <a:ahLst/>
            <a:cxnLst/>
            <a:rect l="l" t="t" r="r" b="b"/>
            <a:pathLst>
              <a:path w="3386634" h="136649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3285034" y="0"/>
                </a:lnTo>
                <a:arcTo wR="101600" hR="101600" stAng="16200000" swAng="5400000"/>
                <a:lnTo>
                  <a:pt x="3386634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B146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66800" y="2550120"/>
            <a:ext cx="296499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4277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1. Write a comment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66800" y="2824411"/>
            <a:ext cx="296499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1B134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 what the code should do.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02634" y="2245320"/>
            <a:ext cx="3386683" cy="1366490"/>
          </a:xfrm>
          <a:prstGeom prst="roundRect">
            <a:avLst>
              <a:gd name="adj" fmla="val 7435"/>
            </a:avLst>
          </a:prstGeom>
          <a:solidFill>
            <a:srgbClr val="FFFF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02634" y="2245320"/>
            <a:ext cx="3386683" cy="1366490"/>
          </a:xfrm>
          <a:custGeom>
            <a:avLst/>
            <a:gdLst/>
            <a:ahLst/>
            <a:cxnLst/>
            <a:rect l="l" t="t" r="r" b="b"/>
            <a:pathLst>
              <a:path w="3386683" h="136649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3285083" y="0"/>
                </a:lnTo>
                <a:arcTo wR="101600" hR="101600" stAng="16200000" swAng="5400000"/>
                <a:lnTo>
                  <a:pt x="3386683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B146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656634" y="2550120"/>
            <a:ext cx="296504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4277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2. Copilot suggests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56634" y="2824411"/>
            <a:ext cx="296504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1B134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Code is suggested based on your comments.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992517" y="2245320"/>
            <a:ext cx="3386683" cy="1366490"/>
          </a:xfrm>
          <a:prstGeom prst="roundRect">
            <a:avLst>
              <a:gd name="adj" fmla="val 7435"/>
            </a:avLst>
          </a:prstGeom>
          <a:solidFill>
            <a:srgbClr val="FFFF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992517" y="2245320"/>
            <a:ext cx="3386683" cy="1366490"/>
          </a:xfrm>
          <a:custGeom>
            <a:avLst/>
            <a:gdLst/>
            <a:ahLst/>
            <a:cxnLst/>
            <a:rect l="l" t="t" r="r" b="b"/>
            <a:pathLst>
              <a:path w="3386683" h="136649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3285083" y="0"/>
                </a:lnTo>
                <a:arcTo wR="101600" hR="101600" stAng="16200000" swAng="5400000"/>
                <a:lnTo>
                  <a:pt x="3386683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B146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46517" y="2550120"/>
            <a:ext cx="296504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4277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3. Review and iterate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46517" y="2824411"/>
            <a:ext cx="296504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1B134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Refine until the app behaves as intended.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74277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09600" y="4267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Copilot drafts. You decide.</a:t>
            </a:r>
          </a:p>
        </p:txBody>
      </p:sp>
      <p:sp>
        <p:nvSpPr>
          <p:cNvPr id="3" name="Column Let Copilot handle"/>
          <p:cNvSpPr/>
          <p:nvPr/>
        </p:nvSpPr>
        <p:spPr>
          <a:xfrm>
            <a:off x="609600" y="1706880"/>
            <a:ext cx="5364480" cy="390144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4" name="Pill Let Copilot handle"/>
          <p:cNvSpPr/>
          <p:nvPr/>
        </p:nvSpPr>
        <p:spPr>
          <a:xfrm>
            <a:off x="975360" y="2011680"/>
            <a:ext cx="3169920" cy="548640"/>
          </a:xfrm>
          <a:prstGeom prst="roundRect">
            <a:avLst>
              <a:gd name="adj" fmla="val 4888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975360" y="2011680"/>
            <a:ext cx="316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/>
              </a:rPr>
              <a:t>Let Copilot handle</a:t>
            </a:r>
            <a:endParaRPr lang="en-US" sz="18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75360" y="2804160"/>
            <a:ext cx="4632960" cy="280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189" indent="-457189" defTabSz="1219170">
              <a:spcAft>
                <a:spcPts val="1067"/>
              </a:spcAft>
              <a:buSzPct val="100000"/>
              <a:buFontTx/>
              <a:buChar char="•"/>
            </a:pPr>
            <a:r>
              <a:rPr lang="en-US" sz="2133" dirty="0">
                <a:solidFill>
                  <a:srgbClr val="0D1117"/>
                </a:solidFill>
                <a:latin typeface="Calibri"/>
              </a:rPr>
              <a:t>UI components and layout</a:t>
            </a:r>
          </a:p>
          <a:p>
            <a:pPr marL="457189" indent="-457189" defTabSz="1219170">
              <a:spcAft>
                <a:spcPts val="1067"/>
              </a:spcAft>
              <a:buSzPct val="100000"/>
              <a:buFontTx/>
              <a:buChar char="•"/>
            </a:pPr>
            <a:r>
              <a:rPr lang="en-US" sz="2133" dirty="0">
                <a:solidFill>
                  <a:srgbClr val="0D1117"/>
                </a:solidFill>
                <a:latin typeface="Calibri"/>
              </a:rPr>
              <a:t>Typed service and proxy classes</a:t>
            </a:r>
          </a:p>
          <a:p>
            <a:pPr marL="457189" indent="-457189" defTabSz="1219170">
              <a:spcAft>
                <a:spcPts val="1067"/>
              </a:spcAft>
              <a:buSzPct val="100000"/>
              <a:buFontTx/>
              <a:buChar char="•"/>
            </a:pPr>
            <a:r>
              <a:rPr lang="en-US" sz="2133" dirty="0">
                <a:solidFill>
                  <a:srgbClr val="0D1117"/>
                </a:solidFill>
                <a:latin typeface="Calibri"/>
              </a:rPr>
              <a:t>Mock data and CRUD wiring</a:t>
            </a:r>
          </a:p>
          <a:p>
            <a:pPr marL="457189" indent="-457189" defTabSz="1219170">
              <a:spcAft>
                <a:spcPts val="1067"/>
              </a:spcAft>
              <a:buSzPct val="100000"/>
              <a:buFontTx/>
              <a:buChar char="•"/>
            </a:pPr>
            <a:r>
              <a:rPr lang="en-US" sz="2133" dirty="0">
                <a:solidFill>
                  <a:srgbClr val="0D1117"/>
                </a:solidFill>
                <a:latin typeface="Calibri"/>
              </a:rPr>
              <a:t>Tests and documentation drafts</a:t>
            </a:r>
          </a:p>
        </p:txBody>
      </p:sp>
      <p:sp>
        <p:nvSpPr>
          <p:cNvPr id="7" name="Column You still own"/>
          <p:cNvSpPr/>
          <p:nvPr/>
        </p:nvSpPr>
        <p:spPr>
          <a:xfrm>
            <a:off x="6217920" y="1706880"/>
            <a:ext cx="5364480" cy="390144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8" name="Pill You still own"/>
          <p:cNvSpPr/>
          <p:nvPr/>
        </p:nvSpPr>
        <p:spPr>
          <a:xfrm>
            <a:off x="6583680" y="2011680"/>
            <a:ext cx="3169920" cy="54864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583680" y="2011680"/>
            <a:ext cx="316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/>
              </a:rPr>
              <a:t>You still own</a:t>
            </a:r>
            <a:endParaRPr lang="en-US" sz="1867" dirty="0">
              <a:solidFill>
                <a:srgbClr val="0D1117"/>
              </a:solidFill>
              <a:latin typeface="Calibri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583680" y="2804160"/>
            <a:ext cx="4632960" cy="280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189" indent="-457189" defTabSz="1219170">
              <a:spcAft>
                <a:spcPts val="1067"/>
              </a:spcAft>
              <a:buSzPct val="100000"/>
              <a:buFontTx/>
              <a:buChar char="•"/>
            </a:pPr>
            <a:r>
              <a:rPr lang="en-US" sz="2133" dirty="0">
                <a:solidFill>
                  <a:srgbClr val="0D1117"/>
                </a:solidFill>
                <a:latin typeface="Calibri"/>
              </a:rPr>
              <a:t>Reviewing TypeScript and data logic</a:t>
            </a:r>
          </a:p>
          <a:p>
            <a:pPr marL="457189" indent="-457189" defTabSz="1219170">
              <a:spcAft>
                <a:spcPts val="1067"/>
              </a:spcAft>
              <a:buSzPct val="100000"/>
              <a:buFontTx/>
              <a:buChar char="•"/>
            </a:pPr>
            <a:r>
              <a:rPr lang="en-US" sz="2133" dirty="0">
                <a:solidFill>
                  <a:srgbClr val="0D1117"/>
                </a:solidFill>
                <a:latin typeface="Calibri"/>
              </a:rPr>
              <a:t>Security, permissions and DLP</a:t>
            </a:r>
          </a:p>
          <a:p>
            <a:pPr marL="457189" indent="-457189" defTabSz="1219170">
              <a:spcAft>
                <a:spcPts val="1067"/>
              </a:spcAft>
              <a:buSzPct val="100000"/>
              <a:buFontTx/>
              <a:buChar char="•"/>
            </a:pPr>
            <a:r>
              <a:rPr lang="en-US" sz="2133" dirty="0">
                <a:solidFill>
                  <a:srgbClr val="0D1117"/>
                </a:solidFill>
                <a:latin typeface="Calibri"/>
              </a:rPr>
              <a:t>Environments and solution deployment</a:t>
            </a:r>
          </a:p>
          <a:p>
            <a:pPr marL="457189" indent="-457189" defTabSz="1219170">
              <a:spcAft>
                <a:spcPts val="1067"/>
              </a:spcAft>
              <a:buSzPct val="100000"/>
              <a:buFontTx/>
              <a:buChar char="•"/>
            </a:pPr>
            <a:r>
              <a:rPr lang="en-US" sz="2133" dirty="0">
                <a:solidFill>
                  <a:srgbClr val="0D1117"/>
                </a:solidFill>
                <a:latin typeface="Calibri"/>
              </a:rPr>
              <a:t>Requirements and acceptance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32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992668-7A9A-370F-4ECF-18BE5AC88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E6B8BD6-14DF-EBE3-5783-F8A07AB7A8A4}"/>
              </a:ext>
            </a:extLst>
          </p:cNvPr>
          <p:cNvSpPr/>
          <p:nvPr/>
        </p:nvSpPr>
        <p:spPr>
          <a:xfrm>
            <a:off x="812800" y="165487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4B942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POWER PLATFORM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694685-2EF7-559F-F373-D3B36BED9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2157760"/>
            <a:ext cx="10883392" cy="1785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930"/>
              </a:lnSpc>
            </a:pPr>
            <a:r>
              <a:rPr lang="en-US" sz="6600" b="1" i="0" dirty="0">
                <a:solidFill>
                  <a:srgbClr val="F4F1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Demo</a:t>
            </a:r>
            <a:endParaRPr lang="en-US" sz="6600" b="1" dirty="0">
              <a:solidFill>
                <a:srgbClr val="F4F1FA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1A960AC-5C9E-961B-4109-65E520747BB9}"/>
              </a:ext>
            </a:extLst>
          </p:cNvPr>
          <p:cNvSpPr/>
          <p:nvPr/>
        </p:nvSpPr>
        <p:spPr>
          <a:xfrm>
            <a:off x="812800" y="3156601"/>
            <a:ext cx="889000" cy="50800"/>
          </a:xfrm>
          <a:prstGeom prst="roundRect">
            <a:avLst>
              <a:gd name="adj" fmla="val 50000"/>
            </a:avLst>
          </a:prstGeom>
          <a:solidFill>
            <a:srgbClr val="B794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395D166-CCB6-2C73-6784-07CC539C9227}"/>
              </a:ext>
            </a:extLst>
          </p:cNvPr>
          <p:cNvSpPr/>
          <p:nvPr/>
        </p:nvSpPr>
        <p:spPr>
          <a:xfrm>
            <a:off x="812799" y="3442939"/>
            <a:ext cx="10626659" cy="1785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lnSpc>
                <a:spcPts val="2860"/>
              </a:lnSpc>
              <a:defRPr/>
            </a:pPr>
            <a:r>
              <a:rPr lang="en-US" sz="2200" dirty="0">
                <a:solidFill>
                  <a:srgbClr val="B9B2D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H1. Healthcare: generate and review a patient-intake component</a:t>
            </a:r>
          </a:p>
          <a:p>
            <a:pPr lvl="0">
              <a:lnSpc>
                <a:spcPts val="2860"/>
              </a:lnSpc>
              <a:defRPr/>
            </a:pPr>
            <a:r>
              <a:rPr lang="en-US" sz="2200" dirty="0">
                <a:solidFill>
                  <a:srgbClr val="B9B2D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H2. Supply Chain: generate shipment-validation logic and unit tests</a:t>
            </a:r>
          </a:p>
          <a:p>
            <a:pPr lvl="0">
              <a:lnSpc>
                <a:spcPts val="2860"/>
              </a:lnSpc>
              <a:defRPr/>
            </a:pPr>
            <a:r>
              <a:rPr lang="en-US" sz="2200" dirty="0">
                <a:solidFill>
                  <a:srgbClr val="B9B2D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H3. Banking: refactor and document a KYC module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E1736"/>
              </a:solidFill>
              <a:effectLst/>
              <a:uLnTx/>
              <a:uFillTx/>
              <a:latin typeface="DM Sans"/>
              <a:ea typeface="+mn-ea"/>
              <a:cs typeface="+mn-cs"/>
            </a:endParaRPr>
          </a:p>
        </p:txBody>
      </p:sp>
      <p:pic>
        <p:nvPicPr>
          <p:cNvPr id="6" name="Image 0" descr="Code">
            <a:extLst>
              <a:ext uri="{FF2B5EF4-FFF2-40B4-BE49-F238E27FC236}">
                <a16:creationId xmlns:a16="http://schemas.microsoft.com/office/drawing/2014/main" id="{BFEBC7F3-AB59-7890-DA55-1978C6368B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63200" y="812800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66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8AC67-E814-EAAD-C01A-41CE5EB34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Closing slide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24F4DE7-C129-72C8-6B68-3FB890D46E64}"/>
              </a:ext>
            </a:extLst>
          </p:cNvPr>
          <p:cNvSpPr txBox="1">
            <a:spLocks/>
          </p:cNvSpPr>
          <p:nvPr/>
        </p:nvSpPr>
        <p:spPr>
          <a:xfrm>
            <a:off x="584200" y="2976187"/>
            <a:ext cx="5325533" cy="557589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50" baseline="0">
                <a:solidFill>
                  <a:schemeClr val="tx1"/>
                </a:solidFill>
                <a:latin typeface="+mj-lt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65558606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ower Apps Code Apps Quickstart">
  <a:themeElements>
    <a:clrScheme name="Power Apps Code Apps Quickstart">
      <a:dk1>
        <a:srgbClr val="1E1736"/>
      </a:dk1>
      <a:lt1>
        <a:srgbClr val="F6F4FA"/>
      </a:lt1>
      <a:dk2>
        <a:srgbClr val="544E67"/>
      </a:dk2>
      <a:lt2>
        <a:srgbClr val="E0DEE6"/>
      </a:lt2>
      <a:accent1>
        <a:srgbClr val="6B2FD6"/>
      </a:accent1>
      <a:accent2>
        <a:srgbClr val="F4B942"/>
      </a:accent2>
      <a:accent3>
        <a:srgbClr val="2A2250"/>
      </a:accent3>
      <a:accent4>
        <a:srgbClr val="5A2FAE"/>
      </a:accent4>
      <a:accent5>
        <a:srgbClr val="D9CCF5"/>
      </a:accent5>
      <a:accent6>
        <a:srgbClr val="B794F6"/>
      </a:accent6>
      <a:hlink>
        <a:srgbClr val="0563C1"/>
      </a:hlink>
      <a:folHlink>
        <a:srgbClr val="954F72"/>
      </a:folHlink>
    </a:clrScheme>
    <a:fontScheme name="Power Apps Code Apps Quickstart">
      <a:majorFont>
        <a:latin typeface="DM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Vibe Coding with GitHub Copilot for Power Apps Code Apps">
  <a:themeElements>
    <a:clrScheme name="Vibe Coding with GitHub Copilot for Power Apps Code Apps">
      <a:dk1>
        <a:srgbClr val="742774"/>
      </a:dk1>
      <a:lt1>
        <a:srgbClr val="F4F1FA"/>
      </a:lt1>
      <a:dk2>
        <a:srgbClr val="945A96"/>
      </a:dk2>
      <a:lt2>
        <a:srgbClr val="E7DDED"/>
      </a:lt2>
      <a:accent1>
        <a:srgbClr val="1B1340"/>
      </a:accent1>
      <a:accent2>
        <a:srgbClr val="E58BFF"/>
      </a:accent2>
      <a:accent3>
        <a:srgbClr val="C98BE0"/>
      </a:accent3>
      <a:accent4>
        <a:srgbClr val="2A52B8"/>
      </a:accent4>
      <a:accent5>
        <a:srgbClr val="D9D3EE"/>
      </a:accent5>
      <a:accent6>
        <a:srgbClr val="9AA0A6"/>
      </a:accent6>
      <a:hlink>
        <a:srgbClr val="0563C1"/>
      </a:hlink>
      <a:folHlink>
        <a:srgbClr val="954F72"/>
      </a:folHlink>
    </a:clrScheme>
    <a:fontScheme name="Vibe Coding with GitHub Copilot for Power Apps Code Apps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odeApps">
  <a:themeElements>
    <a:clrScheme name="CodeApps">
      <a:dk1>
        <a:srgbClr val="0D1117"/>
      </a:dk1>
      <a:lt1>
        <a:srgbClr val="FFFFFF"/>
      </a:lt1>
      <a:dk2>
        <a:srgbClr val="4B1A57"/>
      </a:dk2>
      <a:lt2>
        <a:srgbClr val="F5EFF7"/>
      </a:lt2>
      <a:accent1>
        <a:srgbClr val="742774"/>
      </a:accent1>
      <a:accent2>
        <a:srgbClr val="B146C2"/>
      </a:accent2>
      <a:accent3>
        <a:srgbClr val="2DA44E"/>
      </a:accent3>
      <a:accent4>
        <a:srgbClr val="0969DA"/>
      </a:accent4>
      <a:accent5>
        <a:srgbClr val="F0883E"/>
      </a:accent5>
      <a:accent6>
        <a:srgbClr val="8B949E"/>
      </a:accent6>
      <a:hlink>
        <a:srgbClr val="0969DA"/>
      </a:hlink>
      <a:folHlink>
        <a:srgbClr val="742774"/>
      </a:folHlink>
    </a:clrScheme>
    <a:fontScheme name="CodeApp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1081</TotalTime>
  <Words>694</Words>
  <Application>Microsoft Office PowerPoint</Application>
  <PresentationFormat>Widescreen</PresentationFormat>
  <Paragraphs>105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12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Courier New</vt:lpstr>
      <vt:lpstr>DM Sans</vt:lpstr>
      <vt:lpstr>JetBrains Mono</vt:lpstr>
      <vt:lpstr>Segoe UI</vt:lpstr>
      <vt:lpstr>Office Theme</vt:lpstr>
      <vt:lpstr>Power Apps Code Apps Quickstart</vt:lpstr>
      <vt:lpstr>Vibe Coding with GitHub Copilot for Power Apps Code Apps</vt:lpstr>
      <vt:lpstr>CodeApps</vt:lpstr>
      <vt:lpstr>Enterprise Apps &amp; Agents </vt:lpstr>
      <vt:lpstr>Add data and flows</vt:lpstr>
      <vt:lpstr>Tips and resources</vt:lpstr>
      <vt:lpstr>Vibe Coding with GitHub Copilot</vt:lpstr>
      <vt:lpstr>What is vibe coding?</vt:lpstr>
      <vt:lpstr>Why it suits Code Apps</vt:lpstr>
      <vt:lpstr>From empty folder to live app in 5 steps</vt:lpstr>
      <vt:lpstr>Pair programming with Copilot</vt:lpstr>
      <vt:lpstr>How it works with GitHub Copilot</vt:lpstr>
      <vt:lpstr>Copilot drafts. You decide.</vt:lpstr>
      <vt:lpstr>Demo</vt:lpstr>
      <vt:lpstr>Closing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Jenkins NS</dc:creator>
  <cp:lastModifiedBy>Jenkins NS</cp:lastModifiedBy>
  <cp:revision>1</cp:revision>
  <dcterms:created xsi:type="dcterms:W3CDTF">2026-05-23T19:27:32Z</dcterms:created>
  <dcterms:modified xsi:type="dcterms:W3CDTF">2026-10-22T21:19:36Z</dcterms:modified>
</cp:coreProperties>
</file>