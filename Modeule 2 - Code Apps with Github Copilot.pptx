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0" r:id="rId2"/>
    <p:sldMasterId id="2147483684" r:id="rId3"/>
    <p:sldMasterId id="2147483687" r:id="rId4"/>
    <p:sldMasterId id="2147483691" r:id="rId5"/>
  </p:sldMasterIdLst>
  <p:notesMasterIdLst>
    <p:notesMasterId r:id="rId22"/>
  </p:notesMasterIdLst>
  <p:sldIdLst>
    <p:sldId id="2147479557" r:id="rId6"/>
    <p:sldId id="263" r:id="rId7"/>
    <p:sldId id="264" r:id="rId8"/>
    <p:sldId id="2147479588" r:id="rId9"/>
    <p:sldId id="2147479589" r:id="rId10"/>
    <p:sldId id="2147479590" r:id="rId11"/>
    <p:sldId id="258" r:id="rId12"/>
    <p:sldId id="259" r:id="rId13"/>
    <p:sldId id="2147479591" r:id="rId14"/>
    <p:sldId id="260" r:id="rId15"/>
    <p:sldId id="2147479598" r:id="rId16"/>
    <p:sldId id="2147479599" r:id="rId17"/>
    <p:sldId id="2147479600" r:id="rId18"/>
    <p:sldId id="2147479601" r:id="rId19"/>
    <p:sldId id="261" r:id="rId20"/>
    <p:sldId id="214253348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7132B"/>
    <a:srgbClr val="1B1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8680DD-FFF5-4D2B-B065-F48D10CC8C0D}" v="14" dt="2026-10-27T18:17:51.256"/>
  </p1510:revLst>
</p1510:revInfo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79126" autoAdjust="0"/>
  </p:normalViewPr>
  <p:slideViewPr>
    <p:cSldViewPr snapToGrid="0">
      <p:cViewPr varScale="1">
        <p:scale>
          <a:sx n="76" d="100"/>
          <a:sy n="76" d="100"/>
        </p:scale>
        <p:origin x="627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2694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kins NS" userId="8bdba4d2-1367-40cf-ad35-f59b31261896" providerId="ADAL" clId="{9DF06EC0-6773-4754-B5CF-3A86373E55DF}"/>
    <pc:docChg chg="undo custSel addSld delSld modSld sldOrd modMainMaster">
      <pc:chgData name="Jenkins NS" userId="8bdba4d2-1367-40cf-ad35-f59b31261896" providerId="ADAL" clId="{9DF06EC0-6773-4754-B5CF-3A86373E55DF}" dt="2026-10-22T17:16:18.362" v="499" actId="20577"/>
      <pc:docMkLst>
        <pc:docMk/>
      </pc:docMkLst>
      <pc:sldChg chg="modSp add del mod">
        <pc:chgData name="Jenkins NS" userId="8bdba4d2-1367-40cf-ad35-f59b31261896" providerId="ADAL" clId="{9DF06EC0-6773-4754-B5CF-3A86373E55DF}" dt="2026-10-21T19:54:46.195" v="300"/>
        <pc:sldMkLst>
          <pc:docMk/>
          <pc:sldMk cId="0" sldId="256"/>
        </pc:sldMkLst>
      </pc:sldChg>
      <pc:sldChg chg="modSp add mod">
        <pc:chgData name="Jenkins NS" userId="8bdba4d2-1367-40cf-ad35-f59b31261896" providerId="ADAL" clId="{9DF06EC0-6773-4754-B5CF-3A86373E55DF}" dt="2026-10-21T19:44:54.496" v="293" actId="123"/>
        <pc:sldMkLst>
          <pc:docMk/>
          <pc:sldMk cId="0" sldId="257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58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59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0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1"/>
        </pc:sldMkLst>
      </pc:sldChg>
      <pc:sldChg chg="add">
        <pc:chgData name="Jenkins NS" userId="8bdba4d2-1367-40cf-ad35-f59b31261896" providerId="ADAL" clId="{9DF06EC0-6773-4754-B5CF-3A86373E55DF}" dt="2026-10-21T19:44:09.197" v="292"/>
        <pc:sldMkLst>
          <pc:docMk/>
          <pc:sldMk cId="0" sldId="262"/>
        </pc:sldMkLst>
      </pc:sldChg>
      <pc:sldChg chg="delSp modSp add del mod setBg">
        <pc:chgData name="Jenkins NS" userId="8bdba4d2-1367-40cf-ad35-f59b31261896" providerId="ADAL" clId="{9DF06EC0-6773-4754-B5CF-3A86373E55DF}" dt="2026-10-21T20:11:07.284" v="355" actId="478"/>
        <pc:sldMkLst>
          <pc:docMk/>
          <pc:sldMk cId="0" sldId="263"/>
        </pc:sldMkLst>
      </pc:sldChg>
      <pc:sldChg chg="delSp modSp add del mod setBg">
        <pc:chgData name="Jenkins NS" userId="8bdba4d2-1367-40cf-ad35-f59b31261896" providerId="ADAL" clId="{9DF06EC0-6773-4754-B5CF-3A86373E55DF}" dt="2026-10-21T20:11:34.235" v="359"/>
        <pc:sldMkLst>
          <pc:docMk/>
          <pc:sldMk cId="0" sldId="264"/>
        </pc:sldMkLst>
      </pc:sldChg>
      <pc:sldChg chg="add del setBg">
        <pc:chgData name="Jenkins NS" userId="8bdba4d2-1367-40cf-ad35-f59b31261896" providerId="ADAL" clId="{9DF06EC0-6773-4754-B5CF-3A86373E55DF}" dt="2026-10-21T22:16:56.748" v="401"/>
        <pc:sldMkLst>
          <pc:docMk/>
          <pc:sldMk cId="0" sldId="265"/>
        </pc:sldMkLst>
      </pc:sldChg>
      <pc:sldChg chg="delSp modSp mod ord">
        <pc:chgData name="Jenkins NS" userId="8bdba4d2-1367-40cf-ad35-f59b31261896" providerId="ADAL" clId="{9DF06EC0-6773-4754-B5CF-3A86373E55DF}" dt="2026-10-21T19:43:22.468" v="290" actId="1076"/>
        <pc:sldMkLst>
          <pc:docMk/>
          <pc:sldMk cId="101198574" sldId="1611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497367714" sldId="2044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3099915628" sldId="2045"/>
        </pc:sldMkLst>
      </pc:sldChg>
      <pc:sldChg chg="add">
        <pc:chgData name="Jenkins NS" userId="8bdba4d2-1367-40cf-ad35-f59b31261896" providerId="ADAL" clId="{9DF06EC0-6773-4754-B5CF-3A86373E55DF}" dt="2026-10-21T22:21:05.484" v="423"/>
        <pc:sldMkLst>
          <pc:docMk/>
          <pc:sldMk cId="1470740852" sldId="2047"/>
        </pc:sldMkLst>
      </pc:sldChg>
      <pc:sldChg chg="modSp add mod">
        <pc:chgData name="Jenkins NS" userId="8bdba4d2-1367-40cf-ad35-f59b31261896" providerId="ADAL" clId="{9DF06EC0-6773-4754-B5CF-3A86373E55DF}" dt="2026-10-21T22:21:20.971" v="430" actId="20577"/>
        <pc:sldMkLst>
          <pc:docMk/>
          <pc:sldMk cId="2010521932" sldId="204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432255962" sldId="4611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54325681" sldId="10819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220853581" sldId="2076136495"/>
        </pc:sldMkLst>
      </pc:sldChg>
      <pc:sldChg chg="add del">
        <pc:chgData name="Jenkins NS" userId="8bdba4d2-1367-40cf-ad35-f59b31261896" providerId="ADAL" clId="{9DF06EC0-6773-4754-B5CF-3A86373E55DF}" dt="2026-10-21T22:20:53.660" v="422"/>
        <pc:sldMkLst>
          <pc:docMk/>
          <pc:sldMk cId="3937804750" sldId="207613649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609509673" sldId="2076137798"/>
        </pc:sldMkLst>
      </pc:sldChg>
      <pc:sldChg chg="modSp add mod">
        <pc:chgData name="Jenkins NS" userId="8bdba4d2-1367-40cf-ad35-f59b31261896" providerId="ADAL" clId="{9DF06EC0-6773-4754-B5CF-3A86373E55DF}" dt="2026-10-21T19:27:40.114" v="38" actId="20577"/>
        <pc:sldMkLst>
          <pc:docMk/>
          <pc:sldMk cId="0" sldId="2142533482"/>
        </pc:sldMkLst>
      </pc:sldChg>
      <pc:sldChg chg="addSp delSp modSp add mod">
        <pc:chgData name="Jenkins NS" userId="8bdba4d2-1367-40cf-ad35-f59b31261896" providerId="ADAL" clId="{9DF06EC0-6773-4754-B5CF-3A86373E55DF}" dt="2026-10-22T17:11:01.115" v="471" actId="20577"/>
        <pc:sldMkLst>
          <pc:docMk/>
          <pc:sldMk cId="4060601304" sldId="2147479557"/>
        </pc:sldMkLst>
        <pc:spChg chg="mod">
          <ac:chgData name="Jenkins NS" userId="8bdba4d2-1367-40cf-ad35-f59b31261896" providerId="ADAL" clId="{9DF06EC0-6773-4754-B5CF-3A86373E55DF}" dt="2026-10-22T17:11:01.115" v="471" actId="20577"/>
          <ac:spMkLst>
            <pc:docMk/>
            <pc:sldMk cId="4060601304" sldId="2147479557"/>
            <ac:spMk id="6" creationId="{A3E08FA2-C73F-A01D-C334-4FAC0DB0C177}"/>
          </ac:spMkLst>
        </pc:spChg>
        <pc:spChg chg="add mod">
          <ac:chgData name="Jenkins NS" userId="8bdba4d2-1367-40cf-ad35-f59b31261896" providerId="ADAL" clId="{9DF06EC0-6773-4754-B5CF-3A86373E55DF}" dt="2026-10-21T20:07:12.837" v="328" actId="14100"/>
          <ac:spMkLst>
            <pc:docMk/>
            <pc:sldMk cId="4060601304" sldId="2147479557"/>
            <ac:spMk id="11" creationId="{14201019-6AD5-8165-776C-55816BE8B289}"/>
          </ac:spMkLst>
        </pc:spChg>
        <pc:spChg chg="add mod">
          <ac:chgData name="Jenkins NS" userId="8bdba4d2-1367-40cf-ad35-f59b31261896" providerId="ADAL" clId="{9DF06EC0-6773-4754-B5CF-3A86373E55DF}" dt="2026-10-22T17:10:48.335" v="468" actId="1076"/>
          <ac:spMkLst>
            <pc:docMk/>
            <pc:sldMk cId="4060601304" sldId="2147479557"/>
            <ac:spMk id="13" creationId="{FBBF71FA-8F76-EC43-39ED-B9EB4ACE33D2}"/>
          </ac:spMkLst>
        </pc:spChg>
        <pc:spChg chg="add mod">
          <ac:chgData name="Jenkins NS" userId="8bdba4d2-1367-40cf-ad35-f59b31261896" providerId="ADAL" clId="{9DF06EC0-6773-4754-B5CF-3A86373E55DF}" dt="2026-10-21T20:07:10.525" v="327" actId="14100"/>
          <ac:spMkLst>
            <pc:docMk/>
            <pc:sldMk cId="4060601304" sldId="2147479557"/>
            <ac:spMk id="14" creationId="{89775C04-67D4-DEBA-335E-62C26F4E3ED8}"/>
          </ac:spMkLst>
        </pc:spChg>
      </pc:sldChg>
      <pc:sldChg chg="delSp modSp add mod">
        <pc:chgData name="Jenkins NS" userId="8bdba4d2-1367-40cf-ad35-f59b31261896" providerId="ADAL" clId="{9DF06EC0-6773-4754-B5CF-3A86373E55DF}" dt="2026-10-21T19:43:29.848" v="291" actId="113"/>
        <pc:sldMkLst>
          <pc:docMk/>
          <pc:sldMk cId="1451565363" sldId="2147479572"/>
        </pc:sldMkLst>
      </pc:sldChg>
      <pc:sldChg chg="add del modNotesTx">
        <pc:chgData name="Jenkins NS" userId="8bdba4d2-1367-40cf-ad35-f59b31261896" providerId="ADAL" clId="{9DF06EC0-6773-4754-B5CF-3A86373E55DF}" dt="2026-10-21T19:57:56.902" v="308" actId="20577"/>
        <pc:sldMkLst>
          <pc:docMk/>
          <pc:sldMk cId="0" sldId="2147479573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4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5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6"/>
        </pc:sldMkLst>
      </pc:sldChg>
      <pc:sldChg chg="add del">
        <pc:chgData name="Jenkins NS" userId="8bdba4d2-1367-40cf-ad35-f59b31261896" providerId="ADAL" clId="{9DF06EC0-6773-4754-B5CF-3A86373E55DF}" dt="2026-10-21T19:55:04.156" v="303"/>
        <pc:sldMkLst>
          <pc:docMk/>
          <pc:sldMk cId="0" sldId="2147479577"/>
        </pc:sldMkLst>
      </pc:sldChg>
      <pc:sldChg chg="add">
        <pc:chgData name="Jenkins NS" userId="8bdba4d2-1367-40cf-ad35-f59b31261896" providerId="ADAL" clId="{9DF06EC0-6773-4754-B5CF-3A86373E55DF}" dt="2026-10-21T19:55:55.468" v="304"/>
        <pc:sldMkLst>
          <pc:docMk/>
          <pc:sldMk cId="0" sldId="2147479578"/>
        </pc:sldMkLst>
      </pc:sldChg>
      <pc:sldChg chg="addSp modSp add del mod setBg">
        <pc:chgData name="Jenkins NS" userId="8bdba4d2-1367-40cf-ad35-f59b31261896" providerId="ADAL" clId="{9DF06EC0-6773-4754-B5CF-3A86373E55DF}" dt="2026-10-21T20:12:56.506" v="377"/>
        <pc:sldMkLst>
          <pc:docMk/>
          <pc:sldMk cId="0" sldId="2147479579"/>
        </pc:sldMkLst>
      </pc:sldChg>
      <pc:sldChg chg="delSp add del mod setBg">
        <pc:chgData name="Jenkins NS" userId="8bdba4d2-1367-40cf-ad35-f59b31261896" providerId="ADAL" clId="{9DF06EC0-6773-4754-B5CF-3A86373E55DF}" dt="2026-10-21T20:10:06.987" v="342" actId="478"/>
        <pc:sldMkLst>
          <pc:docMk/>
          <pc:sldMk cId="0" sldId="2147479580"/>
        </pc:sldMkLst>
      </pc:sldChg>
      <pc:sldChg chg="delSp add del mod setBg">
        <pc:chgData name="Jenkins NS" userId="8bdba4d2-1367-40cf-ad35-f59b31261896" providerId="ADAL" clId="{9DF06EC0-6773-4754-B5CF-3A86373E55DF}" dt="2026-10-21T20:10:14.773" v="344" actId="478"/>
        <pc:sldMkLst>
          <pc:docMk/>
          <pc:sldMk cId="0" sldId="2147479581"/>
        </pc:sldMkLst>
      </pc:sldChg>
      <pc:sldChg chg="delSp add del mod setBg">
        <pc:chgData name="Jenkins NS" userId="8bdba4d2-1367-40cf-ad35-f59b31261896" providerId="ADAL" clId="{9DF06EC0-6773-4754-B5CF-3A86373E55DF}" dt="2026-10-21T20:10:28.364" v="346" actId="478"/>
        <pc:sldMkLst>
          <pc:docMk/>
          <pc:sldMk cId="0" sldId="2147479582"/>
        </pc:sldMkLst>
      </pc:sldChg>
      <pc:sldChg chg="delSp add del mod setBg">
        <pc:chgData name="Jenkins NS" userId="8bdba4d2-1367-40cf-ad35-f59b31261896" providerId="ADAL" clId="{9DF06EC0-6773-4754-B5CF-3A86373E55DF}" dt="2026-10-21T20:10:35.216" v="348" actId="478"/>
        <pc:sldMkLst>
          <pc:docMk/>
          <pc:sldMk cId="0" sldId="2147479583"/>
        </pc:sldMkLst>
      </pc:sldChg>
      <pc:sldChg chg="delSp add del mod setBg">
        <pc:chgData name="Jenkins NS" userId="8bdba4d2-1367-40cf-ad35-f59b31261896" providerId="ADAL" clId="{9DF06EC0-6773-4754-B5CF-3A86373E55DF}" dt="2026-10-21T20:10:43.160" v="350" actId="478"/>
        <pc:sldMkLst>
          <pc:docMk/>
          <pc:sldMk cId="0" sldId="2147479584"/>
        </pc:sldMkLst>
      </pc:sldChg>
      <pc:sldChg chg="delSp add del mod setBg">
        <pc:chgData name="Jenkins NS" userId="8bdba4d2-1367-40cf-ad35-f59b31261896" providerId="ADAL" clId="{9DF06EC0-6773-4754-B5CF-3A86373E55DF}" dt="2026-10-21T20:10:50.318" v="352" actId="478"/>
        <pc:sldMkLst>
          <pc:docMk/>
          <pc:sldMk cId="0" sldId="2147479585"/>
        </pc:sldMkLst>
      </pc:sldChg>
      <pc:sldChg chg="add setBg">
        <pc:chgData name="Jenkins NS" userId="8bdba4d2-1367-40cf-ad35-f59b31261896" providerId="ADAL" clId="{9DF06EC0-6773-4754-B5CF-3A86373E55DF}" dt="2026-10-21T20:18:07.696" v="378"/>
        <pc:sldMkLst>
          <pc:docMk/>
          <pc:sldMk cId="0" sldId="2147479586"/>
        </pc:sldMkLst>
      </pc:sldChg>
      <pc:sldChg chg="add setBg">
        <pc:chgData name="Jenkins NS" userId="8bdba4d2-1367-40cf-ad35-f59b31261896" providerId="ADAL" clId="{9DF06EC0-6773-4754-B5CF-3A86373E55DF}" dt="2026-10-21T20:20:00.238" v="379"/>
        <pc:sldMkLst>
          <pc:docMk/>
          <pc:sldMk cId="0" sldId="2147479587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88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89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90"/>
        </pc:sldMkLst>
      </pc:sldChg>
      <pc:sldChg chg="add del setBg">
        <pc:chgData name="Jenkins NS" userId="8bdba4d2-1367-40cf-ad35-f59b31261896" providerId="ADAL" clId="{9DF06EC0-6773-4754-B5CF-3A86373E55DF}" dt="2026-10-21T21:02:59.884" v="382"/>
        <pc:sldMkLst>
          <pc:docMk/>
          <pc:sldMk cId="0" sldId="2147479591"/>
        </pc:sldMkLst>
      </pc:sldChg>
      <pc:sldChg chg="new del">
        <pc:chgData name="Jenkins NS" userId="8bdba4d2-1367-40cf-ad35-f59b31261896" providerId="ADAL" clId="{9DF06EC0-6773-4754-B5CF-3A86373E55DF}" dt="2026-10-21T22:16:08.350" v="400" actId="47"/>
        <pc:sldMkLst>
          <pc:docMk/>
          <pc:sldMk cId="3883104394" sldId="2147479592"/>
        </pc:sldMkLst>
      </pc:sldChg>
      <pc:sldChg chg="add del setBg">
        <pc:chgData name="Jenkins NS" userId="8bdba4d2-1367-40cf-ad35-f59b31261896" providerId="ADAL" clId="{9DF06EC0-6773-4754-B5CF-3A86373E55DF}" dt="2026-10-21T22:04:57.361" v="385"/>
        <pc:sldMkLst>
          <pc:docMk/>
          <pc:sldMk cId="2518512813" sldId="2147479593"/>
        </pc:sldMkLst>
      </pc:sldChg>
      <pc:sldChg chg="modSp add mod">
        <pc:chgData name="Jenkins NS" userId="8bdba4d2-1367-40cf-ad35-f59b31261896" providerId="ADAL" clId="{9DF06EC0-6773-4754-B5CF-3A86373E55DF}" dt="2026-10-22T17:16:18.362" v="499" actId="20577"/>
        <pc:sldMkLst>
          <pc:docMk/>
          <pc:sldMk cId="2979084665" sldId="2147479593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4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5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6"/>
        </pc:sldMkLst>
      </pc:sldChg>
      <pc:sldChg chg="add setBg">
        <pc:chgData name="Jenkins NS" userId="8bdba4d2-1367-40cf-ad35-f59b31261896" providerId="ADAL" clId="{9DF06EC0-6773-4754-B5CF-3A86373E55DF}" dt="2026-10-21T22:16:56.748" v="401"/>
        <pc:sldMkLst>
          <pc:docMk/>
          <pc:sldMk cId="0" sldId="2147479597"/>
        </pc:sldMkLst>
      </pc:sldChg>
      <pc:sldChg chg="modSp add mod">
        <pc:chgData name="Jenkins NS" userId="8bdba4d2-1367-40cf-ad35-f59b31261896" providerId="ADAL" clId="{9DF06EC0-6773-4754-B5CF-3A86373E55DF}" dt="2026-10-21T22:18:25.005" v="419" actId="20577"/>
        <pc:sldMkLst>
          <pc:docMk/>
          <pc:sldMk cId="172466689" sldId="2147479598"/>
        </pc:sldMkLst>
        <pc:spChg chg="mod">
          <ac:chgData name="Jenkins NS" userId="8bdba4d2-1367-40cf-ad35-f59b31261896" providerId="ADAL" clId="{9DF06EC0-6773-4754-B5CF-3A86373E55DF}" dt="2026-10-21T22:18:25.005" v="419" actId="20577"/>
          <ac:spMkLst>
            <pc:docMk/>
            <pc:sldMk cId="172466689" sldId="2147479598"/>
            <ac:spMk id="5" creationId="{7395D166-CCB6-2C73-6784-07CC539C9227}"/>
          </ac:spMkLst>
        </pc:spChg>
      </pc:sldChg>
      <pc:sldChg chg="add del setBg">
        <pc:chgData name="Jenkins NS" userId="8bdba4d2-1367-40cf-ad35-f59b31261896" providerId="ADAL" clId="{9DF06EC0-6773-4754-B5CF-3A86373E55DF}" dt="2026-10-21T22:17:12.637" v="403"/>
        <pc:sldMkLst>
          <pc:docMk/>
          <pc:sldMk cId="4256308337" sldId="2147479598"/>
        </pc:sldMkLst>
      </pc:sldChg>
      <pc:sldChg chg="modSp add mod">
        <pc:chgData name="Jenkins NS" userId="8bdba4d2-1367-40cf-ad35-f59b31261896" providerId="ADAL" clId="{9DF06EC0-6773-4754-B5CF-3A86373E55DF}" dt="2026-10-21T22:22:47.759" v="439" actId="20577"/>
        <pc:sldMkLst>
          <pc:docMk/>
          <pc:sldMk cId="2017300280" sldId="2147479599"/>
        </pc:sldMkLst>
      </pc:sldChg>
      <pc:sldChg chg="add del setBg">
        <pc:chgData name="Jenkins NS" userId="8bdba4d2-1367-40cf-ad35-f59b31261896" providerId="ADAL" clId="{9DF06EC0-6773-4754-B5CF-3A86373E55DF}" dt="2026-10-21T22:22:14.279" v="432"/>
        <pc:sldMkLst>
          <pc:docMk/>
          <pc:sldMk cId="2452211979" sldId="2147479599"/>
        </pc:sldMkLst>
      </pc:sldChg>
      <pc:sldChg chg="add del setBg">
        <pc:chgData name="Jenkins NS" userId="8bdba4d2-1367-40cf-ad35-f59b31261896" providerId="ADAL" clId="{9DF06EC0-6773-4754-B5CF-3A86373E55DF}" dt="2026-10-21T22:24:27.815" v="441"/>
        <pc:sldMkLst>
          <pc:docMk/>
          <pc:sldMk cId="1005218666" sldId="2147479600"/>
        </pc:sldMkLst>
      </pc:sldChg>
      <pc:sldChg chg="new add del">
        <pc:chgData name="Jenkins NS" userId="8bdba4d2-1367-40cf-ad35-f59b31261896" providerId="ADAL" clId="{9DF06EC0-6773-4754-B5CF-3A86373E55DF}" dt="2026-10-22T17:13:06.375" v="491" actId="47"/>
        <pc:sldMkLst>
          <pc:docMk/>
          <pc:sldMk cId="3382622447" sldId="2147479600"/>
        </pc:sldMkLst>
      </pc:sldChg>
      <pc:sldChg chg="modSp add mod">
        <pc:chgData name="Jenkins NS" userId="8bdba4d2-1367-40cf-ad35-f59b31261896" providerId="ADAL" clId="{9DF06EC0-6773-4754-B5CF-3A86373E55DF}" dt="2026-10-21T22:25:14.296" v="451" actId="20577"/>
        <pc:sldMkLst>
          <pc:docMk/>
          <pc:sldMk cId="703889543" sldId="2147479601"/>
        </pc:sldMkLst>
      </pc:sldChg>
      <pc:sldChg chg="add del setBg">
        <pc:chgData name="Jenkins NS" userId="8bdba4d2-1367-40cf-ad35-f59b31261896" providerId="ADAL" clId="{9DF06EC0-6773-4754-B5CF-3A86373E55DF}" dt="2026-10-21T22:24:33.809" v="444"/>
        <pc:sldMkLst>
          <pc:docMk/>
          <pc:sldMk cId="3924843271" sldId="2147479601"/>
        </pc:sldMkLst>
      </pc:sldChg>
      <pc:sldChg chg="add del setBg">
        <pc:chgData name="Jenkins NS" userId="8bdba4d2-1367-40cf-ad35-f59b31261896" providerId="ADAL" clId="{9DF06EC0-6773-4754-B5CF-3A86373E55DF}" dt="2026-10-21T22:26:56.772" v="453"/>
        <pc:sldMkLst>
          <pc:docMk/>
          <pc:sldMk cId="1945903011" sldId="2147479602"/>
        </pc:sldMkLst>
      </pc:sldChg>
      <pc:sldChg chg="modSp add mod">
        <pc:chgData name="Jenkins NS" userId="8bdba4d2-1367-40cf-ad35-f59b31261896" providerId="ADAL" clId="{9DF06EC0-6773-4754-B5CF-3A86373E55DF}" dt="2026-10-21T22:27:40.341" v="466" actId="20577"/>
        <pc:sldMkLst>
          <pc:docMk/>
          <pc:sldMk cId="3585144251" sldId="2147479602"/>
        </pc:sldMkLst>
      </pc:sldChg>
      <pc:sldChg chg="modSp add mod">
        <pc:chgData name="Jenkins NS" userId="8bdba4d2-1367-40cf-ad35-f59b31261896" providerId="ADAL" clId="{9DF06EC0-6773-4754-B5CF-3A86373E55DF}" dt="2026-10-22T17:12:25.880" v="489" actId="20577"/>
        <pc:sldMkLst>
          <pc:docMk/>
          <pc:sldMk cId="1525641040" sldId="2147479603"/>
        </pc:sldMkLst>
      </pc:sldChg>
      <pc:sldChg chg="add del setBg">
        <pc:chgData name="Jenkins NS" userId="8bdba4d2-1367-40cf-ad35-f59b31261896" providerId="ADAL" clId="{9DF06EC0-6773-4754-B5CF-3A86373E55DF}" dt="2026-10-22T17:11:52.663" v="473"/>
        <pc:sldMkLst>
          <pc:docMk/>
          <pc:sldMk cId="2190472783" sldId="214747960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757716487" sldId="2147479799"/>
        </pc:sldMkLst>
      </pc:sldChg>
      <pc:sldChg chg="addSp delSp del mod">
        <pc:chgData name="Jenkins NS" userId="8bdba4d2-1367-40cf-ad35-f59b31261896" providerId="ADAL" clId="{9DF06EC0-6773-4754-B5CF-3A86373E55DF}" dt="2026-10-21T19:26:58.624" v="6" actId="47"/>
        <pc:sldMkLst>
          <pc:docMk/>
          <pc:sldMk cId="443657415" sldId="214747984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55394937" sldId="214747984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539303801" sldId="214747984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417025154" sldId="214747984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116133330" sldId="214747984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469809988" sldId="214747984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601658480" sldId="214747984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060551369" sldId="214747984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299311412" sldId="214747984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913441092" sldId="214747985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857919815" sldId="214747985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86496337" sldId="214747985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698521699" sldId="214747985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839841890" sldId="214747985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721048510" sldId="214747985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40024171" sldId="214747985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174271723" sldId="214747985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002067369" sldId="214747985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376940060" sldId="214747986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232437191" sldId="214747986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071593474" sldId="214747986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159384829" sldId="214747986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44675638" sldId="214747986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09484383" sldId="214747986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616058983" sldId="2147479867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768514159" sldId="2147479868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89337424" sldId="2147479869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201138058" sldId="2147479870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445421501" sldId="214747987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46713896" sldId="214747987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845978286" sldId="214747987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921530110" sldId="214747987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1928758105" sldId="214747987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989117112" sldId="2147479876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500862897" sldId="2147479881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53487717" sldId="2147479882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2016397542" sldId="2147479883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94038164" sldId="2147479884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4129616098" sldId="2147479885"/>
        </pc:sldMkLst>
      </pc:sldChg>
      <pc:sldChg chg="del">
        <pc:chgData name="Jenkins NS" userId="8bdba4d2-1367-40cf-ad35-f59b31261896" providerId="ADAL" clId="{9DF06EC0-6773-4754-B5CF-3A86373E55DF}" dt="2026-10-21T19:24:49.810" v="0" actId="47"/>
        <pc:sldMkLst>
          <pc:docMk/>
          <pc:sldMk cId="3730370468" sldId="2147479886"/>
        </pc:sldMkLst>
      </pc:sldChg>
      <pc:sldMasterChg chg="delSldLayout modSldLayout">
        <pc:chgData name="Jenkins NS" userId="8bdba4d2-1367-40cf-ad35-f59b31261896" providerId="ADAL" clId="{9DF06EC0-6773-4754-B5CF-3A86373E55DF}" dt="2026-10-22T17:10:37.795" v="467" actId="478"/>
        <pc:sldMasterMkLst>
          <pc:docMk/>
          <pc:sldMasterMk cId="975404246" sldId="2147483648"/>
        </pc:sldMasterMkLst>
        <pc:sldLayoutChg chg="del">
          <pc:chgData name="Jenkins NS" userId="8bdba4d2-1367-40cf-ad35-f59b31261896" providerId="ADAL" clId="{9DF06EC0-6773-4754-B5CF-3A86373E55DF}" dt="2026-10-21T19:26:58.624" v="6" actId="47"/>
          <pc:sldLayoutMkLst>
            <pc:docMk/>
            <pc:sldMasterMk cId="975404246" sldId="2147483648"/>
            <pc:sldLayoutMk cId="256598807" sldId="2147483661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3653122893" sldId="2147483662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4214976935" sldId="2147483663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3508414380" sldId="2147483664"/>
          </pc:sldLayoutMkLst>
        </pc:sldLayoutChg>
        <pc:sldLayoutChg chg="del">
          <pc:chgData name="Jenkins NS" userId="8bdba4d2-1367-40cf-ad35-f59b31261896" providerId="ADAL" clId="{9DF06EC0-6773-4754-B5CF-3A86373E55DF}" dt="2026-10-21T19:24:49.810" v="0" actId="47"/>
          <pc:sldLayoutMkLst>
            <pc:docMk/>
            <pc:sldMasterMk cId="975404246" sldId="2147483648"/>
            <pc:sldLayoutMk cId="2072214709" sldId="2147483665"/>
          </pc:sldLayoutMkLst>
        </pc:sldLayoutChg>
        <pc:sldLayoutChg chg="del">
          <pc:chgData name="Jenkins NS" userId="8bdba4d2-1367-40cf-ad35-f59b31261896" providerId="ADAL" clId="{9DF06EC0-6773-4754-B5CF-3A86373E55DF}" dt="2026-10-21T19:27:09.496" v="8" actId="47"/>
          <pc:sldLayoutMkLst>
            <pc:docMk/>
            <pc:sldMasterMk cId="975404246" sldId="2147483648"/>
            <pc:sldLayoutMk cId="2095695488" sldId="2147483667"/>
          </pc:sldLayoutMkLst>
        </pc:sldLayoutChg>
        <pc:sldLayoutChg chg="addSp delSp modSp mod setBg">
          <pc:chgData name="Jenkins NS" userId="8bdba4d2-1367-40cf-ad35-f59b31261896" providerId="ADAL" clId="{9DF06EC0-6773-4754-B5CF-3A86373E55DF}" dt="2026-10-22T17:10:37.795" v="467" actId="478"/>
          <pc:sldLayoutMkLst>
            <pc:docMk/>
            <pc:sldMasterMk cId="975404246" sldId="2147483648"/>
            <pc:sldLayoutMk cId="3241650075" sldId="2147483672"/>
          </pc:sldLayoutMkLst>
          <pc:spChg chg="mod">
            <ac:chgData name="Jenkins NS" userId="8bdba4d2-1367-40cf-ad35-f59b31261896" providerId="ADAL" clId="{9DF06EC0-6773-4754-B5CF-3A86373E55DF}" dt="2026-10-21T19:35:35.446" v="224" actId="207"/>
            <ac:spMkLst>
              <pc:docMk/>
              <pc:sldMasterMk cId="975404246" sldId="2147483648"/>
              <pc:sldLayoutMk cId="3241650075" sldId="2147483672"/>
              <ac:spMk id="3" creationId="{3E21C31D-925C-53B5-2E40-C54FF245B41E}"/>
            </ac:spMkLst>
          </pc:spChg>
          <pc:picChg chg="add mod">
            <ac:chgData name="Jenkins NS" userId="8bdba4d2-1367-40cf-ad35-f59b31261896" providerId="ADAL" clId="{9DF06EC0-6773-4754-B5CF-3A86373E55DF}" dt="2026-10-21T19:36:16.316" v="233" actId="1076"/>
            <ac:picMkLst>
              <pc:docMk/>
              <pc:sldMasterMk cId="975404246" sldId="2147483648"/>
              <pc:sldLayoutMk cId="3241650075" sldId="2147483672"/>
              <ac:picMk id="11" creationId="{8A5D0B54-3E0F-E277-0472-C5E542E53F7F}"/>
            </ac:picMkLst>
          </pc:picChg>
          <pc:picChg chg="add mod ord">
            <ac:chgData name="Jenkins NS" userId="8bdba4d2-1367-40cf-ad35-f59b31261896" providerId="ADAL" clId="{9DF06EC0-6773-4754-B5CF-3A86373E55DF}" dt="2026-10-21T19:49:27.186" v="299" actId="167"/>
            <ac:picMkLst>
              <pc:docMk/>
              <pc:sldMasterMk cId="975404246" sldId="2147483648"/>
              <pc:sldLayoutMk cId="3241650075" sldId="2147483672"/>
              <ac:picMk id="15" creationId="{2209A0BE-5901-98D7-4EDE-74D107C3A727}"/>
            </ac:picMkLst>
          </pc:picChg>
        </pc:sldLayoutChg>
      </pc:sldMasterChg>
      <pc:sldMasterChg chg="modSldLayout">
        <pc:chgData name="Jenkins NS" userId="8bdba4d2-1367-40cf-ad35-f59b31261896" providerId="ADAL" clId="{9DF06EC0-6773-4754-B5CF-3A86373E55DF}" dt="2026-10-21T19:48:26.160" v="294" actId="207"/>
        <pc:sldMasterMkLst>
          <pc:docMk/>
          <pc:sldMasterMk cId="2391316343" sldId="2147483668"/>
        </pc:sldMasterMkLst>
        <pc:sldLayoutChg chg="modSp mod">
          <pc:chgData name="Jenkins NS" userId="8bdba4d2-1367-40cf-ad35-f59b31261896" providerId="ADAL" clId="{9DF06EC0-6773-4754-B5CF-3A86373E55DF}" dt="2026-10-21T19:48:26.160" v="294" actId="207"/>
          <pc:sldLayoutMkLst>
            <pc:docMk/>
            <pc:sldMasterMk cId="2391316343" sldId="2147483668"/>
            <pc:sldLayoutMk cId="1798594045" sldId="2147483670"/>
          </pc:sldLayoutMkLst>
        </pc:sldLayoutChg>
      </pc:sldMasterChg>
    </pc:docChg>
  </pc:docChgLst>
  <pc:docChgLst>
    <pc:chgData name="Jenkins NS" userId="8bdba4d2-1367-40cf-ad35-f59b31261896" providerId="ADAL" clId="{ACFFAC28-C693-429F-A17E-A86F3FBA7AC3}"/>
    <pc:docChg chg="undo custSel addSld delSld modSld sldOrd">
      <pc:chgData name="Jenkins NS" userId="8bdba4d2-1367-40cf-ad35-f59b31261896" providerId="ADAL" clId="{ACFFAC28-C693-429F-A17E-A86F3FBA7AC3}" dt="2026-09-25T04:11:23.975" v="10" actId="47"/>
      <pc:docMkLst>
        <pc:docMk/>
      </pc:docMkLst>
      <pc:sldChg chg="add del">
        <pc:chgData name="Jenkins NS" userId="8bdba4d2-1367-40cf-ad35-f59b31261896" providerId="ADAL" clId="{ACFFAC28-C693-429F-A17E-A86F3FBA7AC3}" dt="2026-09-25T04:11:23.975" v="10" actId="47"/>
        <pc:sldMkLst>
          <pc:docMk/>
          <pc:sldMk cId="443657415" sldId="2147479840"/>
        </pc:sldMkLst>
      </pc:sldChg>
      <pc:sldChg chg="addSp new mod ord">
        <pc:chgData name="Jenkins NS" userId="8bdba4d2-1367-40cf-ad35-f59b31261896" providerId="ADAL" clId="{ACFFAC28-C693-429F-A17E-A86F3FBA7AC3}" dt="2026-09-25T04:05:29.152" v="8"/>
        <pc:sldMkLst>
          <pc:docMk/>
          <pc:sldMk cId="94038164" sldId="2147479884"/>
        </pc:sldMkLst>
      </pc:sldChg>
      <pc:sldChg chg="addSp new mod">
        <pc:chgData name="Jenkins NS" userId="8bdba4d2-1367-40cf-ad35-f59b31261896" providerId="ADAL" clId="{ACFFAC28-C693-429F-A17E-A86F3FBA7AC3}" dt="2026-09-25T04:03:52.664" v="3" actId="22"/>
        <pc:sldMkLst>
          <pc:docMk/>
          <pc:sldMk cId="4129616098" sldId="2147479885"/>
        </pc:sldMkLst>
      </pc:sldChg>
      <pc:sldChg chg="addSp new mod">
        <pc:chgData name="Jenkins NS" userId="8bdba4d2-1367-40cf-ad35-f59b31261896" providerId="ADAL" clId="{ACFFAC28-C693-429F-A17E-A86F3FBA7AC3}" dt="2026-09-25T04:05:24.117" v="6" actId="22"/>
        <pc:sldMkLst>
          <pc:docMk/>
          <pc:sldMk cId="3730370468" sldId="2147479886"/>
        </pc:sldMkLst>
      </pc:sldChg>
      <pc:sldMasterChg chg="addSldLayout delSldLayout">
        <pc:chgData name="Jenkins NS" userId="8bdba4d2-1367-40cf-ad35-f59b31261896" providerId="ADAL" clId="{ACFFAC28-C693-429F-A17E-A86F3FBA7AC3}" dt="2026-09-25T04:11:23.975" v="10" actId="47"/>
        <pc:sldMasterMkLst>
          <pc:docMk/>
          <pc:sldMasterMk cId="975404246" sldId="2147483648"/>
        </pc:sldMasterMkLst>
        <pc:sldLayoutChg chg="add del">
          <pc:chgData name="Jenkins NS" userId="8bdba4d2-1367-40cf-ad35-f59b31261896" providerId="ADAL" clId="{ACFFAC28-C693-429F-A17E-A86F3FBA7AC3}" dt="2026-09-25T04:11:23.975" v="10" actId="47"/>
          <pc:sldLayoutMkLst>
            <pc:docMk/>
            <pc:sldMasterMk cId="975404246" sldId="2147483648"/>
            <pc:sldLayoutMk cId="256598807" sldId="2147483661"/>
          </pc:sldLayoutMkLst>
        </pc:sldLayoutChg>
      </pc:sldMasterChg>
    </pc:docChg>
  </pc:docChgLst>
  <pc:docChgLst>
    <pc:chgData name="Jenkins NS" userId="8bdba4d2-1367-40cf-ad35-f59b31261896" providerId="ADAL" clId="{F58680DD-FFF5-4D2B-B065-F48D10CC8C0D}"/>
    <pc:docChg chg="undo custSel addSld delSld modSld sldOrd delMainMaster modMainMaster">
      <pc:chgData name="Jenkins NS" userId="8bdba4d2-1367-40cf-ad35-f59b31261896" providerId="ADAL" clId="{F58680DD-FFF5-4D2B-B065-F48D10CC8C0D}" dt="2026-10-27T18:20:02.040" v="295" actId="313"/>
      <pc:docMkLst>
        <pc:docMk/>
      </pc:docMkLst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57"/>
        </pc:sldMkLst>
      </pc:sldChg>
      <pc:sldChg chg="add del">
        <pc:chgData name="Jenkins NS" userId="8bdba4d2-1367-40cf-ad35-f59b31261896" providerId="ADAL" clId="{F58680DD-FFF5-4D2B-B065-F48D10CC8C0D}" dt="2026-10-22T21:17:49.712" v="4"/>
        <pc:sldMkLst>
          <pc:docMk/>
          <pc:sldMk cId="0" sldId="258"/>
        </pc:sldMkLst>
      </pc:sldChg>
      <pc:sldChg chg="add del">
        <pc:chgData name="Jenkins NS" userId="8bdba4d2-1367-40cf-ad35-f59b31261896" providerId="ADAL" clId="{F58680DD-FFF5-4D2B-B065-F48D10CC8C0D}" dt="2026-10-22T21:17:49.712" v="4"/>
        <pc:sldMkLst>
          <pc:docMk/>
          <pc:sldMk cId="0" sldId="259"/>
        </pc:sldMkLst>
      </pc:sldChg>
      <pc:sldChg chg="add del">
        <pc:chgData name="Jenkins NS" userId="8bdba4d2-1367-40cf-ad35-f59b31261896" providerId="ADAL" clId="{F58680DD-FFF5-4D2B-B065-F48D10CC8C0D}" dt="2026-10-22T21:17:49.712" v="4"/>
        <pc:sldMkLst>
          <pc:docMk/>
          <pc:sldMk cId="0" sldId="260"/>
        </pc:sldMkLst>
      </pc:sldChg>
      <pc:sldChg chg="addSp modSp add del mod setBg">
        <pc:chgData name="Jenkins NS" userId="8bdba4d2-1367-40cf-ad35-f59b31261896" providerId="ADAL" clId="{F58680DD-FFF5-4D2B-B065-F48D10CC8C0D}" dt="2026-10-27T18:20:02.040" v="295" actId="313"/>
        <pc:sldMkLst>
          <pc:docMk/>
          <pc:sldMk cId="0" sldId="261"/>
        </pc:sldMkLst>
        <pc:spChg chg="mod">
          <ac:chgData name="Jenkins NS" userId="8bdba4d2-1367-40cf-ad35-f59b31261896" providerId="ADAL" clId="{F58680DD-FFF5-4D2B-B065-F48D10CC8C0D}" dt="2026-10-27T18:19:50.948" v="292" actId="1035"/>
          <ac:spMkLst>
            <pc:docMk/>
            <pc:sldMk cId="0" sldId="261"/>
            <ac:spMk id="2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9:50.948" v="292" actId="1035"/>
          <ac:spMkLst>
            <pc:docMk/>
            <pc:sldMk cId="0" sldId="261"/>
            <ac:spMk id="3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9:50.948" v="292" actId="1035"/>
          <ac:spMkLst>
            <pc:docMk/>
            <pc:sldMk cId="0" sldId="261"/>
            <ac:spMk id="4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9:50.948" v="292" actId="1035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Jenkins NS" userId="8bdba4d2-1367-40cf-ad35-f59b31261896" providerId="ADAL" clId="{F58680DD-FFF5-4D2B-B065-F48D10CC8C0D}" dt="2026-10-27T18:19:50.948" v="292" actId="1035"/>
          <ac:spMkLst>
            <pc:docMk/>
            <pc:sldMk cId="0" sldId="261"/>
            <ac:spMk id="7" creationId="{9FFD1023-9CFA-120F-9741-E9D2B17A7224}"/>
          </ac:spMkLst>
        </pc:spChg>
        <pc:spChg chg="add mod">
          <ac:chgData name="Jenkins NS" userId="8bdba4d2-1367-40cf-ad35-f59b31261896" providerId="ADAL" clId="{F58680DD-FFF5-4D2B-B065-F48D10CC8C0D}" dt="2026-10-27T18:20:02.040" v="295" actId="313"/>
          <ac:spMkLst>
            <pc:docMk/>
            <pc:sldMk cId="0" sldId="261"/>
            <ac:spMk id="9" creationId="{93AFADCF-D554-668A-693C-706505EB2984}"/>
          </ac:spMkLst>
        </pc:spChg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62"/>
        </pc:sldMkLst>
      </pc:sldChg>
      <pc:sldChg chg="setBg">
        <pc:chgData name="Jenkins NS" userId="8bdba4d2-1367-40cf-ad35-f59b31261896" providerId="ADAL" clId="{F58680DD-FFF5-4D2B-B065-F48D10CC8C0D}" dt="2026-10-22T21:19:27.833" v="10"/>
        <pc:sldMkLst>
          <pc:docMk/>
          <pc:sldMk cId="0" sldId="263"/>
        </pc:sldMkLst>
      </pc:sldChg>
      <pc:sldChg chg="setBg">
        <pc:chgData name="Jenkins NS" userId="8bdba4d2-1367-40cf-ad35-f59b31261896" providerId="ADAL" clId="{F58680DD-FFF5-4D2B-B065-F48D10CC8C0D}" dt="2026-10-22T21:19:27.833" v="10"/>
        <pc:sldMkLst>
          <pc:docMk/>
          <pc:sldMk cId="0" sldId="264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0" sldId="26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101198574" sldId="1611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2497367714" sldId="2044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3099915628" sldId="2045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1470740852" sldId="2047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2010521932" sldId="2048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254325681" sldId="10819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220853581" sldId="2076136495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3937804750" sldId="207613649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253348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1451565363" sldId="214747957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3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4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7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8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79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0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2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3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4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5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6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0" sldId="2147479587"/>
        </pc:sldMkLst>
      </pc:sldChg>
      <pc:sldChg chg="setBg">
        <pc:chgData name="Jenkins NS" userId="8bdba4d2-1367-40cf-ad35-f59b31261896" providerId="ADAL" clId="{F58680DD-FFF5-4D2B-B065-F48D10CC8C0D}" dt="2026-10-22T21:19:27.833" v="10"/>
        <pc:sldMkLst>
          <pc:docMk/>
          <pc:sldMk cId="0" sldId="2147479588"/>
        </pc:sldMkLst>
      </pc:sldChg>
      <pc:sldChg chg="setBg">
        <pc:chgData name="Jenkins NS" userId="8bdba4d2-1367-40cf-ad35-f59b31261896" providerId="ADAL" clId="{F58680DD-FFF5-4D2B-B065-F48D10CC8C0D}" dt="2026-10-22T21:19:27.833" v="10"/>
        <pc:sldMkLst>
          <pc:docMk/>
          <pc:sldMk cId="0" sldId="2147479589"/>
        </pc:sldMkLst>
      </pc:sldChg>
      <pc:sldChg chg="setBg">
        <pc:chgData name="Jenkins NS" userId="8bdba4d2-1367-40cf-ad35-f59b31261896" providerId="ADAL" clId="{F58680DD-FFF5-4D2B-B065-F48D10CC8C0D}" dt="2026-10-22T21:19:27.833" v="10"/>
        <pc:sldMkLst>
          <pc:docMk/>
          <pc:sldMk cId="0" sldId="2147479590"/>
        </pc:sldMkLst>
      </pc:sldChg>
      <pc:sldChg chg="ord setBg">
        <pc:chgData name="Jenkins NS" userId="8bdba4d2-1367-40cf-ad35-f59b31261896" providerId="ADAL" clId="{F58680DD-FFF5-4D2B-B065-F48D10CC8C0D}" dt="2026-10-22T21:19:27.833" v="10"/>
        <pc:sldMkLst>
          <pc:docMk/>
          <pc:sldMk cId="0" sldId="2147479591"/>
        </pc:sldMkLst>
      </pc:sldChg>
      <pc:sldChg chg="del">
        <pc:chgData name="Jenkins NS" userId="8bdba4d2-1367-40cf-ad35-f59b31261896" providerId="ADAL" clId="{F58680DD-FFF5-4D2B-B065-F48D10CC8C0D}" dt="2026-10-22T20:52:21.654" v="0" actId="47"/>
        <pc:sldMkLst>
          <pc:docMk/>
          <pc:sldMk cId="2979084665" sldId="2147479593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0" sldId="2147479594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0" sldId="2147479595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0" sldId="2147479596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0" sldId="2147479597"/>
        </pc:sldMkLst>
      </pc:sldChg>
      <pc:sldChg chg="setBg">
        <pc:chgData name="Jenkins NS" userId="8bdba4d2-1367-40cf-ad35-f59b31261896" providerId="ADAL" clId="{F58680DD-FFF5-4D2B-B065-F48D10CC8C0D}" dt="2026-10-22T21:19:27.833" v="10"/>
        <pc:sldMkLst>
          <pc:docMk/>
          <pc:sldMk cId="172466689" sldId="2147479598"/>
        </pc:sldMkLst>
      </pc:sldChg>
      <pc:sldChg chg="modSp add del mod setBg">
        <pc:chgData name="Jenkins NS" userId="8bdba4d2-1367-40cf-ad35-f59b31261896" providerId="ADAL" clId="{F58680DD-FFF5-4D2B-B065-F48D10CC8C0D}" dt="2026-10-27T18:09:32.165" v="89" actId="20577"/>
        <pc:sldMkLst>
          <pc:docMk/>
          <pc:sldMk cId="0" sldId="2147479599"/>
        </pc:sldMkLst>
        <pc:spChg chg="mod">
          <ac:chgData name="Jenkins NS" userId="8bdba4d2-1367-40cf-ad35-f59b31261896" providerId="ADAL" clId="{F58680DD-FFF5-4D2B-B065-F48D10CC8C0D}" dt="2026-10-27T18:09:32.165" v="89" actId="20577"/>
          <ac:spMkLst>
            <pc:docMk/>
            <pc:sldMk cId="0" sldId="2147479599"/>
            <ac:spMk id="2" creationId="{00000000-0000-0000-0000-000000000000}"/>
          </ac:spMkLst>
        </pc:spChg>
        <pc:graphicFrameChg chg="modGraphic">
          <ac:chgData name="Jenkins NS" userId="8bdba4d2-1367-40cf-ad35-f59b31261896" providerId="ADAL" clId="{F58680DD-FFF5-4D2B-B065-F48D10CC8C0D}" dt="2026-10-27T18:09:29.622" v="83" actId="20577"/>
          <ac:graphicFrameMkLst>
            <pc:docMk/>
            <pc:sldMk cId="0" sldId="2147479599"/>
            <ac:graphicFrameMk id="3" creationId="{00000000-0000-0000-0000-000000000000}"/>
          </ac:graphicFrameMkLst>
        </pc:graphicFrameChg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2017300280" sldId="2147479599"/>
        </pc:sldMkLst>
      </pc:sldChg>
      <pc:sldChg chg="addSp modSp add del mod setBg">
        <pc:chgData name="Jenkins NS" userId="8bdba4d2-1367-40cf-ad35-f59b31261896" providerId="ADAL" clId="{F58680DD-FFF5-4D2B-B065-F48D10CC8C0D}" dt="2026-10-27T18:13:30.897" v="136" actId="108"/>
        <pc:sldMkLst>
          <pc:docMk/>
          <pc:sldMk cId="0" sldId="2147479600"/>
        </pc:sldMkLst>
        <pc:spChg chg="mod">
          <ac:chgData name="Jenkins NS" userId="8bdba4d2-1367-40cf-ad35-f59b31261896" providerId="ADAL" clId="{F58680DD-FFF5-4D2B-B065-F48D10CC8C0D}" dt="2026-10-27T18:12:22.008" v="121" actId="1035"/>
          <ac:spMkLst>
            <pc:docMk/>
            <pc:sldMk cId="0" sldId="2147479600"/>
            <ac:spMk id="2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2:22.008" v="121" actId="1035"/>
          <ac:spMkLst>
            <pc:docMk/>
            <pc:sldMk cId="0" sldId="2147479600"/>
            <ac:spMk id="3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2:22.008" v="121" actId="1035"/>
          <ac:spMkLst>
            <pc:docMk/>
            <pc:sldMk cId="0" sldId="2147479600"/>
            <ac:spMk id="4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2:22.008" v="121" actId="1035"/>
          <ac:spMkLst>
            <pc:docMk/>
            <pc:sldMk cId="0" sldId="2147479600"/>
            <ac:spMk id="5" creationId="{00000000-0000-0000-0000-000000000000}"/>
          </ac:spMkLst>
        </pc:spChg>
        <pc:spChg chg="add mod">
          <ac:chgData name="Jenkins NS" userId="8bdba4d2-1367-40cf-ad35-f59b31261896" providerId="ADAL" clId="{F58680DD-FFF5-4D2B-B065-F48D10CC8C0D}" dt="2026-10-27T18:13:30.897" v="136" actId="108"/>
          <ac:spMkLst>
            <pc:docMk/>
            <pc:sldMk cId="0" sldId="2147479600"/>
            <ac:spMk id="7" creationId="{5665D398-FBE2-5349-8C7F-56199BD4AFA1}"/>
          </ac:spMkLst>
        </pc:spChg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3382622447" sldId="2147479600"/>
        </pc:sldMkLst>
      </pc:sldChg>
      <pc:sldChg chg="addSp modSp add del mod setBg">
        <pc:chgData name="Jenkins NS" userId="8bdba4d2-1367-40cf-ad35-f59b31261896" providerId="ADAL" clId="{F58680DD-FFF5-4D2B-B065-F48D10CC8C0D}" dt="2026-10-27T18:16:50.247" v="193" actId="1076"/>
        <pc:sldMkLst>
          <pc:docMk/>
          <pc:sldMk cId="0" sldId="2147479601"/>
        </pc:sldMkLst>
        <pc:spChg chg="mod">
          <ac:chgData name="Jenkins NS" userId="8bdba4d2-1367-40cf-ad35-f59b31261896" providerId="ADAL" clId="{F58680DD-FFF5-4D2B-B065-F48D10CC8C0D}" dt="2026-10-27T18:14:34.684" v="170" actId="1035"/>
          <ac:spMkLst>
            <pc:docMk/>
            <pc:sldMk cId="0" sldId="2147479601"/>
            <ac:spMk id="2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4:34.684" v="170" actId="1035"/>
          <ac:spMkLst>
            <pc:docMk/>
            <pc:sldMk cId="0" sldId="2147479601"/>
            <ac:spMk id="3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4:34.684" v="170" actId="1035"/>
          <ac:spMkLst>
            <pc:docMk/>
            <pc:sldMk cId="0" sldId="2147479601"/>
            <ac:spMk id="4" creationId="{00000000-0000-0000-0000-000000000000}"/>
          </ac:spMkLst>
        </pc:spChg>
        <pc:spChg chg="mod">
          <ac:chgData name="Jenkins NS" userId="8bdba4d2-1367-40cf-ad35-f59b31261896" providerId="ADAL" clId="{F58680DD-FFF5-4D2B-B065-F48D10CC8C0D}" dt="2026-10-27T18:14:34.684" v="170" actId="1035"/>
          <ac:spMkLst>
            <pc:docMk/>
            <pc:sldMk cId="0" sldId="2147479601"/>
            <ac:spMk id="5" creationId="{00000000-0000-0000-0000-000000000000}"/>
          </ac:spMkLst>
        </pc:spChg>
        <pc:spChg chg="add mod">
          <ac:chgData name="Jenkins NS" userId="8bdba4d2-1367-40cf-ad35-f59b31261896" providerId="ADAL" clId="{F58680DD-FFF5-4D2B-B065-F48D10CC8C0D}" dt="2026-10-27T18:16:50.247" v="193" actId="1076"/>
          <ac:spMkLst>
            <pc:docMk/>
            <pc:sldMk cId="0" sldId="2147479601"/>
            <ac:spMk id="7" creationId="{6DEB1799-CEAE-6B7F-6569-F6CF35838C5D}"/>
          </ac:spMkLst>
        </pc:spChg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703889543" sldId="2147479601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3585144251" sldId="2147479602"/>
        </pc:sldMkLst>
      </pc:sldChg>
      <pc:sldChg chg="del">
        <pc:chgData name="Jenkins NS" userId="8bdba4d2-1367-40cf-ad35-f59b31261896" providerId="ADAL" clId="{F58680DD-FFF5-4D2B-B065-F48D10CC8C0D}" dt="2026-10-22T20:53:28.829" v="1" actId="47"/>
        <pc:sldMkLst>
          <pc:docMk/>
          <pc:sldMk cId="1525641040" sldId="2147479603"/>
        </pc:sldMkLst>
      </pc:sldChg>
      <pc:sldMasterChg chg="setBg delSldLayout modSldLayout">
        <pc:chgData name="Jenkins NS" userId="8bdba4d2-1367-40cf-ad35-f59b31261896" providerId="ADAL" clId="{F58680DD-FFF5-4D2B-B065-F48D10CC8C0D}" dt="2026-10-22T21:19:27.833" v="10"/>
        <pc:sldMasterMkLst>
          <pc:docMk/>
          <pc:sldMasterMk cId="975404246" sldId="2147483648"/>
        </pc:sldMasterMkLst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3694704012" sldId="2147483649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829540151" sldId="2147483650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851199387" sldId="2147483651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2706070010" sldId="2147483652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1495848078" sldId="2147483653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2848354958" sldId="2147483654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61830541" sldId="2147483655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1832696472" sldId="2147483656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1980619370" sldId="2147483657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1757231391" sldId="2147483658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2598142915" sldId="2147483659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975404246" sldId="2147483648"/>
            <pc:sldLayoutMk cId="216699640" sldId="2147483660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3053062433" sldId="2147483666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975404246" sldId="2147483648"/>
            <pc:sldLayoutMk cId="3241650075" sldId="2147483672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975404246" sldId="2147483648"/>
            <pc:sldLayoutMk cId="2861898254" sldId="2147483673"/>
          </pc:sldLayoutMkLst>
        </pc:sldLayoutChg>
      </pc:sldMasterChg>
      <pc:sldMasterChg chg="del 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2391316343" sldId="2147483668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1317201455" sldId="2147483669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1798594045" sldId="2147483670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3284760538" sldId="2147483671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902464598" sldId="2147483674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2391316343" sldId="2147483668"/>
            <pc:sldLayoutMk cId="2154374152" sldId="2147483683"/>
          </pc:sldLayoutMkLst>
        </pc:sldLayoutChg>
      </pc:sldMasterChg>
      <pc:sldMasterChg chg="del delSldLayout">
        <pc:chgData name="Jenkins NS" userId="8bdba4d2-1367-40cf-ad35-f59b31261896" providerId="ADAL" clId="{F58680DD-FFF5-4D2B-B065-F48D10CC8C0D}" dt="2026-10-22T20:52:21.654" v="0" actId="47"/>
        <pc:sldMasterMkLst>
          <pc:docMk/>
          <pc:sldMasterMk cId="4035815384" sldId="2147483675"/>
        </pc:sldMasterMkLst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3493966669" sldId="2147483676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4045809490" sldId="2147483677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2633174446" sldId="2147483678"/>
          </pc:sldLayoutMkLst>
        </pc:sldLayoutChg>
        <pc:sldLayoutChg chg="del">
          <pc:chgData name="Jenkins NS" userId="8bdba4d2-1367-40cf-ad35-f59b31261896" providerId="ADAL" clId="{F58680DD-FFF5-4D2B-B065-F48D10CC8C0D}" dt="2026-10-22T20:52:21.654" v="0" actId="47"/>
          <pc:sldLayoutMkLst>
            <pc:docMk/>
            <pc:sldMasterMk cId="4035815384" sldId="2147483675"/>
            <pc:sldLayoutMk cId="3224269921" sldId="2147483679"/>
          </pc:sldLayoutMkLst>
        </pc:sldLayoutChg>
      </pc:sldMasterChg>
      <pc:sldMasterChg chg="setBg modSldLayout">
        <pc:chgData name="Jenkins NS" userId="8bdba4d2-1367-40cf-ad35-f59b31261896" providerId="ADAL" clId="{F58680DD-FFF5-4D2B-B065-F48D10CC8C0D}" dt="2026-10-22T21:19:27.833" v="10"/>
        <pc:sldMasterMkLst>
          <pc:docMk/>
          <pc:sldMasterMk cId="2380756685" sldId="2147483680"/>
        </pc:sldMasterMkLst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380756685" sldId="2147483680"/>
            <pc:sldLayoutMk cId="3860412110" sldId="2147483681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380756685" sldId="2147483680"/>
            <pc:sldLayoutMk cId="1911094735" sldId="2147483682"/>
          </pc:sldLayoutMkLst>
        </pc:sldLayoutChg>
      </pc:sldMasterChg>
      <pc:sldMasterChg chg="setBg delSldLayout modSldLayout">
        <pc:chgData name="Jenkins NS" userId="8bdba4d2-1367-40cf-ad35-f59b31261896" providerId="ADAL" clId="{F58680DD-FFF5-4D2B-B065-F48D10CC8C0D}" dt="2026-10-22T21:19:29.857" v="11"/>
        <pc:sldMasterMkLst>
          <pc:docMk/>
          <pc:sldMasterMk cId="2494316984" sldId="2147483684"/>
        </pc:sldMasterMkLst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494316984" sldId="2147483684"/>
            <pc:sldLayoutMk cId="380069328" sldId="2147483685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494316984" sldId="2147483684"/>
            <pc:sldLayoutMk cId="3599421431" sldId="2147483686"/>
          </pc:sldLayoutMkLst>
        </pc:sldLayoutChg>
        <pc:sldLayoutChg chg="del">
          <pc:chgData name="Jenkins NS" userId="8bdba4d2-1367-40cf-ad35-f59b31261896" providerId="ADAL" clId="{F58680DD-FFF5-4D2B-B065-F48D10CC8C0D}" dt="2026-10-22T20:53:28.829" v="1" actId="47"/>
          <pc:sldLayoutMkLst>
            <pc:docMk/>
            <pc:sldMasterMk cId="2494316984" sldId="2147483684"/>
            <pc:sldLayoutMk cId="636360322" sldId="2147483687"/>
          </pc:sldLayoutMkLst>
        </pc:sldLayoutChg>
        <pc:sldLayoutChg chg="del">
          <pc:chgData name="Jenkins NS" userId="8bdba4d2-1367-40cf-ad35-f59b31261896" providerId="ADAL" clId="{F58680DD-FFF5-4D2B-B065-F48D10CC8C0D}" dt="2026-10-22T20:53:28.829" v="1" actId="47"/>
          <pc:sldLayoutMkLst>
            <pc:docMk/>
            <pc:sldMasterMk cId="2494316984" sldId="2147483684"/>
            <pc:sldLayoutMk cId="2641358860" sldId="2147483688"/>
          </pc:sldLayoutMkLst>
        </pc:sldLayoutChg>
        <pc:sldLayoutChg chg="del">
          <pc:chgData name="Jenkins NS" userId="8bdba4d2-1367-40cf-ad35-f59b31261896" providerId="ADAL" clId="{F58680DD-FFF5-4D2B-B065-F48D10CC8C0D}" dt="2026-10-22T20:53:28.829" v="1" actId="47"/>
          <pc:sldLayoutMkLst>
            <pc:docMk/>
            <pc:sldMasterMk cId="2494316984" sldId="2147483684"/>
            <pc:sldLayoutMk cId="274860342" sldId="2147483689"/>
          </pc:sldLayoutMkLst>
        </pc:sldLayoutChg>
        <pc:sldLayoutChg chg="del">
          <pc:chgData name="Jenkins NS" userId="8bdba4d2-1367-40cf-ad35-f59b31261896" providerId="ADAL" clId="{F58680DD-FFF5-4D2B-B065-F48D10CC8C0D}" dt="2026-10-22T20:53:28.829" v="1" actId="47"/>
          <pc:sldLayoutMkLst>
            <pc:docMk/>
            <pc:sldMasterMk cId="2494316984" sldId="2147483684"/>
            <pc:sldLayoutMk cId="1877322716" sldId="2147483690"/>
          </pc:sldLayoutMkLst>
        </pc:sldLayoutChg>
        <pc:sldLayoutChg chg="del">
          <pc:chgData name="Jenkins NS" userId="8bdba4d2-1367-40cf-ad35-f59b31261896" providerId="ADAL" clId="{F58680DD-FFF5-4D2B-B065-F48D10CC8C0D}" dt="2026-10-22T20:53:28.829" v="1" actId="47"/>
          <pc:sldLayoutMkLst>
            <pc:docMk/>
            <pc:sldMasterMk cId="2494316984" sldId="2147483684"/>
            <pc:sldLayoutMk cId="2466656009" sldId="2147483691"/>
          </pc:sldLayoutMkLst>
        </pc:sldLayoutChg>
        <pc:sldLayoutChg chg="del">
          <pc:chgData name="Jenkins NS" userId="8bdba4d2-1367-40cf-ad35-f59b31261896" providerId="ADAL" clId="{F58680DD-FFF5-4D2B-B065-F48D10CC8C0D}" dt="2026-10-22T20:53:28.829" v="1" actId="47"/>
          <pc:sldLayoutMkLst>
            <pc:docMk/>
            <pc:sldMasterMk cId="2494316984" sldId="2147483684"/>
            <pc:sldLayoutMk cId="3392665190" sldId="2147483692"/>
          </pc:sldLayoutMkLst>
        </pc:sldLayoutChg>
      </pc:sldMasterChg>
      <pc:sldMasterChg chg="setBg modSldLayout">
        <pc:chgData name="Jenkins NS" userId="8bdba4d2-1367-40cf-ad35-f59b31261896" providerId="ADAL" clId="{F58680DD-FFF5-4D2B-B065-F48D10CC8C0D}" dt="2026-10-22T21:19:27.833" v="10"/>
        <pc:sldMasterMkLst>
          <pc:docMk/>
          <pc:sldMasterMk cId="288113822" sldId="2147483687"/>
        </pc:sldMasterMkLst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88113822" sldId="2147483687"/>
            <pc:sldLayoutMk cId="2285533862" sldId="2147483688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88113822" sldId="2147483687"/>
            <pc:sldLayoutMk cId="1168592653" sldId="2147483689"/>
          </pc:sldLayoutMkLst>
        </pc:sldLayoutChg>
        <pc:sldLayoutChg chg="setBg">
          <pc:chgData name="Jenkins NS" userId="8bdba4d2-1367-40cf-ad35-f59b31261896" providerId="ADAL" clId="{F58680DD-FFF5-4D2B-B065-F48D10CC8C0D}" dt="2026-10-22T21:19:27.833" v="10"/>
          <pc:sldLayoutMkLst>
            <pc:docMk/>
            <pc:sldMasterMk cId="288113822" sldId="2147483687"/>
            <pc:sldLayoutMk cId="1052629249" sldId="2147483690"/>
          </pc:sldLayoutMkLst>
        </pc:sldLayoutChg>
      </pc:sldMasterChg>
    </pc:docChg>
  </pc:docChgLst>
  <pc:docChgLst>
    <pc:chgData name="Jenkins NS" userId="8bdba4d2-1367-40cf-ad35-f59b31261896" providerId="ADAL" clId="{86724140-930D-4C35-BABC-84C9C3BBEAD0}"/>
    <pc:docChg chg="undo custSel addSld delSld modSld sldOrd modMainMaster">
      <pc:chgData name="Jenkins NS" userId="8bdba4d2-1367-40cf-ad35-f59b31261896" providerId="ADAL" clId="{86724140-930D-4C35-BABC-84C9C3BBEAD0}" dt="2026-05-26T05:17:18.055" v="2383" actId="729"/>
      <pc:docMkLst>
        <pc:docMk/>
      </pc:docMkLst>
      <pc:sldChg chg="modSp del">
        <pc:chgData name="Jenkins NS" userId="8bdba4d2-1367-40cf-ad35-f59b31261896" providerId="ADAL" clId="{86724140-930D-4C35-BABC-84C9C3BBEAD0}" dt="2026-05-23T19:49:51.326" v="46" actId="47"/>
        <pc:sldMkLst>
          <pc:docMk/>
          <pc:sldMk cId="2130413274" sldId="256"/>
        </pc:sldMkLst>
      </pc:sldChg>
      <pc:sldChg chg="addSp modSp mod modNotesTx">
        <pc:chgData name="Jenkins NS" userId="8bdba4d2-1367-40cf-ad35-f59b31261896" providerId="ADAL" clId="{86724140-930D-4C35-BABC-84C9C3BBEAD0}" dt="2026-05-23T19:59:00.290" v="85"/>
        <pc:sldMkLst>
          <pc:docMk/>
          <pc:sldMk cId="101198574" sldId="1611"/>
        </pc:sldMkLst>
      </pc:sldChg>
      <pc:sldChg chg="add del">
        <pc:chgData name="Jenkins NS" userId="8bdba4d2-1367-40cf-ad35-f59b31261896" providerId="ADAL" clId="{86724140-930D-4C35-BABC-84C9C3BBEAD0}" dt="2026-05-23T21:41:59.056" v="946" actId="47"/>
        <pc:sldMkLst>
          <pc:docMk/>
          <pc:sldMk cId="1954936120" sldId="1821"/>
        </pc:sldMkLst>
      </pc:sldChg>
      <pc:sldChg chg="modSp add del mod">
        <pc:chgData name="Jenkins NS" userId="8bdba4d2-1367-40cf-ad35-f59b31261896" providerId="ADAL" clId="{86724140-930D-4C35-BABC-84C9C3BBEAD0}" dt="2026-05-23T20:15:26.909" v="237" actId="27636"/>
        <pc:sldMkLst>
          <pc:docMk/>
          <pc:sldMk cId="3432255962" sldId="4611"/>
        </pc:sldMkLst>
      </pc:sldChg>
      <pc:sldChg chg="add del">
        <pc:chgData name="Jenkins NS" userId="8bdba4d2-1367-40cf-ad35-f59b31261896" providerId="ADAL" clId="{86724140-930D-4C35-BABC-84C9C3BBEAD0}" dt="2026-05-23T20:16:58.475" v="241" actId="2696"/>
        <pc:sldMkLst>
          <pc:docMk/>
          <pc:sldMk cId="1547118278" sldId="2076137145"/>
        </pc:sldMkLst>
      </pc:sldChg>
      <pc:sldChg chg="modSp add mod">
        <pc:chgData name="Jenkins NS" userId="8bdba4d2-1367-40cf-ad35-f59b31261896" providerId="ADAL" clId="{86724140-930D-4C35-BABC-84C9C3BBEAD0}" dt="2026-05-23T21:18:35.296" v="710" actId="20577"/>
        <pc:sldMkLst>
          <pc:docMk/>
          <pc:sldMk cId="1609509673" sldId="2076137798"/>
        </pc:sldMkLst>
      </pc:sldChg>
      <pc:sldChg chg="addSp modSp add mod">
        <pc:chgData name="Jenkins NS" userId="8bdba4d2-1367-40cf-ad35-f59b31261896" providerId="ADAL" clId="{86724140-930D-4C35-BABC-84C9C3BBEAD0}" dt="2026-05-23T21:52:58.723" v="1095"/>
        <pc:sldMkLst>
          <pc:docMk/>
          <pc:sldMk cId="2655586065" sldId="2142533481"/>
        </pc:sldMkLst>
      </pc:sldChg>
      <pc:sldChg chg="addSp delSp add mod ord modNotesTx">
        <pc:chgData name="Jenkins NS" userId="8bdba4d2-1367-40cf-ad35-f59b31261896" providerId="ADAL" clId="{86724140-930D-4C35-BABC-84C9C3BBEAD0}" dt="2026-05-24T14:58:29.467" v="1431" actId="20577"/>
        <pc:sldMkLst>
          <pc:docMk/>
          <pc:sldMk cId="2757716487" sldId="2147479799"/>
        </pc:sldMkLst>
      </pc:sldChg>
      <pc:sldChg chg="addSp delSp modSp add mod">
        <pc:chgData name="Jenkins NS" userId="8bdba4d2-1367-40cf-ad35-f59b31261896" providerId="ADAL" clId="{86724140-930D-4C35-BABC-84C9C3BBEAD0}" dt="2026-05-23T20:07:22.464" v="219" actId="1076"/>
        <pc:sldMkLst>
          <pc:docMk/>
          <pc:sldMk cId="443657415" sldId="2147479840"/>
        </pc:sldMkLst>
      </pc:sldChg>
      <pc:sldChg chg="addSp delSp modSp new mod ord modClrScheme chgLayout">
        <pc:chgData name="Jenkins NS" userId="8bdba4d2-1367-40cf-ad35-f59b31261896" providerId="ADAL" clId="{86724140-930D-4C35-BABC-84C9C3BBEAD0}" dt="2026-05-23T21:24:05.420" v="759"/>
        <pc:sldMkLst>
          <pc:docMk/>
          <pc:sldMk cId="1255394937" sldId="2147479841"/>
        </pc:sldMkLst>
      </pc:sldChg>
      <pc:sldChg chg="new del">
        <pc:chgData name="Jenkins NS" userId="8bdba4d2-1367-40cf-ad35-f59b31261896" providerId="ADAL" clId="{86724140-930D-4C35-BABC-84C9C3BBEAD0}" dt="2026-05-23T19:54:40.834" v="78" actId="680"/>
        <pc:sldMkLst>
          <pc:docMk/>
          <pc:sldMk cId="3062387772" sldId="2147479841"/>
        </pc:sldMkLst>
      </pc:sldChg>
      <pc:sldChg chg="addSp delSp modSp new mod ord modClrScheme chgLayout">
        <pc:chgData name="Jenkins NS" userId="8bdba4d2-1367-40cf-ad35-f59b31261896" providerId="ADAL" clId="{86724140-930D-4C35-BABC-84C9C3BBEAD0}" dt="2026-05-23T20:15:36.198" v="239"/>
        <pc:sldMkLst>
          <pc:docMk/>
          <pc:sldMk cId="2539303801" sldId="2147479842"/>
        </pc:sldMkLst>
      </pc:sldChg>
      <pc:sldChg chg="addSp delSp modSp add mod ord">
        <pc:chgData name="Jenkins NS" userId="8bdba4d2-1367-40cf-ad35-f59b31261896" providerId="ADAL" clId="{86724140-930D-4C35-BABC-84C9C3BBEAD0}" dt="2026-05-23T21:35:56.377" v="825"/>
        <pc:sldMkLst>
          <pc:docMk/>
          <pc:sldMk cId="1417025154" sldId="2147479843"/>
        </pc:sldMkLst>
      </pc:sldChg>
      <pc:sldChg chg="new del">
        <pc:chgData name="Jenkins NS" userId="8bdba4d2-1367-40cf-ad35-f59b31261896" providerId="ADAL" clId="{86724140-930D-4C35-BABC-84C9C3BBEAD0}" dt="2026-05-23T20:27:18.194" v="244" actId="680"/>
        <pc:sldMkLst>
          <pc:docMk/>
          <pc:sldMk cId="1926549188" sldId="2147479843"/>
        </pc:sldMkLst>
      </pc:sldChg>
      <pc:sldChg chg="new del">
        <pc:chgData name="Jenkins NS" userId="8bdba4d2-1367-40cf-ad35-f59b31261896" providerId="ADAL" clId="{86724140-930D-4C35-BABC-84C9C3BBEAD0}" dt="2026-05-23T20:27:23.080" v="246" actId="2696"/>
        <pc:sldMkLst>
          <pc:docMk/>
          <pc:sldMk cId="2209595075" sldId="2147479843"/>
        </pc:sldMkLst>
      </pc:sldChg>
      <pc:sldChg chg="addSp delSp modSp new del mod">
        <pc:chgData name="Jenkins NS" userId="8bdba4d2-1367-40cf-ad35-f59b31261896" providerId="ADAL" clId="{86724140-930D-4C35-BABC-84C9C3BBEAD0}" dt="2026-05-23T20:17:23.393" v="242" actId="47"/>
        <pc:sldMkLst>
          <pc:docMk/>
          <pc:sldMk cId="3281185304" sldId="2147479843"/>
        </pc:sldMkLst>
      </pc:sldChg>
      <pc:sldChg chg="addSp delSp modSp add mod ord">
        <pc:chgData name="Jenkins NS" userId="8bdba4d2-1367-40cf-ad35-f59b31261896" providerId="ADAL" clId="{86724140-930D-4C35-BABC-84C9C3BBEAD0}" dt="2026-05-23T21:35:59.645" v="827"/>
        <pc:sldMkLst>
          <pc:docMk/>
          <pc:sldMk cId="2116133330" sldId="2147479844"/>
        </pc:sldMkLst>
      </pc:sldChg>
      <pc:sldChg chg="new del">
        <pc:chgData name="Jenkins NS" userId="8bdba4d2-1367-40cf-ad35-f59b31261896" providerId="ADAL" clId="{86724140-930D-4C35-BABC-84C9C3BBEAD0}" dt="2026-05-23T21:21:17.170" v="714" actId="680"/>
        <pc:sldMkLst>
          <pc:docMk/>
          <pc:sldMk cId="663198952" sldId="2147479845"/>
        </pc:sldMkLst>
      </pc:sldChg>
      <pc:sldChg chg="addSp delSp modSp new del mod">
        <pc:chgData name="Jenkins NS" userId="8bdba4d2-1367-40cf-ad35-f59b31261896" providerId="ADAL" clId="{86724140-930D-4C35-BABC-84C9C3BBEAD0}" dt="2026-05-23T21:14:04.189" v="702" actId="47"/>
        <pc:sldMkLst>
          <pc:docMk/>
          <pc:sldMk cId="3346862844" sldId="2147479845"/>
        </pc:sldMkLst>
      </pc:sldChg>
      <pc:sldChg chg="addSp delSp modSp add del mod setBg modClrScheme chgLayout">
        <pc:chgData name="Jenkins NS" userId="8bdba4d2-1367-40cf-ad35-f59b31261896" providerId="ADAL" clId="{86724140-930D-4C35-BABC-84C9C3BBEAD0}" dt="2026-05-23T21:31:52.557" v="800" actId="47"/>
        <pc:sldMkLst>
          <pc:docMk/>
          <pc:sldMk cId="3473577390" sldId="2147479845"/>
        </pc:sldMkLst>
      </pc:sldChg>
      <pc:sldChg chg="addSp delSp modSp add mod ord modClrScheme chgLayout">
        <pc:chgData name="Jenkins NS" userId="8bdba4d2-1367-40cf-ad35-f59b31261896" providerId="ADAL" clId="{86724140-930D-4C35-BABC-84C9C3BBEAD0}" dt="2026-05-23T21:32:37.884" v="816" actId="26606"/>
        <pc:sldMkLst>
          <pc:docMk/>
          <pc:sldMk cId="2469809988" sldId="2147479846"/>
        </pc:sldMkLst>
      </pc:sldChg>
      <pc:sldChg chg="delSp modSp add mod modNotesTx">
        <pc:chgData name="Jenkins NS" userId="8bdba4d2-1367-40cf-ad35-f59b31261896" providerId="ADAL" clId="{86724140-930D-4C35-BABC-84C9C3BBEAD0}" dt="2026-05-24T15:01:41.104" v="1433" actId="20577"/>
        <pc:sldMkLst>
          <pc:docMk/>
          <pc:sldMk cId="3601658480" sldId="2147479847"/>
        </pc:sldMkLst>
      </pc:sldChg>
      <pc:sldChg chg="delSp modSp add mod">
        <pc:chgData name="Jenkins NS" userId="8bdba4d2-1367-40cf-ad35-f59b31261896" providerId="ADAL" clId="{86724140-930D-4C35-BABC-84C9C3BBEAD0}" dt="2026-05-23T21:40:00.329" v="893" actId="20577"/>
        <pc:sldMkLst>
          <pc:docMk/>
          <pc:sldMk cId="3060551369" sldId="2147479848"/>
        </pc:sldMkLst>
      </pc:sldChg>
      <pc:sldChg chg="modSp add mod">
        <pc:chgData name="Jenkins NS" userId="8bdba4d2-1367-40cf-ad35-f59b31261896" providerId="ADAL" clId="{86724140-930D-4C35-BABC-84C9C3BBEAD0}" dt="2026-05-23T21:41:29.204" v="934" actId="20577"/>
        <pc:sldMkLst>
          <pc:docMk/>
          <pc:sldMk cId="2299311412" sldId="2147479849"/>
        </pc:sldMkLst>
      </pc:sldChg>
      <pc:sldChg chg="delSp modSp add mod modNotesTx">
        <pc:chgData name="Jenkins NS" userId="8bdba4d2-1367-40cf-ad35-f59b31261896" providerId="ADAL" clId="{86724140-930D-4C35-BABC-84C9C3BBEAD0}" dt="2026-05-24T15:01:35.730" v="1432" actId="20577"/>
        <pc:sldMkLst>
          <pc:docMk/>
          <pc:sldMk cId="2913441092" sldId="2147479850"/>
        </pc:sldMkLst>
      </pc:sldChg>
      <pc:sldChg chg="delSp modSp add mod">
        <pc:chgData name="Jenkins NS" userId="8bdba4d2-1367-40cf-ad35-f59b31261896" providerId="ADAL" clId="{86724140-930D-4C35-BABC-84C9C3BBEAD0}" dt="2026-05-23T21:44:25.435" v="973" actId="478"/>
        <pc:sldMkLst>
          <pc:docMk/>
          <pc:sldMk cId="1857919815" sldId="2147479851"/>
        </pc:sldMkLst>
      </pc:sldChg>
      <pc:sldChg chg="delSp modSp add mod">
        <pc:chgData name="Jenkins NS" userId="8bdba4d2-1367-40cf-ad35-f59b31261896" providerId="ADAL" clId="{86724140-930D-4C35-BABC-84C9C3BBEAD0}" dt="2026-05-23T21:45:30.892" v="989" actId="478"/>
        <pc:sldMkLst>
          <pc:docMk/>
          <pc:sldMk cId="1986496337" sldId="2147479852"/>
        </pc:sldMkLst>
      </pc:sldChg>
      <pc:sldChg chg="delSp modSp add mod">
        <pc:chgData name="Jenkins NS" userId="8bdba4d2-1367-40cf-ad35-f59b31261896" providerId="ADAL" clId="{86724140-930D-4C35-BABC-84C9C3BBEAD0}" dt="2026-05-23T21:46:30.116" v="1000" actId="478"/>
        <pc:sldMkLst>
          <pc:docMk/>
          <pc:sldMk cId="2698521699" sldId="2147479853"/>
        </pc:sldMkLst>
      </pc:sldChg>
      <pc:sldChg chg="delSp modSp add mod">
        <pc:chgData name="Jenkins NS" userId="8bdba4d2-1367-40cf-ad35-f59b31261896" providerId="ADAL" clId="{86724140-930D-4C35-BABC-84C9C3BBEAD0}" dt="2026-05-23T21:47:30.527" v="1009" actId="478"/>
        <pc:sldMkLst>
          <pc:docMk/>
          <pc:sldMk cId="839841890" sldId="2147479854"/>
        </pc:sldMkLst>
      </pc:sldChg>
      <pc:sldChg chg="delSp modSp add del mod">
        <pc:chgData name="Jenkins NS" userId="8bdba4d2-1367-40cf-ad35-f59b31261896" providerId="ADAL" clId="{86724140-930D-4C35-BABC-84C9C3BBEAD0}" dt="2026-05-25T17:31:27.806" v="2117" actId="47"/>
        <pc:sldMkLst>
          <pc:docMk/>
          <pc:sldMk cId="2589922906" sldId="2147479855"/>
        </pc:sldMkLst>
      </pc:sldChg>
      <pc:sldChg chg="addSp delSp modSp add mod">
        <pc:chgData name="Jenkins NS" userId="8bdba4d2-1367-40cf-ad35-f59b31261896" providerId="ADAL" clId="{86724140-930D-4C35-BABC-84C9C3BBEAD0}" dt="2026-05-24T15:43:00.465" v="1439" actId="108"/>
        <pc:sldMkLst>
          <pc:docMk/>
          <pc:sldMk cId="3721048510" sldId="2147479856"/>
        </pc:sldMkLst>
      </pc:sldChg>
      <pc:sldChg chg="addSp delSp modSp add mod">
        <pc:chgData name="Jenkins NS" userId="8bdba4d2-1367-40cf-ad35-f59b31261896" providerId="ADAL" clId="{86724140-930D-4C35-BABC-84C9C3BBEAD0}" dt="2026-05-24T11:08:24.331" v="1284" actId="27636"/>
        <pc:sldMkLst>
          <pc:docMk/>
          <pc:sldMk cId="240024171" sldId="2147479857"/>
        </pc:sldMkLst>
      </pc:sldChg>
      <pc:sldChg chg="addSp delSp modSp add mod">
        <pc:chgData name="Jenkins NS" userId="8bdba4d2-1367-40cf-ad35-f59b31261896" providerId="ADAL" clId="{86724140-930D-4C35-BABC-84C9C3BBEAD0}" dt="2026-05-24T11:20:00.227" v="1350" actId="14100"/>
        <pc:sldMkLst>
          <pc:docMk/>
          <pc:sldMk cId="3174271723" sldId="2147479858"/>
        </pc:sldMkLst>
      </pc:sldChg>
      <pc:sldChg chg="addSp delSp modSp add mod modClrScheme modAnim chgLayout">
        <pc:chgData name="Jenkins NS" userId="8bdba4d2-1367-40cf-ad35-f59b31261896" providerId="ADAL" clId="{86724140-930D-4C35-BABC-84C9C3BBEAD0}" dt="2026-05-25T06:35:28.909" v="1630" actId="1076"/>
        <pc:sldMkLst>
          <pc:docMk/>
          <pc:sldMk cId="4002067369" sldId="2147479859"/>
        </pc:sldMkLst>
      </pc:sldChg>
      <pc:sldChg chg="addSp delSp modSp add mod">
        <pc:chgData name="Jenkins NS" userId="8bdba4d2-1367-40cf-ad35-f59b31261896" providerId="ADAL" clId="{86724140-930D-4C35-BABC-84C9C3BBEAD0}" dt="2026-05-24T16:37:00.925" v="1547" actId="14100"/>
        <pc:sldMkLst>
          <pc:docMk/>
          <pc:sldMk cId="1376940060" sldId="2147479860"/>
        </pc:sldMkLst>
      </pc:sldChg>
      <pc:sldChg chg="addSp delSp modSp add mod modNotesTx">
        <pc:chgData name="Jenkins NS" userId="8bdba4d2-1367-40cf-ad35-f59b31261896" providerId="ADAL" clId="{86724140-930D-4C35-BABC-84C9C3BBEAD0}" dt="2026-05-24T16:42:05.036" v="1576" actId="20577"/>
        <pc:sldMkLst>
          <pc:docMk/>
          <pc:sldMk cId="4232437191" sldId="2147479861"/>
        </pc:sldMkLst>
      </pc:sldChg>
      <pc:sldChg chg="addSp delSp modSp add mod modNotesTx">
        <pc:chgData name="Jenkins NS" userId="8bdba4d2-1367-40cf-ad35-f59b31261896" providerId="ADAL" clId="{86724140-930D-4C35-BABC-84C9C3BBEAD0}" dt="2026-05-24T16:45:46.884" v="1605" actId="20577"/>
        <pc:sldMkLst>
          <pc:docMk/>
          <pc:sldMk cId="4071593474" sldId="2147479862"/>
        </pc:sldMkLst>
      </pc:sldChg>
      <pc:sldChg chg="modSp add mod">
        <pc:chgData name="Jenkins NS" userId="8bdba4d2-1367-40cf-ad35-f59b31261896" providerId="ADAL" clId="{86724140-930D-4C35-BABC-84C9C3BBEAD0}" dt="2026-05-24T16:47:44.519" v="1616" actId="113"/>
        <pc:sldMkLst>
          <pc:docMk/>
          <pc:sldMk cId="3159384829" sldId="2147479863"/>
        </pc:sldMkLst>
      </pc:sldChg>
      <pc:sldChg chg="addSp delSp modSp add mod modShow modNotesTx">
        <pc:chgData name="Jenkins NS" userId="8bdba4d2-1367-40cf-ad35-f59b31261896" providerId="ADAL" clId="{86724140-930D-4C35-BABC-84C9C3BBEAD0}" dt="2026-05-25T13:43:33.014" v="1829" actId="20577"/>
        <pc:sldMkLst>
          <pc:docMk/>
          <pc:sldMk cId="1944675638" sldId="2147479864"/>
        </pc:sldMkLst>
      </pc:sldChg>
      <pc:sldChg chg="addSp delSp modSp add mod modShow">
        <pc:chgData name="Jenkins NS" userId="8bdba4d2-1367-40cf-ad35-f59b31261896" providerId="ADAL" clId="{86724140-930D-4C35-BABC-84C9C3BBEAD0}" dt="2026-05-26T05:16:50.093" v="2381" actId="729"/>
        <pc:sldMkLst>
          <pc:docMk/>
          <pc:sldMk cId="1909484383" sldId="2147479865"/>
        </pc:sldMkLst>
      </pc:sldChg>
      <pc:sldChg chg="modSp add del mod modShow">
        <pc:chgData name="Jenkins NS" userId="8bdba4d2-1367-40cf-ad35-f59b31261896" providerId="ADAL" clId="{86724140-930D-4C35-BABC-84C9C3BBEAD0}" dt="2026-05-25T17:18:10.006" v="1863" actId="47"/>
        <pc:sldMkLst>
          <pc:docMk/>
          <pc:sldMk cId="1120118714" sldId="2147479866"/>
        </pc:sldMkLst>
      </pc:sldChg>
      <pc:sldChg chg="addSp delSp modSp add mod modShow">
        <pc:chgData name="Jenkins NS" userId="8bdba4d2-1367-40cf-ad35-f59b31261896" providerId="ADAL" clId="{86724140-930D-4C35-BABC-84C9C3BBEAD0}" dt="2026-05-26T05:16:50.093" v="2381" actId="729"/>
        <pc:sldMkLst>
          <pc:docMk/>
          <pc:sldMk cId="3616058983" sldId="2147479867"/>
        </pc:sldMkLst>
      </pc:sldChg>
      <pc:sldChg chg="addSp delSp modSp add mod modShow modNotesTx">
        <pc:chgData name="Jenkins NS" userId="8bdba4d2-1367-40cf-ad35-f59b31261896" providerId="ADAL" clId="{86724140-930D-4C35-BABC-84C9C3BBEAD0}" dt="2026-05-26T05:16:50.093" v="2381" actId="729"/>
        <pc:sldMkLst>
          <pc:docMk/>
          <pc:sldMk cId="1768514159" sldId="2147479868"/>
        </pc:sldMkLst>
      </pc:sldChg>
      <pc:sldChg chg="addSp 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289337424" sldId="2147479869"/>
        </pc:sldMkLst>
      </pc:sldChg>
      <pc:sldChg chg="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201138058" sldId="2147479870"/>
        </pc:sldMkLst>
      </pc:sldChg>
      <pc:sldChg chg="addSp delSp modSp add mo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445421501" sldId="2147479871"/>
        </pc:sldMkLst>
      </pc:sldChg>
      <pc:sldChg chg="addSp delSp modSp add mod ord modShow">
        <pc:chgData name="Jenkins NS" userId="8bdba4d2-1367-40cf-ad35-f59b31261896" providerId="ADAL" clId="{86724140-930D-4C35-BABC-84C9C3BBEAD0}" dt="2026-05-26T05:17:12.928" v="2382" actId="729"/>
        <pc:sldMkLst>
          <pc:docMk/>
          <pc:sldMk cId="1946713896" sldId="2147479872"/>
        </pc:sldMkLst>
      </pc:sldChg>
      <pc:sldChg chg="addSp delSp modSp add mod modNotesTx">
        <pc:chgData name="Jenkins NS" userId="8bdba4d2-1367-40cf-ad35-f59b31261896" providerId="ADAL" clId="{86724140-930D-4C35-BABC-84C9C3BBEAD0}" dt="2026-05-25T17:49:06.014" v="2276" actId="1076"/>
        <pc:sldMkLst>
          <pc:docMk/>
          <pc:sldMk cId="3845978286" sldId="2147479873"/>
        </pc:sldMkLst>
      </pc:sldChg>
      <pc:sldChg chg="addSp delSp modSp add mod modShow">
        <pc:chgData name="Jenkins NS" userId="8bdba4d2-1367-40cf-ad35-f59b31261896" providerId="ADAL" clId="{86724140-930D-4C35-BABC-84C9C3BBEAD0}" dt="2026-05-26T05:17:18.055" v="2383" actId="729"/>
        <pc:sldMkLst>
          <pc:docMk/>
          <pc:sldMk cId="3921530110" sldId="2147479874"/>
        </pc:sldMkLst>
      </pc:sldChg>
      <pc:sldChg chg="addSp delSp modSp add mod modShow">
        <pc:chgData name="Jenkins NS" userId="8bdba4d2-1367-40cf-ad35-f59b31261896" providerId="ADAL" clId="{86724140-930D-4C35-BABC-84C9C3BBEAD0}" dt="2026-05-26T05:17:18.055" v="2383" actId="729"/>
        <pc:sldMkLst>
          <pc:docMk/>
          <pc:sldMk cId="1928758105" sldId="2147479875"/>
        </pc:sldMkLst>
      </pc:sldChg>
      <pc:sldChg chg="addSp delSp modSp add mod modClrScheme modShow chgLayout">
        <pc:chgData name="Jenkins NS" userId="8bdba4d2-1367-40cf-ad35-f59b31261896" providerId="ADAL" clId="{86724140-930D-4C35-BABC-84C9C3BBEAD0}" dt="2026-05-26T05:17:18.055" v="2383" actId="729"/>
        <pc:sldMkLst>
          <pc:docMk/>
          <pc:sldMk cId="2989117112" sldId="2147479876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3727375696" sldId="2147479877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1535454412" sldId="2147479878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4186248873" sldId="2147479879"/>
        </pc:sldMkLst>
      </pc:sldChg>
      <pc:sldChg chg="modSp add del mod modShow">
        <pc:chgData name="Jenkins NS" userId="8bdba4d2-1367-40cf-ad35-f59b31261896" providerId="ADAL" clId="{86724140-930D-4C35-BABC-84C9C3BBEAD0}" dt="2026-05-25T17:31:27.806" v="2117" actId="47"/>
        <pc:sldMkLst>
          <pc:docMk/>
          <pc:sldMk cId="2430713855" sldId="2147479880"/>
        </pc:sldMkLst>
      </pc:sldChg>
      <pc:sldChg chg="addSp delSp modSp add mod">
        <pc:chgData name="Jenkins NS" userId="8bdba4d2-1367-40cf-ad35-f59b31261896" providerId="ADAL" clId="{86724140-930D-4C35-BABC-84C9C3BBEAD0}" dt="2026-05-24T11:30:19.536" v="1386" actId="113"/>
        <pc:sldMkLst>
          <pc:docMk/>
          <pc:sldMk cId="500862897" sldId="2147479881"/>
        </pc:sldMkLst>
      </pc:sldChg>
      <pc:sldChg chg="addSp modSp add del mod">
        <pc:chgData name="Jenkins NS" userId="8bdba4d2-1367-40cf-ad35-f59b31261896" providerId="ADAL" clId="{86724140-930D-4C35-BABC-84C9C3BBEAD0}" dt="2026-05-23T21:53:11.985" v="1106" actId="47"/>
        <pc:sldMkLst>
          <pc:docMk/>
          <pc:sldMk cId="2411157597" sldId="2147479881"/>
        </pc:sldMkLst>
      </pc:sldChg>
      <pc:sldChg chg="addSp delSp modSp add mod modNotesTx">
        <pc:chgData name="Jenkins NS" userId="8bdba4d2-1367-40cf-ad35-f59b31261896" providerId="ADAL" clId="{86724140-930D-4C35-BABC-84C9C3BBEAD0}" dt="2026-05-24T11:14:41.009" v="1331" actId="20577"/>
        <pc:sldMkLst>
          <pc:docMk/>
          <pc:sldMk cId="53487717" sldId="2147479882"/>
        </pc:sldMkLst>
      </pc:sldChg>
      <pc:sldChg chg="addSp delSp modSp add del mod">
        <pc:chgData name="Jenkins NS" userId="8bdba4d2-1367-40cf-ad35-f59b31261896" providerId="ADAL" clId="{86724140-930D-4C35-BABC-84C9C3BBEAD0}" dt="2026-05-24T15:58:05.076" v="1515" actId="2696"/>
        <pc:sldMkLst>
          <pc:docMk/>
          <pc:sldMk cId="882095621" sldId="2147479883"/>
        </pc:sldMkLst>
      </pc:sldChg>
      <pc:sldChg chg="new del">
        <pc:chgData name="Jenkins NS" userId="8bdba4d2-1367-40cf-ad35-f59b31261896" providerId="ADAL" clId="{86724140-930D-4C35-BABC-84C9C3BBEAD0}" dt="2026-05-24T15:53:18.018" v="1441" actId="47"/>
        <pc:sldMkLst>
          <pc:docMk/>
          <pc:sldMk cId="1469914124" sldId="2147479883"/>
        </pc:sldMkLst>
      </pc:sldChg>
      <pc:sldChg chg="add">
        <pc:chgData name="Jenkins NS" userId="8bdba4d2-1367-40cf-ad35-f59b31261896" providerId="ADAL" clId="{86724140-930D-4C35-BABC-84C9C3BBEAD0}" dt="2026-05-24T15:58:10.209" v="1516"/>
        <pc:sldMkLst>
          <pc:docMk/>
          <pc:sldMk cId="2016397542" sldId="2147479883"/>
        </pc:sldMkLst>
      </pc:sldChg>
      <pc:sldMasterChg chg="addSp modSp mod delSldLayout modSldLayout">
        <pc:chgData name="Jenkins NS" userId="8bdba4d2-1367-40cf-ad35-f59b31261896" providerId="ADAL" clId="{86724140-930D-4C35-BABC-84C9C3BBEAD0}" dt="2026-05-23T21:52:52.257" v="1093" actId="21"/>
        <pc:sldMasterMkLst>
          <pc:docMk/>
          <pc:sldMasterMk cId="975404246" sldId="2147483648"/>
        </pc:sldMasterMkLst>
        <pc:sldLayoutChg chg="addSp delSp modSp mod">
          <pc:chgData name="Jenkins NS" userId="8bdba4d2-1367-40cf-ad35-f59b31261896" providerId="ADAL" clId="{86724140-930D-4C35-BABC-84C9C3BBEAD0}" dt="2026-05-23T19:52:15.497" v="76" actId="14100"/>
          <pc:sldLayoutMkLst>
            <pc:docMk/>
            <pc:sldMasterMk cId="975404246" sldId="2147483648"/>
            <pc:sldLayoutMk cId="256598807" sldId="2147483661"/>
          </pc:sldLayoutMkLst>
        </pc:sldLayoutChg>
        <pc:sldLayoutChg chg="del">
          <pc:chgData name="Jenkins NS" userId="8bdba4d2-1367-40cf-ad35-f59b31261896" providerId="ADAL" clId="{86724140-930D-4C35-BABC-84C9C3BBEAD0}" dt="2026-05-23T20:16:58.475" v="241" actId="2696"/>
          <pc:sldLayoutMkLst>
            <pc:docMk/>
            <pc:sldMasterMk cId="975404246" sldId="2147483648"/>
            <pc:sldLayoutMk cId="2037691366" sldId="2147483664"/>
          </pc:sldLayoutMkLst>
        </pc:sldLayoutChg>
        <pc:sldLayoutChg chg="addSp delSp modSp mod">
          <pc:chgData name="Jenkins NS" userId="8bdba4d2-1367-40cf-ad35-f59b31261896" providerId="ADAL" clId="{86724140-930D-4C35-BABC-84C9C3BBEAD0}" dt="2026-05-23T21:52:52.257" v="1093" actId="21"/>
          <pc:sldLayoutMkLst>
            <pc:docMk/>
            <pc:sldMasterMk cId="975404246" sldId="2147483648"/>
            <pc:sldLayoutMk cId="3053062433" sldId="2147483666"/>
          </pc:sldLayoutMkLst>
        </pc:sldLayoutChg>
        <pc:sldLayoutChg chg="addSp delSp modSp mod">
          <pc:chgData name="Jenkins NS" userId="8bdba4d2-1367-40cf-ad35-f59b31261896" providerId="ADAL" clId="{86724140-930D-4C35-BABC-84C9C3BBEAD0}" dt="2026-05-23T21:50:48.585" v="1081" actId="20577"/>
          <pc:sldLayoutMkLst>
            <pc:docMk/>
            <pc:sldMasterMk cId="975404246" sldId="2147483648"/>
            <pc:sldLayoutMk cId="971479772" sldId="2147483667"/>
          </pc:sldLayoutMkLst>
        </pc:sldLayoutChg>
      </pc:sldMasterChg>
      <pc:sldMasterChg chg="modSldLayout">
        <pc:chgData name="Jenkins NS" userId="8bdba4d2-1367-40cf-ad35-f59b31261896" providerId="ADAL" clId="{86724140-930D-4C35-BABC-84C9C3BBEAD0}" dt="2026-05-23T21:52:41.997" v="1089"/>
        <pc:sldMasterMkLst>
          <pc:docMk/>
          <pc:sldMasterMk cId="231774467" sldId="2147483667"/>
        </pc:sldMasterMkLst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1460977657" sldId="2147483679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3452113115" sldId="2147483680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3280105292" sldId="2147483684"/>
          </pc:sldLayoutMkLst>
        </pc:sldLayoutChg>
        <pc:sldLayoutChg chg="setBg">
          <pc:chgData name="Jenkins NS" userId="8bdba4d2-1367-40cf-ad35-f59b31261896" providerId="ADAL" clId="{86724140-930D-4C35-BABC-84C9C3BBEAD0}" dt="2026-05-23T21:52:41.997" v="1089"/>
          <pc:sldLayoutMkLst>
            <pc:docMk/>
            <pc:sldMasterMk cId="231774467" sldId="2147483667"/>
            <pc:sldLayoutMk cId="1185868674" sldId="214748368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68FD0E-F9ED-4497-A478-7758BBAF08B6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36ECCD-459E-4D13-A6B6-046BCD2EE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390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Once the app is running, connect it to data and automation. Use pac code add-datasource to bring in a Dataverse table by its logical name, and npx power-apps add-flow with the flow ID to add a Power Automate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pointers for after this session: GitHub Copilot in VS Code can write and explain code for you, and the Microsoft Learn documentation and quickstart for Power Apps Code Apps are the best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Power Platform CLI (pac) to initialise and push. Exact command names can change between CLI versions, so check the current docs before demoing.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mock services so the UI can be built quickly, then swap in generated service classes for live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Copilot output like a pull request from a junior teammate: useful, fast, and always reviewed. The main caution from early adopters is validating TypeScript and data-layer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4FD81-FD03-A88A-5196-2267A3F7E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C9402-B7D2-EBE6-DC4E-932AAAC11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619DB9-47D8-9C90-B671-9FC9D1A14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what you need before building your first Power Apps Code App, then the six commands that take you from a starter template to a deployed app.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1D9427-EBFB-19E9-BB07-5905E18824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253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8F165-8D9D-4515-889F-BA0AEA684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3940F9-0028-9225-04D1-069E5DED2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79A46-5438-097D-1A7F-481673DA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CB448-28B4-0D7C-594A-5934BD1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38BB6-1795-F5D4-E662-C4DF6815C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0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C0997-EC82-509E-D5FD-A6AFDF025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3B250-E464-BD5A-30A0-7CF4DDA3C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9D64E-D31E-D4C7-5FD6-4BB8F053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21EB8-601B-2E13-462C-F59C50443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1FC2A-19BF-E4E0-64F6-2518BD7C1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540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8B6BD-1F14-8B49-3A15-4ADA04FD8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5B048-BB23-4E6C-FB4E-D7CF1B75A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D5A56-3266-83B1-C602-979EE3CD3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0D7B0-2400-A2D1-81F6-ABB4637A2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8A2CA-19E1-C2EC-607C-8B5E83922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1199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A6CE-7C35-1851-9BF5-D723607B6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64AEE-1F0B-5528-0AFF-D3BC8C81F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56975-0B7E-C156-00DD-AF5A1F79C9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44797C-9088-30D6-5EC9-A92BBF28C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89674-1EBB-1DD2-D796-7D7918D1C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08C580-DB95-F43B-6825-0288D3C89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07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1893-FEAC-6D90-4F3C-9E139ACAE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E1180-109B-6F4E-496A-0B2BFED8B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5F991-49FD-0EA4-0562-8DF9E039F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88BF2-70DC-8CF3-151F-54549B03E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DF2767-E0BE-407C-8A2D-B8A0A3DDF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B1D1B-08B2-13C8-73AB-49B88140F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5A0493-528A-9C56-4E7D-276877AB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2708C5-7D6B-9C3F-5CE8-FEEB74FC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84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69C30-038A-B1D5-0500-5BB3C8D24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F7AF6-A47F-5C05-5A7F-B991FD31C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864406-817F-B9E0-D448-020CC03A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E056FC-A8BE-1255-87B1-BE206423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354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33E897-CFB2-DA33-D337-DB9D3B09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5C180-4ED0-57BF-400E-D6D47DA33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58082-4873-A3A3-48D4-1BF07B5D9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830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045F-F229-2094-1F35-344018413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E3DB0-A738-0890-6334-61628D8BB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926F5-697C-80FD-B7AE-CC6E2E11D8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77CF8-9030-B147-E01C-1D0CE876D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4C9A39-7BCB-E2E8-814F-D0AB3DAD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942DA-6A0C-60F4-9DFE-33E6834F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9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D9DF1-8451-878A-B413-E2ED951B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0041F3-D5D8-3DAA-5272-F7231BBBE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F443A-878C-424C-00C1-897B25442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5A1BC-DE58-F080-5AE9-9EF112CF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ED6DB8-7FA3-A8C8-3F99-46182A95E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3CBB71-CCA8-D8B7-9A32-D41B18500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619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F1096-78DB-A4EC-E4AA-9E1B8FC94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AD9311-8B75-960C-1DBF-B4FFAADEB0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B36F8-937A-1ED6-0C16-E48C3A425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CF41-4EC6-C06F-1FA4-C9C078EE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9869-82FA-4F70-A632-CACF8AB1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31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15008D-2B74-E743-FFE2-470CECB85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2B4CF-9B71-6B33-B978-A4E9A0B0C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81F2D-B816-52CF-8C2E-40BEE5CC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E1050-E902-FD5D-18B8-D928E038A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AFCD0-FD25-07F5-9946-9086EB44A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42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_with Logo">
    <p:bg>
      <p:bgPr>
        <a:solidFill>
          <a:srgbClr val="E8E6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072CE3E-C99E-C188-A13F-A0815FF096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2" y="-612577"/>
            <a:ext cx="8193024" cy="307777"/>
          </a:xfrm>
        </p:spPr>
        <p:txBody>
          <a:bodyPr/>
          <a:lstStyle>
            <a:lvl1pPr>
              <a:defRPr sz="2000" b="0" i="0">
                <a:solidFill>
                  <a:srgbClr val="001F2D"/>
                </a:solidFill>
                <a:latin typeface="+mj-lt"/>
                <a:cs typeface="Segoe UI Semibold" panose="020B0502040204020203" pitchFamily="34" charset="0"/>
              </a:defRPr>
            </a:lvl1pPr>
          </a:lstStyle>
          <a:p>
            <a:r>
              <a:rPr lang="en-US"/>
              <a:t>Final slide with logo</a:t>
            </a:r>
          </a:p>
        </p:txBody>
      </p:sp>
    </p:spTree>
    <p:extLst>
      <p:ext uri="{BB962C8B-B14F-4D97-AF65-F5344CB8AC3E}">
        <p14:creationId xmlns:p14="http://schemas.microsoft.com/office/powerpoint/2010/main" val="3053062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omputer keyboard with a light on it&#10;&#10;AI-generated content may be incorrect.">
            <a:extLst>
              <a:ext uri="{FF2B5EF4-FFF2-40B4-BE49-F238E27FC236}">
                <a16:creationId xmlns:a16="http://schemas.microsoft.com/office/drawing/2014/main" id="{2209A0BE-5901-98D7-4EDE-74D107C3A7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E21C31D-925C-53B5-2E40-C54FF245B4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9912" y="3548520"/>
            <a:ext cx="5686955" cy="1111586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4000" b="0" i="0" spc="-5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</a:t>
            </a:r>
            <a:br>
              <a:rPr lang="en-US" dirty="0"/>
            </a:br>
            <a:r>
              <a:rPr lang="en-US" dirty="0"/>
              <a:t>presentation title 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DDA2A08-4E66-0E3E-D138-C376487FF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56150" y="6446520"/>
            <a:ext cx="164592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0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44253EDB-56F0-1036-A65B-02ABC067A9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9438" y="6421083"/>
            <a:ext cx="4151312" cy="19797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4400" rtl="0" eaLnBrk="1" latinLnBrk="0" hangingPunct="1"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 lang="en-US" sz="750" kern="100" cap="all" spc="0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</a:lstStyle>
          <a:p>
            <a:pPr defTabSz="914367">
              <a:defRPr/>
            </a:pPr>
            <a:r>
              <a:rPr lang="en-US">
                <a:solidFill>
                  <a:srgbClr val="000000"/>
                </a:solidFill>
              </a:rPr>
              <a:t>© Copyright Microsoft Corporation. All rights reserved.</a:t>
            </a:r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8A5D0B54-3E0F-E277-0472-C5E542E53F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1246" y="6006922"/>
            <a:ext cx="3180754" cy="82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650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5ACBF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412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68450"/>
            <a:ext cx="10566400" cy="40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110947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06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99421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5338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685926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52629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9725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633960"/>
            <a:ext cx="1056640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4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3553420"/>
            <a:ext cx="10566400" cy="249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91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2B0D1A-32E8-67F9-A188-996B18EE8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E0871-ECB8-D049-C3D0-D31EF4BF0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89ADB-51B1-E4AB-3050-DD95921D6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7556D-DCD1-4FB9-8695-8902D801681B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F81C2-E1FB-0DED-7F1F-A7008054FF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2AA29-C22B-AA1C-80C8-54D152C77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3C048-5E84-480F-9458-845209AF2791}" type="slidenum">
              <a:rPr lang="en-IN" smtClean="0"/>
              <a:t>‹#›</a:t>
            </a:fld>
            <a:endParaRPr lang="en-IN"/>
          </a:p>
        </p:txBody>
      </p:sp>
      <p:pic>
        <p:nvPicPr>
          <p:cNvPr id="11" name="Picture 10" descr="A black and white logo&#10;&#10;AI-generated content may be incorrect.">
            <a:extLst>
              <a:ext uri="{FF2B5EF4-FFF2-40B4-BE49-F238E27FC236}">
                <a16:creationId xmlns:a16="http://schemas.microsoft.com/office/drawing/2014/main" id="{134DF221-F45B-91B9-E563-659E39B2072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9920" y="6492875"/>
            <a:ext cx="1402080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404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6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566400" cy="5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68450"/>
            <a:ext cx="10566400" cy="407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8075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620490"/>
            <a:ext cx="10566400" cy="4424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494316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13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2633960"/>
            <a:ext cx="10566400" cy="614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44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4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3553420"/>
            <a:ext cx="10566400" cy="249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669839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2" r:id="rId1"/>
    <p:sldLayoutId id="214748369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E08FA2-C73F-A01D-C334-4FAC0DB0C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3496"/>
            <a:ext cx="6957391" cy="2385781"/>
          </a:xfrm>
        </p:spPr>
        <p:txBody>
          <a:bodyPr/>
          <a:lstStyle/>
          <a:p>
            <a:pPr algn="ctr"/>
            <a:r>
              <a:rPr lang="en-US" sz="6600" b="1" dirty="0">
                <a:solidFill>
                  <a:srgbClr val="F4F1FA"/>
                </a:solidFill>
                <a:latin typeface="DM Sans" pitchFamily="34" charset="0"/>
              </a:rPr>
              <a:t>Enterprise Apps &amp; Agents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201019-6AD5-8165-776C-55816BE8B289}"/>
              </a:ext>
            </a:extLst>
          </p:cNvPr>
          <p:cNvSpPr txBox="1"/>
          <p:nvPr/>
        </p:nvSpPr>
        <p:spPr>
          <a:xfrm>
            <a:off x="388730" y="4138157"/>
            <a:ext cx="6343374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B9B2D3"/>
                </a:solidFill>
                <a:latin typeface="DM Sans" pitchFamily="34" charset="0"/>
              </a:rPr>
              <a:t>Enterprise Code App → Dataverse → AI Builder → Copilot Studio Agent → Governed Automation → Capstone Project</a:t>
            </a:r>
            <a:endParaRPr lang="en-IN" sz="2200" dirty="0">
              <a:solidFill>
                <a:srgbClr val="B9B2D3"/>
              </a:solidFill>
              <a:latin typeface="DM Sans" pitchFamily="34" charset="0"/>
            </a:endParaRPr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BBF71FA-8F76-EC43-39ED-B9EB4ACE33D2}"/>
              </a:ext>
            </a:extLst>
          </p:cNvPr>
          <p:cNvSpPr/>
          <p:nvPr/>
        </p:nvSpPr>
        <p:spPr>
          <a:xfrm>
            <a:off x="316482" y="1077338"/>
            <a:ext cx="5607879" cy="326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200" dirty="0">
                <a:solidFill>
                  <a:srgbClr val="F4B94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 PLATFORM</a:t>
            </a:r>
            <a:endParaRPr lang="en-US" sz="14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89775C04-67D4-DEBA-335E-62C26F4E3ED8}"/>
              </a:ext>
            </a:extLst>
          </p:cNvPr>
          <p:cNvSpPr/>
          <p:nvPr/>
        </p:nvSpPr>
        <p:spPr>
          <a:xfrm>
            <a:off x="388730" y="3913400"/>
            <a:ext cx="1884017" cy="55626"/>
          </a:xfrm>
          <a:prstGeom prst="roundRect">
            <a:avLst>
              <a:gd name="adj" fmla="val 50000"/>
            </a:avLst>
          </a:prstGeom>
          <a:solidFill>
            <a:srgbClr val="B794F6"/>
          </a:solidFill>
          <a:ln/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601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EXTEND YOUR APP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4F1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data and flows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1625"/>
            <a:ext cx="5175250" cy="2853630"/>
          </a:xfrm>
          <a:prstGeom prst="roundRect">
            <a:avLst>
              <a:gd name="adj" fmla="val 4339"/>
            </a:avLst>
          </a:prstGeom>
          <a:solidFill>
            <a:srgbClr val="221B42"/>
          </a:solidFill>
          <a:ln w="6350">
            <a:solidFill>
              <a:srgbClr val="4137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98550" y="2254200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8550" y="2762200"/>
            <a:ext cx="47484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1FA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Dataverse table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98550" y="3219400"/>
            <a:ext cx="4610100" cy="904180"/>
          </a:xfrm>
          <a:prstGeom prst="roundRect">
            <a:avLst>
              <a:gd name="adj" fmla="val 8428"/>
            </a:avLst>
          </a:prstGeom>
          <a:solidFill>
            <a:srgbClr val="120E2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76350" y="3397200"/>
            <a:ext cx="4382135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pac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E1F7"/>
                </a:solidFill>
                <a:effectLst/>
                <a:uLnTx/>
                <a:uFillTx/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code add-datasource -a Dataverse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30350" y="3696891"/>
            <a:ext cx="4120515" cy="2742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E1F7"/>
                </a:solidFill>
                <a:effectLst/>
                <a:uLnTx/>
                <a:uFillTx/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-t &lt;table logical name&gt;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98550" y="4275981"/>
            <a:ext cx="47484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9B2D3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Add a Dataverse table to your app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200775" y="1971625"/>
            <a:ext cx="5175250" cy="2853630"/>
          </a:xfrm>
          <a:prstGeom prst="roundRect">
            <a:avLst>
              <a:gd name="adj" fmla="val 4339"/>
            </a:avLst>
          </a:prstGeom>
          <a:solidFill>
            <a:srgbClr val="221B42"/>
          </a:solidFill>
          <a:ln w="6350">
            <a:solidFill>
              <a:srgbClr val="41377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12" name="Image 1" descr="Lightni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83350" y="2254200"/>
            <a:ext cx="355600" cy="355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83350" y="2762200"/>
            <a:ext cx="47484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1FA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Power Automate flow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83350" y="3219400"/>
            <a:ext cx="4610100" cy="604490"/>
          </a:xfrm>
          <a:prstGeom prst="roundRect">
            <a:avLst>
              <a:gd name="adj" fmla="val 12606"/>
            </a:avLst>
          </a:prstGeom>
          <a:solidFill>
            <a:srgbClr val="120E24"/>
          </a:solidFill>
          <a:ln/>
        </p:spPr>
        <p:txBody>
          <a:bodyPr wrap="none" lIns="155482" tIns="155482" rIns="27847" bIns="130082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npx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7E1F7"/>
                </a:solidFill>
                <a:effectLst/>
                <a:uLnTx/>
                <a:uFillTx/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power-apps add-flow &lt;flowid&gt;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83350" y="3976291"/>
            <a:ext cx="474840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9B2D3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Add a Power Automate flow to your app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6B2FD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KEEP GOING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7890"/>
            <a:ext cx="10883392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1E173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Tips and resources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71625"/>
            <a:ext cx="5175250" cy="2538611"/>
          </a:xfrm>
          <a:prstGeom prst="roundRect">
            <a:avLst>
              <a:gd name="adj" fmla="val 4878"/>
            </a:avLst>
          </a:prstGeom>
          <a:solidFill>
            <a:srgbClr val="FCFBFE"/>
          </a:solidFill>
          <a:ln w="6350">
            <a:solidFill>
              <a:srgbClr val="DDD6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5" name="Image 0" descr="Lightbulb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23950" y="227960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3950" y="2813000"/>
            <a:ext cx="469607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6B2FD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PRO TIP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23950" y="3188891"/>
            <a:ext cx="4696079" cy="10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Install </a:t>
            </a: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GitHub Copilot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in VS Code to generate code, explain code, and speed up development using AI.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200775" y="1971625"/>
            <a:ext cx="5175250" cy="2538611"/>
          </a:xfrm>
          <a:prstGeom prst="roundRect">
            <a:avLst>
              <a:gd name="adj" fmla="val 4878"/>
            </a:avLst>
          </a:prstGeom>
          <a:solidFill>
            <a:srgbClr val="FCFBFE"/>
          </a:solidFill>
          <a:ln w="6350">
            <a:solidFill>
              <a:srgbClr val="DDD6EE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9" name="Image 1" descr="Boo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508750" y="227960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08750" y="2813000"/>
            <a:ext cx="469607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150" normalizeH="0" baseline="0" noProof="0" dirty="0">
                <a:ln>
                  <a:noFill/>
                </a:ln>
                <a:solidFill>
                  <a:srgbClr val="6B2FD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MICROSOFT LEARN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508750" y="3188891"/>
            <a:ext cx="4696079" cy="1038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6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The Power Apps Code Apps </a:t>
            </a: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documentation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and </a:t>
            </a: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quickstart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1E1736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 are the best places to get started.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812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98BE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Power Apps Code Apps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468910"/>
            <a:ext cx="10883392" cy="1518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E58B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Vibe Coding with GitHub Copilot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165550"/>
            <a:ext cx="7848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9D3EE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Prototype and iterate faster by telling Copilot what you want to build.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vibe coding?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90"/>
            <a:ext cx="91567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 more intuitive, AI-assisted development process. You tell a story, and tools like GitHub Copilot write code as you explain.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2636490"/>
            <a:ext cx="5181600" cy="1099790"/>
          </a:xfrm>
          <a:prstGeom prst="roundRect">
            <a:avLst>
              <a:gd name="adj" fmla="val 9238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636490"/>
            <a:ext cx="5181600" cy="1099790"/>
          </a:xfrm>
          <a:custGeom>
            <a:avLst/>
            <a:gdLst/>
            <a:ahLst/>
            <a:cxnLst/>
            <a:rect l="l" t="t" r="r" b="b"/>
            <a:pathLst>
              <a:path w="5181600" h="10997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B146C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0" y="2941290"/>
            <a:ext cx="481380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4277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You describe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6800" y="3215580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Explain the idea in plain language.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97600" y="2636490"/>
            <a:ext cx="5181600" cy="1099790"/>
          </a:xfrm>
          <a:prstGeom prst="roundRect">
            <a:avLst>
              <a:gd name="adj" fmla="val 9238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97600" y="2636490"/>
            <a:ext cx="5181600" cy="1099790"/>
          </a:xfrm>
          <a:custGeom>
            <a:avLst/>
            <a:gdLst/>
            <a:ahLst/>
            <a:cxnLst/>
            <a:rect l="l" t="t" r="r" b="b"/>
            <a:pathLst>
              <a:path w="5181600" h="10997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3B6FE0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51600" y="2941290"/>
            <a:ext cx="4813808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2A52B8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AI writes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51600" y="3215580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generates code as you go.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it suits Code Apps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90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Code Apps bring together React-based apps and the Power Platform, so vibe coding is especially visible here.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00" y="2565350"/>
            <a:ext cx="8890000" cy="965200"/>
          </a:xfrm>
          <a:prstGeom prst="roundRect">
            <a:avLst>
              <a:gd name="adj" fmla="val 10526"/>
            </a:avLst>
          </a:prstGeom>
          <a:solidFill>
            <a:srgbClr val="742774"/>
          </a:solidFill>
          <a:ln/>
        </p:spPr>
        <p:txBody>
          <a:bodyPr wrap="square" lIns="275042" tIns="275042" rIns="26630" bIns="249642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F1FA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Pro developers can quickly prototype and iterate.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From empty folder to live app in 5 steps</a:t>
            </a:r>
          </a:p>
        </p:txBody>
      </p:sp>
      <p:sp>
        <p:nvSpPr>
          <p:cNvPr id="3" name="Step Initialize"/>
          <p:cNvSpPr/>
          <p:nvPr/>
        </p:nvSpPr>
        <p:spPr>
          <a:xfrm>
            <a:off x="719328" y="1767840"/>
            <a:ext cx="1975104" cy="26822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4" name="Badge 1"/>
          <p:cNvSpPr/>
          <p:nvPr/>
        </p:nvSpPr>
        <p:spPr>
          <a:xfrm>
            <a:off x="134112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34112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26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41248" y="2926080"/>
            <a:ext cx="17312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0D1117"/>
                </a:solidFill>
                <a:latin typeface="Calibri"/>
              </a:rPr>
              <a:t>Initialize</a:t>
            </a:r>
            <a:endParaRPr lang="en-US" sz="2133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41248" y="3657600"/>
            <a:ext cx="17312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742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 code init</a:t>
            </a:r>
            <a:endParaRPr lang="en-US" sz="14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8" name="Step Scaffold"/>
          <p:cNvSpPr/>
          <p:nvPr/>
        </p:nvSpPr>
        <p:spPr>
          <a:xfrm>
            <a:off x="2913888" y="1767840"/>
            <a:ext cx="1975104" cy="26822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9" name="Badge 2"/>
          <p:cNvSpPr/>
          <p:nvPr/>
        </p:nvSpPr>
        <p:spPr>
          <a:xfrm>
            <a:off x="353568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53568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26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3035808" y="2926080"/>
            <a:ext cx="17312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0D1117"/>
                </a:solidFill>
                <a:latin typeface="Calibri"/>
              </a:rPr>
              <a:t>Scaffold</a:t>
            </a:r>
            <a:endParaRPr lang="en-US" sz="2133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035808" y="3657600"/>
            <a:ext cx="17312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742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mode</a:t>
            </a:r>
            <a:endParaRPr lang="en-US" sz="14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3" name="Step Connect data"/>
          <p:cNvSpPr/>
          <p:nvPr/>
        </p:nvSpPr>
        <p:spPr>
          <a:xfrm>
            <a:off x="5108448" y="1767840"/>
            <a:ext cx="1975104" cy="26822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4" name="Badge 3"/>
          <p:cNvSpPr/>
          <p:nvPr/>
        </p:nvSpPr>
        <p:spPr>
          <a:xfrm>
            <a:off x="573024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573024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26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230368" y="2926080"/>
            <a:ext cx="17312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0D1117"/>
                </a:solidFill>
                <a:latin typeface="Calibri"/>
              </a:rPr>
              <a:t>Connect data</a:t>
            </a:r>
            <a:endParaRPr lang="en-US" sz="2133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230368" y="3657600"/>
            <a:ext cx="17312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742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add-data-source</a:t>
            </a:r>
            <a:endParaRPr lang="en-US" sz="14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8" name="Step Run locally"/>
          <p:cNvSpPr/>
          <p:nvPr/>
        </p:nvSpPr>
        <p:spPr>
          <a:xfrm>
            <a:off x="7303008" y="1767840"/>
            <a:ext cx="1975104" cy="26822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9" name="Badge 4"/>
          <p:cNvSpPr/>
          <p:nvPr/>
        </p:nvSpPr>
        <p:spPr>
          <a:xfrm>
            <a:off x="792480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9248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4</a:t>
            </a:r>
            <a:endParaRPr lang="en-US" sz="26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424928" y="2926080"/>
            <a:ext cx="17312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0D1117"/>
                </a:solidFill>
                <a:latin typeface="Calibri"/>
              </a:rPr>
              <a:t>Run locally</a:t>
            </a:r>
            <a:endParaRPr lang="en-US" sz="2133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424928" y="3657600"/>
            <a:ext cx="17312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742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 code run</a:t>
            </a:r>
            <a:endParaRPr lang="en-US" sz="14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3" name="Step Deploy"/>
          <p:cNvSpPr/>
          <p:nvPr/>
        </p:nvSpPr>
        <p:spPr>
          <a:xfrm>
            <a:off x="9497568" y="1767840"/>
            <a:ext cx="1975104" cy="268224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4" name="Badge 5"/>
          <p:cNvSpPr/>
          <p:nvPr/>
        </p:nvSpPr>
        <p:spPr>
          <a:xfrm>
            <a:off x="10119360" y="201168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1011936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667" b="1" dirty="0">
                <a:solidFill>
                  <a:srgbClr val="FFFFFF"/>
                </a:solidFill>
                <a:latin typeface="Calibri"/>
              </a:rPr>
              <a:t>5</a:t>
            </a:r>
            <a:endParaRPr lang="en-US" sz="26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9619488" y="2926080"/>
            <a:ext cx="17312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133" b="1" dirty="0">
                <a:solidFill>
                  <a:srgbClr val="0D1117"/>
                </a:solidFill>
                <a:latin typeface="Calibri"/>
              </a:rPr>
              <a:t>Deploy</a:t>
            </a:r>
            <a:endParaRPr lang="en-US" sz="2133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619488" y="3657600"/>
            <a:ext cx="173126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467" dirty="0">
                <a:solidFill>
                  <a:srgbClr val="7427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 code push</a:t>
            </a:r>
            <a:endParaRPr lang="en-US" sz="14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8" name="Callout"/>
          <p:cNvSpPr/>
          <p:nvPr/>
        </p:nvSpPr>
        <p:spPr>
          <a:xfrm>
            <a:off x="719328" y="4815840"/>
            <a:ext cx="10753344" cy="1036320"/>
          </a:xfrm>
          <a:prstGeom prst="roundRect">
            <a:avLst>
              <a:gd name="adj" fmla="val 1176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1036320" y="4815840"/>
            <a:ext cx="1011936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867" b="1" dirty="0">
                <a:solidFill>
                  <a:srgbClr val="B146C2"/>
                </a:solidFill>
                <a:latin typeface="Calibri"/>
              </a:rPr>
              <a:t>Copilot assists at every step: </a:t>
            </a:r>
            <a:r>
              <a:rPr lang="en-US" sz="1867" dirty="0">
                <a:solidFill>
                  <a:srgbClr val="FFFFFF"/>
                </a:solidFill>
                <a:latin typeface="Calibri"/>
              </a:rPr>
              <a:t>scaffolding, wiring connectors, fixing build errors, and writing the deploy scripts.</a:t>
            </a:r>
            <a:endParaRPr lang="en-US" sz="1867" dirty="0">
              <a:solidFill>
                <a:srgbClr val="0D111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Pair programming with Copilot</a:t>
            </a:r>
          </a:p>
        </p:txBody>
      </p:sp>
      <p:sp>
        <p:nvSpPr>
          <p:cNvPr id="3" name="Badge 1"/>
          <p:cNvSpPr/>
          <p:nvPr/>
        </p:nvSpPr>
        <p:spPr>
          <a:xfrm>
            <a:off x="609600" y="1828800"/>
            <a:ext cx="670560" cy="670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609600" y="182880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/>
              </a:rPr>
              <a:t>1</a:t>
            </a:r>
            <a:endParaRPr lang="en-US" sz="24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524000" y="176784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D1117"/>
                </a:solidFill>
                <a:latin typeface="Calibri"/>
              </a:rPr>
              <a:t>Write requirements.md first</a:t>
            </a:r>
            <a:endParaRPr lang="en-US" sz="24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524000" y="2255520"/>
            <a:ext cx="524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dirty="0">
                <a:solidFill>
                  <a:srgbClr val="0D1117"/>
                </a:solidFill>
                <a:latin typeface="Calibri"/>
              </a:rPr>
              <a:t>Have Copilot draft user stories and a roadmap, then edit them yourself.</a:t>
            </a:r>
          </a:p>
        </p:txBody>
      </p:sp>
      <p:sp>
        <p:nvSpPr>
          <p:cNvPr id="7" name="Badge 2"/>
          <p:cNvSpPr/>
          <p:nvPr/>
        </p:nvSpPr>
        <p:spPr>
          <a:xfrm>
            <a:off x="609600" y="3169920"/>
            <a:ext cx="670560" cy="670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09600" y="316992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/>
              </a:rPr>
              <a:t>2</a:t>
            </a:r>
            <a:endParaRPr lang="en-US" sz="24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524000" y="310896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D1117"/>
                </a:solidFill>
                <a:latin typeface="Calibri"/>
              </a:rPr>
              <a:t>Add custom instructions</a:t>
            </a:r>
            <a:endParaRPr lang="en-US" sz="24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524000" y="3596640"/>
            <a:ext cx="524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dirty="0">
                <a:solidFill>
                  <a:srgbClr val="0D1117"/>
                </a:solidFill>
                <a:latin typeface="Calibri"/>
              </a:rPr>
              <a:t>Capture stack, naming and data rules in copilot-instructions.md.</a:t>
            </a:r>
          </a:p>
        </p:txBody>
      </p:sp>
      <p:sp>
        <p:nvSpPr>
          <p:cNvPr id="11" name="Badge 3"/>
          <p:cNvSpPr/>
          <p:nvPr/>
        </p:nvSpPr>
        <p:spPr>
          <a:xfrm>
            <a:off x="609600" y="4511040"/>
            <a:ext cx="670560" cy="6705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09600" y="451104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2400" b="1" dirty="0">
                <a:solidFill>
                  <a:srgbClr val="FFFFFF"/>
                </a:solidFill>
                <a:latin typeface="Calibri"/>
              </a:rPr>
              <a:t>3</a:t>
            </a:r>
            <a:endParaRPr lang="en-US" sz="24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524000" y="445008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D1117"/>
                </a:solidFill>
                <a:latin typeface="Calibri"/>
              </a:rPr>
              <a:t>Prompt in Agent mode</a:t>
            </a:r>
            <a:endParaRPr lang="en-US" sz="24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524000" y="4937760"/>
            <a:ext cx="524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1867" dirty="0">
                <a:solidFill>
                  <a:srgbClr val="0D1117"/>
                </a:solidFill>
                <a:latin typeface="Calibri"/>
              </a:rPr>
              <a:t>Build feature by feature, reviewing each diff before moving on.</a:t>
            </a:r>
          </a:p>
        </p:txBody>
      </p:sp>
      <p:sp>
        <p:nvSpPr>
          <p:cNvPr id="15" name="Mock to live panel"/>
          <p:cNvSpPr/>
          <p:nvPr/>
        </p:nvSpPr>
        <p:spPr>
          <a:xfrm>
            <a:off x="7315200" y="1706880"/>
            <a:ext cx="4267200" cy="4023360"/>
          </a:xfrm>
          <a:prstGeom prst="roundRect">
            <a:avLst>
              <a:gd name="adj" fmla="val 303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620000" y="1889760"/>
            <a:ext cx="3657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133" b="1" dirty="0">
                <a:solidFill>
                  <a:srgbClr val="FFFFFF"/>
                </a:solidFill>
                <a:latin typeface="Calibri"/>
              </a:rPr>
              <a:t>Mock first, then go live</a:t>
            </a:r>
            <a:endParaRPr lang="en-US" sz="2133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7" name="Flow Mock services"/>
          <p:cNvSpPr/>
          <p:nvPr/>
        </p:nvSpPr>
        <p:spPr>
          <a:xfrm>
            <a:off x="7620000" y="2560320"/>
            <a:ext cx="3657600" cy="67056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7620000" y="256032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Mock services</a:t>
            </a:r>
            <a:endParaRPr lang="en-US" sz="18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620000" y="3230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B146C2"/>
                </a:solidFill>
                <a:latin typeface="Calibri"/>
              </a:rPr>
              <a:t>▼</a:t>
            </a:r>
            <a:endParaRPr lang="en-US" sz="16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0" name="Flow Service factory"/>
          <p:cNvSpPr/>
          <p:nvPr/>
        </p:nvSpPr>
        <p:spPr>
          <a:xfrm>
            <a:off x="7620000" y="3596640"/>
            <a:ext cx="3657600" cy="67056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7620000" y="359664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Service factory</a:t>
            </a:r>
            <a:endParaRPr lang="en-US" sz="18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620000" y="426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600" dirty="0">
                <a:solidFill>
                  <a:srgbClr val="B146C2"/>
                </a:solidFill>
                <a:latin typeface="Calibri"/>
              </a:rPr>
              <a:t>▼</a:t>
            </a:r>
            <a:endParaRPr lang="en-US" sz="1600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3" name="Flow Live CRUD on real data"/>
          <p:cNvSpPr/>
          <p:nvPr/>
        </p:nvSpPr>
        <p:spPr>
          <a:xfrm>
            <a:off x="7620000" y="4632960"/>
            <a:ext cx="3657600" cy="670560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7620000" y="4632960"/>
            <a:ext cx="36576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Live CRUD on real data</a:t>
            </a:r>
            <a:endParaRPr lang="en-US" sz="1867" dirty="0">
              <a:solidFill>
                <a:srgbClr val="0D111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74277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 with GitHub Copilot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2800" y="1620490"/>
            <a:ext cx="915670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In VS Code, Copilot acts as your AI pair programmer.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12800" y="2245320"/>
            <a:ext cx="3386634" cy="1366490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12800" y="2245320"/>
            <a:ext cx="3386634" cy="1366490"/>
          </a:xfrm>
          <a:custGeom>
            <a:avLst/>
            <a:gdLst/>
            <a:ahLst/>
            <a:cxnLst/>
            <a:rect l="l" t="t" r="r" b="b"/>
            <a:pathLst>
              <a:path w="3386634" h="13664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34" y="0"/>
                </a:lnTo>
                <a:arcTo wR="101600" hR="101600" stAng="16200000" swAng="5400000"/>
                <a:lnTo>
                  <a:pt x="3386634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B146C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66800" y="2550120"/>
            <a:ext cx="296499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4277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1. Write a comment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66800" y="2824411"/>
            <a:ext cx="296499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Describe what the code should do.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2634" y="2245320"/>
            <a:ext cx="3386683" cy="1366490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02634" y="2245320"/>
            <a:ext cx="3386683" cy="1366490"/>
          </a:xfrm>
          <a:custGeom>
            <a:avLst/>
            <a:gdLst/>
            <a:ahLst/>
            <a:cxnLst/>
            <a:rect l="l" t="t" r="r" b="b"/>
            <a:pathLst>
              <a:path w="3386683" h="13664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83" y="0"/>
                </a:lnTo>
                <a:arcTo wR="101600" hR="101600" stAng="16200000" swAng="5400000"/>
                <a:lnTo>
                  <a:pt x="338668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B146C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56634" y="255012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4277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2. Copilot suggests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6634" y="2824411"/>
            <a:ext cx="29650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Code is suggested based on your comments.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92517" y="2245320"/>
            <a:ext cx="3386683" cy="1366490"/>
          </a:xfrm>
          <a:prstGeom prst="roundRect">
            <a:avLst>
              <a:gd name="adj" fmla="val 7435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92517" y="2245320"/>
            <a:ext cx="3386683" cy="1366490"/>
          </a:xfrm>
          <a:custGeom>
            <a:avLst/>
            <a:gdLst/>
            <a:ahLst/>
            <a:cxnLst/>
            <a:rect l="l" t="t" r="r" b="b"/>
            <a:pathLst>
              <a:path w="3386683" h="136649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3285083" y="0"/>
                </a:lnTo>
                <a:arcTo wR="101600" hR="101600" stAng="16200000" swAng="5400000"/>
                <a:lnTo>
                  <a:pt x="3386683" y="101600"/>
                </a:lnTo>
                <a:arcTo wR="101600" hR="50800" stAng="0" swAng="-5400000"/>
                <a:lnTo>
                  <a:pt x="101600" y="50800"/>
                </a:lnTo>
                <a:arcTo wR="101600" hR="50800" stAng="16200000" swAng="-5400000"/>
                <a:close/>
              </a:path>
            </a:pathLst>
          </a:custGeom>
          <a:solidFill>
            <a:srgbClr val="B146C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46517" y="2550120"/>
            <a:ext cx="2965044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742774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3. Review and iterate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46517" y="2824411"/>
            <a:ext cx="296504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1B1340"/>
                </a:solidFill>
                <a:effectLst/>
                <a:uLnTx/>
                <a:uFillTx/>
                <a:latin typeface="Segoe UI" pitchFamily="34" charset="0"/>
                <a:ea typeface="Segoe UI" pitchFamily="34" charset="-122"/>
                <a:cs typeface="Segoe UI" pitchFamily="34" charset="-120"/>
              </a:rPr>
              <a:t>Refine until the app behaves as intended.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srgbClr val="742774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09600" y="426720"/>
            <a:ext cx="109728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Copilot drafts. You decide.</a:t>
            </a:r>
          </a:p>
        </p:txBody>
      </p:sp>
      <p:sp>
        <p:nvSpPr>
          <p:cNvPr id="3" name="Column Let Copilot handle"/>
          <p:cNvSpPr/>
          <p:nvPr/>
        </p:nvSpPr>
        <p:spPr>
          <a:xfrm>
            <a:off x="609600" y="1706880"/>
            <a:ext cx="5364480" cy="390144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4" name="Pill Let Copilot handle"/>
          <p:cNvSpPr/>
          <p:nvPr/>
        </p:nvSpPr>
        <p:spPr>
          <a:xfrm>
            <a:off x="975360" y="2011680"/>
            <a:ext cx="3169920" cy="548640"/>
          </a:xfrm>
          <a:prstGeom prst="roundRect">
            <a:avLst>
              <a:gd name="adj" fmla="val 4888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975360" y="201168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Let Copilot handle</a:t>
            </a:r>
            <a:endParaRPr lang="en-US" sz="18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75360" y="2804160"/>
            <a:ext cx="4632960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UI components and layout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Typed service and proxy classes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Mock data and CRUD wiring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Tests and documentation drafts</a:t>
            </a:r>
          </a:p>
        </p:txBody>
      </p:sp>
      <p:sp>
        <p:nvSpPr>
          <p:cNvPr id="7" name="Column You still own"/>
          <p:cNvSpPr/>
          <p:nvPr/>
        </p:nvSpPr>
        <p:spPr>
          <a:xfrm>
            <a:off x="6217920" y="1706880"/>
            <a:ext cx="5364480" cy="390144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8" name="Pill You still own"/>
          <p:cNvSpPr/>
          <p:nvPr/>
        </p:nvSpPr>
        <p:spPr>
          <a:xfrm>
            <a:off x="6583680" y="2011680"/>
            <a:ext cx="3169920" cy="54864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pPr defTabSz="1219170"/>
            <a:endParaRPr lang="en-IN" sz="240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583680" y="2011680"/>
            <a:ext cx="316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867" b="1" dirty="0">
                <a:solidFill>
                  <a:srgbClr val="FFFFFF"/>
                </a:solidFill>
                <a:latin typeface="Calibri"/>
              </a:rPr>
              <a:t>You still own</a:t>
            </a:r>
            <a:endParaRPr lang="en-US" sz="1867" dirty="0">
              <a:solidFill>
                <a:srgbClr val="0D1117"/>
              </a:solidFill>
              <a:latin typeface="Calibri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583680" y="2804160"/>
            <a:ext cx="4632960" cy="2804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Reviewing TypeScript and data logic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Security, permissions and DLP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Environments and solution deployment</a:t>
            </a:r>
          </a:p>
          <a:p>
            <a:pPr marL="457189" indent="-457189" defTabSz="1219170">
              <a:spcAft>
                <a:spcPts val="1067"/>
              </a:spcAft>
              <a:buSzPct val="100000"/>
              <a:buFontTx/>
              <a:buChar char="•"/>
            </a:pPr>
            <a:r>
              <a:rPr lang="en-US" sz="2133" dirty="0">
                <a:solidFill>
                  <a:srgbClr val="0D1117"/>
                </a:solidFill>
                <a:latin typeface="Calibri"/>
              </a:rPr>
              <a:t>Requirements and acceptance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992668-7A9A-370F-4ECF-18BE5AC88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6B8BD6-14DF-EBE3-5783-F8A07AB7A8A4}"/>
              </a:ext>
            </a:extLst>
          </p:cNvPr>
          <p:cNvSpPr/>
          <p:nvPr/>
        </p:nvSpPr>
        <p:spPr>
          <a:xfrm>
            <a:off x="812800" y="165487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200" normalizeH="0" baseline="0" noProof="0" dirty="0">
                <a:ln>
                  <a:noFill/>
                </a:ln>
                <a:solidFill>
                  <a:srgbClr val="F4B942"/>
                </a:solidFill>
                <a:effectLst/>
                <a:uLnTx/>
                <a:uFillTx/>
                <a:latin typeface="DM Sans" pitchFamily="34" charset="0"/>
                <a:ea typeface="DM Sans" pitchFamily="34" charset="-122"/>
                <a:cs typeface="DM Sans" pitchFamily="34" charset="-120"/>
              </a:rPr>
              <a:t>POWER 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F694685-2EF7-559F-F373-D3B36BED9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00" y="2157760"/>
            <a:ext cx="10883392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6930"/>
              </a:lnSpc>
            </a:pPr>
            <a:r>
              <a:rPr lang="en-US" sz="6600" b="1" i="0" dirty="0">
                <a:solidFill>
                  <a:srgbClr val="F4F1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</a:t>
            </a:r>
            <a:endParaRPr lang="en-US" sz="6600" b="1" dirty="0">
              <a:solidFill>
                <a:srgbClr val="F4F1FA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1A960AC-5C9E-961B-4109-65E520747BB9}"/>
              </a:ext>
            </a:extLst>
          </p:cNvPr>
          <p:cNvSpPr/>
          <p:nvPr/>
        </p:nvSpPr>
        <p:spPr>
          <a:xfrm>
            <a:off x="812800" y="3156601"/>
            <a:ext cx="889000" cy="50800"/>
          </a:xfrm>
          <a:prstGeom prst="roundRect">
            <a:avLst>
              <a:gd name="adj" fmla="val 50000"/>
            </a:avLst>
          </a:prstGeom>
          <a:solidFill>
            <a:srgbClr val="B794F6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395D166-CCB6-2C73-6784-07CC539C9227}"/>
              </a:ext>
            </a:extLst>
          </p:cNvPr>
          <p:cNvSpPr/>
          <p:nvPr/>
        </p:nvSpPr>
        <p:spPr>
          <a:xfrm>
            <a:off x="812799" y="3442939"/>
            <a:ext cx="10626659" cy="1785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H1. Healthcare: generate and review a patient-intake component</a:t>
            </a:r>
          </a:p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H2. Supply Chain: generate shipment-validation logic and unit tests</a:t>
            </a:r>
          </a:p>
          <a:p>
            <a:pPr lvl="0">
              <a:lnSpc>
                <a:spcPts val="2860"/>
              </a:lnSpc>
              <a:defRPr/>
            </a:pPr>
            <a:r>
              <a:rPr lang="en-US" sz="2200" dirty="0">
                <a:solidFill>
                  <a:srgbClr val="B9B2D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H3. Banking: refactor and document a KYC module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1E1736"/>
              </a:solidFill>
              <a:effectLst/>
              <a:uLnTx/>
              <a:uFillTx/>
              <a:latin typeface="DM Sans"/>
              <a:ea typeface="+mn-ea"/>
              <a:cs typeface="+mn-cs"/>
            </a:endParaRPr>
          </a:p>
        </p:txBody>
      </p:sp>
      <p:pic>
        <p:nvPicPr>
          <p:cNvPr id="6" name="Image 0" descr="Code">
            <a:extLst>
              <a:ext uri="{FF2B5EF4-FFF2-40B4-BE49-F238E27FC236}">
                <a16:creationId xmlns:a16="http://schemas.microsoft.com/office/drawing/2014/main" id="{BFEBC7F3-AB59-7890-DA55-1978C6368B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63200" y="8128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66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 err="1">
                <a:solidFill>
                  <a:srgbClr val="1418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</a:t>
            </a:r>
            <a:r>
              <a:rPr lang="en-US" sz="3600" b="1" i="0" dirty="0">
                <a:solidFill>
                  <a:srgbClr val="1418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Copilot options Model comparison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1752871"/>
              </p:ext>
            </p:extLst>
          </p:nvPr>
        </p:nvGraphicFramePr>
        <p:xfrm>
          <a:off x="825500" y="1633190"/>
          <a:ext cx="10553700" cy="1651000"/>
        </p:xfrm>
        <a:graphic>
          <a:graphicData uri="http://schemas.openxmlformats.org/drawingml/2006/table">
            <a:tbl>
              <a:tblPr/>
              <a:tblGrid>
                <a:gridCol w="237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2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0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Model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Best for in a code app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Core strength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2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Claude Sonnet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Complex logic, multi-file refactors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Code comprehension, large context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B5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Copilot native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Inline edits while you type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Lowest latency, IDE integration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2750"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OpenAI Codex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Async features and PRs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4181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Multi-agent orchestration</a:t>
                      </a:r>
                      <a:endParaRPr lang="en-US" sz="15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66675" marR="66675" marT="66675" marB="66675">
                    <a:lnL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021179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794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 SONNET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24069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for complex logic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392729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6F4E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Use it for Dataverse and connector logic, debugging and multi-file refactors in the generated React code. The code apps plugin also works in Claude Code.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33252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794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Strength: deep reasoning and a massive context window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5D398-FBE2-5349-8C7F-56199BD4AFA1}"/>
              </a:ext>
            </a:extLst>
          </p:cNvPr>
          <p:cNvSpPr txBox="1"/>
          <p:nvPr/>
        </p:nvSpPr>
        <p:spPr>
          <a:xfrm>
            <a:off x="752015" y="3764270"/>
            <a:ext cx="11166715" cy="281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E8794F"/>
                </a:solidFill>
                <a:latin typeface="Helvetica" pitchFamily="34" charset="0"/>
                <a:cs typeface="Helvetica" pitchFamily="34" charset="-120"/>
              </a:rPr>
              <a:t>Where it helps most</a:t>
            </a:r>
            <a:r>
              <a:rPr lang="en-US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.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285750" indent="-285750" rt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6F4EF"/>
                </a:solidFill>
                <a:latin typeface="Helvetica" pitchFamily="34" charset="0"/>
                <a:cs typeface="Helvetica" pitchFamily="34" charset="-120"/>
              </a:rPr>
              <a:t>Logic-heavy work: Dataverse queries, connector data shaping and business rules that are more than simple CRUD.</a:t>
            </a:r>
          </a:p>
          <a:p>
            <a:pPr marL="285750" indent="-285750" rt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6F4EF"/>
                </a:solidFill>
                <a:latin typeface="Helvetica" pitchFamily="34" charset="0"/>
                <a:cs typeface="Helvetica" pitchFamily="34" charset="-120"/>
              </a:rPr>
              <a:t>Multi-file changes: refactoring the generated React app, renaming types or restructuring components without breaking dependencies.</a:t>
            </a:r>
          </a:p>
          <a:p>
            <a:pPr marL="285750" indent="-285750" rt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6F4EF"/>
                </a:solidFill>
                <a:latin typeface="Helvetica" pitchFamily="34" charset="0"/>
                <a:cs typeface="Helvetica" pitchFamily="34" charset="-120"/>
              </a:rPr>
              <a:t>Debugging: tracing build errors or failed pushes across the project.</a:t>
            </a:r>
          </a:p>
          <a:p>
            <a:pPr marL="285750" indent="-285750" rtl="0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6F4EF"/>
                </a:solidFill>
                <a:latin typeface="Helvetica" pitchFamily="34" charset="0"/>
                <a:cs typeface="Helvetica" pitchFamily="34" charset="-120"/>
              </a:rPr>
              <a:t>Maintainability: clean, documented code that a team can keep editing after the first version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95055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F5FC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GITHUB COPILOT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97945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14181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for speed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2266605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14181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Copilot CLI is the quickstart's walkthrough tool, and inline completion speeds up hand edits to the app in your IDE.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320640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F5FC4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Strength: lowest latency while you type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EB1799-CEAE-6B7F-6569-F6CF35838C5D}"/>
              </a:ext>
            </a:extLst>
          </p:cNvPr>
          <p:cNvSpPr txBox="1"/>
          <p:nvPr/>
        </p:nvSpPr>
        <p:spPr>
          <a:xfrm>
            <a:off x="812800" y="3940357"/>
            <a:ext cx="10614047" cy="1677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2F5FC4"/>
                </a:solidFill>
                <a:latin typeface="Helvetica" pitchFamily="34" charset="0"/>
                <a:cs typeface="Helvetica" pitchFamily="34" charset="-120"/>
              </a:rPr>
              <a:t>Where it helps most.</a:t>
            </a:r>
          </a:p>
          <a:p>
            <a:pPr marL="285750" indent="-285750" rtl="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Getting started fast:</a:t>
            </a:r>
            <a:r>
              <a:rPr lang="en-US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the quick start goes from a natural-language prompt to a deployed, shareable app.</a:t>
            </a:r>
          </a:p>
          <a:p>
            <a:pPr marL="285750" indent="-285750" rtl="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Everyday edits:</a:t>
            </a:r>
            <a:r>
              <a:rPr lang="en-US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small UI tweaks, wiring up a field, writing a handler or filling in boilerplate as you type.</a:t>
            </a:r>
          </a:p>
          <a:p>
            <a:pPr marL="285750" indent="-285750" rtl="0"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Low friction:</a:t>
            </a:r>
            <a:r>
              <a:rPr lang="en-US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it works inside tools your team likely already uses, with GitHub Copilot enabled for the account or tenant.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352722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9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8794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OPENAI CODEX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855612"/>
            <a:ext cx="10883392" cy="64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i="0" dirty="0">
                <a:solidFill>
                  <a:srgbClr val="F6F4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Built for autonomy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12800" y="1724272"/>
            <a:ext cx="91567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6F4E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Delegate features in the app's repository and review the result as a pull request. Check that your agent supports the plugin through Open Plugins.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00" y="2594706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ts val="22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8794F"/>
                </a:solidFill>
                <a:effectLst/>
                <a:uLnTx/>
                <a:uFillTx/>
                <a:latin typeface="Helvetica" pitchFamily="34" charset="0"/>
                <a:ea typeface="Helvetica" pitchFamily="34" charset="-122"/>
                <a:cs typeface="Helvetica" pitchFamily="34" charset="-120"/>
              </a:rPr>
              <a:t>Strength: asynchronous agentic tasks and PR automation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6F4EF"/>
              </a:solidFill>
              <a:effectLst/>
              <a:uLnTx/>
              <a:uFillTx/>
              <a:latin typeface="Helvetica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D1023-9CFA-120F-9741-E9D2B17A7224}"/>
              </a:ext>
            </a:extLst>
          </p:cNvPr>
          <p:cNvSpPr txBox="1"/>
          <p:nvPr/>
        </p:nvSpPr>
        <p:spPr>
          <a:xfrm>
            <a:off x="764628" y="2935315"/>
            <a:ext cx="10586544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E8794F"/>
                </a:solidFill>
                <a:latin typeface="Helvetica" pitchFamily="34" charset="0"/>
                <a:cs typeface="Helvetica" pitchFamily="34" charset="-120"/>
              </a:rPr>
              <a:t>Where it would help most</a:t>
            </a: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  <a:endParaRPr lang="en-US" sz="16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Background feature work: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hand off a defined task in the app’s repository and review the result later.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Pull request automation: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generated changes arrive as PRs your team can review and merge.</a:t>
            </a:r>
          </a:p>
          <a:p>
            <a:pPr marL="285750" indent="-285750" rt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OpenAI-centered teams:</a:t>
            </a:r>
            <a:r>
              <a:rPr lang="en-US" sz="1600" dirty="0">
                <a:latin typeface="Helvetica" panose="020B0604020202020204" pitchFamily="34" charset="0"/>
                <a:cs typeface="Helvetica" panose="020B0604020202020204" pitchFamily="34" charset="0"/>
              </a:rPr>
              <a:t> it fits shops that already use ChatGPT and OpenAI’s agent tooling.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AFADCF-D554-668A-693C-706505EB2984}"/>
              </a:ext>
            </a:extLst>
          </p:cNvPr>
          <p:cNvSpPr txBox="1"/>
          <p:nvPr/>
        </p:nvSpPr>
        <p:spPr>
          <a:xfrm>
            <a:off x="764628" y="4711717"/>
            <a:ext cx="11313335" cy="1801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1600" b="1" dirty="0">
                <a:solidFill>
                  <a:srgbClr val="E8794F"/>
                </a:solidFill>
                <a:latin typeface="Helvetica" pitchFamily="34" charset="0"/>
                <a:cs typeface="Helvetica" pitchFamily="34" charset="-120"/>
              </a:rPr>
              <a:t>Limits to keep in mind</a:t>
            </a:r>
            <a:r>
              <a:rPr lang="en-US" b="1" dirty="0"/>
              <a:t>.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Official support: the Microsoft quick start is built for Copilot CLI, so expect more manual setup with Codex.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Deployment safety: a community developer notes that fast agents using the PAC CLI take the most direct path, and Power Platform changes are hard to undo. Review before pushing to any environment.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Helvetica" panose="020B0604020202020204" pitchFamily="34" charset="0"/>
                <a:cs typeface="Helvetica" panose="020B0604020202020204" pitchFamily="34" charset="0"/>
              </a:rPr>
              <a:t>Preview status: code apps are in preview, so commands may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AC67-E814-EAAD-C01A-41CE5EB34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Closing slide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24F4DE7-C129-72C8-6B68-3FB890D46E64}"/>
              </a:ext>
            </a:extLst>
          </p:cNvPr>
          <p:cNvSpPr txBox="1">
            <a:spLocks/>
          </p:cNvSpPr>
          <p:nvPr/>
        </p:nvSpPr>
        <p:spPr>
          <a:xfrm>
            <a:off x="584200" y="2976187"/>
            <a:ext cx="5325533" cy="557589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spc="-50" baseline="0">
                <a:solidFill>
                  <a:schemeClr val="tx1"/>
                </a:solidFill>
                <a:latin typeface="+mj-lt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5558606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ower Apps Code Apps Quickstart">
  <a:themeElements>
    <a:clrScheme name="Power Apps Code Apps Quickstart">
      <a:dk1>
        <a:srgbClr val="1E1736"/>
      </a:dk1>
      <a:lt1>
        <a:srgbClr val="F6F4FA"/>
      </a:lt1>
      <a:dk2>
        <a:srgbClr val="544E67"/>
      </a:dk2>
      <a:lt2>
        <a:srgbClr val="E0DEE6"/>
      </a:lt2>
      <a:accent1>
        <a:srgbClr val="6B2FD6"/>
      </a:accent1>
      <a:accent2>
        <a:srgbClr val="F4B942"/>
      </a:accent2>
      <a:accent3>
        <a:srgbClr val="2A2250"/>
      </a:accent3>
      <a:accent4>
        <a:srgbClr val="5A2FAE"/>
      </a:accent4>
      <a:accent5>
        <a:srgbClr val="D9CCF5"/>
      </a:accent5>
      <a:accent6>
        <a:srgbClr val="B794F6"/>
      </a:accent6>
      <a:hlink>
        <a:srgbClr val="0563C1"/>
      </a:hlink>
      <a:folHlink>
        <a:srgbClr val="954F72"/>
      </a:folHlink>
    </a:clrScheme>
    <a:fontScheme name="Power Apps Code Apps Quickstart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Vibe Coding with GitHub Copilot for Power Apps Code Apps">
  <a:themeElements>
    <a:clrScheme name="Vibe Coding with GitHub Copilot for Power Apps Code Apps">
      <a:dk1>
        <a:srgbClr val="742774"/>
      </a:dk1>
      <a:lt1>
        <a:srgbClr val="F4F1FA"/>
      </a:lt1>
      <a:dk2>
        <a:srgbClr val="945A96"/>
      </a:dk2>
      <a:lt2>
        <a:srgbClr val="E7DDED"/>
      </a:lt2>
      <a:accent1>
        <a:srgbClr val="1B1340"/>
      </a:accent1>
      <a:accent2>
        <a:srgbClr val="E58BFF"/>
      </a:accent2>
      <a:accent3>
        <a:srgbClr val="C98BE0"/>
      </a:accent3>
      <a:accent4>
        <a:srgbClr val="2A52B8"/>
      </a:accent4>
      <a:accent5>
        <a:srgbClr val="D9D3EE"/>
      </a:accent5>
      <a:accent6>
        <a:srgbClr val="9AA0A6"/>
      </a:accent6>
      <a:hlink>
        <a:srgbClr val="0563C1"/>
      </a:hlink>
      <a:folHlink>
        <a:srgbClr val="954F72"/>
      </a:folHlink>
    </a:clrScheme>
    <a:fontScheme name="Vibe Coding with GitHub Copilot for Power Apps Code Apps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odeApps">
  <a:themeElements>
    <a:clrScheme name="CodeApps">
      <a:dk1>
        <a:srgbClr val="0D1117"/>
      </a:dk1>
      <a:lt1>
        <a:srgbClr val="FFFFFF"/>
      </a:lt1>
      <a:dk2>
        <a:srgbClr val="4B1A57"/>
      </a:dk2>
      <a:lt2>
        <a:srgbClr val="F5EFF7"/>
      </a:lt2>
      <a:accent1>
        <a:srgbClr val="742774"/>
      </a:accent1>
      <a:accent2>
        <a:srgbClr val="B146C2"/>
      </a:accent2>
      <a:accent3>
        <a:srgbClr val="2DA44E"/>
      </a:accent3>
      <a:accent4>
        <a:srgbClr val="0969DA"/>
      </a:accent4>
      <a:accent5>
        <a:srgbClr val="F0883E"/>
      </a:accent5>
      <a:accent6>
        <a:srgbClr val="8B949E"/>
      </a:accent6>
      <a:hlink>
        <a:srgbClr val="0969DA"/>
      </a:hlink>
      <a:folHlink>
        <a:srgbClr val="742774"/>
      </a:folHlink>
    </a:clrScheme>
    <a:fontScheme name="CodeApp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AI coding tools for Power Apps code apps">
  <a:themeElements>
    <a:clrScheme name="AI coding tools for Power Apps code apps">
      <a:dk1>
        <a:srgbClr val="14181F"/>
      </a:dk1>
      <a:lt1>
        <a:srgbClr val="F6F4EF"/>
      </a:lt1>
      <a:dk2>
        <a:srgbClr val="2B2E34"/>
      </a:dk2>
      <a:lt2>
        <a:srgbClr val="BEBDBB"/>
      </a:lt2>
      <a:accent1>
        <a:srgbClr val="E8794F"/>
      </a:accent1>
      <a:accent2>
        <a:srgbClr val="2F5FC4"/>
      </a:accent2>
      <a:accent3>
        <a:srgbClr val="B8BEC8"/>
      </a:accent3>
      <a:accent4>
        <a:srgbClr val="6A7179"/>
      </a:accent4>
      <a:accent5>
        <a:srgbClr val="9AA0A6"/>
      </a:accent5>
      <a:accent6>
        <a:srgbClr val="9C9C9C"/>
      </a:accent6>
      <a:hlink>
        <a:srgbClr val="0563C1"/>
      </a:hlink>
      <a:folHlink>
        <a:srgbClr val="954F72"/>
      </a:folHlink>
    </a:clrScheme>
    <a:fontScheme name="AI coding tools for Power Apps code apps">
      <a:majorFont>
        <a:latin typeface="Helvetic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1134</Words>
  <Application>Microsoft Office PowerPoint</Application>
  <PresentationFormat>Widescreen</PresentationFormat>
  <Paragraphs>151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16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Courier New</vt:lpstr>
      <vt:lpstr>DM Sans</vt:lpstr>
      <vt:lpstr>Helvetica</vt:lpstr>
      <vt:lpstr>JetBrains Mono</vt:lpstr>
      <vt:lpstr>Segoe UI</vt:lpstr>
      <vt:lpstr>Wingdings</vt:lpstr>
      <vt:lpstr>Office Theme</vt:lpstr>
      <vt:lpstr>Power Apps Code Apps Quickstart</vt:lpstr>
      <vt:lpstr>Vibe Coding with GitHub Copilot for Power Apps Code Apps</vt:lpstr>
      <vt:lpstr>CodeApps</vt:lpstr>
      <vt:lpstr>AI coding tools for Power Apps code apps</vt:lpstr>
      <vt:lpstr>Enterprise Apps &amp; Agents </vt:lpstr>
      <vt:lpstr>Add data and flows</vt:lpstr>
      <vt:lpstr>Tips and resources</vt:lpstr>
      <vt:lpstr>Vibe Coding with GitHub Copilot</vt:lpstr>
      <vt:lpstr>What is vibe coding?</vt:lpstr>
      <vt:lpstr>Why it suits Code Apps</vt:lpstr>
      <vt:lpstr>From empty folder to live app in 5 steps</vt:lpstr>
      <vt:lpstr>Pair programming with Copilot</vt:lpstr>
      <vt:lpstr>How it works with GitHub Copilot</vt:lpstr>
      <vt:lpstr>Copilot drafts. You decide.</vt:lpstr>
      <vt:lpstr>Demo</vt:lpstr>
      <vt:lpstr>Github Copilot options Model comparison</vt:lpstr>
      <vt:lpstr>Built for complex logic</vt:lpstr>
      <vt:lpstr>Built for speed</vt:lpstr>
      <vt:lpstr>Built for autonomy</vt:lpstr>
      <vt:lpstr>Closing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Jenkins NS</dc:creator>
  <cp:lastModifiedBy>Jenkins NS</cp:lastModifiedBy>
  <cp:revision>1</cp:revision>
  <dcterms:created xsi:type="dcterms:W3CDTF">2026-05-23T19:27:32Z</dcterms:created>
  <dcterms:modified xsi:type="dcterms:W3CDTF">2026-10-27T18:20:08Z</dcterms:modified>
</cp:coreProperties>
</file>