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0" r:id="rId2"/>
    <p:sldMasterId id="2147483684" r:id="rId3"/>
    <p:sldMasterId id="2147483693" r:id="rId4"/>
  </p:sldMasterIdLst>
  <p:notesMasterIdLst>
    <p:notesMasterId r:id="rId23"/>
  </p:notesMasterIdLst>
  <p:sldIdLst>
    <p:sldId id="2147479557" r:id="rId5"/>
    <p:sldId id="2147479603" r:id="rId6"/>
    <p:sldId id="2147479594" r:id="rId7"/>
    <p:sldId id="10819" r:id="rId8"/>
    <p:sldId id="2076136495" r:id="rId9"/>
    <p:sldId id="2076136496" r:id="rId10"/>
    <p:sldId id="2044" r:id="rId11"/>
    <p:sldId id="2045" r:id="rId12"/>
    <p:sldId id="2047" r:id="rId13"/>
    <p:sldId id="2048" r:id="rId14"/>
    <p:sldId id="2142533438" r:id="rId15"/>
    <p:sldId id="2142533245" r:id="rId16"/>
    <p:sldId id="2142533439" r:id="rId17"/>
    <p:sldId id="257" r:id="rId18"/>
    <p:sldId id="258" r:id="rId19"/>
    <p:sldId id="259" r:id="rId20"/>
    <p:sldId id="2142533583" r:id="rId21"/>
    <p:sldId id="214747959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132B"/>
    <a:srgbClr val="1B13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9DD08C-61DE-4FF6-B5A3-AEEE15003728}" v="6" dt="2026-10-28T20:04:07.548"/>
  </p1510:revLst>
</p1510:revInfo>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79126" autoAdjust="0"/>
  </p:normalViewPr>
  <p:slideViewPr>
    <p:cSldViewPr snapToGrid="0">
      <p:cViewPr varScale="1">
        <p:scale>
          <a:sx n="76" d="100"/>
          <a:sy n="76" d="100"/>
        </p:scale>
        <p:origin x="627"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kins NS" userId="8bdba4d2-1367-40cf-ad35-f59b31261896" providerId="ADAL" clId="{589DD08C-61DE-4FF6-B5A3-AEEE15003728}"/>
    <pc:docChg chg="addSld delSld modSld sldOrd">
      <pc:chgData name="Jenkins NS" userId="8bdba4d2-1367-40cf-ad35-f59b31261896" providerId="ADAL" clId="{589DD08C-61DE-4FF6-B5A3-AEEE15003728}" dt="2026-10-28T20:04:07.545" v="10"/>
      <pc:docMkLst>
        <pc:docMk/>
      </pc:docMkLst>
      <pc:sldChg chg="add setBg">
        <pc:chgData name="Jenkins NS" userId="8bdba4d2-1367-40cf-ad35-f59b31261896" providerId="ADAL" clId="{589DD08C-61DE-4FF6-B5A3-AEEE15003728}" dt="2026-10-22T21:24:32.457" v="9"/>
        <pc:sldMkLst>
          <pc:docMk/>
          <pc:sldMk cId="0" sldId="257"/>
        </pc:sldMkLst>
      </pc:sldChg>
      <pc:sldChg chg="add setBg">
        <pc:chgData name="Jenkins NS" userId="8bdba4d2-1367-40cf-ad35-f59b31261896" providerId="ADAL" clId="{589DD08C-61DE-4FF6-B5A3-AEEE15003728}" dt="2026-10-22T21:24:32.457" v="9"/>
        <pc:sldMkLst>
          <pc:docMk/>
          <pc:sldMk cId="0" sldId="258"/>
        </pc:sldMkLst>
      </pc:sldChg>
      <pc:sldChg chg="add setBg">
        <pc:chgData name="Jenkins NS" userId="8bdba4d2-1367-40cf-ad35-f59b31261896" providerId="ADAL" clId="{589DD08C-61DE-4FF6-B5A3-AEEE15003728}" dt="2026-10-22T21:24:32.457" v="9"/>
        <pc:sldMkLst>
          <pc:docMk/>
          <pc:sldMk cId="0" sldId="259"/>
        </pc:sldMkLst>
      </pc:sldChg>
      <pc:sldChg chg="del">
        <pc:chgData name="Jenkins NS" userId="8bdba4d2-1367-40cf-ad35-f59b31261896" providerId="ADAL" clId="{589DD08C-61DE-4FF6-B5A3-AEEE15003728}" dt="2026-10-22T20:53:43.579" v="0" actId="47"/>
        <pc:sldMkLst>
          <pc:docMk/>
          <pc:sldMk cId="0" sldId="263"/>
        </pc:sldMkLst>
      </pc:sldChg>
      <pc:sldChg chg="del">
        <pc:chgData name="Jenkins NS" userId="8bdba4d2-1367-40cf-ad35-f59b31261896" providerId="ADAL" clId="{589DD08C-61DE-4FF6-B5A3-AEEE15003728}" dt="2026-10-22T20:53:43.579" v="0" actId="47"/>
        <pc:sldMkLst>
          <pc:docMk/>
          <pc:sldMk cId="0" sldId="264"/>
        </pc:sldMkLst>
      </pc:sldChg>
      <pc:sldChg chg="del">
        <pc:chgData name="Jenkins NS" userId="8bdba4d2-1367-40cf-ad35-f59b31261896" providerId="ADAL" clId="{589DD08C-61DE-4FF6-B5A3-AEEE15003728}" dt="2026-10-22T20:54:37.781" v="3" actId="47"/>
        <pc:sldMkLst>
          <pc:docMk/>
          <pc:sldMk cId="0" sldId="265"/>
        </pc:sldMkLst>
      </pc:sldChg>
      <pc:sldChg chg="add">
        <pc:chgData name="Jenkins NS" userId="8bdba4d2-1367-40cf-ad35-f59b31261896" providerId="ADAL" clId="{589DD08C-61DE-4FF6-B5A3-AEEE15003728}" dt="2026-10-22T21:08:20.029" v="8"/>
        <pc:sldMkLst>
          <pc:docMk/>
          <pc:sldMk cId="784861532" sldId="2142533245"/>
        </pc:sldMkLst>
      </pc:sldChg>
      <pc:sldChg chg="add del">
        <pc:chgData name="Jenkins NS" userId="8bdba4d2-1367-40cf-ad35-f59b31261896" providerId="ADAL" clId="{589DD08C-61DE-4FF6-B5A3-AEEE15003728}" dt="2026-10-22T21:08:01.575" v="7"/>
        <pc:sldMkLst>
          <pc:docMk/>
          <pc:sldMk cId="87694061" sldId="2142533438"/>
        </pc:sldMkLst>
      </pc:sldChg>
      <pc:sldChg chg="add">
        <pc:chgData name="Jenkins NS" userId="8bdba4d2-1367-40cf-ad35-f59b31261896" providerId="ADAL" clId="{589DD08C-61DE-4FF6-B5A3-AEEE15003728}" dt="2026-10-22T21:08:20.029" v="8"/>
        <pc:sldMkLst>
          <pc:docMk/>
          <pc:sldMk cId="2553396867" sldId="2142533439"/>
        </pc:sldMkLst>
      </pc:sldChg>
      <pc:sldChg chg="del">
        <pc:chgData name="Jenkins NS" userId="8bdba4d2-1367-40cf-ad35-f59b31261896" providerId="ADAL" clId="{589DD08C-61DE-4FF6-B5A3-AEEE15003728}" dt="2026-10-22T20:54:37.881" v="4" actId="47"/>
        <pc:sldMkLst>
          <pc:docMk/>
          <pc:sldMk cId="2655586065" sldId="2142533481"/>
        </pc:sldMkLst>
      </pc:sldChg>
      <pc:sldChg chg="add">
        <pc:chgData name="Jenkins NS" userId="8bdba4d2-1367-40cf-ad35-f59b31261896" providerId="ADAL" clId="{589DD08C-61DE-4FF6-B5A3-AEEE15003728}" dt="2026-10-28T20:04:07.545" v="10"/>
        <pc:sldMkLst>
          <pc:docMk/>
          <pc:sldMk cId="2194364739" sldId="2142533583"/>
        </pc:sldMkLst>
      </pc:sldChg>
      <pc:sldChg chg="del">
        <pc:chgData name="Jenkins NS" userId="8bdba4d2-1367-40cf-ad35-f59b31261896" providerId="ADAL" clId="{589DD08C-61DE-4FF6-B5A3-AEEE15003728}" dt="2026-10-22T20:53:43.579" v="0" actId="47"/>
        <pc:sldMkLst>
          <pc:docMk/>
          <pc:sldMk cId="0" sldId="2147479588"/>
        </pc:sldMkLst>
      </pc:sldChg>
      <pc:sldChg chg="del">
        <pc:chgData name="Jenkins NS" userId="8bdba4d2-1367-40cf-ad35-f59b31261896" providerId="ADAL" clId="{589DD08C-61DE-4FF6-B5A3-AEEE15003728}" dt="2026-10-22T20:53:43.579" v="0" actId="47"/>
        <pc:sldMkLst>
          <pc:docMk/>
          <pc:sldMk cId="0" sldId="2147479589"/>
        </pc:sldMkLst>
      </pc:sldChg>
      <pc:sldChg chg="del">
        <pc:chgData name="Jenkins NS" userId="8bdba4d2-1367-40cf-ad35-f59b31261896" providerId="ADAL" clId="{589DD08C-61DE-4FF6-B5A3-AEEE15003728}" dt="2026-10-22T20:53:43.579" v="0" actId="47"/>
        <pc:sldMkLst>
          <pc:docMk/>
          <pc:sldMk cId="0" sldId="2147479590"/>
        </pc:sldMkLst>
      </pc:sldChg>
      <pc:sldChg chg="del">
        <pc:chgData name="Jenkins NS" userId="8bdba4d2-1367-40cf-ad35-f59b31261896" providerId="ADAL" clId="{589DD08C-61DE-4FF6-B5A3-AEEE15003728}" dt="2026-10-22T20:53:43.579" v="0" actId="47"/>
        <pc:sldMkLst>
          <pc:docMk/>
          <pc:sldMk cId="0" sldId="2147479591"/>
        </pc:sldMkLst>
      </pc:sldChg>
      <pc:sldChg chg="del">
        <pc:chgData name="Jenkins NS" userId="8bdba4d2-1367-40cf-ad35-f59b31261896" providerId="ADAL" clId="{589DD08C-61DE-4FF6-B5A3-AEEE15003728}" dt="2026-10-22T20:54:37.781" v="3" actId="47"/>
        <pc:sldMkLst>
          <pc:docMk/>
          <pc:sldMk cId="0" sldId="2147479595"/>
        </pc:sldMkLst>
      </pc:sldChg>
      <pc:sldChg chg="del">
        <pc:chgData name="Jenkins NS" userId="8bdba4d2-1367-40cf-ad35-f59b31261896" providerId="ADAL" clId="{589DD08C-61DE-4FF6-B5A3-AEEE15003728}" dt="2026-10-22T20:54:37.781" v="3" actId="47"/>
        <pc:sldMkLst>
          <pc:docMk/>
          <pc:sldMk cId="0" sldId="2147479596"/>
        </pc:sldMkLst>
      </pc:sldChg>
      <pc:sldChg chg="del">
        <pc:chgData name="Jenkins NS" userId="8bdba4d2-1367-40cf-ad35-f59b31261896" providerId="ADAL" clId="{589DD08C-61DE-4FF6-B5A3-AEEE15003728}" dt="2026-10-22T20:54:37.781" v="3" actId="47"/>
        <pc:sldMkLst>
          <pc:docMk/>
          <pc:sldMk cId="0" sldId="2147479597"/>
        </pc:sldMkLst>
      </pc:sldChg>
      <pc:sldChg chg="del">
        <pc:chgData name="Jenkins NS" userId="8bdba4d2-1367-40cf-ad35-f59b31261896" providerId="ADAL" clId="{589DD08C-61DE-4FF6-B5A3-AEEE15003728}" dt="2026-10-22T20:53:43.579" v="0" actId="47"/>
        <pc:sldMkLst>
          <pc:docMk/>
          <pc:sldMk cId="172466689" sldId="2147479598"/>
        </pc:sldMkLst>
      </pc:sldChg>
      <pc:sldChg chg="del">
        <pc:chgData name="Jenkins NS" userId="8bdba4d2-1367-40cf-ad35-f59b31261896" providerId="ADAL" clId="{589DD08C-61DE-4FF6-B5A3-AEEE15003728}" dt="2026-10-22T20:54:37.781" v="3" actId="47"/>
        <pc:sldMkLst>
          <pc:docMk/>
          <pc:sldMk cId="3382622447" sldId="2147479600"/>
        </pc:sldMkLst>
      </pc:sldChg>
      <pc:sldChg chg="del">
        <pc:chgData name="Jenkins NS" userId="8bdba4d2-1367-40cf-ad35-f59b31261896" providerId="ADAL" clId="{589DD08C-61DE-4FF6-B5A3-AEEE15003728}" dt="2026-10-22T20:54:37.781" v="3" actId="47"/>
        <pc:sldMkLst>
          <pc:docMk/>
          <pc:sldMk cId="703889543" sldId="2147479601"/>
        </pc:sldMkLst>
      </pc:sldChg>
      <pc:sldChg chg="del">
        <pc:chgData name="Jenkins NS" userId="8bdba4d2-1367-40cf-ad35-f59b31261896" providerId="ADAL" clId="{589DD08C-61DE-4FF6-B5A3-AEEE15003728}" dt="2026-10-22T20:54:37.781" v="3" actId="47"/>
        <pc:sldMkLst>
          <pc:docMk/>
          <pc:sldMk cId="3585144251" sldId="2147479602"/>
        </pc:sldMkLst>
      </pc:sldChg>
      <pc:sldChg chg="ord">
        <pc:chgData name="Jenkins NS" userId="8bdba4d2-1367-40cf-ad35-f59b31261896" providerId="ADAL" clId="{589DD08C-61DE-4FF6-B5A3-AEEE15003728}" dt="2026-10-22T20:53:47.113" v="2"/>
        <pc:sldMkLst>
          <pc:docMk/>
          <pc:sldMk cId="1525641040" sldId="2147479603"/>
        </pc:sldMkLst>
      </pc:sldChg>
      <pc:sldMasterChg chg="delSldLayout">
        <pc:chgData name="Jenkins NS" userId="8bdba4d2-1367-40cf-ad35-f59b31261896" providerId="ADAL" clId="{589DD08C-61DE-4FF6-B5A3-AEEE15003728}" dt="2026-10-22T20:54:37.881" v="4" actId="47"/>
        <pc:sldMasterMkLst>
          <pc:docMk/>
          <pc:sldMasterMk cId="975404246" sldId="2147483648"/>
        </pc:sldMasterMkLst>
        <pc:sldLayoutChg chg="del">
          <pc:chgData name="Jenkins NS" userId="8bdba4d2-1367-40cf-ad35-f59b31261896" providerId="ADAL" clId="{589DD08C-61DE-4FF6-B5A3-AEEE15003728}" dt="2026-10-22T20:54:37.881" v="4" actId="47"/>
          <pc:sldLayoutMkLst>
            <pc:docMk/>
            <pc:sldMasterMk cId="975404246" sldId="2147483648"/>
            <pc:sldLayoutMk cId="3053062433" sldId="2147483666"/>
          </pc:sldLayoutMkLst>
        </pc:sldLayoutChg>
      </pc:sldMasterChg>
    </pc:docChg>
  </pc:docChgLst>
  <pc:docChgLst>
    <pc:chgData name="Jenkins NS" userId="8bdba4d2-1367-40cf-ad35-f59b31261896" providerId="ADAL" clId="{9DF06EC0-6773-4754-B5CF-3A86373E55DF}"/>
    <pc:docChg chg="undo custSel addSld delSld modSld sldOrd modMainMaster">
      <pc:chgData name="Jenkins NS" userId="8bdba4d2-1367-40cf-ad35-f59b31261896" providerId="ADAL" clId="{9DF06EC0-6773-4754-B5CF-3A86373E55DF}" dt="2026-10-22T17:16:18.362" v="499" actId="20577"/>
      <pc:docMkLst>
        <pc:docMk/>
      </pc:docMkLst>
      <pc:sldChg chg="modSp add del mod">
        <pc:chgData name="Jenkins NS" userId="8bdba4d2-1367-40cf-ad35-f59b31261896" providerId="ADAL" clId="{9DF06EC0-6773-4754-B5CF-3A86373E55DF}" dt="2026-10-21T19:54:46.195" v="300"/>
        <pc:sldMkLst>
          <pc:docMk/>
          <pc:sldMk cId="0" sldId="256"/>
        </pc:sldMkLst>
      </pc:sldChg>
      <pc:sldChg chg="modSp add mod">
        <pc:chgData name="Jenkins NS" userId="8bdba4d2-1367-40cf-ad35-f59b31261896" providerId="ADAL" clId="{9DF06EC0-6773-4754-B5CF-3A86373E55DF}" dt="2026-10-21T19:44:54.496" v="293" actId="123"/>
        <pc:sldMkLst>
          <pc:docMk/>
          <pc:sldMk cId="0" sldId="257"/>
        </pc:sldMkLst>
        <pc:spChg chg="mod">
          <ac:chgData name="Jenkins NS" userId="8bdba4d2-1367-40cf-ad35-f59b31261896" providerId="ADAL" clId="{9DF06EC0-6773-4754-B5CF-3A86373E55DF}" dt="2026-10-21T19:44:54.496" v="293" actId="123"/>
          <ac:spMkLst>
            <pc:docMk/>
            <pc:sldMk cId="0" sldId="257"/>
            <ac:spMk id="5" creationId="{00000000-0000-0000-0000-000000000000}"/>
          </ac:spMkLst>
        </pc:spChg>
      </pc:sldChg>
      <pc:sldChg chg="add">
        <pc:chgData name="Jenkins NS" userId="8bdba4d2-1367-40cf-ad35-f59b31261896" providerId="ADAL" clId="{9DF06EC0-6773-4754-B5CF-3A86373E55DF}" dt="2026-10-21T19:44:09.197" v="292"/>
        <pc:sldMkLst>
          <pc:docMk/>
          <pc:sldMk cId="0" sldId="258"/>
        </pc:sldMkLst>
      </pc:sldChg>
      <pc:sldChg chg="add">
        <pc:chgData name="Jenkins NS" userId="8bdba4d2-1367-40cf-ad35-f59b31261896" providerId="ADAL" clId="{9DF06EC0-6773-4754-B5CF-3A86373E55DF}" dt="2026-10-21T19:44:09.197" v="292"/>
        <pc:sldMkLst>
          <pc:docMk/>
          <pc:sldMk cId="0" sldId="259"/>
        </pc:sldMkLst>
      </pc:sldChg>
      <pc:sldChg chg="add">
        <pc:chgData name="Jenkins NS" userId="8bdba4d2-1367-40cf-ad35-f59b31261896" providerId="ADAL" clId="{9DF06EC0-6773-4754-B5CF-3A86373E55DF}" dt="2026-10-21T19:44:09.197" v="292"/>
        <pc:sldMkLst>
          <pc:docMk/>
          <pc:sldMk cId="0" sldId="260"/>
        </pc:sldMkLst>
      </pc:sldChg>
      <pc:sldChg chg="add">
        <pc:chgData name="Jenkins NS" userId="8bdba4d2-1367-40cf-ad35-f59b31261896" providerId="ADAL" clId="{9DF06EC0-6773-4754-B5CF-3A86373E55DF}" dt="2026-10-21T19:44:09.197" v="292"/>
        <pc:sldMkLst>
          <pc:docMk/>
          <pc:sldMk cId="0" sldId="261"/>
        </pc:sldMkLst>
      </pc:sldChg>
      <pc:sldChg chg="add">
        <pc:chgData name="Jenkins NS" userId="8bdba4d2-1367-40cf-ad35-f59b31261896" providerId="ADAL" clId="{9DF06EC0-6773-4754-B5CF-3A86373E55DF}" dt="2026-10-21T19:44:09.197" v="292"/>
        <pc:sldMkLst>
          <pc:docMk/>
          <pc:sldMk cId="0" sldId="262"/>
        </pc:sldMkLst>
      </pc:sldChg>
      <pc:sldChg chg="delSp modSp add del mod setBg">
        <pc:chgData name="Jenkins NS" userId="8bdba4d2-1367-40cf-ad35-f59b31261896" providerId="ADAL" clId="{9DF06EC0-6773-4754-B5CF-3A86373E55DF}" dt="2026-10-21T20:11:07.284" v="355" actId="478"/>
        <pc:sldMkLst>
          <pc:docMk/>
          <pc:sldMk cId="0" sldId="263"/>
        </pc:sldMkLst>
      </pc:sldChg>
      <pc:sldChg chg="delSp modSp add del mod setBg">
        <pc:chgData name="Jenkins NS" userId="8bdba4d2-1367-40cf-ad35-f59b31261896" providerId="ADAL" clId="{9DF06EC0-6773-4754-B5CF-3A86373E55DF}" dt="2026-10-21T20:11:34.235" v="359"/>
        <pc:sldMkLst>
          <pc:docMk/>
          <pc:sldMk cId="0" sldId="264"/>
        </pc:sldMkLst>
      </pc:sldChg>
      <pc:sldChg chg="add del setBg">
        <pc:chgData name="Jenkins NS" userId="8bdba4d2-1367-40cf-ad35-f59b31261896" providerId="ADAL" clId="{9DF06EC0-6773-4754-B5CF-3A86373E55DF}" dt="2026-10-21T22:16:56.748" v="401"/>
        <pc:sldMkLst>
          <pc:docMk/>
          <pc:sldMk cId="0" sldId="265"/>
        </pc:sldMkLst>
      </pc:sldChg>
      <pc:sldChg chg="delSp modSp mod ord">
        <pc:chgData name="Jenkins NS" userId="8bdba4d2-1367-40cf-ad35-f59b31261896" providerId="ADAL" clId="{9DF06EC0-6773-4754-B5CF-3A86373E55DF}" dt="2026-10-21T19:43:22.468" v="290" actId="1076"/>
        <pc:sldMkLst>
          <pc:docMk/>
          <pc:sldMk cId="101198574" sldId="1611"/>
        </pc:sldMkLst>
      </pc:sldChg>
      <pc:sldChg chg="add del">
        <pc:chgData name="Jenkins NS" userId="8bdba4d2-1367-40cf-ad35-f59b31261896" providerId="ADAL" clId="{9DF06EC0-6773-4754-B5CF-3A86373E55DF}" dt="2026-10-21T22:20:53.660" v="422"/>
        <pc:sldMkLst>
          <pc:docMk/>
          <pc:sldMk cId="2497367714" sldId="2044"/>
        </pc:sldMkLst>
      </pc:sldChg>
      <pc:sldChg chg="add del">
        <pc:chgData name="Jenkins NS" userId="8bdba4d2-1367-40cf-ad35-f59b31261896" providerId="ADAL" clId="{9DF06EC0-6773-4754-B5CF-3A86373E55DF}" dt="2026-10-21T22:20:53.660" v="422"/>
        <pc:sldMkLst>
          <pc:docMk/>
          <pc:sldMk cId="3099915628" sldId="2045"/>
        </pc:sldMkLst>
      </pc:sldChg>
      <pc:sldChg chg="add">
        <pc:chgData name="Jenkins NS" userId="8bdba4d2-1367-40cf-ad35-f59b31261896" providerId="ADAL" clId="{9DF06EC0-6773-4754-B5CF-3A86373E55DF}" dt="2026-10-21T22:21:05.484" v="423"/>
        <pc:sldMkLst>
          <pc:docMk/>
          <pc:sldMk cId="1470740852" sldId="2047"/>
        </pc:sldMkLst>
      </pc:sldChg>
      <pc:sldChg chg="modSp add mod">
        <pc:chgData name="Jenkins NS" userId="8bdba4d2-1367-40cf-ad35-f59b31261896" providerId="ADAL" clId="{9DF06EC0-6773-4754-B5CF-3A86373E55DF}" dt="2026-10-21T22:21:20.971" v="430" actId="20577"/>
        <pc:sldMkLst>
          <pc:docMk/>
          <pc:sldMk cId="2010521932" sldId="2048"/>
        </pc:sldMkLst>
        <pc:spChg chg="mod">
          <ac:chgData name="Jenkins NS" userId="8bdba4d2-1367-40cf-ad35-f59b31261896" providerId="ADAL" clId="{9DF06EC0-6773-4754-B5CF-3A86373E55DF}" dt="2026-10-21T22:21:20.971" v="430" actId="20577"/>
          <ac:spMkLst>
            <pc:docMk/>
            <pc:sldMk cId="2010521932" sldId="2048"/>
            <ac:spMk id="2" creationId="{09619246-1C22-48B2-BAE7-A4B8164D5DF8}"/>
          </ac:spMkLst>
        </pc:spChg>
      </pc:sldChg>
      <pc:sldChg chg="del">
        <pc:chgData name="Jenkins NS" userId="8bdba4d2-1367-40cf-ad35-f59b31261896" providerId="ADAL" clId="{9DF06EC0-6773-4754-B5CF-3A86373E55DF}" dt="2026-10-21T19:24:49.810" v="0" actId="47"/>
        <pc:sldMkLst>
          <pc:docMk/>
          <pc:sldMk cId="3432255962" sldId="4611"/>
        </pc:sldMkLst>
      </pc:sldChg>
      <pc:sldChg chg="add del">
        <pc:chgData name="Jenkins NS" userId="8bdba4d2-1367-40cf-ad35-f59b31261896" providerId="ADAL" clId="{9DF06EC0-6773-4754-B5CF-3A86373E55DF}" dt="2026-10-21T22:20:53.660" v="422"/>
        <pc:sldMkLst>
          <pc:docMk/>
          <pc:sldMk cId="254325681" sldId="10819"/>
        </pc:sldMkLst>
      </pc:sldChg>
      <pc:sldChg chg="add del">
        <pc:chgData name="Jenkins NS" userId="8bdba4d2-1367-40cf-ad35-f59b31261896" providerId="ADAL" clId="{9DF06EC0-6773-4754-B5CF-3A86373E55DF}" dt="2026-10-21T22:20:53.660" v="422"/>
        <pc:sldMkLst>
          <pc:docMk/>
          <pc:sldMk cId="220853581" sldId="2076136495"/>
        </pc:sldMkLst>
      </pc:sldChg>
      <pc:sldChg chg="add del">
        <pc:chgData name="Jenkins NS" userId="8bdba4d2-1367-40cf-ad35-f59b31261896" providerId="ADAL" clId="{9DF06EC0-6773-4754-B5CF-3A86373E55DF}" dt="2026-10-21T22:20:53.660" v="422"/>
        <pc:sldMkLst>
          <pc:docMk/>
          <pc:sldMk cId="3937804750" sldId="2076136496"/>
        </pc:sldMkLst>
      </pc:sldChg>
      <pc:sldChg chg="del">
        <pc:chgData name="Jenkins NS" userId="8bdba4d2-1367-40cf-ad35-f59b31261896" providerId="ADAL" clId="{9DF06EC0-6773-4754-B5CF-3A86373E55DF}" dt="2026-10-21T19:24:49.810" v="0" actId="47"/>
        <pc:sldMkLst>
          <pc:docMk/>
          <pc:sldMk cId="1609509673" sldId="2076137798"/>
        </pc:sldMkLst>
      </pc:sldChg>
      <pc:sldChg chg="modSp add mod">
        <pc:chgData name="Jenkins NS" userId="8bdba4d2-1367-40cf-ad35-f59b31261896" providerId="ADAL" clId="{9DF06EC0-6773-4754-B5CF-3A86373E55DF}" dt="2026-10-21T19:27:40.114" v="38" actId="20577"/>
        <pc:sldMkLst>
          <pc:docMk/>
          <pc:sldMk cId="0" sldId="2142533482"/>
        </pc:sldMkLst>
      </pc:sldChg>
      <pc:sldChg chg="addSp delSp modSp add mod">
        <pc:chgData name="Jenkins NS" userId="8bdba4d2-1367-40cf-ad35-f59b31261896" providerId="ADAL" clId="{9DF06EC0-6773-4754-B5CF-3A86373E55DF}" dt="2026-10-22T17:11:01.115" v="471" actId="20577"/>
        <pc:sldMkLst>
          <pc:docMk/>
          <pc:sldMk cId="4060601304" sldId="2147479557"/>
        </pc:sldMkLst>
        <pc:spChg chg="mod">
          <ac:chgData name="Jenkins NS" userId="8bdba4d2-1367-40cf-ad35-f59b31261896" providerId="ADAL" clId="{9DF06EC0-6773-4754-B5CF-3A86373E55DF}" dt="2026-10-22T17:11:01.115" v="471" actId="20577"/>
          <ac:spMkLst>
            <pc:docMk/>
            <pc:sldMk cId="4060601304" sldId="2147479557"/>
            <ac:spMk id="6" creationId="{A3E08FA2-C73F-A01D-C334-4FAC0DB0C177}"/>
          </ac:spMkLst>
        </pc:spChg>
        <pc:spChg chg="add mod">
          <ac:chgData name="Jenkins NS" userId="8bdba4d2-1367-40cf-ad35-f59b31261896" providerId="ADAL" clId="{9DF06EC0-6773-4754-B5CF-3A86373E55DF}" dt="2026-10-21T20:07:12.837" v="328" actId="14100"/>
          <ac:spMkLst>
            <pc:docMk/>
            <pc:sldMk cId="4060601304" sldId="2147479557"/>
            <ac:spMk id="11" creationId="{14201019-6AD5-8165-776C-55816BE8B289}"/>
          </ac:spMkLst>
        </pc:spChg>
        <pc:spChg chg="add mod">
          <ac:chgData name="Jenkins NS" userId="8bdba4d2-1367-40cf-ad35-f59b31261896" providerId="ADAL" clId="{9DF06EC0-6773-4754-B5CF-3A86373E55DF}" dt="2026-10-22T17:10:48.335" v="468" actId="1076"/>
          <ac:spMkLst>
            <pc:docMk/>
            <pc:sldMk cId="4060601304" sldId="2147479557"/>
            <ac:spMk id="13" creationId="{FBBF71FA-8F76-EC43-39ED-B9EB4ACE33D2}"/>
          </ac:spMkLst>
        </pc:spChg>
        <pc:spChg chg="add mod">
          <ac:chgData name="Jenkins NS" userId="8bdba4d2-1367-40cf-ad35-f59b31261896" providerId="ADAL" clId="{9DF06EC0-6773-4754-B5CF-3A86373E55DF}" dt="2026-10-21T20:07:10.525" v="327" actId="14100"/>
          <ac:spMkLst>
            <pc:docMk/>
            <pc:sldMk cId="4060601304" sldId="2147479557"/>
            <ac:spMk id="14" creationId="{89775C04-67D4-DEBA-335E-62C26F4E3ED8}"/>
          </ac:spMkLst>
        </pc:spChg>
      </pc:sldChg>
      <pc:sldChg chg="delSp modSp add mod">
        <pc:chgData name="Jenkins NS" userId="8bdba4d2-1367-40cf-ad35-f59b31261896" providerId="ADAL" clId="{9DF06EC0-6773-4754-B5CF-3A86373E55DF}" dt="2026-10-21T19:43:29.848" v="291" actId="113"/>
        <pc:sldMkLst>
          <pc:docMk/>
          <pc:sldMk cId="1451565363" sldId="2147479572"/>
        </pc:sldMkLst>
      </pc:sldChg>
      <pc:sldChg chg="add del modNotesTx">
        <pc:chgData name="Jenkins NS" userId="8bdba4d2-1367-40cf-ad35-f59b31261896" providerId="ADAL" clId="{9DF06EC0-6773-4754-B5CF-3A86373E55DF}" dt="2026-10-21T19:57:56.902" v="308" actId="20577"/>
        <pc:sldMkLst>
          <pc:docMk/>
          <pc:sldMk cId="0" sldId="2147479573"/>
        </pc:sldMkLst>
      </pc:sldChg>
      <pc:sldChg chg="add del">
        <pc:chgData name="Jenkins NS" userId="8bdba4d2-1367-40cf-ad35-f59b31261896" providerId="ADAL" clId="{9DF06EC0-6773-4754-B5CF-3A86373E55DF}" dt="2026-10-21T19:55:04.156" v="303"/>
        <pc:sldMkLst>
          <pc:docMk/>
          <pc:sldMk cId="0" sldId="2147479574"/>
        </pc:sldMkLst>
      </pc:sldChg>
      <pc:sldChg chg="add del">
        <pc:chgData name="Jenkins NS" userId="8bdba4d2-1367-40cf-ad35-f59b31261896" providerId="ADAL" clId="{9DF06EC0-6773-4754-B5CF-3A86373E55DF}" dt="2026-10-21T19:55:04.156" v="303"/>
        <pc:sldMkLst>
          <pc:docMk/>
          <pc:sldMk cId="0" sldId="2147479575"/>
        </pc:sldMkLst>
      </pc:sldChg>
      <pc:sldChg chg="add del">
        <pc:chgData name="Jenkins NS" userId="8bdba4d2-1367-40cf-ad35-f59b31261896" providerId="ADAL" clId="{9DF06EC0-6773-4754-B5CF-3A86373E55DF}" dt="2026-10-21T19:55:04.156" v="303"/>
        <pc:sldMkLst>
          <pc:docMk/>
          <pc:sldMk cId="0" sldId="2147479576"/>
        </pc:sldMkLst>
      </pc:sldChg>
      <pc:sldChg chg="add del">
        <pc:chgData name="Jenkins NS" userId="8bdba4d2-1367-40cf-ad35-f59b31261896" providerId="ADAL" clId="{9DF06EC0-6773-4754-B5CF-3A86373E55DF}" dt="2026-10-21T19:55:04.156" v="303"/>
        <pc:sldMkLst>
          <pc:docMk/>
          <pc:sldMk cId="0" sldId="2147479577"/>
        </pc:sldMkLst>
      </pc:sldChg>
      <pc:sldChg chg="add">
        <pc:chgData name="Jenkins NS" userId="8bdba4d2-1367-40cf-ad35-f59b31261896" providerId="ADAL" clId="{9DF06EC0-6773-4754-B5CF-3A86373E55DF}" dt="2026-10-21T19:55:55.468" v="304"/>
        <pc:sldMkLst>
          <pc:docMk/>
          <pc:sldMk cId="0" sldId="2147479578"/>
        </pc:sldMkLst>
      </pc:sldChg>
      <pc:sldChg chg="addSp modSp add del mod setBg">
        <pc:chgData name="Jenkins NS" userId="8bdba4d2-1367-40cf-ad35-f59b31261896" providerId="ADAL" clId="{9DF06EC0-6773-4754-B5CF-3A86373E55DF}" dt="2026-10-21T20:12:56.506" v="377"/>
        <pc:sldMkLst>
          <pc:docMk/>
          <pc:sldMk cId="0" sldId="2147479579"/>
        </pc:sldMkLst>
      </pc:sldChg>
      <pc:sldChg chg="delSp add del mod setBg">
        <pc:chgData name="Jenkins NS" userId="8bdba4d2-1367-40cf-ad35-f59b31261896" providerId="ADAL" clId="{9DF06EC0-6773-4754-B5CF-3A86373E55DF}" dt="2026-10-21T20:10:06.987" v="342" actId="478"/>
        <pc:sldMkLst>
          <pc:docMk/>
          <pc:sldMk cId="0" sldId="2147479580"/>
        </pc:sldMkLst>
      </pc:sldChg>
      <pc:sldChg chg="delSp add del mod setBg">
        <pc:chgData name="Jenkins NS" userId="8bdba4d2-1367-40cf-ad35-f59b31261896" providerId="ADAL" clId="{9DF06EC0-6773-4754-B5CF-3A86373E55DF}" dt="2026-10-21T20:10:14.773" v="344" actId="478"/>
        <pc:sldMkLst>
          <pc:docMk/>
          <pc:sldMk cId="0" sldId="2147479581"/>
        </pc:sldMkLst>
      </pc:sldChg>
      <pc:sldChg chg="delSp add del mod setBg">
        <pc:chgData name="Jenkins NS" userId="8bdba4d2-1367-40cf-ad35-f59b31261896" providerId="ADAL" clId="{9DF06EC0-6773-4754-B5CF-3A86373E55DF}" dt="2026-10-21T20:10:28.364" v="346" actId="478"/>
        <pc:sldMkLst>
          <pc:docMk/>
          <pc:sldMk cId="0" sldId="2147479582"/>
        </pc:sldMkLst>
      </pc:sldChg>
      <pc:sldChg chg="delSp add del mod setBg">
        <pc:chgData name="Jenkins NS" userId="8bdba4d2-1367-40cf-ad35-f59b31261896" providerId="ADAL" clId="{9DF06EC0-6773-4754-B5CF-3A86373E55DF}" dt="2026-10-21T20:10:35.216" v="348" actId="478"/>
        <pc:sldMkLst>
          <pc:docMk/>
          <pc:sldMk cId="0" sldId="2147479583"/>
        </pc:sldMkLst>
      </pc:sldChg>
      <pc:sldChg chg="delSp add del mod setBg">
        <pc:chgData name="Jenkins NS" userId="8bdba4d2-1367-40cf-ad35-f59b31261896" providerId="ADAL" clId="{9DF06EC0-6773-4754-B5CF-3A86373E55DF}" dt="2026-10-21T20:10:43.160" v="350" actId="478"/>
        <pc:sldMkLst>
          <pc:docMk/>
          <pc:sldMk cId="0" sldId="2147479584"/>
        </pc:sldMkLst>
      </pc:sldChg>
      <pc:sldChg chg="delSp add del mod setBg">
        <pc:chgData name="Jenkins NS" userId="8bdba4d2-1367-40cf-ad35-f59b31261896" providerId="ADAL" clId="{9DF06EC0-6773-4754-B5CF-3A86373E55DF}" dt="2026-10-21T20:10:50.318" v="352" actId="478"/>
        <pc:sldMkLst>
          <pc:docMk/>
          <pc:sldMk cId="0" sldId="2147479585"/>
        </pc:sldMkLst>
      </pc:sldChg>
      <pc:sldChg chg="add setBg">
        <pc:chgData name="Jenkins NS" userId="8bdba4d2-1367-40cf-ad35-f59b31261896" providerId="ADAL" clId="{9DF06EC0-6773-4754-B5CF-3A86373E55DF}" dt="2026-10-21T20:18:07.696" v="378"/>
        <pc:sldMkLst>
          <pc:docMk/>
          <pc:sldMk cId="0" sldId="2147479586"/>
        </pc:sldMkLst>
      </pc:sldChg>
      <pc:sldChg chg="add setBg">
        <pc:chgData name="Jenkins NS" userId="8bdba4d2-1367-40cf-ad35-f59b31261896" providerId="ADAL" clId="{9DF06EC0-6773-4754-B5CF-3A86373E55DF}" dt="2026-10-21T20:20:00.238" v="379"/>
        <pc:sldMkLst>
          <pc:docMk/>
          <pc:sldMk cId="0" sldId="2147479587"/>
        </pc:sldMkLst>
      </pc:sldChg>
      <pc:sldChg chg="add del setBg">
        <pc:chgData name="Jenkins NS" userId="8bdba4d2-1367-40cf-ad35-f59b31261896" providerId="ADAL" clId="{9DF06EC0-6773-4754-B5CF-3A86373E55DF}" dt="2026-10-21T21:02:59.884" v="382"/>
        <pc:sldMkLst>
          <pc:docMk/>
          <pc:sldMk cId="0" sldId="2147479588"/>
        </pc:sldMkLst>
      </pc:sldChg>
      <pc:sldChg chg="add del setBg">
        <pc:chgData name="Jenkins NS" userId="8bdba4d2-1367-40cf-ad35-f59b31261896" providerId="ADAL" clId="{9DF06EC0-6773-4754-B5CF-3A86373E55DF}" dt="2026-10-21T21:02:59.884" v="382"/>
        <pc:sldMkLst>
          <pc:docMk/>
          <pc:sldMk cId="0" sldId="2147479589"/>
        </pc:sldMkLst>
      </pc:sldChg>
      <pc:sldChg chg="add del setBg">
        <pc:chgData name="Jenkins NS" userId="8bdba4d2-1367-40cf-ad35-f59b31261896" providerId="ADAL" clId="{9DF06EC0-6773-4754-B5CF-3A86373E55DF}" dt="2026-10-21T21:02:59.884" v="382"/>
        <pc:sldMkLst>
          <pc:docMk/>
          <pc:sldMk cId="0" sldId="2147479590"/>
        </pc:sldMkLst>
      </pc:sldChg>
      <pc:sldChg chg="add del setBg">
        <pc:chgData name="Jenkins NS" userId="8bdba4d2-1367-40cf-ad35-f59b31261896" providerId="ADAL" clId="{9DF06EC0-6773-4754-B5CF-3A86373E55DF}" dt="2026-10-21T21:02:59.884" v="382"/>
        <pc:sldMkLst>
          <pc:docMk/>
          <pc:sldMk cId="0" sldId="2147479591"/>
        </pc:sldMkLst>
      </pc:sldChg>
      <pc:sldChg chg="new del">
        <pc:chgData name="Jenkins NS" userId="8bdba4d2-1367-40cf-ad35-f59b31261896" providerId="ADAL" clId="{9DF06EC0-6773-4754-B5CF-3A86373E55DF}" dt="2026-10-21T22:16:08.350" v="400" actId="47"/>
        <pc:sldMkLst>
          <pc:docMk/>
          <pc:sldMk cId="3883104394" sldId="2147479592"/>
        </pc:sldMkLst>
      </pc:sldChg>
      <pc:sldChg chg="add del setBg">
        <pc:chgData name="Jenkins NS" userId="8bdba4d2-1367-40cf-ad35-f59b31261896" providerId="ADAL" clId="{9DF06EC0-6773-4754-B5CF-3A86373E55DF}" dt="2026-10-21T22:04:57.361" v="385"/>
        <pc:sldMkLst>
          <pc:docMk/>
          <pc:sldMk cId="2518512813" sldId="2147479593"/>
        </pc:sldMkLst>
      </pc:sldChg>
      <pc:sldChg chg="modSp add mod">
        <pc:chgData name="Jenkins NS" userId="8bdba4d2-1367-40cf-ad35-f59b31261896" providerId="ADAL" clId="{9DF06EC0-6773-4754-B5CF-3A86373E55DF}" dt="2026-10-22T17:16:18.362" v="499" actId="20577"/>
        <pc:sldMkLst>
          <pc:docMk/>
          <pc:sldMk cId="2979084665" sldId="2147479593"/>
        </pc:sldMkLst>
      </pc:sldChg>
      <pc:sldChg chg="add setBg">
        <pc:chgData name="Jenkins NS" userId="8bdba4d2-1367-40cf-ad35-f59b31261896" providerId="ADAL" clId="{9DF06EC0-6773-4754-B5CF-3A86373E55DF}" dt="2026-10-21T22:16:56.748" v="401"/>
        <pc:sldMkLst>
          <pc:docMk/>
          <pc:sldMk cId="0" sldId="2147479594"/>
        </pc:sldMkLst>
      </pc:sldChg>
      <pc:sldChg chg="add setBg">
        <pc:chgData name="Jenkins NS" userId="8bdba4d2-1367-40cf-ad35-f59b31261896" providerId="ADAL" clId="{9DF06EC0-6773-4754-B5CF-3A86373E55DF}" dt="2026-10-21T22:16:56.748" v="401"/>
        <pc:sldMkLst>
          <pc:docMk/>
          <pc:sldMk cId="0" sldId="2147479595"/>
        </pc:sldMkLst>
      </pc:sldChg>
      <pc:sldChg chg="add setBg">
        <pc:chgData name="Jenkins NS" userId="8bdba4d2-1367-40cf-ad35-f59b31261896" providerId="ADAL" clId="{9DF06EC0-6773-4754-B5CF-3A86373E55DF}" dt="2026-10-21T22:16:56.748" v="401"/>
        <pc:sldMkLst>
          <pc:docMk/>
          <pc:sldMk cId="0" sldId="2147479596"/>
        </pc:sldMkLst>
      </pc:sldChg>
      <pc:sldChg chg="add setBg">
        <pc:chgData name="Jenkins NS" userId="8bdba4d2-1367-40cf-ad35-f59b31261896" providerId="ADAL" clId="{9DF06EC0-6773-4754-B5CF-3A86373E55DF}" dt="2026-10-21T22:16:56.748" v="401"/>
        <pc:sldMkLst>
          <pc:docMk/>
          <pc:sldMk cId="0" sldId="2147479597"/>
        </pc:sldMkLst>
      </pc:sldChg>
      <pc:sldChg chg="modSp add mod">
        <pc:chgData name="Jenkins NS" userId="8bdba4d2-1367-40cf-ad35-f59b31261896" providerId="ADAL" clId="{9DF06EC0-6773-4754-B5CF-3A86373E55DF}" dt="2026-10-21T22:18:25.005" v="419" actId="20577"/>
        <pc:sldMkLst>
          <pc:docMk/>
          <pc:sldMk cId="172466689" sldId="2147479598"/>
        </pc:sldMkLst>
      </pc:sldChg>
      <pc:sldChg chg="add del setBg">
        <pc:chgData name="Jenkins NS" userId="8bdba4d2-1367-40cf-ad35-f59b31261896" providerId="ADAL" clId="{9DF06EC0-6773-4754-B5CF-3A86373E55DF}" dt="2026-10-21T22:17:12.637" v="403"/>
        <pc:sldMkLst>
          <pc:docMk/>
          <pc:sldMk cId="4256308337" sldId="2147479598"/>
        </pc:sldMkLst>
      </pc:sldChg>
      <pc:sldChg chg="modSp add mod">
        <pc:chgData name="Jenkins NS" userId="8bdba4d2-1367-40cf-ad35-f59b31261896" providerId="ADAL" clId="{9DF06EC0-6773-4754-B5CF-3A86373E55DF}" dt="2026-10-21T22:22:47.759" v="439" actId="20577"/>
        <pc:sldMkLst>
          <pc:docMk/>
          <pc:sldMk cId="2017300280" sldId="2147479599"/>
        </pc:sldMkLst>
        <pc:spChg chg="mod">
          <ac:chgData name="Jenkins NS" userId="8bdba4d2-1367-40cf-ad35-f59b31261896" providerId="ADAL" clId="{9DF06EC0-6773-4754-B5CF-3A86373E55DF}" dt="2026-10-21T22:22:47.759" v="439" actId="20577"/>
          <ac:spMkLst>
            <pc:docMk/>
            <pc:sldMk cId="2017300280" sldId="2147479599"/>
            <ac:spMk id="5" creationId="{C5571311-60DC-186C-A284-A2FC41512B78}"/>
          </ac:spMkLst>
        </pc:spChg>
      </pc:sldChg>
      <pc:sldChg chg="add del setBg">
        <pc:chgData name="Jenkins NS" userId="8bdba4d2-1367-40cf-ad35-f59b31261896" providerId="ADAL" clId="{9DF06EC0-6773-4754-B5CF-3A86373E55DF}" dt="2026-10-21T22:22:14.279" v="432"/>
        <pc:sldMkLst>
          <pc:docMk/>
          <pc:sldMk cId="2452211979" sldId="2147479599"/>
        </pc:sldMkLst>
      </pc:sldChg>
      <pc:sldChg chg="add del setBg">
        <pc:chgData name="Jenkins NS" userId="8bdba4d2-1367-40cf-ad35-f59b31261896" providerId="ADAL" clId="{9DF06EC0-6773-4754-B5CF-3A86373E55DF}" dt="2026-10-21T22:24:27.815" v="441"/>
        <pc:sldMkLst>
          <pc:docMk/>
          <pc:sldMk cId="1005218666" sldId="2147479600"/>
        </pc:sldMkLst>
      </pc:sldChg>
      <pc:sldChg chg="new add del">
        <pc:chgData name="Jenkins NS" userId="8bdba4d2-1367-40cf-ad35-f59b31261896" providerId="ADAL" clId="{9DF06EC0-6773-4754-B5CF-3A86373E55DF}" dt="2026-10-22T17:13:06.375" v="491" actId="47"/>
        <pc:sldMkLst>
          <pc:docMk/>
          <pc:sldMk cId="3382622447" sldId="2147479600"/>
        </pc:sldMkLst>
      </pc:sldChg>
      <pc:sldChg chg="modSp add mod">
        <pc:chgData name="Jenkins NS" userId="8bdba4d2-1367-40cf-ad35-f59b31261896" providerId="ADAL" clId="{9DF06EC0-6773-4754-B5CF-3A86373E55DF}" dt="2026-10-21T22:25:14.296" v="451" actId="20577"/>
        <pc:sldMkLst>
          <pc:docMk/>
          <pc:sldMk cId="703889543" sldId="2147479601"/>
        </pc:sldMkLst>
      </pc:sldChg>
      <pc:sldChg chg="add del setBg">
        <pc:chgData name="Jenkins NS" userId="8bdba4d2-1367-40cf-ad35-f59b31261896" providerId="ADAL" clId="{9DF06EC0-6773-4754-B5CF-3A86373E55DF}" dt="2026-10-21T22:24:33.809" v="444"/>
        <pc:sldMkLst>
          <pc:docMk/>
          <pc:sldMk cId="3924843271" sldId="2147479601"/>
        </pc:sldMkLst>
      </pc:sldChg>
      <pc:sldChg chg="add del setBg">
        <pc:chgData name="Jenkins NS" userId="8bdba4d2-1367-40cf-ad35-f59b31261896" providerId="ADAL" clId="{9DF06EC0-6773-4754-B5CF-3A86373E55DF}" dt="2026-10-21T22:26:56.772" v="453"/>
        <pc:sldMkLst>
          <pc:docMk/>
          <pc:sldMk cId="1945903011" sldId="2147479602"/>
        </pc:sldMkLst>
      </pc:sldChg>
      <pc:sldChg chg="modSp add mod">
        <pc:chgData name="Jenkins NS" userId="8bdba4d2-1367-40cf-ad35-f59b31261896" providerId="ADAL" clId="{9DF06EC0-6773-4754-B5CF-3A86373E55DF}" dt="2026-10-21T22:27:40.341" v="466" actId="20577"/>
        <pc:sldMkLst>
          <pc:docMk/>
          <pc:sldMk cId="3585144251" sldId="2147479602"/>
        </pc:sldMkLst>
      </pc:sldChg>
      <pc:sldChg chg="modSp add mod">
        <pc:chgData name="Jenkins NS" userId="8bdba4d2-1367-40cf-ad35-f59b31261896" providerId="ADAL" clId="{9DF06EC0-6773-4754-B5CF-3A86373E55DF}" dt="2026-10-22T17:12:25.880" v="489" actId="20577"/>
        <pc:sldMkLst>
          <pc:docMk/>
          <pc:sldMk cId="1525641040" sldId="2147479603"/>
        </pc:sldMkLst>
        <pc:spChg chg="mod">
          <ac:chgData name="Jenkins NS" userId="8bdba4d2-1367-40cf-ad35-f59b31261896" providerId="ADAL" clId="{9DF06EC0-6773-4754-B5CF-3A86373E55DF}" dt="2026-10-22T17:11:59.113" v="483" actId="20577"/>
          <ac:spMkLst>
            <pc:docMk/>
            <pc:sldMk cId="1525641040" sldId="2147479603"/>
            <ac:spMk id="3" creationId="{553923D6-D6BD-2A1A-B726-3087B6D885BC}"/>
          </ac:spMkLst>
        </pc:spChg>
        <pc:spChg chg="mod">
          <ac:chgData name="Jenkins NS" userId="8bdba4d2-1367-40cf-ad35-f59b31261896" providerId="ADAL" clId="{9DF06EC0-6773-4754-B5CF-3A86373E55DF}" dt="2026-10-22T17:12:25.880" v="489" actId="20577"/>
          <ac:spMkLst>
            <pc:docMk/>
            <pc:sldMk cId="1525641040" sldId="2147479603"/>
            <ac:spMk id="4" creationId="{5D97F56A-A0BE-BE10-5B49-DFB6A23B5F18}"/>
          </ac:spMkLst>
        </pc:spChg>
      </pc:sldChg>
      <pc:sldChg chg="add del setBg">
        <pc:chgData name="Jenkins NS" userId="8bdba4d2-1367-40cf-ad35-f59b31261896" providerId="ADAL" clId="{9DF06EC0-6773-4754-B5CF-3A86373E55DF}" dt="2026-10-22T17:11:52.663" v="473"/>
        <pc:sldMkLst>
          <pc:docMk/>
          <pc:sldMk cId="2190472783" sldId="2147479603"/>
        </pc:sldMkLst>
      </pc:sldChg>
      <pc:sldChg chg="del">
        <pc:chgData name="Jenkins NS" userId="8bdba4d2-1367-40cf-ad35-f59b31261896" providerId="ADAL" clId="{9DF06EC0-6773-4754-B5CF-3A86373E55DF}" dt="2026-10-21T19:24:49.810" v="0" actId="47"/>
        <pc:sldMkLst>
          <pc:docMk/>
          <pc:sldMk cId="2757716487" sldId="2147479799"/>
        </pc:sldMkLst>
      </pc:sldChg>
      <pc:sldChg chg="addSp delSp del mod">
        <pc:chgData name="Jenkins NS" userId="8bdba4d2-1367-40cf-ad35-f59b31261896" providerId="ADAL" clId="{9DF06EC0-6773-4754-B5CF-3A86373E55DF}" dt="2026-10-21T19:26:58.624" v="6" actId="47"/>
        <pc:sldMkLst>
          <pc:docMk/>
          <pc:sldMk cId="443657415" sldId="2147479840"/>
        </pc:sldMkLst>
      </pc:sldChg>
      <pc:sldChg chg="del">
        <pc:chgData name="Jenkins NS" userId="8bdba4d2-1367-40cf-ad35-f59b31261896" providerId="ADAL" clId="{9DF06EC0-6773-4754-B5CF-3A86373E55DF}" dt="2026-10-21T19:24:49.810" v="0" actId="47"/>
        <pc:sldMkLst>
          <pc:docMk/>
          <pc:sldMk cId="1255394937" sldId="2147479841"/>
        </pc:sldMkLst>
      </pc:sldChg>
      <pc:sldChg chg="del">
        <pc:chgData name="Jenkins NS" userId="8bdba4d2-1367-40cf-ad35-f59b31261896" providerId="ADAL" clId="{9DF06EC0-6773-4754-B5CF-3A86373E55DF}" dt="2026-10-21T19:24:49.810" v="0" actId="47"/>
        <pc:sldMkLst>
          <pc:docMk/>
          <pc:sldMk cId="2539303801" sldId="2147479842"/>
        </pc:sldMkLst>
      </pc:sldChg>
      <pc:sldChg chg="del">
        <pc:chgData name="Jenkins NS" userId="8bdba4d2-1367-40cf-ad35-f59b31261896" providerId="ADAL" clId="{9DF06EC0-6773-4754-B5CF-3A86373E55DF}" dt="2026-10-21T19:24:49.810" v="0" actId="47"/>
        <pc:sldMkLst>
          <pc:docMk/>
          <pc:sldMk cId="1417025154" sldId="2147479843"/>
        </pc:sldMkLst>
      </pc:sldChg>
      <pc:sldChg chg="del">
        <pc:chgData name="Jenkins NS" userId="8bdba4d2-1367-40cf-ad35-f59b31261896" providerId="ADAL" clId="{9DF06EC0-6773-4754-B5CF-3A86373E55DF}" dt="2026-10-21T19:24:49.810" v="0" actId="47"/>
        <pc:sldMkLst>
          <pc:docMk/>
          <pc:sldMk cId="2116133330" sldId="2147479844"/>
        </pc:sldMkLst>
      </pc:sldChg>
      <pc:sldChg chg="del">
        <pc:chgData name="Jenkins NS" userId="8bdba4d2-1367-40cf-ad35-f59b31261896" providerId="ADAL" clId="{9DF06EC0-6773-4754-B5CF-3A86373E55DF}" dt="2026-10-21T19:24:49.810" v="0" actId="47"/>
        <pc:sldMkLst>
          <pc:docMk/>
          <pc:sldMk cId="2469809988" sldId="2147479846"/>
        </pc:sldMkLst>
      </pc:sldChg>
      <pc:sldChg chg="del">
        <pc:chgData name="Jenkins NS" userId="8bdba4d2-1367-40cf-ad35-f59b31261896" providerId="ADAL" clId="{9DF06EC0-6773-4754-B5CF-3A86373E55DF}" dt="2026-10-21T19:24:49.810" v="0" actId="47"/>
        <pc:sldMkLst>
          <pc:docMk/>
          <pc:sldMk cId="3601658480" sldId="2147479847"/>
        </pc:sldMkLst>
      </pc:sldChg>
      <pc:sldChg chg="del">
        <pc:chgData name="Jenkins NS" userId="8bdba4d2-1367-40cf-ad35-f59b31261896" providerId="ADAL" clId="{9DF06EC0-6773-4754-B5CF-3A86373E55DF}" dt="2026-10-21T19:24:49.810" v="0" actId="47"/>
        <pc:sldMkLst>
          <pc:docMk/>
          <pc:sldMk cId="3060551369" sldId="2147479848"/>
        </pc:sldMkLst>
      </pc:sldChg>
      <pc:sldChg chg="del">
        <pc:chgData name="Jenkins NS" userId="8bdba4d2-1367-40cf-ad35-f59b31261896" providerId="ADAL" clId="{9DF06EC0-6773-4754-B5CF-3A86373E55DF}" dt="2026-10-21T19:24:49.810" v="0" actId="47"/>
        <pc:sldMkLst>
          <pc:docMk/>
          <pc:sldMk cId="2299311412" sldId="2147479849"/>
        </pc:sldMkLst>
      </pc:sldChg>
      <pc:sldChg chg="del">
        <pc:chgData name="Jenkins NS" userId="8bdba4d2-1367-40cf-ad35-f59b31261896" providerId="ADAL" clId="{9DF06EC0-6773-4754-B5CF-3A86373E55DF}" dt="2026-10-21T19:24:49.810" v="0" actId="47"/>
        <pc:sldMkLst>
          <pc:docMk/>
          <pc:sldMk cId="2913441092" sldId="2147479850"/>
        </pc:sldMkLst>
      </pc:sldChg>
      <pc:sldChg chg="del">
        <pc:chgData name="Jenkins NS" userId="8bdba4d2-1367-40cf-ad35-f59b31261896" providerId="ADAL" clId="{9DF06EC0-6773-4754-B5CF-3A86373E55DF}" dt="2026-10-21T19:24:49.810" v="0" actId="47"/>
        <pc:sldMkLst>
          <pc:docMk/>
          <pc:sldMk cId="1857919815" sldId="2147479851"/>
        </pc:sldMkLst>
      </pc:sldChg>
      <pc:sldChg chg="del">
        <pc:chgData name="Jenkins NS" userId="8bdba4d2-1367-40cf-ad35-f59b31261896" providerId="ADAL" clId="{9DF06EC0-6773-4754-B5CF-3A86373E55DF}" dt="2026-10-21T19:24:49.810" v="0" actId="47"/>
        <pc:sldMkLst>
          <pc:docMk/>
          <pc:sldMk cId="1986496337" sldId="2147479852"/>
        </pc:sldMkLst>
      </pc:sldChg>
      <pc:sldChg chg="del">
        <pc:chgData name="Jenkins NS" userId="8bdba4d2-1367-40cf-ad35-f59b31261896" providerId="ADAL" clId="{9DF06EC0-6773-4754-B5CF-3A86373E55DF}" dt="2026-10-21T19:24:49.810" v="0" actId="47"/>
        <pc:sldMkLst>
          <pc:docMk/>
          <pc:sldMk cId="2698521699" sldId="2147479853"/>
        </pc:sldMkLst>
      </pc:sldChg>
      <pc:sldChg chg="del">
        <pc:chgData name="Jenkins NS" userId="8bdba4d2-1367-40cf-ad35-f59b31261896" providerId="ADAL" clId="{9DF06EC0-6773-4754-B5CF-3A86373E55DF}" dt="2026-10-21T19:24:49.810" v="0" actId="47"/>
        <pc:sldMkLst>
          <pc:docMk/>
          <pc:sldMk cId="839841890" sldId="2147479854"/>
        </pc:sldMkLst>
      </pc:sldChg>
      <pc:sldChg chg="del">
        <pc:chgData name="Jenkins NS" userId="8bdba4d2-1367-40cf-ad35-f59b31261896" providerId="ADAL" clId="{9DF06EC0-6773-4754-B5CF-3A86373E55DF}" dt="2026-10-21T19:24:49.810" v="0" actId="47"/>
        <pc:sldMkLst>
          <pc:docMk/>
          <pc:sldMk cId="3721048510" sldId="2147479856"/>
        </pc:sldMkLst>
      </pc:sldChg>
      <pc:sldChg chg="del">
        <pc:chgData name="Jenkins NS" userId="8bdba4d2-1367-40cf-ad35-f59b31261896" providerId="ADAL" clId="{9DF06EC0-6773-4754-B5CF-3A86373E55DF}" dt="2026-10-21T19:24:49.810" v="0" actId="47"/>
        <pc:sldMkLst>
          <pc:docMk/>
          <pc:sldMk cId="240024171" sldId="2147479857"/>
        </pc:sldMkLst>
      </pc:sldChg>
      <pc:sldChg chg="del">
        <pc:chgData name="Jenkins NS" userId="8bdba4d2-1367-40cf-ad35-f59b31261896" providerId="ADAL" clId="{9DF06EC0-6773-4754-B5CF-3A86373E55DF}" dt="2026-10-21T19:24:49.810" v="0" actId="47"/>
        <pc:sldMkLst>
          <pc:docMk/>
          <pc:sldMk cId="3174271723" sldId="2147479858"/>
        </pc:sldMkLst>
      </pc:sldChg>
      <pc:sldChg chg="del">
        <pc:chgData name="Jenkins NS" userId="8bdba4d2-1367-40cf-ad35-f59b31261896" providerId="ADAL" clId="{9DF06EC0-6773-4754-B5CF-3A86373E55DF}" dt="2026-10-21T19:24:49.810" v="0" actId="47"/>
        <pc:sldMkLst>
          <pc:docMk/>
          <pc:sldMk cId="4002067369" sldId="2147479859"/>
        </pc:sldMkLst>
      </pc:sldChg>
      <pc:sldChg chg="del">
        <pc:chgData name="Jenkins NS" userId="8bdba4d2-1367-40cf-ad35-f59b31261896" providerId="ADAL" clId="{9DF06EC0-6773-4754-B5CF-3A86373E55DF}" dt="2026-10-21T19:24:49.810" v="0" actId="47"/>
        <pc:sldMkLst>
          <pc:docMk/>
          <pc:sldMk cId="1376940060" sldId="2147479860"/>
        </pc:sldMkLst>
      </pc:sldChg>
      <pc:sldChg chg="del">
        <pc:chgData name="Jenkins NS" userId="8bdba4d2-1367-40cf-ad35-f59b31261896" providerId="ADAL" clId="{9DF06EC0-6773-4754-B5CF-3A86373E55DF}" dt="2026-10-21T19:24:49.810" v="0" actId="47"/>
        <pc:sldMkLst>
          <pc:docMk/>
          <pc:sldMk cId="4232437191" sldId="2147479861"/>
        </pc:sldMkLst>
      </pc:sldChg>
      <pc:sldChg chg="del">
        <pc:chgData name="Jenkins NS" userId="8bdba4d2-1367-40cf-ad35-f59b31261896" providerId="ADAL" clId="{9DF06EC0-6773-4754-B5CF-3A86373E55DF}" dt="2026-10-21T19:24:49.810" v="0" actId="47"/>
        <pc:sldMkLst>
          <pc:docMk/>
          <pc:sldMk cId="4071593474" sldId="2147479862"/>
        </pc:sldMkLst>
      </pc:sldChg>
      <pc:sldChg chg="del">
        <pc:chgData name="Jenkins NS" userId="8bdba4d2-1367-40cf-ad35-f59b31261896" providerId="ADAL" clId="{9DF06EC0-6773-4754-B5CF-3A86373E55DF}" dt="2026-10-21T19:24:49.810" v="0" actId="47"/>
        <pc:sldMkLst>
          <pc:docMk/>
          <pc:sldMk cId="3159384829" sldId="2147479863"/>
        </pc:sldMkLst>
      </pc:sldChg>
      <pc:sldChg chg="del">
        <pc:chgData name="Jenkins NS" userId="8bdba4d2-1367-40cf-ad35-f59b31261896" providerId="ADAL" clId="{9DF06EC0-6773-4754-B5CF-3A86373E55DF}" dt="2026-10-21T19:24:49.810" v="0" actId="47"/>
        <pc:sldMkLst>
          <pc:docMk/>
          <pc:sldMk cId="1944675638" sldId="2147479864"/>
        </pc:sldMkLst>
      </pc:sldChg>
      <pc:sldChg chg="del">
        <pc:chgData name="Jenkins NS" userId="8bdba4d2-1367-40cf-ad35-f59b31261896" providerId="ADAL" clId="{9DF06EC0-6773-4754-B5CF-3A86373E55DF}" dt="2026-10-21T19:24:49.810" v="0" actId="47"/>
        <pc:sldMkLst>
          <pc:docMk/>
          <pc:sldMk cId="1909484383" sldId="2147479865"/>
        </pc:sldMkLst>
      </pc:sldChg>
      <pc:sldChg chg="del">
        <pc:chgData name="Jenkins NS" userId="8bdba4d2-1367-40cf-ad35-f59b31261896" providerId="ADAL" clId="{9DF06EC0-6773-4754-B5CF-3A86373E55DF}" dt="2026-10-21T19:24:49.810" v="0" actId="47"/>
        <pc:sldMkLst>
          <pc:docMk/>
          <pc:sldMk cId="3616058983" sldId="2147479867"/>
        </pc:sldMkLst>
      </pc:sldChg>
      <pc:sldChg chg="del">
        <pc:chgData name="Jenkins NS" userId="8bdba4d2-1367-40cf-ad35-f59b31261896" providerId="ADAL" clId="{9DF06EC0-6773-4754-B5CF-3A86373E55DF}" dt="2026-10-21T19:24:49.810" v="0" actId="47"/>
        <pc:sldMkLst>
          <pc:docMk/>
          <pc:sldMk cId="1768514159" sldId="2147479868"/>
        </pc:sldMkLst>
      </pc:sldChg>
      <pc:sldChg chg="del">
        <pc:chgData name="Jenkins NS" userId="8bdba4d2-1367-40cf-ad35-f59b31261896" providerId="ADAL" clId="{9DF06EC0-6773-4754-B5CF-3A86373E55DF}" dt="2026-10-21T19:24:49.810" v="0" actId="47"/>
        <pc:sldMkLst>
          <pc:docMk/>
          <pc:sldMk cId="1289337424" sldId="2147479869"/>
        </pc:sldMkLst>
      </pc:sldChg>
      <pc:sldChg chg="del">
        <pc:chgData name="Jenkins NS" userId="8bdba4d2-1367-40cf-ad35-f59b31261896" providerId="ADAL" clId="{9DF06EC0-6773-4754-B5CF-3A86373E55DF}" dt="2026-10-21T19:24:49.810" v="0" actId="47"/>
        <pc:sldMkLst>
          <pc:docMk/>
          <pc:sldMk cId="1201138058" sldId="2147479870"/>
        </pc:sldMkLst>
      </pc:sldChg>
      <pc:sldChg chg="del">
        <pc:chgData name="Jenkins NS" userId="8bdba4d2-1367-40cf-ad35-f59b31261896" providerId="ADAL" clId="{9DF06EC0-6773-4754-B5CF-3A86373E55DF}" dt="2026-10-21T19:24:49.810" v="0" actId="47"/>
        <pc:sldMkLst>
          <pc:docMk/>
          <pc:sldMk cId="1445421501" sldId="2147479871"/>
        </pc:sldMkLst>
      </pc:sldChg>
      <pc:sldChg chg="del">
        <pc:chgData name="Jenkins NS" userId="8bdba4d2-1367-40cf-ad35-f59b31261896" providerId="ADAL" clId="{9DF06EC0-6773-4754-B5CF-3A86373E55DF}" dt="2026-10-21T19:24:49.810" v="0" actId="47"/>
        <pc:sldMkLst>
          <pc:docMk/>
          <pc:sldMk cId="1946713896" sldId="2147479872"/>
        </pc:sldMkLst>
      </pc:sldChg>
      <pc:sldChg chg="del">
        <pc:chgData name="Jenkins NS" userId="8bdba4d2-1367-40cf-ad35-f59b31261896" providerId="ADAL" clId="{9DF06EC0-6773-4754-B5CF-3A86373E55DF}" dt="2026-10-21T19:24:49.810" v="0" actId="47"/>
        <pc:sldMkLst>
          <pc:docMk/>
          <pc:sldMk cId="3845978286" sldId="2147479873"/>
        </pc:sldMkLst>
      </pc:sldChg>
      <pc:sldChg chg="del">
        <pc:chgData name="Jenkins NS" userId="8bdba4d2-1367-40cf-ad35-f59b31261896" providerId="ADAL" clId="{9DF06EC0-6773-4754-B5CF-3A86373E55DF}" dt="2026-10-21T19:24:49.810" v="0" actId="47"/>
        <pc:sldMkLst>
          <pc:docMk/>
          <pc:sldMk cId="3921530110" sldId="2147479874"/>
        </pc:sldMkLst>
      </pc:sldChg>
      <pc:sldChg chg="del">
        <pc:chgData name="Jenkins NS" userId="8bdba4d2-1367-40cf-ad35-f59b31261896" providerId="ADAL" clId="{9DF06EC0-6773-4754-B5CF-3A86373E55DF}" dt="2026-10-21T19:24:49.810" v="0" actId="47"/>
        <pc:sldMkLst>
          <pc:docMk/>
          <pc:sldMk cId="1928758105" sldId="2147479875"/>
        </pc:sldMkLst>
      </pc:sldChg>
      <pc:sldChg chg="del">
        <pc:chgData name="Jenkins NS" userId="8bdba4d2-1367-40cf-ad35-f59b31261896" providerId="ADAL" clId="{9DF06EC0-6773-4754-B5CF-3A86373E55DF}" dt="2026-10-21T19:24:49.810" v="0" actId="47"/>
        <pc:sldMkLst>
          <pc:docMk/>
          <pc:sldMk cId="2989117112" sldId="2147479876"/>
        </pc:sldMkLst>
      </pc:sldChg>
      <pc:sldChg chg="del">
        <pc:chgData name="Jenkins NS" userId="8bdba4d2-1367-40cf-ad35-f59b31261896" providerId="ADAL" clId="{9DF06EC0-6773-4754-B5CF-3A86373E55DF}" dt="2026-10-21T19:24:49.810" v="0" actId="47"/>
        <pc:sldMkLst>
          <pc:docMk/>
          <pc:sldMk cId="500862897" sldId="2147479881"/>
        </pc:sldMkLst>
      </pc:sldChg>
      <pc:sldChg chg="del">
        <pc:chgData name="Jenkins NS" userId="8bdba4d2-1367-40cf-ad35-f59b31261896" providerId="ADAL" clId="{9DF06EC0-6773-4754-B5CF-3A86373E55DF}" dt="2026-10-21T19:24:49.810" v="0" actId="47"/>
        <pc:sldMkLst>
          <pc:docMk/>
          <pc:sldMk cId="53487717" sldId="2147479882"/>
        </pc:sldMkLst>
      </pc:sldChg>
      <pc:sldChg chg="del">
        <pc:chgData name="Jenkins NS" userId="8bdba4d2-1367-40cf-ad35-f59b31261896" providerId="ADAL" clId="{9DF06EC0-6773-4754-B5CF-3A86373E55DF}" dt="2026-10-21T19:24:49.810" v="0" actId="47"/>
        <pc:sldMkLst>
          <pc:docMk/>
          <pc:sldMk cId="2016397542" sldId="2147479883"/>
        </pc:sldMkLst>
      </pc:sldChg>
      <pc:sldChg chg="del">
        <pc:chgData name="Jenkins NS" userId="8bdba4d2-1367-40cf-ad35-f59b31261896" providerId="ADAL" clId="{9DF06EC0-6773-4754-B5CF-3A86373E55DF}" dt="2026-10-21T19:24:49.810" v="0" actId="47"/>
        <pc:sldMkLst>
          <pc:docMk/>
          <pc:sldMk cId="94038164" sldId="2147479884"/>
        </pc:sldMkLst>
      </pc:sldChg>
      <pc:sldChg chg="del">
        <pc:chgData name="Jenkins NS" userId="8bdba4d2-1367-40cf-ad35-f59b31261896" providerId="ADAL" clId="{9DF06EC0-6773-4754-B5CF-3A86373E55DF}" dt="2026-10-21T19:24:49.810" v="0" actId="47"/>
        <pc:sldMkLst>
          <pc:docMk/>
          <pc:sldMk cId="4129616098" sldId="2147479885"/>
        </pc:sldMkLst>
      </pc:sldChg>
      <pc:sldChg chg="del">
        <pc:chgData name="Jenkins NS" userId="8bdba4d2-1367-40cf-ad35-f59b31261896" providerId="ADAL" clId="{9DF06EC0-6773-4754-B5CF-3A86373E55DF}" dt="2026-10-21T19:24:49.810" v="0" actId="47"/>
        <pc:sldMkLst>
          <pc:docMk/>
          <pc:sldMk cId="3730370468" sldId="2147479886"/>
        </pc:sldMkLst>
      </pc:sldChg>
      <pc:sldMasterChg chg="delSldLayout modSldLayout">
        <pc:chgData name="Jenkins NS" userId="8bdba4d2-1367-40cf-ad35-f59b31261896" providerId="ADAL" clId="{9DF06EC0-6773-4754-B5CF-3A86373E55DF}" dt="2026-10-22T17:10:37.795" v="467" actId="478"/>
        <pc:sldMasterMkLst>
          <pc:docMk/>
          <pc:sldMasterMk cId="975404246" sldId="2147483648"/>
        </pc:sldMasterMkLst>
        <pc:sldLayoutChg chg="del">
          <pc:chgData name="Jenkins NS" userId="8bdba4d2-1367-40cf-ad35-f59b31261896" providerId="ADAL" clId="{9DF06EC0-6773-4754-B5CF-3A86373E55DF}" dt="2026-10-21T19:26:58.624" v="6" actId="47"/>
          <pc:sldLayoutMkLst>
            <pc:docMk/>
            <pc:sldMasterMk cId="975404246" sldId="2147483648"/>
            <pc:sldLayoutMk cId="256598807" sldId="2147483661"/>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653122893" sldId="2147483662"/>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4214976935" sldId="2147483663"/>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508414380" sldId="2147483664"/>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2072214709" sldId="2147483665"/>
          </pc:sldLayoutMkLst>
        </pc:sldLayoutChg>
        <pc:sldLayoutChg chg="del">
          <pc:chgData name="Jenkins NS" userId="8bdba4d2-1367-40cf-ad35-f59b31261896" providerId="ADAL" clId="{9DF06EC0-6773-4754-B5CF-3A86373E55DF}" dt="2026-10-21T19:27:09.496" v="8" actId="47"/>
          <pc:sldLayoutMkLst>
            <pc:docMk/>
            <pc:sldMasterMk cId="975404246" sldId="2147483648"/>
            <pc:sldLayoutMk cId="2095695488" sldId="2147483667"/>
          </pc:sldLayoutMkLst>
        </pc:sldLayoutChg>
        <pc:sldLayoutChg chg="addSp delSp modSp mod setBg">
          <pc:chgData name="Jenkins NS" userId="8bdba4d2-1367-40cf-ad35-f59b31261896" providerId="ADAL" clId="{9DF06EC0-6773-4754-B5CF-3A86373E55DF}" dt="2026-10-22T17:10:37.795" v="467" actId="478"/>
          <pc:sldLayoutMkLst>
            <pc:docMk/>
            <pc:sldMasterMk cId="975404246" sldId="2147483648"/>
            <pc:sldLayoutMk cId="3241650075" sldId="2147483672"/>
          </pc:sldLayoutMkLst>
          <pc:spChg chg="mod">
            <ac:chgData name="Jenkins NS" userId="8bdba4d2-1367-40cf-ad35-f59b31261896" providerId="ADAL" clId="{9DF06EC0-6773-4754-B5CF-3A86373E55DF}" dt="2026-10-21T19:35:35.446" v="224" actId="207"/>
            <ac:spMkLst>
              <pc:docMk/>
              <pc:sldMasterMk cId="975404246" sldId="2147483648"/>
              <pc:sldLayoutMk cId="3241650075" sldId="2147483672"/>
              <ac:spMk id="3" creationId="{3E21C31D-925C-53B5-2E40-C54FF245B41E}"/>
            </ac:spMkLst>
          </pc:spChg>
          <pc:picChg chg="add mod">
            <ac:chgData name="Jenkins NS" userId="8bdba4d2-1367-40cf-ad35-f59b31261896" providerId="ADAL" clId="{9DF06EC0-6773-4754-B5CF-3A86373E55DF}" dt="2026-10-21T19:36:16.316" v="233" actId="1076"/>
            <ac:picMkLst>
              <pc:docMk/>
              <pc:sldMasterMk cId="975404246" sldId="2147483648"/>
              <pc:sldLayoutMk cId="3241650075" sldId="2147483672"/>
              <ac:picMk id="11" creationId="{8A5D0B54-3E0F-E277-0472-C5E542E53F7F}"/>
            </ac:picMkLst>
          </pc:picChg>
          <pc:picChg chg="add mod ord">
            <ac:chgData name="Jenkins NS" userId="8bdba4d2-1367-40cf-ad35-f59b31261896" providerId="ADAL" clId="{9DF06EC0-6773-4754-B5CF-3A86373E55DF}" dt="2026-10-21T19:49:27.186" v="299" actId="167"/>
            <ac:picMkLst>
              <pc:docMk/>
              <pc:sldMasterMk cId="975404246" sldId="2147483648"/>
              <pc:sldLayoutMk cId="3241650075" sldId="2147483672"/>
              <ac:picMk id="15" creationId="{2209A0BE-5901-98D7-4EDE-74D107C3A727}"/>
            </ac:picMkLst>
          </pc:picChg>
        </pc:sldLayoutChg>
      </pc:sldMasterChg>
      <pc:sldMasterChg chg="modSldLayout">
        <pc:chgData name="Jenkins NS" userId="8bdba4d2-1367-40cf-ad35-f59b31261896" providerId="ADAL" clId="{9DF06EC0-6773-4754-B5CF-3A86373E55DF}" dt="2026-10-21T19:48:26.160" v="294" actId="207"/>
        <pc:sldMasterMkLst>
          <pc:docMk/>
          <pc:sldMasterMk cId="2391316343" sldId="2147483668"/>
        </pc:sldMasterMkLst>
        <pc:sldLayoutChg chg="modSp mod">
          <pc:chgData name="Jenkins NS" userId="8bdba4d2-1367-40cf-ad35-f59b31261896" providerId="ADAL" clId="{9DF06EC0-6773-4754-B5CF-3A86373E55DF}" dt="2026-10-21T19:48:26.160" v="294" actId="207"/>
          <pc:sldLayoutMkLst>
            <pc:docMk/>
            <pc:sldMasterMk cId="2391316343" sldId="2147483668"/>
            <pc:sldLayoutMk cId="1798594045" sldId="2147483670"/>
          </pc:sldLayoutMkLst>
        </pc:sldLayoutChg>
      </pc:sldMasterChg>
    </pc:docChg>
  </pc:docChgLst>
  <pc:docChgLst>
    <pc:chgData name="Jenkins NS" userId="8bdba4d2-1367-40cf-ad35-f59b31261896" providerId="ADAL" clId="{ACFFAC28-C693-429F-A17E-A86F3FBA7AC3}"/>
    <pc:docChg chg="undo custSel addSld delSld modSld sldOrd">
      <pc:chgData name="Jenkins NS" userId="8bdba4d2-1367-40cf-ad35-f59b31261896" providerId="ADAL" clId="{ACFFAC28-C693-429F-A17E-A86F3FBA7AC3}" dt="2026-09-25T04:11:23.975" v="10" actId="47"/>
      <pc:docMkLst>
        <pc:docMk/>
      </pc:docMkLst>
      <pc:sldChg chg="add del">
        <pc:chgData name="Jenkins NS" userId="8bdba4d2-1367-40cf-ad35-f59b31261896" providerId="ADAL" clId="{ACFFAC28-C693-429F-A17E-A86F3FBA7AC3}" dt="2026-09-25T04:11:23.975" v="10" actId="47"/>
        <pc:sldMkLst>
          <pc:docMk/>
          <pc:sldMk cId="443657415" sldId="2147479840"/>
        </pc:sldMkLst>
      </pc:sldChg>
      <pc:sldChg chg="addSp new mod ord">
        <pc:chgData name="Jenkins NS" userId="8bdba4d2-1367-40cf-ad35-f59b31261896" providerId="ADAL" clId="{ACFFAC28-C693-429F-A17E-A86F3FBA7AC3}" dt="2026-09-25T04:05:29.152" v="8"/>
        <pc:sldMkLst>
          <pc:docMk/>
          <pc:sldMk cId="94038164" sldId="2147479884"/>
        </pc:sldMkLst>
      </pc:sldChg>
      <pc:sldChg chg="addSp new mod">
        <pc:chgData name="Jenkins NS" userId="8bdba4d2-1367-40cf-ad35-f59b31261896" providerId="ADAL" clId="{ACFFAC28-C693-429F-A17E-A86F3FBA7AC3}" dt="2026-09-25T04:03:52.664" v="3" actId="22"/>
        <pc:sldMkLst>
          <pc:docMk/>
          <pc:sldMk cId="4129616098" sldId="2147479885"/>
        </pc:sldMkLst>
      </pc:sldChg>
      <pc:sldChg chg="addSp new mod">
        <pc:chgData name="Jenkins NS" userId="8bdba4d2-1367-40cf-ad35-f59b31261896" providerId="ADAL" clId="{ACFFAC28-C693-429F-A17E-A86F3FBA7AC3}" dt="2026-09-25T04:05:24.117" v="6" actId="22"/>
        <pc:sldMkLst>
          <pc:docMk/>
          <pc:sldMk cId="3730370468" sldId="2147479886"/>
        </pc:sldMkLst>
      </pc:sldChg>
      <pc:sldMasterChg chg="addSldLayout delSldLayout">
        <pc:chgData name="Jenkins NS" userId="8bdba4d2-1367-40cf-ad35-f59b31261896" providerId="ADAL" clId="{ACFFAC28-C693-429F-A17E-A86F3FBA7AC3}" dt="2026-09-25T04:11:23.975" v="10" actId="47"/>
        <pc:sldMasterMkLst>
          <pc:docMk/>
          <pc:sldMasterMk cId="975404246" sldId="2147483648"/>
        </pc:sldMasterMkLst>
        <pc:sldLayoutChg chg="add del">
          <pc:chgData name="Jenkins NS" userId="8bdba4d2-1367-40cf-ad35-f59b31261896" providerId="ADAL" clId="{ACFFAC28-C693-429F-A17E-A86F3FBA7AC3}" dt="2026-09-25T04:11:23.975" v="10" actId="47"/>
          <pc:sldLayoutMkLst>
            <pc:docMk/>
            <pc:sldMasterMk cId="975404246" sldId="2147483648"/>
            <pc:sldLayoutMk cId="256598807" sldId="2147483661"/>
          </pc:sldLayoutMkLst>
        </pc:sldLayoutChg>
      </pc:sldMasterChg>
    </pc:docChg>
  </pc:docChgLst>
  <pc:docChgLst>
    <pc:chgData name="Jenkins NS" userId="8bdba4d2-1367-40cf-ad35-f59b31261896" providerId="ADAL" clId="{F58680DD-FFF5-4D2B-B065-F48D10CC8C0D}"/>
    <pc:docChg chg="delSld delMainMaster">
      <pc:chgData name="Jenkins NS" userId="8bdba4d2-1367-40cf-ad35-f59b31261896" providerId="ADAL" clId="{F58680DD-FFF5-4D2B-B065-F48D10CC8C0D}" dt="2026-10-22T20:52:21.654" v="0" actId="47"/>
      <pc:docMkLst>
        <pc:docMk/>
      </pc:docMkLst>
      <pc:sldChg chg="del">
        <pc:chgData name="Jenkins NS" userId="8bdba4d2-1367-40cf-ad35-f59b31261896" providerId="ADAL" clId="{F58680DD-FFF5-4D2B-B065-F48D10CC8C0D}" dt="2026-10-22T20:52:21.654" v="0" actId="47"/>
        <pc:sldMkLst>
          <pc:docMk/>
          <pc:sldMk cId="0" sldId="256"/>
        </pc:sldMkLst>
      </pc:sldChg>
      <pc:sldChg chg="del">
        <pc:chgData name="Jenkins NS" userId="8bdba4d2-1367-40cf-ad35-f59b31261896" providerId="ADAL" clId="{F58680DD-FFF5-4D2B-B065-F48D10CC8C0D}" dt="2026-10-22T20:52:21.654" v="0" actId="47"/>
        <pc:sldMkLst>
          <pc:docMk/>
          <pc:sldMk cId="0" sldId="257"/>
        </pc:sldMkLst>
      </pc:sldChg>
      <pc:sldChg chg="del">
        <pc:chgData name="Jenkins NS" userId="8bdba4d2-1367-40cf-ad35-f59b31261896" providerId="ADAL" clId="{F58680DD-FFF5-4D2B-B065-F48D10CC8C0D}" dt="2026-10-22T20:52:21.654" v="0" actId="47"/>
        <pc:sldMkLst>
          <pc:docMk/>
          <pc:sldMk cId="0" sldId="258"/>
        </pc:sldMkLst>
      </pc:sldChg>
      <pc:sldChg chg="del">
        <pc:chgData name="Jenkins NS" userId="8bdba4d2-1367-40cf-ad35-f59b31261896" providerId="ADAL" clId="{F58680DD-FFF5-4D2B-B065-F48D10CC8C0D}" dt="2026-10-22T20:52:21.654" v="0" actId="47"/>
        <pc:sldMkLst>
          <pc:docMk/>
          <pc:sldMk cId="0" sldId="259"/>
        </pc:sldMkLst>
      </pc:sldChg>
      <pc:sldChg chg="del">
        <pc:chgData name="Jenkins NS" userId="8bdba4d2-1367-40cf-ad35-f59b31261896" providerId="ADAL" clId="{F58680DD-FFF5-4D2B-B065-F48D10CC8C0D}" dt="2026-10-22T20:52:21.654" v="0" actId="47"/>
        <pc:sldMkLst>
          <pc:docMk/>
          <pc:sldMk cId="0" sldId="260"/>
        </pc:sldMkLst>
      </pc:sldChg>
      <pc:sldChg chg="del">
        <pc:chgData name="Jenkins NS" userId="8bdba4d2-1367-40cf-ad35-f59b31261896" providerId="ADAL" clId="{F58680DD-FFF5-4D2B-B065-F48D10CC8C0D}" dt="2026-10-22T20:52:21.654" v="0" actId="47"/>
        <pc:sldMkLst>
          <pc:docMk/>
          <pc:sldMk cId="0" sldId="261"/>
        </pc:sldMkLst>
      </pc:sldChg>
      <pc:sldChg chg="del">
        <pc:chgData name="Jenkins NS" userId="8bdba4d2-1367-40cf-ad35-f59b31261896" providerId="ADAL" clId="{F58680DD-FFF5-4D2B-B065-F48D10CC8C0D}" dt="2026-10-22T20:52:21.654" v="0" actId="47"/>
        <pc:sldMkLst>
          <pc:docMk/>
          <pc:sldMk cId="0" sldId="262"/>
        </pc:sldMkLst>
      </pc:sldChg>
      <pc:sldChg chg="del">
        <pc:chgData name="Jenkins NS" userId="8bdba4d2-1367-40cf-ad35-f59b31261896" providerId="ADAL" clId="{F58680DD-FFF5-4D2B-B065-F48D10CC8C0D}" dt="2026-10-22T20:52:21.654" v="0" actId="47"/>
        <pc:sldMkLst>
          <pc:docMk/>
          <pc:sldMk cId="101198574" sldId="1611"/>
        </pc:sldMkLst>
      </pc:sldChg>
      <pc:sldChg chg="del">
        <pc:chgData name="Jenkins NS" userId="8bdba4d2-1367-40cf-ad35-f59b31261896" providerId="ADAL" clId="{F58680DD-FFF5-4D2B-B065-F48D10CC8C0D}" dt="2026-10-22T20:52:21.654" v="0" actId="47"/>
        <pc:sldMkLst>
          <pc:docMk/>
          <pc:sldMk cId="0" sldId="2142533482"/>
        </pc:sldMkLst>
      </pc:sldChg>
      <pc:sldChg chg="del">
        <pc:chgData name="Jenkins NS" userId="8bdba4d2-1367-40cf-ad35-f59b31261896" providerId="ADAL" clId="{F58680DD-FFF5-4D2B-B065-F48D10CC8C0D}" dt="2026-10-22T20:52:21.654" v="0" actId="47"/>
        <pc:sldMkLst>
          <pc:docMk/>
          <pc:sldMk cId="1451565363" sldId="2147479572"/>
        </pc:sldMkLst>
      </pc:sldChg>
      <pc:sldChg chg="del">
        <pc:chgData name="Jenkins NS" userId="8bdba4d2-1367-40cf-ad35-f59b31261896" providerId="ADAL" clId="{F58680DD-FFF5-4D2B-B065-F48D10CC8C0D}" dt="2026-10-22T20:52:21.654" v="0" actId="47"/>
        <pc:sldMkLst>
          <pc:docMk/>
          <pc:sldMk cId="0" sldId="2147479573"/>
        </pc:sldMkLst>
      </pc:sldChg>
      <pc:sldChg chg="del">
        <pc:chgData name="Jenkins NS" userId="8bdba4d2-1367-40cf-ad35-f59b31261896" providerId="ADAL" clId="{F58680DD-FFF5-4D2B-B065-F48D10CC8C0D}" dt="2026-10-22T20:52:21.654" v="0" actId="47"/>
        <pc:sldMkLst>
          <pc:docMk/>
          <pc:sldMk cId="0" sldId="2147479574"/>
        </pc:sldMkLst>
      </pc:sldChg>
      <pc:sldChg chg="del">
        <pc:chgData name="Jenkins NS" userId="8bdba4d2-1367-40cf-ad35-f59b31261896" providerId="ADAL" clId="{F58680DD-FFF5-4D2B-B065-F48D10CC8C0D}" dt="2026-10-22T20:52:21.654" v="0" actId="47"/>
        <pc:sldMkLst>
          <pc:docMk/>
          <pc:sldMk cId="0" sldId="2147479575"/>
        </pc:sldMkLst>
      </pc:sldChg>
      <pc:sldChg chg="del">
        <pc:chgData name="Jenkins NS" userId="8bdba4d2-1367-40cf-ad35-f59b31261896" providerId="ADAL" clId="{F58680DD-FFF5-4D2B-B065-F48D10CC8C0D}" dt="2026-10-22T20:52:21.654" v="0" actId="47"/>
        <pc:sldMkLst>
          <pc:docMk/>
          <pc:sldMk cId="0" sldId="2147479576"/>
        </pc:sldMkLst>
      </pc:sldChg>
      <pc:sldChg chg="del">
        <pc:chgData name="Jenkins NS" userId="8bdba4d2-1367-40cf-ad35-f59b31261896" providerId="ADAL" clId="{F58680DD-FFF5-4D2B-B065-F48D10CC8C0D}" dt="2026-10-22T20:52:21.654" v="0" actId="47"/>
        <pc:sldMkLst>
          <pc:docMk/>
          <pc:sldMk cId="0" sldId="2147479577"/>
        </pc:sldMkLst>
      </pc:sldChg>
      <pc:sldChg chg="del">
        <pc:chgData name="Jenkins NS" userId="8bdba4d2-1367-40cf-ad35-f59b31261896" providerId="ADAL" clId="{F58680DD-FFF5-4D2B-B065-F48D10CC8C0D}" dt="2026-10-22T20:52:21.654" v="0" actId="47"/>
        <pc:sldMkLst>
          <pc:docMk/>
          <pc:sldMk cId="0" sldId="2147479578"/>
        </pc:sldMkLst>
      </pc:sldChg>
      <pc:sldChg chg="del">
        <pc:chgData name="Jenkins NS" userId="8bdba4d2-1367-40cf-ad35-f59b31261896" providerId="ADAL" clId="{F58680DD-FFF5-4D2B-B065-F48D10CC8C0D}" dt="2026-10-22T20:52:21.654" v="0" actId="47"/>
        <pc:sldMkLst>
          <pc:docMk/>
          <pc:sldMk cId="0" sldId="2147479579"/>
        </pc:sldMkLst>
      </pc:sldChg>
      <pc:sldChg chg="del">
        <pc:chgData name="Jenkins NS" userId="8bdba4d2-1367-40cf-ad35-f59b31261896" providerId="ADAL" clId="{F58680DD-FFF5-4D2B-B065-F48D10CC8C0D}" dt="2026-10-22T20:52:21.654" v="0" actId="47"/>
        <pc:sldMkLst>
          <pc:docMk/>
          <pc:sldMk cId="0" sldId="2147479580"/>
        </pc:sldMkLst>
      </pc:sldChg>
      <pc:sldChg chg="del">
        <pc:chgData name="Jenkins NS" userId="8bdba4d2-1367-40cf-ad35-f59b31261896" providerId="ADAL" clId="{F58680DD-FFF5-4D2B-B065-F48D10CC8C0D}" dt="2026-10-22T20:52:21.654" v="0" actId="47"/>
        <pc:sldMkLst>
          <pc:docMk/>
          <pc:sldMk cId="0" sldId="2147479581"/>
        </pc:sldMkLst>
      </pc:sldChg>
      <pc:sldChg chg="del">
        <pc:chgData name="Jenkins NS" userId="8bdba4d2-1367-40cf-ad35-f59b31261896" providerId="ADAL" clId="{F58680DD-FFF5-4D2B-B065-F48D10CC8C0D}" dt="2026-10-22T20:52:21.654" v="0" actId="47"/>
        <pc:sldMkLst>
          <pc:docMk/>
          <pc:sldMk cId="0" sldId="2147479582"/>
        </pc:sldMkLst>
      </pc:sldChg>
      <pc:sldChg chg="del">
        <pc:chgData name="Jenkins NS" userId="8bdba4d2-1367-40cf-ad35-f59b31261896" providerId="ADAL" clId="{F58680DD-FFF5-4D2B-B065-F48D10CC8C0D}" dt="2026-10-22T20:52:21.654" v="0" actId="47"/>
        <pc:sldMkLst>
          <pc:docMk/>
          <pc:sldMk cId="0" sldId="2147479583"/>
        </pc:sldMkLst>
      </pc:sldChg>
      <pc:sldChg chg="del">
        <pc:chgData name="Jenkins NS" userId="8bdba4d2-1367-40cf-ad35-f59b31261896" providerId="ADAL" clId="{F58680DD-FFF5-4D2B-B065-F48D10CC8C0D}" dt="2026-10-22T20:52:21.654" v="0" actId="47"/>
        <pc:sldMkLst>
          <pc:docMk/>
          <pc:sldMk cId="0" sldId="2147479584"/>
        </pc:sldMkLst>
      </pc:sldChg>
      <pc:sldChg chg="del">
        <pc:chgData name="Jenkins NS" userId="8bdba4d2-1367-40cf-ad35-f59b31261896" providerId="ADAL" clId="{F58680DD-FFF5-4D2B-B065-F48D10CC8C0D}" dt="2026-10-22T20:52:21.654" v="0" actId="47"/>
        <pc:sldMkLst>
          <pc:docMk/>
          <pc:sldMk cId="0" sldId="2147479585"/>
        </pc:sldMkLst>
      </pc:sldChg>
      <pc:sldChg chg="del">
        <pc:chgData name="Jenkins NS" userId="8bdba4d2-1367-40cf-ad35-f59b31261896" providerId="ADAL" clId="{F58680DD-FFF5-4D2B-B065-F48D10CC8C0D}" dt="2026-10-22T20:52:21.654" v="0" actId="47"/>
        <pc:sldMkLst>
          <pc:docMk/>
          <pc:sldMk cId="0" sldId="2147479586"/>
        </pc:sldMkLst>
      </pc:sldChg>
      <pc:sldChg chg="del">
        <pc:chgData name="Jenkins NS" userId="8bdba4d2-1367-40cf-ad35-f59b31261896" providerId="ADAL" clId="{F58680DD-FFF5-4D2B-B065-F48D10CC8C0D}" dt="2026-10-22T20:52:21.654" v="0" actId="47"/>
        <pc:sldMkLst>
          <pc:docMk/>
          <pc:sldMk cId="0" sldId="2147479587"/>
        </pc:sldMkLst>
      </pc:sldChg>
      <pc:sldChg chg="del">
        <pc:chgData name="Jenkins NS" userId="8bdba4d2-1367-40cf-ad35-f59b31261896" providerId="ADAL" clId="{F58680DD-FFF5-4D2B-B065-F48D10CC8C0D}" dt="2026-10-22T20:52:21.654" v="0" actId="47"/>
        <pc:sldMkLst>
          <pc:docMk/>
          <pc:sldMk cId="2979084665" sldId="2147479593"/>
        </pc:sldMkLst>
      </pc:sldChg>
      <pc:sldMasterChg chg="delSldLayout">
        <pc:chgData name="Jenkins NS" userId="8bdba4d2-1367-40cf-ad35-f59b31261896" providerId="ADAL" clId="{F58680DD-FFF5-4D2B-B065-F48D10CC8C0D}" dt="2026-10-22T20:52:21.654" v="0" actId="47"/>
        <pc:sldMasterMkLst>
          <pc:docMk/>
          <pc:sldMasterMk cId="975404246" sldId="2147483648"/>
        </pc:sldMasterMkLst>
        <pc:sldLayoutChg chg="del">
          <pc:chgData name="Jenkins NS" userId="8bdba4d2-1367-40cf-ad35-f59b31261896" providerId="ADAL" clId="{F58680DD-FFF5-4D2B-B065-F48D10CC8C0D}" dt="2026-10-22T20:52:21.654" v="0" actId="47"/>
          <pc:sldLayoutMkLst>
            <pc:docMk/>
            <pc:sldMasterMk cId="975404246" sldId="2147483648"/>
            <pc:sldLayoutMk cId="216699640" sldId="2147483660"/>
          </pc:sldLayoutMkLst>
        </pc:sldLayoutChg>
        <pc:sldLayoutChg chg="del">
          <pc:chgData name="Jenkins NS" userId="8bdba4d2-1367-40cf-ad35-f59b31261896" providerId="ADAL" clId="{F58680DD-FFF5-4D2B-B065-F48D10CC8C0D}" dt="2026-10-22T20:52:21.654" v="0" actId="47"/>
          <pc:sldLayoutMkLst>
            <pc:docMk/>
            <pc:sldMasterMk cId="975404246" sldId="2147483648"/>
            <pc:sldLayoutMk cId="2861898254" sldId="2147483673"/>
          </pc:sldLayoutMkLst>
        </pc:sldLayoutChg>
      </pc:sldMasterChg>
      <pc:sldMasterChg chg="del delSldLayout">
        <pc:chgData name="Jenkins NS" userId="8bdba4d2-1367-40cf-ad35-f59b31261896" providerId="ADAL" clId="{F58680DD-FFF5-4D2B-B065-F48D10CC8C0D}" dt="2026-10-22T20:52:21.654" v="0" actId="47"/>
        <pc:sldMasterMkLst>
          <pc:docMk/>
          <pc:sldMasterMk cId="2391316343" sldId="2147483668"/>
        </pc:sldMasterMkLst>
        <pc:sldLayoutChg chg="del">
          <pc:chgData name="Jenkins NS" userId="8bdba4d2-1367-40cf-ad35-f59b31261896" providerId="ADAL" clId="{F58680DD-FFF5-4D2B-B065-F48D10CC8C0D}" dt="2026-10-22T20:52:21.654" v="0" actId="47"/>
          <pc:sldLayoutMkLst>
            <pc:docMk/>
            <pc:sldMasterMk cId="2391316343" sldId="2147483668"/>
            <pc:sldLayoutMk cId="1317201455" sldId="2147483669"/>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1798594045" sldId="2147483670"/>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3284760538" sldId="2147483671"/>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902464598" sldId="2147483674"/>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2154374152" sldId="2147483683"/>
          </pc:sldLayoutMkLst>
        </pc:sldLayoutChg>
      </pc:sldMasterChg>
      <pc:sldMasterChg chg="del delSldLayout">
        <pc:chgData name="Jenkins NS" userId="8bdba4d2-1367-40cf-ad35-f59b31261896" providerId="ADAL" clId="{F58680DD-FFF5-4D2B-B065-F48D10CC8C0D}" dt="2026-10-22T20:52:21.654" v="0" actId="47"/>
        <pc:sldMasterMkLst>
          <pc:docMk/>
          <pc:sldMasterMk cId="4035815384" sldId="2147483675"/>
        </pc:sldMasterMkLst>
        <pc:sldLayoutChg chg="del">
          <pc:chgData name="Jenkins NS" userId="8bdba4d2-1367-40cf-ad35-f59b31261896" providerId="ADAL" clId="{F58680DD-FFF5-4D2B-B065-F48D10CC8C0D}" dt="2026-10-22T20:52:21.654" v="0" actId="47"/>
          <pc:sldLayoutMkLst>
            <pc:docMk/>
            <pc:sldMasterMk cId="4035815384" sldId="2147483675"/>
            <pc:sldLayoutMk cId="3493966669" sldId="2147483676"/>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4045809490" sldId="2147483677"/>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2633174446" sldId="2147483678"/>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3224269921" sldId="2147483679"/>
          </pc:sldLayoutMkLst>
        </pc:sldLayoutChg>
      </pc:sldMasterChg>
    </pc:docChg>
  </pc:docChgLst>
  <pc:docChgLst>
    <pc:chgData name="Jenkins NS" userId="8bdba4d2-1367-40cf-ad35-f59b31261896" providerId="ADAL" clId="{86724140-930D-4C35-BABC-84C9C3BBEAD0}"/>
    <pc:docChg chg="undo custSel addSld delSld modSld sldOrd modMainMaster">
      <pc:chgData name="Jenkins NS" userId="8bdba4d2-1367-40cf-ad35-f59b31261896" providerId="ADAL" clId="{86724140-930D-4C35-BABC-84C9C3BBEAD0}" dt="2026-05-26T05:17:18.055" v="2383" actId="729"/>
      <pc:docMkLst>
        <pc:docMk/>
      </pc:docMkLst>
      <pc:sldChg chg="modSp del">
        <pc:chgData name="Jenkins NS" userId="8bdba4d2-1367-40cf-ad35-f59b31261896" providerId="ADAL" clId="{86724140-930D-4C35-BABC-84C9C3BBEAD0}" dt="2026-05-23T19:49:51.326" v="46" actId="47"/>
        <pc:sldMkLst>
          <pc:docMk/>
          <pc:sldMk cId="2130413274" sldId="256"/>
        </pc:sldMkLst>
      </pc:sldChg>
      <pc:sldChg chg="addSp modSp mod modNotesTx">
        <pc:chgData name="Jenkins NS" userId="8bdba4d2-1367-40cf-ad35-f59b31261896" providerId="ADAL" clId="{86724140-930D-4C35-BABC-84C9C3BBEAD0}" dt="2026-05-23T19:59:00.290" v="85"/>
        <pc:sldMkLst>
          <pc:docMk/>
          <pc:sldMk cId="101198574" sldId="1611"/>
        </pc:sldMkLst>
      </pc:sldChg>
      <pc:sldChg chg="add del">
        <pc:chgData name="Jenkins NS" userId="8bdba4d2-1367-40cf-ad35-f59b31261896" providerId="ADAL" clId="{86724140-930D-4C35-BABC-84C9C3BBEAD0}" dt="2026-05-23T21:41:59.056" v="946" actId="47"/>
        <pc:sldMkLst>
          <pc:docMk/>
          <pc:sldMk cId="1954936120" sldId="1821"/>
        </pc:sldMkLst>
      </pc:sldChg>
      <pc:sldChg chg="modSp add del mod">
        <pc:chgData name="Jenkins NS" userId="8bdba4d2-1367-40cf-ad35-f59b31261896" providerId="ADAL" clId="{86724140-930D-4C35-BABC-84C9C3BBEAD0}" dt="2026-05-23T20:15:26.909" v="237" actId="27636"/>
        <pc:sldMkLst>
          <pc:docMk/>
          <pc:sldMk cId="3432255962" sldId="4611"/>
        </pc:sldMkLst>
      </pc:sldChg>
      <pc:sldChg chg="add del">
        <pc:chgData name="Jenkins NS" userId="8bdba4d2-1367-40cf-ad35-f59b31261896" providerId="ADAL" clId="{86724140-930D-4C35-BABC-84C9C3BBEAD0}" dt="2026-05-23T20:16:58.475" v="241" actId="2696"/>
        <pc:sldMkLst>
          <pc:docMk/>
          <pc:sldMk cId="1547118278" sldId="2076137145"/>
        </pc:sldMkLst>
      </pc:sldChg>
      <pc:sldChg chg="modSp add mod">
        <pc:chgData name="Jenkins NS" userId="8bdba4d2-1367-40cf-ad35-f59b31261896" providerId="ADAL" clId="{86724140-930D-4C35-BABC-84C9C3BBEAD0}" dt="2026-05-23T21:18:35.296" v="710" actId="20577"/>
        <pc:sldMkLst>
          <pc:docMk/>
          <pc:sldMk cId="1609509673" sldId="2076137798"/>
        </pc:sldMkLst>
      </pc:sldChg>
      <pc:sldChg chg="addSp modSp add mod">
        <pc:chgData name="Jenkins NS" userId="8bdba4d2-1367-40cf-ad35-f59b31261896" providerId="ADAL" clId="{86724140-930D-4C35-BABC-84C9C3BBEAD0}" dt="2026-05-23T21:52:58.723" v="1095"/>
        <pc:sldMkLst>
          <pc:docMk/>
          <pc:sldMk cId="2655586065" sldId="2142533481"/>
        </pc:sldMkLst>
      </pc:sldChg>
      <pc:sldChg chg="addSp delSp add mod ord modNotesTx">
        <pc:chgData name="Jenkins NS" userId="8bdba4d2-1367-40cf-ad35-f59b31261896" providerId="ADAL" clId="{86724140-930D-4C35-BABC-84C9C3BBEAD0}" dt="2026-05-24T14:58:29.467" v="1431" actId="20577"/>
        <pc:sldMkLst>
          <pc:docMk/>
          <pc:sldMk cId="2757716487" sldId="2147479799"/>
        </pc:sldMkLst>
      </pc:sldChg>
      <pc:sldChg chg="addSp delSp modSp add mod">
        <pc:chgData name="Jenkins NS" userId="8bdba4d2-1367-40cf-ad35-f59b31261896" providerId="ADAL" clId="{86724140-930D-4C35-BABC-84C9C3BBEAD0}" dt="2026-05-23T20:07:22.464" v="219" actId="1076"/>
        <pc:sldMkLst>
          <pc:docMk/>
          <pc:sldMk cId="443657415" sldId="2147479840"/>
        </pc:sldMkLst>
      </pc:sldChg>
      <pc:sldChg chg="addSp delSp modSp new mod ord modClrScheme chgLayout">
        <pc:chgData name="Jenkins NS" userId="8bdba4d2-1367-40cf-ad35-f59b31261896" providerId="ADAL" clId="{86724140-930D-4C35-BABC-84C9C3BBEAD0}" dt="2026-05-23T21:24:05.420" v="759"/>
        <pc:sldMkLst>
          <pc:docMk/>
          <pc:sldMk cId="1255394937" sldId="2147479841"/>
        </pc:sldMkLst>
      </pc:sldChg>
      <pc:sldChg chg="new del">
        <pc:chgData name="Jenkins NS" userId="8bdba4d2-1367-40cf-ad35-f59b31261896" providerId="ADAL" clId="{86724140-930D-4C35-BABC-84C9C3BBEAD0}" dt="2026-05-23T19:54:40.834" v="78" actId="680"/>
        <pc:sldMkLst>
          <pc:docMk/>
          <pc:sldMk cId="3062387772" sldId="2147479841"/>
        </pc:sldMkLst>
      </pc:sldChg>
      <pc:sldChg chg="addSp delSp modSp new mod ord modClrScheme chgLayout">
        <pc:chgData name="Jenkins NS" userId="8bdba4d2-1367-40cf-ad35-f59b31261896" providerId="ADAL" clId="{86724140-930D-4C35-BABC-84C9C3BBEAD0}" dt="2026-05-23T20:15:36.198" v="239"/>
        <pc:sldMkLst>
          <pc:docMk/>
          <pc:sldMk cId="2539303801" sldId="2147479842"/>
        </pc:sldMkLst>
      </pc:sldChg>
      <pc:sldChg chg="addSp delSp modSp add mod ord">
        <pc:chgData name="Jenkins NS" userId="8bdba4d2-1367-40cf-ad35-f59b31261896" providerId="ADAL" clId="{86724140-930D-4C35-BABC-84C9C3BBEAD0}" dt="2026-05-23T21:35:56.377" v="825"/>
        <pc:sldMkLst>
          <pc:docMk/>
          <pc:sldMk cId="1417025154" sldId="2147479843"/>
        </pc:sldMkLst>
      </pc:sldChg>
      <pc:sldChg chg="new del">
        <pc:chgData name="Jenkins NS" userId="8bdba4d2-1367-40cf-ad35-f59b31261896" providerId="ADAL" clId="{86724140-930D-4C35-BABC-84C9C3BBEAD0}" dt="2026-05-23T20:27:18.194" v="244" actId="680"/>
        <pc:sldMkLst>
          <pc:docMk/>
          <pc:sldMk cId="1926549188" sldId="2147479843"/>
        </pc:sldMkLst>
      </pc:sldChg>
      <pc:sldChg chg="new del">
        <pc:chgData name="Jenkins NS" userId="8bdba4d2-1367-40cf-ad35-f59b31261896" providerId="ADAL" clId="{86724140-930D-4C35-BABC-84C9C3BBEAD0}" dt="2026-05-23T20:27:23.080" v="246" actId="2696"/>
        <pc:sldMkLst>
          <pc:docMk/>
          <pc:sldMk cId="2209595075" sldId="2147479843"/>
        </pc:sldMkLst>
      </pc:sldChg>
      <pc:sldChg chg="addSp delSp modSp new del mod">
        <pc:chgData name="Jenkins NS" userId="8bdba4d2-1367-40cf-ad35-f59b31261896" providerId="ADAL" clId="{86724140-930D-4C35-BABC-84C9C3BBEAD0}" dt="2026-05-23T20:17:23.393" v="242" actId="47"/>
        <pc:sldMkLst>
          <pc:docMk/>
          <pc:sldMk cId="3281185304" sldId="2147479843"/>
        </pc:sldMkLst>
      </pc:sldChg>
      <pc:sldChg chg="addSp delSp modSp add mod ord">
        <pc:chgData name="Jenkins NS" userId="8bdba4d2-1367-40cf-ad35-f59b31261896" providerId="ADAL" clId="{86724140-930D-4C35-BABC-84C9C3BBEAD0}" dt="2026-05-23T21:35:59.645" v="827"/>
        <pc:sldMkLst>
          <pc:docMk/>
          <pc:sldMk cId="2116133330" sldId="2147479844"/>
        </pc:sldMkLst>
      </pc:sldChg>
      <pc:sldChg chg="new del">
        <pc:chgData name="Jenkins NS" userId="8bdba4d2-1367-40cf-ad35-f59b31261896" providerId="ADAL" clId="{86724140-930D-4C35-BABC-84C9C3BBEAD0}" dt="2026-05-23T21:21:17.170" v="714" actId="680"/>
        <pc:sldMkLst>
          <pc:docMk/>
          <pc:sldMk cId="663198952" sldId="2147479845"/>
        </pc:sldMkLst>
      </pc:sldChg>
      <pc:sldChg chg="addSp delSp modSp new del mod">
        <pc:chgData name="Jenkins NS" userId="8bdba4d2-1367-40cf-ad35-f59b31261896" providerId="ADAL" clId="{86724140-930D-4C35-BABC-84C9C3BBEAD0}" dt="2026-05-23T21:14:04.189" v="702" actId="47"/>
        <pc:sldMkLst>
          <pc:docMk/>
          <pc:sldMk cId="3346862844" sldId="2147479845"/>
        </pc:sldMkLst>
      </pc:sldChg>
      <pc:sldChg chg="addSp delSp modSp add del mod setBg modClrScheme chgLayout">
        <pc:chgData name="Jenkins NS" userId="8bdba4d2-1367-40cf-ad35-f59b31261896" providerId="ADAL" clId="{86724140-930D-4C35-BABC-84C9C3BBEAD0}" dt="2026-05-23T21:31:52.557" v="800" actId="47"/>
        <pc:sldMkLst>
          <pc:docMk/>
          <pc:sldMk cId="3473577390" sldId="2147479845"/>
        </pc:sldMkLst>
      </pc:sldChg>
      <pc:sldChg chg="addSp delSp modSp add mod ord modClrScheme chgLayout">
        <pc:chgData name="Jenkins NS" userId="8bdba4d2-1367-40cf-ad35-f59b31261896" providerId="ADAL" clId="{86724140-930D-4C35-BABC-84C9C3BBEAD0}" dt="2026-05-23T21:32:37.884" v="816" actId="26606"/>
        <pc:sldMkLst>
          <pc:docMk/>
          <pc:sldMk cId="2469809988" sldId="2147479846"/>
        </pc:sldMkLst>
      </pc:sldChg>
      <pc:sldChg chg="delSp modSp add mod modNotesTx">
        <pc:chgData name="Jenkins NS" userId="8bdba4d2-1367-40cf-ad35-f59b31261896" providerId="ADAL" clId="{86724140-930D-4C35-BABC-84C9C3BBEAD0}" dt="2026-05-24T15:01:41.104" v="1433" actId="20577"/>
        <pc:sldMkLst>
          <pc:docMk/>
          <pc:sldMk cId="3601658480" sldId="2147479847"/>
        </pc:sldMkLst>
      </pc:sldChg>
      <pc:sldChg chg="delSp modSp add mod">
        <pc:chgData name="Jenkins NS" userId="8bdba4d2-1367-40cf-ad35-f59b31261896" providerId="ADAL" clId="{86724140-930D-4C35-BABC-84C9C3BBEAD0}" dt="2026-05-23T21:40:00.329" v="893" actId="20577"/>
        <pc:sldMkLst>
          <pc:docMk/>
          <pc:sldMk cId="3060551369" sldId="2147479848"/>
        </pc:sldMkLst>
      </pc:sldChg>
      <pc:sldChg chg="modSp add mod">
        <pc:chgData name="Jenkins NS" userId="8bdba4d2-1367-40cf-ad35-f59b31261896" providerId="ADAL" clId="{86724140-930D-4C35-BABC-84C9C3BBEAD0}" dt="2026-05-23T21:41:29.204" v="934" actId="20577"/>
        <pc:sldMkLst>
          <pc:docMk/>
          <pc:sldMk cId="2299311412" sldId="2147479849"/>
        </pc:sldMkLst>
      </pc:sldChg>
      <pc:sldChg chg="delSp modSp add mod modNotesTx">
        <pc:chgData name="Jenkins NS" userId="8bdba4d2-1367-40cf-ad35-f59b31261896" providerId="ADAL" clId="{86724140-930D-4C35-BABC-84C9C3BBEAD0}" dt="2026-05-24T15:01:35.730" v="1432" actId="20577"/>
        <pc:sldMkLst>
          <pc:docMk/>
          <pc:sldMk cId="2913441092" sldId="2147479850"/>
        </pc:sldMkLst>
      </pc:sldChg>
      <pc:sldChg chg="delSp modSp add mod">
        <pc:chgData name="Jenkins NS" userId="8bdba4d2-1367-40cf-ad35-f59b31261896" providerId="ADAL" clId="{86724140-930D-4C35-BABC-84C9C3BBEAD0}" dt="2026-05-23T21:44:25.435" v="973" actId="478"/>
        <pc:sldMkLst>
          <pc:docMk/>
          <pc:sldMk cId="1857919815" sldId="2147479851"/>
        </pc:sldMkLst>
      </pc:sldChg>
      <pc:sldChg chg="delSp modSp add mod">
        <pc:chgData name="Jenkins NS" userId="8bdba4d2-1367-40cf-ad35-f59b31261896" providerId="ADAL" clId="{86724140-930D-4C35-BABC-84C9C3BBEAD0}" dt="2026-05-23T21:45:30.892" v="989" actId="478"/>
        <pc:sldMkLst>
          <pc:docMk/>
          <pc:sldMk cId="1986496337" sldId="2147479852"/>
        </pc:sldMkLst>
      </pc:sldChg>
      <pc:sldChg chg="delSp modSp add mod">
        <pc:chgData name="Jenkins NS" userId="8bdba4d2-1367-40cf-ad35-f59b31261896" providerId="ADAL" clId="{86724140-930D-4C35-BABC-84C9C3BBEAD0}" dt="2026-05-23T21:46:30.116" v="1000" actId="478"/>
        <pc:sldMkLst>
          <pc:docMk/>
          <pc:sldMk cId="2698521699" sldId="2147479853"/>
        </pc:sldMkLst>
      </pc:sldChg>
      <pc:sldChg chg="delSp modSp add mod">
        <pc:chgData name="Jenkins NS" userId="8bdba4d2-1367-40cf-ad35-f59b31261896" providerId="ADAL" clId="{86724140-930D-4C35-BABC-84C9C3BBEAD0}" dt="2026-05-23T21:47:30.527" v="1009" actId="478"/>
        <pc:sldMkLst>
          <pc:docMk/>
          <pc:sldMk cId="839841890" sldId="2147479854"/>
        </pc:sldMkLst>
      </pc:sldChg>
      <pc:sldChg chg="delSp modSp add del mod">
        <pc:chgData name="Jenkins NS" userId="8bdba4d2-1367-40cf-ad35-f59b31261896" providerId="ADAL" clId="{86724140-930D-4C35-BABC-84C9C3BBEAD0}" dt="2026-05-25T17:31:27.806" v="2117" actId="47"/>
        <pc:sldMkLst>
          <pc:docMk/>
          <pc:sldMk cId="2589922906" sldId="2147479855"/>
        </pc:sldMkLst>
      </pc:sldChg>
      <pc:sldChg chg="addSp delSp modSp add mod">
        <pc:chgData name="Jenkins NS" userId="8bdba4d2-1367-40cf-ad35-f59b31261896" providerId="ADAL" clId="{86724140-930D-4C35-BABC-84C9C3BBEAD0}" dt="2026-05-24T15:43:00.465" v="1439" actId="108"/>
        <pc:sldMkLst>
          <pc:docMk/>
          <pc:sldMk cId="3721048510" sldId="2147479856"/>
        </pc:sldMkLst>
      </pc:sldChg>
      <pc:sldChg chg="addSp delSp modSp add mod">
        <pc:chgData name="Jenkins NS" userId="8bdba4d2-1367-40cf-ad35-f59b31261896" providerId="ADAL" clId="{86724140-930D-4C35-BABC-84C9C3BBEAD0}" dt="2026-05-24T11:08:24.331" v="1284" actId="27636"/>
        <pc:sldMkLst>
          <pc:docMk/>
          <pc:sldMk cId="240024171" sldId="2147479857"/>
        </pc:sldMkLst>
      </pc:sldChg>
      <pc:sldChg chg="addSp delSp modSp add mod">
        <pc:chgData name="Jenkins NS" userId="8bdba4d2-1367-40cf-ad35-f59b31261896" providerId="ADAL" clId="{86724140-930D-4C35-BABC-84C9C3BBEAD0}" dt="2026-05-24T11:20:00.227" v="1350" actId="14100"/>
        <pc:sldMkLst>
          <pc:docMk/>
          <pc:sldMk cId="3174271723" sldId="2147479858"/>
        </pc:sldMkLst>
      </pc:sldChg>
      <pc:sldChg chg="addSp delSp modSp add mod modClrScheme modAnim chgLayout">
        <pc:chgData name="Jenkins NS" userId="8bdba4d2-1367-40cf-ad35-f59b31261896" providerId="ADAL" clId="{86724140-930D-4C35-BABC-84C9C3BBEAD0}" dt="2026-05-25T06:35:28.909" v="1630" actId="1076"/>
        <pc:sldMkLst>
          <pc:docMk/>
          <pc:sldMk cId="4002067369" sldId="2147479859"/>
        </pc:sldMkLst>
      </pc:sldChg>
      <pc:sldChg chg="addSp delSp modSp add mod">
        <pc:chgData name="Jenkins NS" userId="8bdba4d2-1367-40cf-ad35-f59b31261896" providerId="ADAL" clId="{86724140-930D-4C35-BABC-84C9C3BBEAD0}" dt="2026-05-24T16:37:00.925" v="1547" actId="14100"/>
        <pc:sldMkLst>
          <pc:docMk/>
          <pc:sldMk cId="1376940060" sldId="2147479860"/>
        </pc:sldMkLst>
      </pc:sldChg>
      <pc:sldChg chg="addSp delSp modSp add mod modNotesTx">
        <pc:chgData name="Jenkins NS" userId="8bdba4d2-1367-40cf-ad35-f59b31261896" providerId="ADAL" clId="{86724140-930D-4C35-BABC-84C9C3BBEAD0}" dt="2026-05-24T16:42:05.036" v="1576" actId="20577"/>
        <pc:sldMkLst>
          <pc:docMk/>
          <pc:sldMk cId="4232437191" sldId="2147479861"/>
        </pc:sldMkLst>
      </pc:sldChg>
      <pc:sldChg chg="addSp delSp modSp add mod modNotesTx">
        <pc:chgData name="Jenkins NS" userId="8bdba4d2-1367-40cf-ad35-f59b31261896" providerId="ADAL" clId="{86724140-930D-4C35-BABC-84C9C3BBEAD0}" dt="2026-05-24T16:45:46.884" v="1605" actId="20577"/>
        <pc:sldMkLst>
          <pc:docMk/>
          <pc:sldMk cId="4071593474" sldId="2147479862"/>
        </pc:sldMkLst>
      </pc:sldChg>
      <pc:sldChg chg="modSp add mod">
        <pc:chgData name="Jenkins NS" userId="8bdba4d2-1367-40cf-ad35-f59b31261896" providerId="ADAL" clId="{86724140-930D-4C35-BABC-84C9C3BBEAD0}" dt="2026-05-24T16:47:44.519" v="1616" actId="113"/>
        <pc:sldMkLst>
          <pc:docMk/>
          <pc:sldMk cId="3159384829" sldId="2147479863"/>
        </pc:sldMkLst>
      </pc:sldChg>
      <pc:sldChg chg="addSp delSp modSp add mod modShow modNotesTx">
        <pc:chgData name="Jenkins NS" userId="8bdba4d2-1367-40cf-ad35-f59b31261896" providerId="ADAL" clId="{86724140-930D-4C35-BABC-84C9C3BBEAD0}" dt="2026-05-25T13:43:33.014" v="1829" actId="20577"/>
        <pc:sldMkLst>
          <pc:docMk/>
          <pc:sldMk cId="1944675638" sldId="2147479864"/>
        </pc:sldMkLst>
      </pc:sldChg>
      <pc:sldChg chg="addSp delSp modSp add mod modShow">
        <pc:chgData name="Jenkins NS" userId="8bdba4d2-1367-40cf-ad35-f59b31261896" providerId="ADAL" clId="{86724140-930D-4C35-BABC-84C9C3BBEAD0}" dt="2026-05-26T05:16:50.093" v="2381" actId="729"/>
        <pc:sldMkLst>
          <pc:docMk/>
          <pc:sldMk cId="1909484383" sldId="2147479865"/>
        </pc:sldMkLst>
      </pc:sldChg>
      <pc:sldChg chg="modSp add del mod modShow">
        <pc:chgData name="Jenkins NS" userId="8bdba4d2-1367-40cf-ad35-f59b31261896" providerId="ADAL" clId="{86724140-930D-4C35-BABC-84C9C3BBEAD0}" dt="2026-05-25T17:18:10.006" v="1863" actId="47"/>
        <pc:sldMkLst>
          <pc:docMk/>
          <pc:sldMk cId="1120118714" sldId="2147479866"/>
        </pc:sldMkLst>
      </pc:sldChg>
      <pc:sldChg chg="addSp delSp modSp add mod modShow">
        <pc:chgData name="Jenkins NS" userId="8bdba4d2-1367-40cf-ad35-f59b31261896" providerId="ADAL" clId="{86724140-930D-4C35-BABC-84C9C3BBEAD0}" dt="2026-05-26T05:16:50.093" v="2381" actId="729"/>
        <pc:sldMkLst>
          <pc:docMk/>
          <pc:sldMk cId="3616058983" sldId="2147479867"/>
        </pc:sldMkLst>
      </pc:sldChg>
      <pc:sldChg chg="addSp delSp modSp add mod modShow modNotesTx">
        <pc:chgData name="Jenkins NS" userId="8bdba4d2-1367-40cf-ad35-f59b31261896" providerId="ADAL" clId="{86724140-930D-4C35-BABC-84C9C3BBEAD0}" dt="2026-05-26T05:16:50.093" v="2381" actId="729"/>
        <pc:sldMkLst>
          <pc:docMk/>
          <pc:sldMk cId="1768514159" sldId="2147479868"/>
        </pc:sldMkLst>
      </pc:sldChg>
      <pc:sldChg chg="addSp delSp modSp add mod modShow">
        <pc:chgData name="Jenkins NS" userId="8bdba4d2-1367-40cf-ad35-f59b31261896" providerId="ADAL" clId="{86724140-930D-4C35-BABC-84C9C3BBEAD0}" dt="2026-05-26T05:17:12.928" v="2382" actId="729"/>
        <pc:sldMkLst>
          <pc:docMk/>
          <pc:sldMk cId="1289337424" sldId="2147479869"/>
        </pc:sldMkLst>
      </pc:sldChg>
      <pc:sldChg chg="delSp modSp add mod modShow">
        <pc:chgData name="Jenkins NS" userId="8bdba4d2-1367-40cf-ad35-f59b31261896" providerId="ADAL" clId="{86724140-930D-4C35-BABC-84C9C3BBEAD0}" dt="2026-05-26T05:17:12.928" v="2382" actId="729"/>
        <pc:sldMkLst>
          <pc:docMk/>
          <pc:sldMk cId="1201138058" sldId="2147479870"/>
        </pc:sldMkLst>
      </pc:sldChg>
      <pc:sldChg chg="addSp delSp modSp add mod modShow">
        <pc:chgData name="Jenkins NS" userId="8bdba4d2-1367-40cf-ad35-f59b31261896" providerId="ADAL" clId="{86724140-930D-4C35-BABC-84C9C3BBEAD0}" dt="2026-05-26T05:17:12.928" v="2382" actId="729"/>
        <pc:sldMkLst>
          <pc:docMk/>
          <pc:sldMk cId="1445421501" sldId="2147479871"/>
        </pc:sldMkLst>
      </pc:sldChg>
      <pc:sldChg chg="addSp delSp modSp add mod ord modShow">
        <pc:chgData name="Jenkins NS" userId="8bdba4d2-1367-40cf-ad35-f59b31261896" providerId="ADAL" clId="{86724140-930D-4C35-BABC-84C9C3BBEAD0}" dt="2026-05-26T05:17:12.928" v="2382" actId="729"/>
        <pc:sldMkLst>
          <pc:docMk/>
          <pc:sldMk cId="1946713896" sldId="2147479872"/>
        </pc:sldMkLst>
      </pc:sldChg>
      <pc:sldChg chg="addSp delSp modSp add mod modNotesTx">
        <pc:chgData name="Jenkins NS" userId="8bdba4d2-1367-40cf-ad35-f59b31261896" providerId="ADAL" clId="{86724140-930D-4C35-BABC-84C9C3BBEAD0}" dt="2026-05-25T17:49:06.014" v="2276" actId="1076"/>
        <pc:sldMkLst>
          <pc:docMk/>
          <pc:sldMk cId="3845978286" sldId="2147479873"/>
        </pc:sldMkLst>
      </pc:sldChg>
      <pc:sldChg chg="addSp delSp modSp add mod modShow">
        <pc:chgData name="Jenkins NS" userId="8bdba4d2-1367-40cf-ad35-f59b31261896" providerId="ADAL" clId="{86724140-930D-4C35-BABC-84C9C3BBEAD0}" dt="2026-05-26T05:17:18.055" v="2383" actId="729"/>
        <pc:sldMkLst>
          <pc:docMk/>
          <pc:sldMk cId="3921530110" sldId="2147479874"/>
        </pc:sldMkLst>
      </pc:sldChg>
      <pc:sldChg chg="addSp delSp modSp add mod modShow">
        <pc:chgData name="Jenkins NS" userId="8bdba4d2-1367-40cf-ad35-f59b31261896" providerId="ADAL" clId="{86724140-930D-4C35-BABC-84C9C3BBEAD0}" dt="2026-05-26T05:17:18.055" v="2383" actId="729"/>
        <pc:sldMkLst>
          <pc:docMk/>
          <pc:sldMk cId="1928758105" sldId="2147479875"/>
        </pc:sldMkLst>
      </pc:sldChg>
      <pc:sldChg chg="addSp delSp modSp add mod modClrScheme modShow chgLayout">
        <pc:chgData name="Jenkins NS" userId="8bdba4d2-1367-40cf-ad35-f59b31261896" providerId="ADAL" clId="{86724140-930D-4C35-BABC-84C9C3BBEAD0}" dt="2026-05-26T05:17:18.055" v="2383" actId="729"/>
        <pc:sldMkLst>
          <pc:docMk/>
          <pc:sldMk cId="2989117112" sldId="2147479876"/>
        </pc:sldMkLst>
      </pc:sldChg>
      <pc:sldChg chg="modSp add del mod modShow">
        <pc:chgData name="Jenkins NS" userId="8bdba4d2-1367-40cf-ad35-f59b31261896" providerId="ADAL" clId="{86724140-930D-4C35-BABC-84C9C3BBEAD0}" dt="2026-05-25T17:31:27.806" v="2117" actId="47"/>
        <pc:sldMkLst>
          <pc:docMk/>
          <pc:sldMk cId="3727375696" sldId="2147479877"/>
        </pc:sldMkLst>
      </pc:sldChg>
      <pc:sldChg chg="modSp add del mod modShow">
        <pc:chgData name="Jenkins NS" userId="8bdba4d2-1367-40cf-ad35-f59b31261896" providerId="ADAL" clId="{86724140-930D-4C35-BABC-84C9C3BBEAD0}" dt="2026-05-25T17:31:27.806" v="2117" actId="47"/>
        <pc:sldMkLst>
          <pc:docMk/>
          <pc:sldMk cId="1535454412" sldId="2147479878"/>
        </pc:sldMkLst>
      </pc:sldChg>
      <pc:sldChg chg="modSp add del mod modShow">
        <pc:chgData name="Jenkins NS" userId="8bdba4d2-1367-40cf-ad35-f59b31261896" providerId="ADAL" clId="{86724140-930D-4C35-BABC-84C9C3BBEAD0}" dt="2026-05-25T17:31:27.806" v="2117" actId="47"/>
        <pc:sldMkLst>
          <pc:docMk/>
          <pc:sldMk cId="4186248873" sldId="2147479879"/>
        </pc:sldMkLst>
      </pc:sldChg>
      <pc:sldChg chg="modSp add del mod modShow">
        <pc:chgData name="Jenkins NS" userId="8bdba4d2-1367-40cf-ad35-f59b31261896" providerId="ADAL" clId="{86724140-930D-4C35-BABC-84C9C3BBEAD0}" dt="2026-05-25T17:31:27.806" v="2117" actId="47"/>
        <pc:sldMkLst>
          <pc:docMk/>
          <pc:sldMk cId="2430713855" sldId="2147479880"/>
        </pc:sldMkLst>
      </pc:sldChg>
      <pc:sldChg chg="addSp delSp modSp add mod">
        <pc:chgData name="Jenkins NS" userId="8bdba4d2-1367-40cf-ad35-f59b31261896" providerId="ADAL" clId="{86724140-930D-4C35-BABC-84C9C3BBEAD0}" dt="2026-05-24T11:30:19.536" v="1386" actId="113"/>
        <pc:sldMkLst>
          <pc:docMk/>
          <pc:sldMk cId="500862897" sldId="2147479881"/>
        </pc:sldMkLst>
      </pc:sldChg>
      <pc:sldChg chg="addSp modSp add del mod">
        <pc:chgData name="Jenkins NS" userId="8bdba4d2-1367-40cf-ad35-f59b31261896" providerId="ADAL" clId="{86724140-930D-4C35-BABC-84C9C3BBEAD0}" dt="2026-05-23T21:53:11.985" v="1106" actId="47"/>
        <pc:sldMkLst>
          <pc:docMk/>
          <pc:sldMk cId="2411157597" sldId="2147479881"/>
        </pc:sldMkLst>
      </pc:sldChg>
      <pc:sldChg chg="addSp delSp modSp add mod modNotesTx">
        <pc:chgData name="Jenkins NS" userId="8bdba4d2-1367-40cf-ad35-f59b31261896" providerId="ADAL" clId="{86724140-930D-4C35-BABC-84C9C3BBEAD0}" dt="2026-05-24T11:14:41.009" v="1331" actId="20577"/>
        <pc:sldMkLst>
          <pc:docMk/>
          <pc:sldMk cId="53487717" sldId="2147479882"/>
        </pc:sldMkLst>
      </pc:sldChg>
      <pc:sldChg chg="addSp delSp modSp add del mod">
        <pc:chgData name="Jenkins NS" userId="8bdba4d2-1367-40cf-ad35-f59b31261896" providerId="ADAL" clId="{86724140-930D-4C35-BABC-84C9C3BBEAD0}" dt="2026-05-24T15:58:05.076" v="1515" actId="2696"/>
        <pc:sldMkLst>
          <pc:docMk/>
          <pc:sldMk cId="882095621" sldId="2147479883"/>
        </pc:sldMkLst>
      </pc:sldChg>
      <pc:sldChg chg="new del">
        <pc:chgData name="Jenkins NS" userId="8bdba4d2-1367-40cf-ad35-f59b31261896" providerId="ADAL" clId="{86724140-930D-4C35-BABC-84C9C3BBEAD0}" dt="2026-05-24T15:53:18.018" v="1441" actId="47"/>
        <pc:sldMkLst>
          <pc:docMk/>
          <pc:sldMk cId="1469914124" sldId="2147479883"/>
        </pc:sldMkLst>
      </pc:sldChg>
      <pc:sldChg chg="add">
        <pc:chgData name="Jenkins NS" userId="8bdba4d2-1367-40cf-ad35-f59b31261896" providerId="ADAL" clId="{86724140-930D-4C35-BABC-84C9C3BBEAD0}" dt="2026-05-24T15:58:10.209" v="1516"/>
        <pc:sldMkLst>
          <pc:docMk/>
          <pc:sldMk cId="2016397542" sldId="2147479883"/>
        </pc:sldMkLst>
      </pc:sldChg>
      <pc:sldMasterChg chg="addSp modSp mod delSldLayout modSldLayout">
        <pc:chgData name="Jenkins NS" userId="8bdba4d2-1367-40cf-ad35-f59b31261896" providerId="ADAL" clId="{86724140-930D-4C35-BABC-84C9C3BBEAD0}" dt="2026-05-23T21:52:52.257" v="1093" actId="21"/>
        <pc:sldMasterMkLst>
          <pc:docMk/>
          <pc:sldMasterMk cId="975404246" sldId="2147483648"/>
        </pc:sldMasterMkLst>
        <pc:sldLayoutChg chg="addSp delSp modSp mod">
          <pc:chgData name="Jenkins NS" userId="8bdba4d2-1367-40cf-ad35-f59b31261896" providerId="ADAL" clId="{86724140-930D-4C35-BABC-84C9C3BBEAD0}" dt="2026-05-23T19:52:15.497" v="76" actId="14100"/>
          <pc:sldLayoutMkLst>
            <pc:docMk/>
            <pc:sldMasterMk cId="975404246" sldId="2147483648"/>
            <pc:sldLayoutMk cId="256598807" sldId="2147483661"/>
          </pc:sldLayoutMkLst>
        </pc:sldLayoutChg>
        <pc:sldLayoutChg chg="del">
          <pc:chgData name="Jenkins NS" userId="8bdba4d2-1367-40cf-ad35-f59b31261896" providerId="ADAL" clId="{86724140-930D-4C35-BABC-84C9C3BBEAD0}" dt="2026-05-23T20:16:58.475" v="241" actId="2696"/>
          <pc:sldLayoutMkLst>
            <pc:docMk/>
            <pc:sldMasterMk cId="975404246" sldId="2147483648"/>
            <pc:sldLayoutMk cId="2037691366" sldId="2147483664"/>
          </pc:sldLayoutMkLst>
        </pc:sldLayoutChg>
        <pc:sldLayoutChg chg="addSp delSp modSp mod">
          <pc:chgData name="Jenkins NS" userId="8bdba4d2-1367-40cf-ad35-f59b31261896" providerId="ADAL" clId="{86724140-930D-4C35-BABC-84C9C3BBEAD0}" dt="2026-05-23T21:52:52.257" v="1093" actId="21"/>
          <pc:sldLayoutMkLst>
            <pc:docMk/>
            <pc:sldMasterMk cId="975404246" sldId="2147483648"/>
            <pc:sldLayoutMk cId="3053062433" sldId="2147483666"/>
          </pc:sldLayoutMkLst>
        </pc:sldLayoutChg>
        <pc:sldLayoutChg chg="addSp delSp modSp mod">
          <pc:chgData name="Jenkins NS" userId="8bdba4d2-1367-40cf-ad35-f59b31261896" providerId="ADAL" clId="{86724140-930D-4C35-BABC-84C9C3BBEAD0}" dt="2026-05-23T21:50:48.585" v="1081" actId="20577"/>
          <pc:sldLayoutMkLst>
            <pc:docMk/>
            <pc:sldMasterMk cId="975404246" sldId="2147483648"/>
            <pc:sldLayoutMk cId="971479772" sldId="2147483667"/>
          </pc:sldLayoutMkLst>
        </pc:sldLayoutChg>
      </pc:sldMasterChg>
      <pc:sldMasterChg chg="modSldLayout">
        <pc:chgData name="Jenkins NS" userId="8bdba4d2-1367-40cf-ad35-f59b31261896" providerId="ADAL" clId="{86724140-930D-4C35-BABC-84C9C3BBEAD0}" dt="2026-05-23T21:52:41.997" v="1089"/>
        <pc:sldMasterMkLst>
          <pc:docMk/>
          <pc:sldMasterMk cId="231774467" sldId="2147483667"/>
        </pc:sldMasterMkLst>
        <pc:sldLayoutChg chg="setBg">
          <pc:chgData name="Jenkins NS" userId="8bdba4d2-1367-40cf-ad35-f59b31261896" providerId="ADAL" clId="{86724140-930D-4C35-BABC-84C9C3BBEAD0}" dt="2026-05-23T21:52:41.997" v="1089"/>
          <pc:sldLayoutMkLst>
            <pc:docMk/>
            <pc:sldMasterMk cId="231774467" sldId="2147483667"/>
            <pc:sldLayoutMk cId="1460977657" sldId="2147483679"/>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452113115" sldId="2147483680"/>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280105292" sldId="2147483684"/>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1185868674" sldId="214748368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68FD0E-F9ED-4497-A478-7758BBAF08B6}" type="datetimeFigureOut">
              <a:rPr lang="en-IN" smtClean="0"/>
              <a:t>29-10-2026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36ECCD-459E-4D13-A6B6-046BCD2EEA82}" type="slidenum">
              <a:rPr lang="en-IN" smtClean="0"/>
              <a:t>‹#›</a:t>
            </a:fld>
            <a:endParaRPr lang="en-IN"/>
          </a:p>
        </p:txBody>
      </p:sp>
    </p:spTree>
    <p:extLst>
      <p:ext uri="{BB962C8B-B14F-4D97-AF65-F5344CB8AC3E}">
        <p14:creationId xmlns:p14="http://schemas.microsoft.com/office/powerpoint/2010/main" val="4001390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A2948-47EF-B0D5-0A94-5058A2F343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CE766-6DA1-5948-1A8C-E48CAA2355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013C8A-D350-F8B4-CE99-32EAC3AEB1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5E9B7B-9697-B26E-E5F6-DB4573F9A4C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492951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7787" marR="0" lvl="0" indent="0" algn="l" defTabSz="92415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10/29/2026 1:32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92775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7787" marR="0" lvl="0" indent="0" algn="l" defTabSz="92415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10/29/2026 1:32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196268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7787" marR="0" lvl="0" indent="0" algn="l" defTabSz="92415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10/29/2026 1:32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48248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43750"/>
              </a:spcBef>
              <a:spcAft>
                <a:spcPct val="43750"/>
              </a:spcAft>
            </a:pPr>
            <a:r>
              <a:rPr lang="en-US"/>
              <a:t>Whether you are building a canvas app or a model-driven app, Dataverse is the ideal data source because it is the foundational data source of Microsoft Power Platform. As a result, you will experience the most functionality, the deepest integrations, the most features, and the best ease-of-use of any available data sources. From simple web-based data design to robust, role-based security, Microsoft Dataverse is a straightforward platform that you can use to begin designing your data structures and helping to keep them safe. Then, with your data in place, you have rich integration capabilities from Power Apps and the rest of Microsoft Power Platform. Additionally, by applying business rules, you can trust that your business integrity will be maintained no matter what tool you use to interact with the data.</a:t>
            </a:r>
          </a:p>
          <a:p>
            <a:endParaRPr lang="en-US"/>
          </a:p>
          <a:p>
            <a:pPr>
              <a:spcBef>
                <a:spcPct val="43750"/>
              </a:spcBef>
              <a:spcAft>
                <a:spcPct val="43750"/>
              </a:spcAft>
            </a:pPr>
            <a:r>
              <a:rPr lang="en-US"/>
              <a:t>Another benefit of using Dataverse is that all of your data is stored in tables. A table is a set of records that is used to store data, similar to how a table stores data within a database. Dataverse includes a base set of standard tables that cover typical scenarios, but you can also create custom tables that are specific to your organization. Standard and custom tables within Dataverse help provide a secure and cloud-based storage option for your data. Tables allow you to create a business-focused definition of your organization's data for use within apps.</a:t>
            </a:r>
          </a:p>
          <a:p>
            <a:endParaRPr lang="en-US"/>
          </a:p>
          <a:p>
            <a:pPr>
              <a:spcBef>
                <a:spcPct val="43750"/>
              </a:spcBef>
              <a:spcAft>
                <a:spcPct val="43750"/>
              </a:spcAft>
            </a:pPr>
            <a:r>
              <a:rPr lang="en-US"/>
              <a:t>Some benefits of using Dataverse and its tables include:</a:t>
            </a:r>
          </a:p>
          <a:p>
            <a:pPr marL="171450" indent="-171450">
              <a:buFont typeface="Arial" panose="020B0604020202020204" pitchFamily="34" charset="0"/>
              <a:buChar char="•"/>
            </a:pPr>
            <a:r>
              <a:rPr lang="en-US" b="1"/>
              <a:t>Simple to manage</a:t>
            </a:r>
            <a:r>
              <a:rPr lang="en-US"/>
              <a:t> - Both the metadata and data are stored in the cloud. You don't need to worry about the details of how they're stored.</a:t>
            </a:r>
          </a:p>
          <a:p>
            <a:pPr marL="171450" indent="-171450">
              <a:buFont typeface="Arial" panose="020B0604020202020204" pitchFamily="34" charset="0"/>
              <a:buChar char="•"/>
            </a:pPr>
            <a:r>
              <a:rPr lang="en-US" b="1"/>
              <a:t>Helps to secure data</a:t>
            </a:r>
            <a:r>
              <a:rPr lang="en-US"/>
              <a:t> - Data is stored so that users can see it only if you grant them access. Role-based security allows you to control access to tables for different users within your organization.</a:t>
            </a:r>
          </a:p>
          <a:p>
            <a:pPr marL="171450" indent="-171450">
              <a:buFont typeface="Arial" panose="020B0604020202020204" pitchFamily="34" charset="0"/>
              <a:buChar char="•"/>
            </a:pPr>
            <a:r>
              <a:rPr lang="en-US" b="1"/>
              <a:t>Access your Dynamics 365 Data</a:t>
            </a:r>
            <a:r>
              <a:rPr lang="en-US"/>
              <a:t> - Data from your Dynamics 365 applications is also stored within the Dataverse, which allows you to quickly build apps that use your Dynamics 365 data and extend your apps by using Power Apps.</a:t>
            </a:r>
          </a:p>
          <a:p>
            <a:pPr marL="171450" indent="-171450">
              <a:buFont typeface="Arial" panose="020B0604020202020204" pitchFamily="34" charset="0"/>
              <a:buChar char="•"/>
            </a:pPr>
            <a:r>
              <a:rPr lang="en-US" b="1"/>
              <a:t>Rich metadata</a:t>
            </a:r>
            <a:r>
              <a:rPr lang="en-US"/>
              <a:t> - Data types and relationships are used directly within Power Apps.</a:t>
            </a:r>
          </a:p>
          <a:p>
            <a:pPr marL="171450" indent="-171450">
              <a:buFont typeface="Arial" panose="020B0604020202020204" pitchFamily="34" charset="0"/>
              <a:buChar char="•"/>
            </a:pPr>
            <a:r>
              <a:rPr lang="en-US" b="1"/>
              <a:t>Logic and validation</a:t>
            </a:r>
            <a:r>
              <a:rPr lang="en-US"/>
              <a:t> - Define calculated columns, business rules, workflows, and business process flows to ensure data quality and drive business processes.</a:t>
            </a:r>
          </a:p>
          <a:p>
            <a:pPr marL="171450" indent="-171450">
              <a:buFont typeface="Arial" panose="020B0604020202020204" pitchFamily="34" charset="0"/>
              <a:buChar char="•"/>
            </a:pPr>
            <a:r>
              <a:rPr lang="en-US" b="1"/>
              <a:t>Productivity tools</a:t>
            </a:r>
            <a:r>
              <a:rPr lang="en-US"/>
              <a:t> - Tables are available within the add-ins for Microsoft Excel to increase productivity and ensure data accessibility.</a:t>
            </a:r>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00622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43750"/>
              </a:spcBef>
              <a:spcAft>
                <a:spcPct val="43750"/>
              </a:spcAft>
            </a:pPr>
            <a:r>
              <a:rPr lang="en-GB"/>
              <a:t>A Dataverse database is a single instance of Microsoft Dataverse which stores data in a set of standard and custom data structures called tables. A table is a logical set of rows that is used to store data. Rows within a table contain many columns to manage individual pieces of information about a single row.</a:t>
            </a:r>
          </a:p>
          <a:p>
            <a:endParaRPr lang="en-GB"/>
          </a:p>
          <a:p>
            <a:pPr>
              <a:spcBef>
                <a:spcPct val="43750"/>
              </a:spcBef>
              <a:spcAft>
                <a:spcPct val="43750"/>
              </a:spcAft>
            </a:pPr>
            <a:r>
              <a:rPr lang="en-GB"/>
              <a:t>You can create one or many database instances in Microsoft Dataverse to host data behind your business solutions. Each instance of a Microsoft Dataverse will start with the same set of tables to store data, but you can always extend and customize a Microsoft Dataverse database to meet specific business needs. This means that you can share business solutions that reference standard tables in Microsoft Dataverse across your organization or with any other organization by using it anywhere in the world.</a:t>
            </a:r>
          </a:p>
          <a:p>
            <a:pPr>
              <a:spcBef>
                <a:spcPct val="43750"/>
              </a:spcBef>
              <a:spcAft>
                <a:spcPct val="43750"/>
              </a:spcAft>
            </a:pPr>
            <a:endParaRPr lang="en-GB"/>
          </a:p>
          <a:p>
            <a:pPr>
              <a:spcBef>
                <a:spcPct val="43750"/>
              </a:spcBef>
              <a:spcAft>
                <a:spcPct val="43750"/>
              </a:spcAft>
            </a:pPr>
            <a:r>
              <a:rPr lang="en-GB"/>
              <a:t>A Dataverse database supports large data sets and complex data models. Tables can hold millions of items, and you can extend the storage in each instance of a Microsoft Dataverse database to four (4) terabytes per instance. The amount of data that is available in your instance of Microsoft Dataverse is based upon the number and type of licenses that are associated with it. Data storage is pooled between all licensed users, so you can allocate storage as needed for each solution that you build. Additional storage can be purchased if you need more storage than what is offered within standard licensing.</a:t>
            </a:r>
          </a:p>
          <a:p>
            <a:pPr>
              <a:spcBef>
                <a:spcPct val="43750"/>
              </a:spcBef>
              <a:spcAft>
                <a:spcPct val="43750"/>
              </a:spcAft>
            </a:pPr>
            <a:r>
              <a:rPr lang="en-GB" b="1"/>
              <a:t>Tip: </a:t>
            </a:r>
            <a:r>
              <a:rPr lang="en-GB"/>
              <a:t>Dataverse supports transactional multi-user applications, where quick response to user demand is the priority. It is not intended to be a platform for long running or batch processing.</a:t>
            </a:r>
          </a:p>
          <a:p>
            <a:pPr>
              <a:spcBef>
                <a:spcPct val="43750"/>
              </a:spcBef>
              <a:spcAft>
                <a:spcPct val="43750"/>
              </a:spcAft>
            </a:pPr>
            <a:endParaRPr lang="en-GB"/>
          </a:p>
          <a:p>
            <a:pPr marL="0" marR="0" lvl="0" indent="0" algn="l" defTabSz="914367" rtl="0" eaLnBrk="1" fontAlgn="auto" latinLnBrk="0" hangingPunct="1">
              <a:lnSpc>
                <a:spcPct val="90000"/>
              </a:lnSpc>
              <a:spcBef>
                <a:spcPts val="0"/>
              </a:spcBef>
              <a:spcAft>
                <a:spcPts val="333"/>
              </a:spcAft>
              <a:buClrTx/>
              <a:buSzTx/>
              <a:buFontTx/>
              <a:buNone/>
              <a:tabLst/>
              <a:defRPr/>
            </a:pPr>
            <a:r>
              <a:rPr lang="en-GB"/>
              <a:t>The standard table design in a Microsoft Dataverse database is based upon an open data model standard called Common Data Model. Common Data Model is a logical design that includes a set of open-sourced, standardized, extensible data tables and relationships that Microsoft and its partners have published in an industry-wide initiative called the Open Data Initiative. This collection of predefined tables, columns, semantic metadata, and relationships form the basis of the Common Data Model. The structure of a Microsoft Dataverse database is based upon the definitions and schema in the Common Data Model. The key benefit of using Common Data Model as the basis of a Microsoft Dataverse database is simplified integration of any solutions that use a Common Data Model schema, because the standard tables of the solution are the same. You will also be able to take advantage of a rich ecosystem of solutions that vendors have built from using Common Data Model. Best of all, there is practically no limit to how far you can extend a Microsoft Dataverse database.</a:t>
            </a:r>
          </a:p>
          <a:p>
            <a:endParaRPr lang="en-GB"/>
          </a:p>
          <a:p>
            <a:pPr marL="0" marR="0" lvl="0" indent="0" algn="l" defTabSz="914367" rtl="0" eaLnBrk="1" fontAlgn="auto" latinLnBrk="0" hangingPunct="1">
              <a:lnSpc>
                <a:spcPct val="90000"/>
              </a:lnSpc>
              <a:spcBef>
                <a:spcPts val="0"/>
              </a:spcBef>
              <a:spcAft>
                <a:spcPts val="333"/>
              </a:spcAft>
              <a:buClrTx/>
              <a:buSzTx/>
              <a:buFontTx/>
              <a:buNone/>
              <a:tabLst/>
              <a:defRPr/>
            </a:pPr>
            <a:r>
              <a:rPr lang="en-GB"/>
              <a:t>Dataverse contains comprehensive business logic, processing, integration, and security features that aid the building of business solutions. These features are covered later in the course.</a:t>
            </a:r>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2468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your React code gets enterprise data and access control without building a backend.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no custom API layer. Generated services call Dataverse on behalf of the user.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pac code command names and flags change between CLI versions, so confirm them in the current Microsoft Learn docs before a demo.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https://learn.microsoft.com/en-us/training/modules/introduction-solutions/introduction</a:t>
            </a:r>
          </a:p>
        </p:txBody>
      </p:sp>
      <p:sp>
        <p:nvSpPr>
          <p:cNvPr id="4" name="Slide Number Placeholder 3"/>
          <p:cNvSpPr>
            <a:spLocks noGrp="1"/>
          </p:cNvSpPr>
          <p:nvPr>
            <p:ph type="sldNum" sz="quarter" idx="5"/>
          </p:nvPr>
        </p:nvSpPr>
        <p:spPr/>
        <p:txBody>
          <a:bodyPr/>
          <a:lstStyle/>
          <a:p>
            <a:fld id="{281F2D98-6C15-4217-A49A-6BF28E64D068}" type="slidenum">
              <a:rPr lang="en-IN" smtClean="0"/>
              <a:t>17</a:t>
            </a:fld>
            <a:endParaRPr lang="en-IN"/>
          </a:p>
        </p:txBody>
      </p:sp>
    </p:spTree>
    <p:extLst>
      <p:ext uri="{BB962C8B-B14F-4D97-AF65-F5344CB8AC3E}">
        <p14:creationId xmlns:p14="http://schemas.microsoft.com/office/powerpoint/2010/main" val="3866854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1826C-AF7D-A5B2-D2A7-C29942BA6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81365-D3B2-FE43-9783-940ED4C92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CD7DF0-C95F-BA65-E19A-85124B2BBD45}"/>
              </a:ext>
            </a:extLst>
          </p:cNvPr>
          <p:cNvSpPr>
            <a:spLocks noGrp="1"/>
          </p:cNvSpPr>
          <p:nvPr>
            <p:ph type="body" idx="1"/>
          </p:nvPr>
        </p:nvSpPr>
        <p:spPr/>
        <p:txBody>
          <a:bodyPr/>
          <a:lstStyle/>
          <a:p>
            <a:r>
              <a:rPr lang="en-US" dirty="0"/>
              <a:t>Welcome. This deck walks through what you need before building your first Power Apps Code App, then the six commands that take you from a starter template to a deployed app.</a:t>
            </a:r>
          </a:p>
        </p:txBody>
      </p:sp>
      <p:sp>
        <p:nvSpPr>
          <p:cNvPr id="4" name="Slide Number Placeholder 3">
            <a:extLst>
              <a:ext uri="{FF2B5EF4-FFF2-40B4-BE49-F238E27FC236}">
                <a16:creationId xmlns:a16="http://schemas.microsoft.com/office/drawing/2014/main" id="{035C2743-B07D-A2C5-4287-39FE6453E5B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81422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Master" Target="../slideMasters/slideMaster4.xml"/><Relationship Id="rId4"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F165-8D9D-4515-889F-BA0AEA6846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3940F9-0028-9225-04D1-069E5DED2F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779A46-5438-097D-1A7F-481673DAC4B3}"/>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5" name="Footer Placeholder 4">
            <a:extLst>
              <a:ext uri="{FF2B5EF4-FFF2-40B4-BE49-F238E27FC236}">
                <a16:creationId xmlns:a16="http://schemas.microsoft.com/office/drawing/2014/main" id="{075CB448-28B4-0D7C-594A-5934BD18E9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238BB6-1795-F5D4-E662-C4DF6815C0DF}"/>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369470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0997-EC82-509E-D5FD-A6AFDF025D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F3B250-E464-BD5A-30A0-7CF4DDA3CD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D9D64E-D31E-D4C7-5FD6-4BB8F053B36C}"/>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5" name="Footer Placeholder 4">
            <a:extLst>
              <a:ext uri="{FF2B5EF4-FFF2-40B4-BE49-F238E27FC236}">
                <a16:creationId xmlns:a16="http://schemas.microsoft.com/office/drawing/2014/main" id="{D0621EB8-601B-2E13-462C-F59C50443F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11FC2A-19BF-E4E0-64F6-2518BD7C146B}"/>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29540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B6BD-1F14-8B49-3A15-4ADA04FD89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05B048-BB23-4E6C-FB4E-D7CF1B75AE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7D5A56-3266-83B1-C602-979EE3CD3FC0}"/>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5" name="Footer Placeholder 4">
            <a:extLst>
              <a:ext uri="{FF2B5EF4-FFF2-40B4-BE49-F238E27FC236}">
                <a16:creationId xmlns:a16="http://schemas.microsoft.com/office/drawing/2014/main" id="{7310D7B0-2400-A2D1-81F6-ABB4637A21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28A2CA-19E1-C2EC-607C-8B5E839220C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51199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A6CE-7C35-1851-9BF5-D723607B6F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B64AEE-1F0B-5528-0AFF-D3BC8C81FC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256975-0B7E-C156-00DD-AF5A1F79C9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44797C-9088-30D6-5EC9-A92BBF28C622}"/>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6" name="Footer Placeholder 5">
            <a:extLst>
              <a:ext uri="{FF2B5EF4-FFF2-40B4-BE49-F238E27FC236}">
                <a16:creationId xmlns:a16="http://schemas.microsoft.com/office/drawing/2014/main" id="{18889674-1EBB-1DD2-D796-7D7918D1CC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08C580-DB95-F43B-6825-0288D3C89D56}"/>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706070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81893-FEAC-6D90-4F3C-9E139ACAE8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0E1180-109B-6F4E-496A-0B2BFED8BF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A5F991-49FD-0EA4-0562-8DF9E039FE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F88BF2-70DC-8CF3-151F-54549B03E7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DF2767-E0BE-407C-8A2D-B8A0A3DDFC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EAB1D1B-08B2-13C8-73AB-49B88140F975}"/>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8" name="Footer Placeholder 7">
            <a:extLst>
              <a:ext uri="{FF2B5EF4-FFF2-40B4-BE49-F238E27FC236}">
                <a16:creationId xmlns:a16="http://schemas.microsoft.com/office/drawing/2014/main" id="{5C5A0493-528A-9C56-4E7D-276877AB65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2708C5-7D6B-9C3F-5CE8-FEEB74FC7B3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495848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69C30-038A-B1D5-0500-5BB3C8D24E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BF7AF6-A47F-5C05-5A7F-B991FD31CA7F}"/>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4" name="Footer Placeholder 3">
            <a:extLst>
              <a:ext uri="{FF2B5EF4-FFF2-40B4-BE49-F238E27FC236}">
                <a16:creationId xmlns:a16="http://schemas.microsoft.com/office/drawing/2014/main" id="{7D864406-817F-B9E0-D448-020CC03AD6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E056FC-A8BE-1255-87B1-BE206423BC38}"/>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848354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33E897-CFB2-DA33-D337-DB9D3B09B37A}"/>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3" name="Footer Placeholder 2">
            <a:extLst>
              <a:ext uri="{FF2B5EF4-FFF2-40B4-BE49-F238E27FC236}">
                <a16:creationId xmlns:a16="http://schemas.microsoft.com/office/drawing/2014/main" id="{CF55C180-4ED0-57BF-400E-D6D47DA337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958082-4873-A3A3-48D4-1BF07B5D9F3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61830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2045F-F229-2094-1F35-344018413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CE3DB0-A738-0890-6334-61628D8BBF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0926F5-697C-80FD-B7AE-CC6E2E11D8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E77CF8-9030-B147-E01C-1D0CE876D776}"/>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6" name="Footer Placeholder 5">
            <a:extLst>
              <a:ext uri="{FF2B5EF4-FFF2-40B4-BE49-F238E27FC236}">
                <a16:creationId xmlns:a16="http://schemas.microsoft.com/office/drawing/2014/main" id="{E34C9A39-7BCB-E2E8-814F-D0AB3DAD1D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6942DA-6A0C-60F4-9DFE-33E6834F9367}"/>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832696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D9DF1-8451-878A-B413-E2ED951B57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041F3-D5D8-3DAA-5272-F7231BBBE0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AF443A-878C-424C-00C1-897B25442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45A1BC-DE58-F080-5AE9-9EF112CFABF3}"/>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6" name="Footer Placeholder 5">
            <a:extLst>
              <a:ext uri="{FF2B5EF4-FFF2-40B4-BE49-F238E27FC236}">
                <a16:creationId xmlns:a16="http://schemas.microsoft.com/office/drawing/2014/main" id="{BFED6DB8-7FA3-A8C8-3F99-46182A95E3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3CBB71-CCA8-D8B7-9A32-D41B1850086D}"/>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98061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1096-78DB-A4EC-E4AA-9E1B8FC948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AD9311-8B75-960C-1DBF-B4FFAADEB0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2B36F8-937A-1ED6-0C16-E48C3A425BD3}"/>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5" name="Footer Placeholder 4">
            <a:extLst>
              <a:ext uri="{FF2B5EF4-FFF2-40B4-BE49-F238E27FC236}">
                <a16:creationId xmlns:a16="http://schemas.microsoft.com/office/drawing/2014/main" id="{A0E2CF41-4EC6-C06F-1FA4-C9C078EEF7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959869-82FA-4F70-A632-CACF8AB166D5}"/>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757231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15008D-2B74-E743-FFE2-470CECB852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D2B4CF-9B71-6B33-B978-A4E9A0B0CD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81F2D-B816-52CF-8C2E-40BEE5CC833C}"/>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5" name="Footer Placeholder 4">
            <a:extLst>
              <a:ext uri="{FF2B5EF4-FFF2-40B4-BE49-F238E27FC236}">
                <a16:creationId xmlns:a16="http://schemas.microsoft.com/office/drawing/2014/main" id="{BB2E1050-E902-FD5D-18B8-D928E038A9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8AFCD0-FD25-07F5-9946-9086EB44A0A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598142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002060"/>
        </a:solidFill>
        <a:effectLst/>
      </p:bgPr>
    </p:bg>
    <p:spTree>
      <p:nvGrpSpPr>
        <p:cNvPr id="1" name=""/>
        <p:cNvGrpSpPr/>
        <p:nvPr/>
      </p:nvGrpSpPr>
      <p:grpSpPr>
        <a:xfrm>
          <a:off x="0" y="0"/>
          <a:ext cx="0" cy="0"/>
          <a:chOff x="0" y="0"/>
          <a:chExt cx="0" cy="0"/>
        </a:xfrm>
      </p:grpSpPr>
      <p:pic>
        <p:nvPicPr>
          <p:cNvPr id="15" name="Picture 14" descr="A computer keyboard with a light on it&#10;&#10;AI-generated content may be incorrect.">
            <a:extLst>
              <a:ext uri="{FF2B5EF4-FFF2-40B4-BE49-F238E27FC236}">
                <a16:creationId xmlns:a16="http://schemas.microsoft.com/office/drawing/2014/main" id="{2209A0BE-5901-98D7-4EDE-74D107C3A72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548520"/>
            <a:ext cx="5686955" cy="111158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11" name="Picture 10" descr="A black and white logo&#10;&#10;AI-generated content may be incorrect.">
            <a:extLst>
              <a:ext uri="{FF2B5EF4-FFF2-40B4-BE49-F238E27FC236}">
                <a16:creationId xmlns:a16="http://schemas.microsoft.com/office/drawing/2014/main" id="{8A5D0B54-3E0F-E277-0472-C5E542E53F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11246" y="6006922"/>
            <a:ext cx="3180754" cy="828321"/>
          </a:xfrm>
          <a:prstGeom prst="rect">
            <a:avLst/>
          </a:prstGeom>
        </p:spPr>
      </p:pic>
    </p:spTree>
    <p:extLst>
      <p:ext uri="{BB962C8B-B14F-4D97-AF65-F5344CB8AC3E}">
        <p14:creationId xmlns:p14="http://schemas.microsoft.com/office/powerpoint/2010/main" val="32416500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412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9110947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069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742774"/>
                </a:solidFill>
                <a:latin typeface="Segoe UI" pitchFamily="34" charset="0"/>
                <a:ea typeface="Segoe UI" pitchFamily="34" charset="-122"/>
                <a:cs typeface="Segoe UI"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742774"/>
                </a:solidFill>
                <a:latin typeface="Segoe UI" pitchFamily="34" charset="0"/>
                <a:ea typeface="Segoe UI" pitchFamily="34" charset="-122"/>
                <a:cs typeface="Segoe UI"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35994214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363603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93CBFFF-679B-4BE9-9DC5-54D20F4DE911}" type="datetimeFigureOut">
              <a:rPr lang="en-IN" smtClean="0"/>
              <a:t>29-10-2026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C6A88D-E63B-41EB-88A6-C38024BF15C7}" type="slidenum">
              <a:rPr lang="en-IN" smtClean="0"/>
              <a:t>‹#›</a:t>
            </a:fld>
            <a:endParaRPr lang="en-IN"/>
          </a:p>
        </p:txBody>
      </p:sp>
    </p:spTree>
    <p:extLst>
      <p:ext uri="{BB962C8B-B14F-4D97-AF65-F5344CB8AC3E}">
        <p14:creationId xmlns:p14="http://schemas.microsoft.com/office/powerpoint/2010/main" val="26413588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86034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32271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665600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266519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9C47B-80F8-B9B7-B3DC-8823C5B9E0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28747DB-4639-CFB5-EEB2-F677E5AB95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05EA8FF-718D-7E65-112D-C8B8FE1A09C2}"/>
              </a:ext>
            </a:extLst>
          </p:cNvPr>
          <p:cNvSpPr>
            <a:spLocks noGrp="1"/>
          </p:cNvSpPr>
          <p:nvPr>
            <p:ph type="dt" sz="half" idx="10"/>
          </p:nvPr>
        </p:nvSpPr>
        <p:spPr/>
        <p:txBody>
          <a:bodyPr/>
          <a:lstStyle/>
          <a:p>
            <a:fld id="{BE6F88F5-6259-4BEA-9A9E-C4D9492E1AE0}" type="datetimeFigureOut">
              <a:rPr lang="en-IN" smtClean="0"/>
              <a:t>29-10-2026</a:t>
            </a:fld>
            <a:endParaRPr lang="en-IN"/>
          </a:p>
        </p:txBody>
      </p:sp>
      <p:sp>
        <p:nvSpPr>
          <p:cNvPr id="5" name="Footer Placeholder 4">
            <a:extLst>
              <a:ext uri="{FF2B5EF4-FFF2-40B4-BE49-F238E27FC236}">
                <a16:creationId xmlns:a16="http://schemas.microsoft.com/office/drawing/2014/main" id="{0C3F6BC2-FE91-C6DB-85F5-7AC034550A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2C7B25-293C-2D2B-29B2-EEC46CA416EB}"/>
              </a:ext>
            </a:extLst>
          </p:cNvPr>
          <p:cNvSpPr>
            <a:spLocks noGrp="1"/>
          </p:cNvSpPr>
          <p:nvPr>
            <p:ph type="sldNum" sz="quarter" idx="12"/>
          </p:nvPr>
        </p:nvSpPr>
        <p:spPr/>
        <p:txBody>
          <a:bodyPr/>
          <a:lstStyle/>
          <a:p>
            <a:fld id="{2FD5C647-32D5-47E6-8085-D2780814D775}" type="slidenum">
              <a:rPr lang="en-IN" smtClean="0"/>
              <a:t>‹#›</a:t>
            </a:fld>
            <a:endParaRPr lang="en-IN"/>
          </a:p>
        </p:txBody>
      </p:sp>
    </p:spTree>
    <p:extLst>
      <p:ext uri="{BB962C8B-B14F-4D97-AF65-F5344CB8AC3E}">
        <p14:creationId xmlns:p14="http://schemas.microsoft.com/office/powerpoint/2010/main" val="24211461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141B9-1640-324E-683C-D1202F5CEF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96555F-A98B-CE1A-1532-EDD58B3852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16F3A8-4112-4BC8-814F-88E484784F12}"/>
              </a:ext>
            </a:extLst>
          </p:cNvPr>
          <p:cNvSpPr>
            <a:spLocks noGrp="1"/>
          </p:cNvSpPr>
          <p:nvPr>
            <p:ph type="dt" sz="half" idx="10"/>
          </p:nvPr>
        </p:nvSpPr>
        <p:spPr/>
        <p:txBody>
          <a:bodyPr/>
          <a:lstStyle/>
          <a:p>
            <a:fld id="{BE6F88F5-6259-4BEA-9A9E-C4D9492E1AE0}" type="datetimeFigureOut">
              <a:rPr lang="en-IN" smtClean="0"/>
              <a:t>29-10-2026</a:t>
            </a:fld>
            <a:endParaRPr lang="en-IN"/>
          </a:p>
        </p:txBody>
      </p:sp>
      <p:sp>
        <p:nvSpPr>
          <p:cNvPr id="5" name="Footer Placeholder 4">
            <a:extLst>
              <a:ext uri="{FF2B5EF4-FFF2-40B4-BE49-F238E27FC236}">
                <a16:creationId xmlns:a16="http://schemas.microsoft.com/office/drawing/2014/main" id="{47527275-B67E-0096-C80C-1E1D38F183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B14BF9-F4AA-9EB7-D5A9-CF9D5AB7327D}"/>
              </a:ext>
            </a:extLst>
          </p:cNvPr>
          <p:cNvSpPr>
            <a:spLocks noGrp="1"/>
          </p:cNvSpPr>
          <p:nvPr>
            <p:ph type="sldNum" sz="quarter" idx="12"/>
          </p:nvPr>
        </p:nvSpPr>
        <p:spPr/>
        <p:txBody>
          <a:bodyPr/>
          <a:lstStyle/>
          <a:p>
            <a:fld id="{2FD5C647-32D5-47E6-8085-D2780814D775}" type="slidenum">
              <a:rPr lang="en-IN" smtClean="0"/>
              <a:t>‹#›</a:t>
            </a:fld>
            <a:endParaRPr lang="en-IN"/>
          </a:p>
        </p:txBody>
      </p:sp>
    </p:spTree>
    <p:extLst>
      <p:ext uri="{BB962C8B-B14F-4D97-AF65-F5344CB8AC3E}">
        <p14:creationId xmlns:p14="http://schemas.microsoft.com/office/powerpoint/2010/main" val="39718643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24EB0-BBEB-816C-30D7-947135F574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35D2A0-9F0D-2626-81AC-67ECA3012E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EBA135-CCC8-E841-AC4A-A4673E5D7196}"/>
              </a:ext>
            </a:extLst>
          </p:cNvPr>
          <p:cNvSpPr>
            <a:spLocks noGrp="1"/>
          </p:cNvSpPr>
          <p:nvPr>
            <p:ph type="dt" sz="half" idx="10"/>
          </p:nvPr>
        </p:nvSpPr>
        <p:spPr/>
        <p:txBody>
          <a:bodyPr/>
          <a:lstStyle/>
          <a:p>
            <a:fld id="{BE6F88F5-6259-4BEA-9A9E-C4D9492E1AE0}" type="datetimeFigureOut">
              <a:rPr lang="en-IN" smtClean="0"/>
              <a:t>29-10-2026</a:t>
            </a:fld>
            <a:endParaRPr lang="en-IN"/>
          </a:p>
        </p:txBody>
      </p:sp>
      <p:sp>
        <p:nvSpPr>
          <p:cNvPr id="5" name="Footer Placeholder 4">
            <a:extLst>
              <a:ext uri="{FF2B5EF4-FFF2-40B4-BE49-F238E27FC236}">
                <a16:creationId xmlns:a16="http://schemas.microsoft.com/office/drawing/2014/main" id="{6E6FE801-9DF6-EFF7-20AA-3ACD4B7F5C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541E20-28F0-AF94-371C-8854B1EFC2AE}"/>
              </a:ext>
            </a:extLst>
          </p:cNvPr>
          <p:cNvSpPr>
            <a:spLocks noGrp="1"/>
          </p:cNvSpPr>
          <p:nvPr>
            <p:ph type="sldNum" sz="quarter" idx="12"/>
          </p:nvPr>
        </p:nvSpPr>
        <p:spPr/>
        <p:txBody>
          <a:bodyPr/>
          <a:lstStyle/>
          <a:p>
            <a:fld id="{2FD5C647-32D5-47E6-8085-D2780814D775}" type="slidenum">
              <a:rPr lang="en-IN" smtClean="0"/>
              <a:t>‹#›</a:t>
            </a:fld>
            <a:endParaRPr lang="en-IN"/>
          </a:p>
        </p:txBody>
      </p:sp>
    </p:spTree>
    <p:extLst>
      <p:ext uri="{BB962C8B-B14F-4D97-AF65-F5344CB8AC3E}">
        <p14:creationId xmlns:p14="http://schemas.microsoft.com/office/powerpoint/2010/main" val="7608740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3BD79-39D2-38AC-5DC7-462E49937F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A6F6B1-F9B6-92CB-799A-B0095CCFFC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D58FCAE-7544-C3F1-95D3-7B546A1E48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26FF7DB-D2A7-B9B6-FD3D-4911646378D6}"/>
              </a:ext>
            </a:extLst>
          </p:cNvPr>
          <p:cNvSpPr>
            <a:spLocks noGrp="1"/>
          </p:cNvSpPr>
          <p:nvPr>
            <p:ph type="dt" sz="half" idx="10"/>
          </p:nvPr>
        </p:nvSpPr>
        <p:spPr/>
        <p:txBody>
          <a:bodyPr/>
          <a:lstStyle/>
          <a:p>
            <a:fld id="{BE6F88F5-6259-4BEA-9A9E-C4D9492E1AE0}" type="datetimeFigureOut">
              <a:rPr lang="en-IN" smtClean="0"/>
              <a:t>29-10-2026</a:t>
            </a:fld>
            <a:endParaRPr lang="en-IN"/>
          </a:p>
        </p:txBody>
      </p:sp>
      <p:sp>
        <p:nvSpPr>
          <p:cNvPr id="6" name="Footer Placeholder 5">
            <a:extLst>
              <a:ext uri="{FF2B5EF4-FFF2-40B4-BE49-F238E27FC236}">
                <a16:creationId xmlns:a16="http://schemas.microsoft.com/office/drawing/2014/main" id="{C5549DF6-0B6B-EF42-E4FC-08898EB70E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1D069C-3464-88C3-23DA-4E4E17CE23FA}"/>
              </a:ext>
            </a:extLst>
          </p:cNvPr>
          <p:cNvSpPr>
            <a:spLocks noGrp="1"/>
          </p:cNvSpPr>
          <p:nvPr>
            <p:ph type="sldNum" sz="quarter" idx="12"/>
          </p:nvPr>
        </p:nvSpPr>
        <p:spPr/>
        <p:txBody>
          <a:bodyPr/>
          <a:lstStyle/>
          <a:p>
            <a:fld id="{2FD5C647-32D5-47E6-8085-D2780814D775}" type="slidenum">
              <a:rPr lang="en-IN" smtClean="0"/>
              <a:t>‹#›</a:t>
            </a:fld>
            <a:endParaRPr lang="en-IN"/>
          </a:p>
        </p:txBody>
      </p:sp>
    </p:spTree>
    <p:extLst>
      <p:ext uri="{BB962C8B-B14F-4D97-AF65-F5344CB8AC3E}">
        <p14:creationId xmlns:p14="http://schemas.microsoft.com/office/powerpoint/2010/main" val="21580600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BCBFA-6F09-6808-EDCA-795CD84C790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9169BC-C6E2-C438-360C-7DE5F8E074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31430D-73C9-A12E-EA6C-9B20322030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EE54B9-6D67-51EE-53CA-522F02DA84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AB0BB-5DAB-B396-2FB3-2D5E9BDD14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06E6206-3F45-D76A-6D35-962DA35C5E08}"/>
              </a:ext>
            </a:extLst>
          </p:cNvPr>
          <p:cNvSpPr>
            <a:spLocks noGrp="1"/>
          </p:cNvSpPr>
          <p:nvPr>
            <p:ph type="dt" sz="half" idx="10"/>
          </p:nvPr>
        </p:nvSpPr>
        <p:spPr/>
        <p:txBody>
          <a:bodyPr/>
          <a:lstStyle/>
          <a:p>
            <a:fld id="{BE6F88F5-6259-4BEA-9A9E-C4D9492E1AE0}" type="datetimeFigureOut">
              <a:rPr lang="en-IN" smtClean="0"/>
              <a:t>29-10-2026</a:t>
            </a:fld>
            <a:endParaRPr lang="en-IN"/>
          </a:p>
        </p:txBody>
      </p:sp>
      <p:sp>
        <p:nvSpPr>
          <p:cNvPr id="8" name="Footer Placeholder 7">
            <a:extLst>
              <a:ext uri="{FF2B5EF4-FFF2-40B4-BE49-F238E27FC236}">
                <a16:creationId xmlns:a16="http://schemas.microsoft.com/office/drawing/2014/main" id="{66260856-D6FF-03D1-3812-B2340661F1D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D2EB899-F1D5-89E6-0731-78B03C822220}"/>
              </a:ext>
            </a:extLst>
          </p:cNvPr>
          <p:cNvSpPr>
            <a:spLocks noGrp="1"/>
          </p:cNvSpPr>
          <p:nvPr>
            <p:ph type="sldNum" sz="quarter" idx="12"/>
          </p:nvPr>
        </p:nvSpPr>
        <p:spPr/>
        <p:txBody>
          <a:bodyPr/>
          <a:lstStyle/>
          <a:p>
            <a:fld id="{2FD5C647-32D5-47E6-8085-D2780814D775}" type="slidenum">
              <a:rPr lang="en-IN" smtClean="0"/>
              <a:t>‹#›</a:t>
            </a:fld>
            <a:endParaRPr lang="en-IN"/>
          </a:p>
        </p:txBody>
      </p:sp>
    </p:spTree>
    <p:extLst>
      <p:ext uri="{BB962C8B-B14F-4D97-AF65-F5344CB8AC3E}">
        <p14:creationId xmlns:p14="http://schemas.microsoft.com/office/powerpoint/2010/main" val="26152555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10369-BAF5-A952-ABCD-D6645F7ECF5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3B8775-C69B-01DC-3614-79A02269B333}"/>
              </a:ext>
            </a:extLst>
          </p:cNvPr>
          <p:cNvSpPr>
            <a:spLocks noGrp="1"/>
          </p:cNvSpPr>
          <p:nvPr>
            <p:ph type="dt" sz="half" idx="10"/>
          </p:nvPr>
        </p:nvSpPr>
        <p:spPr/>
        <p:txBody>
          <a:bodyPr/>
          <a:lstStyle/>
          <a:p>
            <a:fld id="{BE6F88F5-6259-4BEA-9A9E-C4D9492E1AE0}" type="datetimeFigureOut">
              <a:rPr lang="en-IN" smtClean="0"/>
              <a:t>29-10-2026</a:t>
            </a:fld>
            <a:endParaRPr lang="en-IN"/>
          </a:p>
        </p:txBody>
      </p:sp>
      <p:sp>
        <p:nvSpPr>
          <p:cNvPr id="4" name="Footer Placeholder 3">
            <a:extLst>
              <a:ext uri="{FF2B5EF4-FFF2-40B4-BE49-F238E27FC236}">
                <a16:creationId xmlns:a16="http://schemas.microsoft.com/office/drawing/2014/main" id="{0E8E7D25-8987-7B47-A5E5-1F0917BE3DA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D9A619-0184-FA6B-4755-B5F093DF1544}"/>
              </a:ext>
            </a:extLst>
          </p:cNvPr>
          <p:cNvSpPr>
            <a:spLocks noGrp="1"/>
          </p:cNvSpPr>
          <p:nvPr>
            <p:ph type="sldNum" sz="quarter" idx="12"/>
          </p:nvPr>
        </p:nvSpPr>
        <p:spPr/>
        <p:txBody>
          <a:bodyPr/>
          <a:lstStyle/>
          <a:p>
            <a:fld id="{2FD5C647-32D5-47E6-8085-D2780814D775}" type="slidenum">
              <a:rPr lang="en-IN" smtClean="0"/>
              <a:t>‹#›</a:t>
            </a:fld>
            <a:endParaRPr lang="en-IN"/>
          </a:p>
        </p:txBody>
      </p:sp>
    </p:spTree>
    <p:extLst>
      <p:ext uri="{BB962C8B-B14F-4D97-AF65-F5344CB8AC3E}">
        <p14:creationId xmlns:p14="http://schemas.microsoft.com/office/powerpoint/2010/main" val="11197058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75EB82-7F18-2E41-783A-2ED7F70F79E8}"/>
              </a:ext>
            </a:extLst>
          </p:cNvPr>
          <p:cNvSpPr>
            <a:spLocks noGrp="1"/>
          </p:cNvSpPr>
          <p:nvPr>
            <p:ph type="dt" sz="half" idx="10"/>
          </p:nvPr>
        </p:nvSpPr>
        <p:spPr/>
        <p:txBody>
          <a:bodyPr/>
          <a:lstStyle/>
          <a:p>
            <a:fld id="{BE6F88F5-6259-4BEA-9A9E-C4D9492E1AE0}" type="datetimeFigureOut">
              <a:rPr lang="en-IN" smtClean="0"/>
              <a:t>29-10-2026</a:t>
            </a:fld>
            <a:endParaRPr lang="en-IN"/>
          </a:p>
        </p:txBody>
      </p:sp>
      <p:sp>
        <p:nvSpPr>
          <p:cNvPr id="3" name="Footer Placeholder 2">
            <a:extLst>
              <a:ext uri="{FF2B5EF4-FFF2-40B4-BE49-F238E27FC236}">
                <a16:creationId xmlns:a16="http://schemas.microsoft.com/office/drawing/2014/main" id="{9E84B639-1D95-0EA1-6632-AC3D4B7D9D7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811EBD1-0423-C465-AAB7-3DB1E336667D}"/>
              </a:ext>
            </a:extLst>
          </p:cNvPr>
          <p:cNvSpPr>
            <a:spLocks noGrp="1"/>
          </p:cNvSpPr>
          <p:nvPr>
            <p:ph type="sldNum" sz="quarter" idx="12"/>
          </p:nvPr>
        </p:nvSpPr>
        <p:spPr/>
        <p:txBody>
          <a:bodyPr/>
          <a:lstStyle/>
          <a:p>
            <a:fld id="{2FD5C647-32D5-47E6-8085-D2780814D775}" type="slidenum">
              <a:rPr lang="en-IN" smtClean="0"/>
              <a:t>‹#›</a:t>
            </a:fld>
            <a:endParaRPr lang="en-IN"/>
          </a:p>
        </p:txBody>
      </p:sp>
    </p:spTree>
    <p:extLst>
      <p:ext uri="{BB962C8B-B14F-4D97-AF65-F5344CB8AC3E}">
        <p14:creationId xmlns:p14="http://schemas.microsoft.com/office/powerpoint/2010/main" val="30348559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96AFB-8A42-15D0-9764-31501B9DDF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3A87FF3-D25E-EB78-AC8A-35023D187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738EC5-96D1-F67C-C152-6E55DEE2EC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9F7D0D-A725-C8FE-7CB9-3201A065D89A}"/>
              </a:ext>
            </a:extLst>
          </p:cNvPr>
          <p:cNvSpPr>
            <a:spLocks noGrp="1"/>
          </p:cNvSpPr>
          <p:nvPr>
            <p:ph type="dt" sz="half" idx="10"/>
          </p:nvPr>
        </p:nvSpPr>
        <p:spPr/>
        <p:txBody>
          <a:bodyPr/>
          <a:lstStyle/>
          <a:p>
            <a:fld id="{BE6F88F5-6259-4BEA-9A9E-C4D9492E1AE0}" type="datetimeFigureOut">
              <a:rPr lang="en-IN" smtClean="0"/>
              <a:t>29-10-2026</a:t>
            </a:fld>
            <a:endParaRPr lang="en-IN"/>
          </a:p>
        </p:txBody>
      </p:sp>
      <p:sp>
        <p:nvSpPr>
          <p:cNvPr id="6" name="Footer Placeholder 5">
            <a:extLst>
              <a:ext uri="{FF2B5EF4-FFF2-40B4-BE49-F238E27FC236}">
                <a16:creationId xmlns:a16="http://schemas.microsoft.com/office/drawing/2014/main" id="{7EB8AF94-4264-7B1D-0C30-815BD8D7C5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D4E8ED-2722-7A54-CE01-117DDC9A3958}"/>
              </a:ext>
            </a:extLst>
          </p:cNvPr>
          <p:cNvSpPr>
            <a:spLocks noGrp="1"/>
          </p:cNvSpPr>
          <p:nvPr>
            <p:ph type="sldNum" sz="quarter" idx="12"/>
          </p:nvPr>
        </p:nvSpPr>
        <p:spPr/>
        <p:txBody>
          <a:bodyPr/>
          <a:lstStyle/>
          <a:p>
            <a:fld id="{2FD5C647-32D5-47E6-8085-D2780814D775}" type="slidenum">
              <a:rPr lang="en-IN" smtClean="0"/>
              <a:t>‹#›</a:t>
            </a:fld>
            <a:endParaRPr lang="en-IN"/>
          </a:p>
        </p:txBody>
      </p:sp>
    </p:spTree>
    <p:extLst>
      <p:ext uri="{BB962C8B-B14F-4D97-AF65-F5344CB8AC3E}">
        <p14:creationId xmlns:p14="http://schemas.microsoft.com/office/powerpoint/2010/main" val="1862164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9A0E1-02AE-3153-D3EF-1754503653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058CDFC-2ED8-EF5A-DAE6-684F223B37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ECE9F7-62ED-6C56-9231-B2814E5A7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57991A-5675-1470-AD24-941A3E90D8CC}"/>
              </a:ext>
            </a:extLst>
          </p:cNvPr>
          <p:cNvSpPr>
            <a:spLocks noGrp="1"/>
          </p:cNvSpPr>
          <p:nvPr>
            <p:ph type="dt" sz="half" idx="10"/>
          </p:nvPr>
        </p:nvSpPr>
        <p:spPr/>
        <p:txBody>
          <a:bodyPr/>
          <a:lstStyle/>
          <a:p>
            <a:fld id="{BE6F88F5-6259-4BEA-9A9E-C4D9492E1AE0}" type="datetimeFigureOut">
              <a:rPr lang="en-IN" smtClean="0"/>
              <a:t>29-10-2026</a:t>
            </a:fld>
            <a:endParaRPr lang="en-IN"/>
          </a:p>
        </p:txBody>
      </p:sp>
      <p:sp>
        <p:nvSpPr>
          <p:cNvPr id="6" name="Footer Placeholder 5">
            <a:extLst>
              <a:ext uri="{FF2B5EF4-FFF2-40B4-BE49-F238E27FC236}">
                <a16:creationId xmlns:a16="http://schemas.microsoft.com/office/drawing/2014/main" id="{22FE9887-086A-ED38-2551-17BAF7EB16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175351-0D1B-2DE1-5F42-5CC01263F2E3}"/>
              </a:ext>
            </a:extLst>
          </p:cNvPr>
          <p:cNvSpPr>
            <a:spLocks noGrp="1"/>
          </p:cNvSpPr>
          <p:nvPr>
            <p:ph type="sldNum" sz="quarter" idx="12"/>
          </p:nvPr>
        </p:nvSpPr>
        <p:spPr/>
        <p:txBody>
          <a:bodyPr/>
          <a:lstStyle/>
          <a:p>
            <a:fld id="{2FD5C647-32D5-47E6-8085-D2780814D775}" type="slidenum">
              <a:rPr lang="en-IN" smtClean="0"/>
              <a:t>‹#›</a:t>
            </a:fld>
            <a:endParaRPr lang="en-IN"/>
          </a:p>
        </p:txBody>
      </p:sp>
    </p:spTree>
    <p:extLst>
      <p:ext uri="{BB962C8B-B14F-4D97-AF65-F5344CB8AC3E}">
        <p14:creationId xmlns:p14="http://schemas.microsoft.com/office/powerpoint/2010/main" val="23787493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2A6A3-3851-40EF-4B3F-0C7CCFFDEF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F3F2CD-5CEA-1ADB-B35E-B02D77D5A0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267910-1C0C-F41D-F2FF-200C70E367D5}"/>
              </a:ext>
            </a:extLst>
          </p:cNvPr>
          <p:cNvSpPr>
            <a:spLocks noGrp="1"/>
          </p:cNvSpPr>
          <p:nvPr>
            <p:ph type="dt" sz="half" idx="10"/>
          </p:nvPr>
        </p:nvSpPr>
        <p:spPr/>
        <p:txBody>
          <a:bodyPr/>
          <a:lstStyle/>
          <a:p>
            <a:fld id="{BE6F88F5-6259-4BEA-9A9E-C4D9492E1AE0}" type="datetimeFigureOut">
              <a:rPr lang="en-IN" smtClean="0"/>
              <a:t>29-10-2026</a:t>
            </a:fld>
            <a:endParaRPr lang="en-IN"/>
          </a:p>
        </p:txBody>
      </p:sp>
      <p:sp>
        <p:nvSpPr>
          <p:cNvPr id="5" name="Footer Placeholder 4">
            <a:extLst>
              <a:ext uri="{FF2B5EF4-FFF2-40B4-BE49-F238E27FC236}">
                <a16:creationId xmlns:a16="http://schemas.microsoft.com/office/drawing/2014/main" id="{54F2FE25-370E-DCD7-1CE0-AA29ADDE00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3A1C2D-0BEB-138B-E1F9-DDDF8C7ADD7C}"/>
              </a:ext>
            </a:extLst>
          </p:cNvPr>
          <p:cNvSpPr>
            <a:spLocks noGrp="1"/>
          </p:cNvSpPr>
          <p:nvPr>
            <p:ph type="sldNum" sz="quarter" idx="12"/>
          </p:nvPr>
        </p:nvSpPr>
        <p:spPr/>
        <p:txBody>
          <a:bodyPr/>
          <a:lstStyle/>
          <a:p>
            <a:fld id="{2FD5C647-32D5-47E6-8085-D2780814D775}" type="slidenum">
              <a:rPr lang="en-IN" smtClean="0"/>
              <a:t>‹#›</a:t>
            </a:fld>
            <a:endParaRPr lang="en-IN"/>
          </a:p>
        </p:txBody>
      </p:sp>
    </p:spTree>
    <p:extLst>
      <p:ext uri="{BB962C8B-B14F-4D97-AF65-F5344CB8AC3E}">
        <p14:creationId xmlns:p14="http://schemas.microsoft.com/office/powerpoint/2010/main" val="3100874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E7D29A-3D25-56AE-AA26-4B02B277EA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F697A5-3AC3-05C0-8688-0823610B57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1A2285-FAE6-1AB5-297B-587B5F547931}"/>
              </a:ext>
            </a:extLst>
          </p:cNvPr>
          <p:cNvSpPr>
            <a:spLocks noGrp="1"/>
          </p:cNvSpPr>
          <p:nvPr>
            <p:ph type="dt" sz="half" idx="10"/>
          </p:nvPr>
        </p:nvSpPr>
        <p:spPr/>
        <p:txBody>
          <a:bodyPr/>
          <a:lstStyle/>
          <a:p>
            <a:fld id="{BE6F88F5-6259-4BEA-9A9E-C4D9492E1AE0}" type="datetimeFigureOut">
              <a:rPr lang="en-IN" smtClean="0"/>
              <a:t>29-10-2026</a:t>
            </a:fld>
            <a:endParaRPr lang="en-IN"/>
          </a:p>
        </p:txBody>
      </p:sp>
      <p:sp>
        <p:nvSpPr>
          <p:cNvPr id="5" name="Footer Placeholder 4">
            <a:extLst>
              <a:ext uri="{FF2B5EF4-FFF2-40B4-BE49-F238E27FC236}">
                <a16:creationId xmlns:a16="http://schemas.microsoft.com/office/drawing/2014/main" id="{AE1B22CE-DDA3-B6A8-5763-E9AE7810FC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03703C-D312-9012-DC43-94EF4E6342E0}"/>
              </a:ext>
            </a:extLst>
          </p:cNvPr>
          <p:cNvSpPr>
            <a:spLocks noGrp="1"/>
          </p:cNvSpPr>
          <p:nvPr>
            <p:ph type="sldNum" sz="quarter" idx="12"/>
          </p:nvPr>
        </p:nvSpPr>
        <p:spPr/>
        <p:txBody>
          <a:bodyPr/>
          <a:lstStyle/>
          <a:p>
            <a:fld id="{2FD5C647-32D5-47E6-8085-D2780814D775}" type="slidenum">
              <a:rPr lang="en-IN" smtClean="0"/>
              <a:t>‹#›</a:t>
            </a:fld>
            <a:endParaRPr lang="en-IN"/>
          </a:p>
        </p:txBody>
      </p:sp>
    </p:spTree>
    <p:extLst>
      <p:ext uri="{BB962C8B-B14F-4D97-AF65-F5344CB8AC3E}">
        <p14:creationId xmlns:p14="http://schemas.microsoft.com/office/powerpoint/2010/main" val="11993469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45D606A-F4E6-45CB-8266-4A9C4CAE0F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gradFill>
            <a:gsLst>
              <a:gs pos="39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dist="50800" dir="5400000" algn="ctr" rotWithShape="0">
              <a:srgbClr val="000000">
                <a:alpha val="43137"/>
              </a:srgbClr>
            </a:outerShdw>
          </a:effectLst>
        </p:spPr>
      </p:pic>
      <p:sp>
        <p:nvSpPr>
          <p:cNvPr id="12" name="Rectangle 11">
            <a:extLst>
              <a:ext uri="{FF2B5EF4-FFF2-40B4-BE49-F238E27FC236}">
                <a16:creationId xmlns:a16="http://schemas.microsoft.com/office/drawing/2014/main" id="{74F1DAD4-F9A3-44AE-8205-B5C9E90E8279}"/>
              </a:ext>
            </a:extLst>
          </p:cNvPr>
          <p:cNvSpPr/>
          <p:nvPr userDrawn="1"/>
        </p:nvSpPr>
        <p:spPr bwMode="auto">
          <a:xfrm flipH="1">
            <a:off x="2656572" y="-1"/>
            <a:ext cx="9535425" cy="6930189"/>
          </a:xfrm>
          <a:prstGeom prst="rect">
            <a:avLst/>
          </a:prstGeom>
          <a:gradFill flip="none" rotWithShape="1">
            <a:gsLst>
              <a:gs pos="0">
                <a:schemeClr val="bg2"/>
              </a:gs>
              <a:gs pos="35000">
                <a:schemeClr val="bg2">
                  <a:shade val="100000"/>
                  <a:satMod val="115000"/>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pic>
        <p:nvPicPr>
          <p:cNvPr id="13" name="Picture 12" descr="A group of people sitting at a table using a computer&#10;&#10;Description generated with very high confidence">
            <a:extLst>
              <a:ext uri="{FF2B5EF4-FFF2-40B4-BE49-F238E27FC236}">
                <a16:creationId xmlns:a16="http://schemas.microsoft.com/office/drawing/2014/main" id="{9CC42919-8D21-4780-9F8C-C146256FB1D7}"/>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1" y="0"/>
            <a:ext cx="12190271" cy="6858000"/>
          </a:xfrm>
          <a:prstGeom prst="rect">
            <a:avLst/>
          </a:prstGeom>
        </p:spPr>
      </p:pic>
      <p:sp>
        <p:nvSpPr>
          <p:cNvPr id="14" name="Rectangle 13">
            <a:extLst>
              <a:ext uri="{FF2B5EF4-FFF2-40B4-BE49-F238E27FC236}">
                <a16:creationId xmlns:a16="http://schemas.microsoft.com/office/drawing/2014/main" id="{B3D9AE3D-3A60-40E9-B6B5-917B25C28020}"/>
              </a:ext>
            </a:extLst>
          </p:cNvPr>
          <p:cNvSpPr/>
          <p:nvPr userDrawn="1"/>
        </p:nvSpPr>
        <p:spPr bwMode="auto">
          <a:xfrm>
            <a:off x="0" y="0"/>
            <a:ext cx="9277997" cy="6858000"/>
          </a:xfrm>
          <a:prstGeom prst="rect">
            <a:avLst/>
          </a:prstGeom>
          <a:gradFill flip="none" rotWithShape="1">
            <a:gsLst>
              <a:gs pos="0">
                <a:schemeClr val="bg2"/>
              </a:gs>
              <a:gs pos="100000">
                <a:schemeClr val="bg2">
                  <a:shade val="100000"/>
                  <a:satMod val="115000"/>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5" name="Title 1">
            <a:extLst>
              <a:ext uri="{FF2B5EF4-FFF2-40B4-BE49-F238E27FC236}">
                <a16:creationId xmlns:a16="http://schemas.microsoft.com/office/drawing/2014/main" id="{09F4F060-0BAF-433D-817D-1D505BC4FA36}"/>
              </a:ext>
            </a:extLst>
          </p:cNvPr>
          <p:cNvSpPr>
            <a:spLocks noGrp="1"/>
          </p:cNvSpPr>
          <p:nvPr>
            <p:ph type="title" hasCustomPrompt="1"/>
          </p:nvPr>
        </p:nvSpPr>
        <p:spPr>
          <a:xfrm>
            <a:off x="455994" y="2714560"/>
            <a:ext cx="5331792" cy="1793104"/>
          </a:xfrm>
          <a:noFill/>
        </p:spPr>
        <p:txBody>
          <a:bodyPr lIns="0" tIns="91440" rIns="146304" bIns="91440" anchor="b" anchorCtr="0"/>
          <a:lstStyle>
            <a:lvl1pPr marL="0" algn="l" defTabSz="896209" rtl="0" eaLnBrk="1" latinLnBrk="0" hangingPunct="1">
              <a:lnSpc>
                <a:spcPct val="90000"/>
              </a:lnSpc>
              <a:spcBef>
                <a:spcPct val="0"/>
              </a:spcBef>
              <a:buNone/>
              <a:defRPr lang="en-US" sz="3921" b="0" kern="1200" cap="none" spc="-147" baseline="0" dirty="0">
                <a:ln w="3175">
                  <a:noFill/>
                </a:ln>
                <a:solidFill>
                  <a:schemeClr val="tx1"/>
                </a:solidFill>
                <a:effectLst/>
                <a:latin typeface="Segoe UI Semibold" panose="020B0702040204020203" pitchFamily="34" charset="0"/>
                <a:ea typeface="+mn-ea"/>
                <a:cs typeface="Segoe UI Semibold" panose="020B0702040204020203" pitchFamily="34" charset="0"/>
              </a:defRPr>
            </a:lvl1pPr>
          </a:lstStyle>
          <a:p>
            <a:r>
              <a:rPr lang="en-US"/>
              <a:t>Office 365 presentation title or event name</a:t>
            </a:r>
          </a:p>
        </p:txBody>
      </p:sp>
      <p:sp>
        <p:nvSpPr>
          <p:cNvPr id="16" name="Text Placeholder 4">
            <a:extLst>
              <a:ext uri="{FF2B5EF4-FFF2-40B4-BE49-F238E27FC236}">
                <a16:creationId xmlns:a16="http://schemas.microsoft.com/office/drawing/2014/main" id="{D287F4E7-FA17-4EE9-95E9-086B8BAD1603}"/>
              </a:ext>
            </a:extLst>
          </p:cNvPr>
          <p:cNvSpPr>
            <a:spLocks noGrp="1"/>
          </p:cNvSpPr>
          <p:nvPr>
            <p:ph type="body" sz="quarter" idx="12" hasCustomPrompt="1"/>
          </p:nvPr>
        </p:nvSpPr>
        <p:spPr>
          <a:xfrm>
            <a:off x="462753" y="4736474"/>
            <a:ext cx="8359808" cy="715931"/>
          </a:xfrm>
          <a:noFill/>
        </p:spPr>
        <p:txBody>
          <a:bodyPr lIns="0" tIns="109728" rIns="164592" bIns="109728">
            <a:noAutofit/>
          </a:bodyPr>
          <a:lstStyle>
            <a:lvl1pPr marL="0" indent="0">
              <a:spcBef>
                <a:spcPts val="0"/>
              </a:spcBef>
              <a:buNone/>
              <a:defRPr sz="1961" spc="0" baseline="0">
                <a:solidFill>
                  <a:schemeClr val="tx1"/>
                </a:solidFill>
                <a:latin typeface="+mn-lt"/>
              </a:defRPr>
            </a:lvl1pPr>
          </a:lstStyle>
          <a:p>
            <a:pPr lvl="0"/>
            <a:r>
              <a:rPr lang="en-US"/>
              <a:t>Author Name</a:t>
            </a:r>
          </a:p>
          <a:p>
            <a:pPr lvl="0"/>
            <a:r>
              <a:rPr lang="en-US"/>
              <a:t>Date</a:t>
            </a:r>
          </a:p>
        </p:txBody>
      </p:sp>
      <p:pic>
        <p:nvPicPr>
          <p:cNvPr id="3" name="Picture 2">
            <a:extLst>
              <a:ext uri="{FF2B5EF4-FFF2-40B4-BE49-F238E27FC236}">
                <a16:creationId xmlns:a16="http://schemas.microsoft.com/office/drawing/2014/main" id="{9D8622AF-F1F6-481F-B30C-296F144EA3D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04716" y="6530139"/>
            <a:ext cx="1733550" cy="266700"/>
          </a:xfrm>
          <a:prstGeom prst="rect">
            <a:avLst/>
          </a:prstGeom>
        </p:spPr>
      </p:pic>
    </p:spTree>
    <p:extLst>
      <p:ext uri="{BB962C8B-B14F-4D97-AF65-F5344CB8AC3E}">
        <p14:creationId xmlns:p14="http://schemas.microsoft.com/office/powerpoint/2010/main" val="31595599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_Presentation Title Slide">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0E3ACD-7FA1-43FB-92AB-D2FC6B01A2F9}"/>
              </a:ext>
            </a:extLst>
          </p:cNvPr>
          <p:cNvSpPr>
            <a:spLocks noGrp="1"/>
          </p:cNvSpPr>
          <p:nvPr>
            <p:ph type="pic" sz="quarter" idx="10"/>
          </p:nvPr>
        </p:nvSpPr>
        <p:spPr>
          <a:xfrm>
            <a:off x="8619649" y="600075"/>
            <a:ext cx="2139315" cy="2139315"/>
          </a:xfrm>
          <a:prstGeom prst="ellipse">
            <a:avLst/>
          </a:prstGeom>
          <a:ln w="101600">
            <a:solidFill>
              <a:srgbClr val="FF9A00"/>
            </a:solidFill>
          </a:ln>
        </p:spPr>
        <p:txBody>
          <a:bodyPr/>
          <a:lstStyle/>
          <a:p>
            <a:r>
              <a:rPr lang="en-US" dirty="0"/>
              <a:t>Click icon to add picture</a:t>
            </a:r>
          </a:p>
        </p:txBody>
      </p:sp>
      <p:sp>
        <p:nvSpPr>
          <p:cNvPr id="7" name="object 5">
            <a:extLst>
              <a:ext uri="{FF2B5EF4-FFF2-40B4-BE49-F238E27FC236}">
                <a16:creationId xmlns:a16="http://schemas.microsoft.com/office/drawing/2014/main" id="{13310B1C-6FB4-4D3B-B79A-DF315C87F042}"/>
              </a:ext>
            </a:extLst>
          </p:cNvPr>
          <p:cNvSpPr/>
          <p:nvPr userDrawn="1"/>
        </p:nvSpPr>
        <p:spPr>
          <a:xfrm>
            <a:off x="0" y="0"/>
            <a:ext cx="7791061" cy="914400"/>
          </a:xfrm>
          <a:custGeom>
            <a:avLst/>
            <a:gdLst/>
            <a:ahLst/>
            <a:cxnLst/>
            <a:rect l="l" t="t" r="r" b="b"/>
            <a:pathLst>
              <a:path w="9482455" h="914400">
                <a:moveTo>
                  <a:pt x="9025128" y="0"/>
                </a:moveTo>
                <a:lnTo>
                  <a:pt x="0" y="0"/>
                </a:lnTo>
                <a:lnTo>
                  <a:pt x="0" y="914399"/>
                </a:lnTo>
                <a:lnTo>
                  <a:pt x="9025128" y="914399"/>
                </a:lnTo>
                <a:lnTo>
                  <a:pt x="9482328" y="457199"/>
                </a:lnTo>
                <a:lnTo>
                  <a:pt x="9025128" y="0"/>
                </a:lnTo>
                <a:close/>
              </a:path>
            </a:pathLst>
          </a:custGeom>
          <a:solidFill>
            <a:srgbClr val="002060"/>
          </a:solidFill>
        </p:spPr>
        <p:txBody>
          <a:bodyPr wrap="square" lIns="0" tIns="0" rIns="0" bIns="0" rtlCol="0"/>
          <a:lstStyle/>
          <a:p>
            <a:endParaRPr sz="1400" dirty="0"/>
          </a:p>
        </p:txBody>
      </p:sp>
      <p:sp>
        <p:nvSpPr>
          <p:cNvPr id="29" name="object 6">
            <a:extLst>
              <a:ext uri="{FF2B5EF4-FFF2-40B4-BE49-F238E27FC236}">
                <a16:creationId xmlns:a16="http://schemas.microsoft.com/office/drawing/2014/main" id="{0F9703EA-6FA5-4EAF-B958-DEB960A31108}"/>
              </a:ext>
            </a:extLst>
          </p:cNvPr>
          <p:cNvSpPr txBox="1">
            <a:spLocks noGrp="1"/>
          </p:cNvSpPr>
          <p:nvPr userDrawn="1">
            <p:ph type="title"/>
          </p:nvPr>
        </p:nvSpPr>
        <p:spPr>
          <a:xfrm>
            <a:off x="448319" y="26038"/>
            <a:ext cx="4721861" cy="1243930"/>
          </a:xfrm>
          <a:prstGeom prst="rect">
            <a:avLst/>
          </a:prstGeom>
        </p:spPr>
        <p:txBody>
          <a:bodyPr vert="horz" wrap="square" lIns="0" tIns="12700" rIns="0" bIns="0" rtlCol="0">
            <a:spAutoFit/>
          </a:bodyPr>
          <a:lstStyle>
            <a:lvl1pPr marL="16933">
              <a:lnSpc>
                <a:spcPct val="100000"/>
              </a:lnSpc>
              <a:spcBef>
                <a:spcPts val="133"/>
              </a:spcBef>
              <a:defRPr>
                <a:latin typeface="Segoe UI Semibold" panose="020B0702040204020203" pitchFamily="34" charset="0"/>
                <a:cs typeface="Segoe UI Semibold" panose="020B0702040204020203" pitchFamily="34" charset="0"/>
              </a:defRPr>
            </a:lvl1pPr>
          </a:lstStyle>
          <a:p>
            <a:pPr marL="12700">
              <a:lnSpc>
                <a:spcPct val="100000"/>
              </a:lnSpc>
              <a:spcBef>
                <a:spcPts val="100"/>
              </a:spcBef>
            </a:pPr>
            <a:r>
              <a:rPr lang="en-US" sz="4000" b="1" dirty="0">
                <a:solidFill>
                  <a:schemeClr val="bg1"/>
                </a:solidFill>
              </a:rPr>
              <a:t>Click to edit Master title style</a:t>
            </a:r>
            <a:endParaRPr sz="4000" b="1" dirty="0">
              <a:solidFill>
                <a:schemeClr val="bg1"/>
              </a:solidFill>
            </a:endParaRPr>
          </a:p>
        </p:txBody>
      </p:sp>
      <p:sp>
        <p:nvSpPr>
          <p:cNvPr id="13" name="Text Placeholder 4">
            <a:extLst>
              <a:ext uri="{FF2B5EF4-FFF2-40B4-BE49-F238E27FC236}">
                <a16:creationId xmlns:a16="http://schemas.microsoft.com/office/drawing/2014/main" id="{1B48BA99-E3E0-4FD2-87F4-FACD218F3CCC}"/>
              </a:ext>
            </a:extLst>
          </p:cNvPr>
          <p:cNvSpPr>
            <a:spLocks noGrp="1"/>
          </p:cNvSpPr>
          <p:nvPr>
            <p:ph type="body" sz="quarter" idx="16" hasCustomPrompt="1"/>
          </p:nvPr>
        </p:nvSpPr>
        <p:spPr>
          <a:xfrm>
            <a:off x="448319" y="1595287"/>
            <a:ext cx="7338496" cy="387799"/>
          </a:xfrm>
          <a:noFill/>
        </p:spPr>
        <p:txBody>
          <a:bodyPr wrap="square" lIns="0" tIns="0" rIns="0" bIns="0">
            <a:spAutoFit/>
          </a:bodyPr>
          <a:lstStyle>
            <a:lvl1pPr marL="0" indent="0">
              <a:spcBef>
                <a:spcPts val="0"/>
              </a:spcBef>
              <a:buNone/>
              <a:defRPr lang="en-US" sz="2800" b="1" kern="1200" dirty="0">
                <a:solidFill>
                  <a:schemeClr val="tx1"/>
                </a:solidFill>
                <a:latin typeface="Segoe UI Semibold" panose="020B0702040204020203" pitchFamily="34" charset="0"/>
                <a:ea typeface="+mj-ea"/>
                <a:cs typeface="Segoe UI Semibold" panose="020B0702040204020203" pitchFamily="34" charset="0"/>
              </a:defRPr>
            </a:lvl1pPr>
          </a:lstStyle>
          <a:p>
            <a:pPr lvl="0"/>
            <a:r>
              <a:rPr lang="en-US"/>
              <a:t>Tagline 1</a:t>
            </a:r>
          </a:p>
        </p:txBody>
      </p:sp>
      <p:sp>
        <p:nvSpPr>
          <p:cNvPr id="14" name="Text Placeholder 4">
            <a:extLst>
              <a:ext uri="{FF2B5EF4-FFF2-40B4-BE49-F238E27FC236}">
                <a16:creationId xmlns:a16="http://schemas.microsoft.com/office/drawing/2014/main" id="{9A649B98-6AF6-4537-A44A-3FEDDE425EE8}"/>
              </a:ext>
            </a:extLst>
          </p:cNvPr>
          <p:cNvSpPr>
            <a:spLocks noGrp="1"/>
          </p:cNvSpPr>
          <p:nvPr>
            <p:ph type="body" sz="quarter" idx="17" hasCustomPrompt="1"/>
          </p:nvPr>
        </p:nvSpPr>
        <p:spPr>
          <a:xfrm>
            <a:off x="448319" y="2096499"/>
            <a:ext cx="7338496" cy="332399"/>
          </a:xfrm>
          <a:noFill/>
        </p:spPr>
        <p:txBody>
          <a:bodyPr wrap="square" lIns="0" tIns="0" rIns="0" bIns="0">
            <a:spAutoFit/>
          </a:bodyPr>
          <a:lstStyle>
            <a:lvl1pPr marL="0" indent="0">
              <a:spcBef>
                <a:spcPts val="0"/>
              </a:spcBef>
              <a:buNone/>
              <a:defRPr lang="en-US" sz="2400" b="1" kern="1200" dirty="0">
                <a:solidFill>
                  <a:schemeClr val="tx1">
                    <a:lumMod val="50000"/>
                    <a:lumOff val="50000"/>
                  </a:schemeClr>
                </a:solidFill>
                <a:latin typeface="Segoe UI Semibold" panose="020B0702040204020203" pitchFamily="34" charset="0"/>
                <a:ea typeface="+mj-ea"/>
                <a:cs typeface="Segoe UI Semibold" panose="020B0702040204020203" pitchFamily="34" charset="0"/>
              </a:defRPr>
            </a:lvl1pPr>
          </a:lstStyle>
          <a:p>
            <a:pPr lvl="0"/>
            <a:r>
              <a:rPr lang="en-US"/>
              <a:t>Tagline 2 (Optional)</a:t>
            </a:r>
          </a:p>
        </p:txBody>
      </p:sp>
      <p:sp>
        <p:nvSpPr>
          <p:cNvPr id="15" name="Content Placeholder 2">
            <a:extLst>
              <a:ext uri="{FF2B5EF4-FFF2-40B4-BE49-F238E27FC236}">
                <a16:creationId xmlns:a16="http://schemas.microsoft.com/office/drawing/2014/main" id="{2E6AB9B5-B150-46E6-AC48-31D6424AF280}"/>
              </a:ext>
            </a:extLst>
          </p:cNvPr>
          <p:cNvSpPr>
            <a:spLocks noGrp="1"/>
          </p:cNvSpPr>
          <p:nvPr>
            <p:ph sz="half" idx="1" hasCustomPrompt="1"/>
          </p:nvPr>
        </p:nvSpPr>
        <p:spPr>
          <a:xfrm>
            <a:off x="448322" y="2752079"/>
            <a:ext cx="7342740" cy="3481532"/>
          </a:xfrm>
        </p:spPr>
        <p:txBody>
          <a:bodyPr/>
          <a:lstStyle>
            <a:lvl1pPr marL="0" indent="0">
              <a:buNone/>
              <a:defRPr>
                <a:latin typeface="Segoe UI Semibold" panose="020B0702040204020203" pitchFamily="34" charset="0"/>
                <a:cs typeface="Segoe UI Semibold" panose="020B0702040204020203" pitchFamily="34" charset="0"/>
              </a:defRPr>
            </a:lvl1pPr>
            <a:lvl2pPr>
              <a:defRPr>
                <a:latin typeface="Segoe UI (Body)"/>
              </a:defRPr>
            </a:lvl2pPr>
            <a:lvl3pPr>
              <a:defRPr>
                <a:latin typeface="Segoe UI (Body)"/>
              </a:defRPr>
            </a:lvl3pPr>
            <a:lvl4pPr>
              <a:defRPr>
                <a:latin typeface="Segoe UI (Body)"/>
              </a:defRPr>
            </a:lvl4pPr>
            <a:lvl5pPr>
              <a:defRPr>
                <a:latin typeface="Segoe UI (Body)"/>
              </a:defRPr>
            </a:lvl5pPr>
          </a:lstStyle>
          <a:p>
            <a:pPr lvl="0"/>
            <a:r>
              <a:rPr lang="en-US"/>
              <a:t>Speaker Bio</a:t>
            </a:r>
          </a:p>
        </p:txBody>
      </p:sp>
    </p:spTree>
    <p:extLst>
      <p:ext uri="{BB962C8B-B14F-4D97-AF65-F5344CB8AC3E}">
        <p14:creationId xmlns:p14="http://schemas.microsoft.com/office/powerpoint/2010/main" val="9887394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17633616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162BDF-DEE8-2EF5-89DB-FD5A65D1E86F}"/>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32672585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21923088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53422356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630029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2433238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3318139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1487618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4491999" cy="63094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32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453461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9624908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631529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05823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16729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Title and body">
    <p:bg>
      <p:bgPr>
        <a:solidFill>
          <a:srgbClr val="F6F3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B1420"/>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1B1420"/>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78318421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amp;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489079" y="228603"/>
            <a:ext cx="11296416" cy="664797"/>
          </a:xfrm>
        </p:spPr>
        <p:txBody>
          <a:bodyPr/>
          <a:lstStyle>
            <a:lvl1pPr>
              <a:defRPr sz="4800"/>
            </a:lvl1pPr>
          </a:lstStyle>
          <a:p>
            <a:r>
              <a:rPr lang="en-US"/>
              <a:t>Click to edit Master title style</a:t>
            </a:r>
          </a:p>
        </p:txBody>
      </p:sp>
      <p:sp>
        <p:nvSpPr>
          <p:cNvPr id="3" name="Text Placeholder 2"/>
          <p:cNvSpPr>
            <a:spLocks noGrp="1"/>
          </p:cNvSpPr>
          <p:nvPr>
            <p:ph type="body" sz="quarter" idx="10"/>
          </p:nvPr>
        </p:nvSpPr>
        <p:spPr>
          <a:xfrm>
            <a:off x="584200" y="1435498"/>
            <a:ext cx="11018520" cy="2367828"/>
          </a:xfrm>
        </p:spPr>
        <p:txBody>
          <a:bodyPr/>
          <a:lstStyle>
            <a:lvl1pPr>
              <a:defRPr sz="3733"/>
            </a:lvl1pPr>
            <a:lvl2pPr>
              <a:defRPr sz="3200"/>
            </a:lvl2pPr>
            <a:lvl3pPr>
              <a:defRPr sz="2667"/>
            </a:lvl3pPr>
            <a:lvl4pPr>
              <a:defRPr sz="2400"/>
            </a:lvl4pPr>
            <a:lvl5pPr>
              <a:defRPr sz="2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58331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slideLayout" Target="../slideLayouts/slideLayout48.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29" Type="http://schemas.openxmlformats.org/officeDocument/2006/relationships/theme" Target="../theme/theme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28" Type="http://schemas.openxmlformats.org/officeDocument/2006/relationships/slideLayout" Target="../slideLayouts/slideLayout50.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2B0D1A-32E8-67F9-A188-996B18EE8D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8E0871-ECB8-D049-C3D0-D31EF4BF02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E89ADB-51B1-E4AB-3050-DD95921D65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C7556D-DCD1-4FB9-8695-8902D801681B}" type="datetimeFigureOut">
              <a:rPr lang="en-IN" smtClean="0"/>
              <a:t>29-10-2026</a:t>
            </a:fld>
            <a:endParaRPr lang="en-IN"/>
          </a:p>
        </p:txBody>
      </p:sp>
      <p:sp>
        <p:nvSpPr>
          <p:cNvPr id="5" name="Footer Placeholder 4">
            <a:extLst>
              <a:ext uri="{FF2B5EF4-FFF2-40B4-BE49-F238E27FC236}">
                <a16:creationId xmlns:a16="http://schemas.microsoft.com/office/drawing/2014/main" id="{A8BF81C2-E1FB-0DED-7F1F-A7008054FF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6A2AA29-C22B-AA1C-80C8-54D152C775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83C048-5E84-480F-9458-845209AF2791}" type="slidenum">
              <a:rPr lang="en-IN" smtClean="0"/>
              <a:t>‹#›</a:t>
            </a:fld>
            <a:endParaRPr lang="en-IN"/>
          </a:p>
        </p:txBody>
      </p:sp>
      <p:pic>
        <p:nvPicPr>
          <p:cNvPr id="11" name="Picture 10" descr="A black and white logo&#10;&#10;AI-generated content may be incorrect.">
            <a:extLst>
              <a:ext uri="{FF2B5EF4-FFF2-40B4-BE49-F238E27FC236}">
                <a16:creationId xmlns:a16="http://schemas.microsoft.com/office/drawing/2014/main" id="{134DF221-F45B-91B9-E563-659E39B20729}"/>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789920" y="6492875"/>
            <a:ext cx="1402080" cy="365125"/>
          </a:xfrm>
          <a:prstGeom prst="rect">
            <a:avLst/>
          </a:prstGeom>
        </p:spPr>
      </p:pic>
    </p:spTree>
    <p:extLst>
      <p:ext uri="{BB962C8B-B14F-4D97-AF65-F5344CB8AC3E}">
        <p14:creationId xmlns:p14="http://schemas.microsoft.com/office/powerpoint/2010/main" val="9754042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380756685"/>
      </p:ext>
    </p:extLst>
  </p:cSld>
  <p:clrMap bg1="lt1" tx1="dk1" bg2="lt2" tx2="dk2" accent1="accent1" accent2="accent2" accent3="accent3" accent4="accent4" accent5="accent5" accent6="accent6" hlink="hlink" folHlink="folHlink"/>
  <p:sldLayoutIdLst>
    <p:sldLayoutId id="2147483681" r:id="rId1"/>
    <p:sldLayoutId id="214748368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4F1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742774"/>
                </a:solidFill>
                <a:latin typeface="Segoe UI" pitchFamily="34" charset="0"/>
                <a:ea typeface="Segoe UI" pitchFamily="34" charset="-122"/>
                <a:cs typeface="Segoe UI"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742774"/>
                </a:solidFill>
                <a:latin typeface="Segoe UI" pitchFamily="34" charset="0"/>
                <a:ea typeface="Segoe UI" pitchFamily="34" charset="-122"/>
                <a:cs typeface="Segoe UI"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49431698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CFBFD4-0CB9-4133-8C6E-97CA3C67D2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18C35D-679A-3958-5319-C618C38C82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0E781F-D1E7-6C94-63C0-34C0C1EF7F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6F88F5-6259-4BEA-9A9E-C4D9492E1AE0}" type="datetimeFigureOut">
              <a:rPr lang="en-IN" smtClean="0"/>
              <a:t>29-10-2026</a:t>
            </a:fld>
            <a:endParaRPr lang="en-IN"/>
          </a:p>
        </p:txBody>
      </p:sp>
      <p:sp>
        <p:nvSpPr>
          <p:cNvPr id="5" name="Footer Placeholder 4">
            <a:extLst>
              <a:ext uri="{FF2B5EF4-FFF2-40B4-BE49-F238E27FC236}">
                <a16:creationId xmlns:a16="http://schemas.microsoft.com/office/drawing/2014/main" id="{53C00436-3CDF-8498-9A6C-E3CE782C92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CD209F8-651D-C5A7-32F7-63F9C1E98B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D5C647-32D5-47E6-8085-D2780814D775}" type="slidenum">
              <a:rPr lang="en-IN" smtClean="0"/>
              <a:t>‹#›</a:t>
            </a:fld>
            <a:endParaRPr lang="en-IN"/>
          </a:p>
        </p:txBody>
      </p:sp>
    </p:spTree>
    <p:extLst>
      <p:ext uri="{BB962C8B-B14F-4D97-AF65-F5344CB8AC3E}">
        <p14:creationId xmlns:p14="http://schemas.microsoft.com/office/powerpoint/2010/main" val="124776139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 id="2147483714" r:id="rId21"/>
    <p:sldLayoutId id="2147483715" r:id="rId22"/>
    <p:sldLayoutId id="2147483716" r:id="rId23"/>
    <p:sldLayoutId id="2147483717" r:id="rId24"/>
    <p:sldLayoutId id="2147483718" r:id="rId25"/>
    <p:sldLayoutId id="2147483719" r:id="rId26"/>
    <p:sldLayoutId id="2147483720" r:id="rId27"/>
    <p:sldLayoutId id="2147483721" r:id="rId2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5.svg"/><Relationship Id="rId4" Type="http://schemas.openxmlformats.org/officeDocument/2006/relationships/image" Target="../media/image8.sv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10.svg"/><Relationship Id="rId11"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15.svg"/><Relationship Id="rId4" Type="http://schemas.openxmlformats.org/officeDocument/2006/relationships/image" Target="../media/image8.sv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github.com/microsoft/PowerPlatformConnectors" TargetMode="Externa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E08FA2-C73F-A01D-C334-4FAC0DB0C177}"/>
              </a:ext>
            </a:extLst>
          </p:cNvPr>
          <p:cNvSpPr>
            <a:spLocks noGrp="1"/>
          </p:cNvSpPr>
          <p:nvPr>
            <p:ph type="title"/>
          </p:nvPr>
        </p:nvSpPr>
        <p:spPr>
          <a:xfrm>
            <a:off x="0" y="1403496"/>
            <a:ext cx="6957391" cy="2385781"/>
          </a:xfrm>
        </p:spPr>
        <p:txBody>
          <a:bodyPr/>
          <a:lstStyle/>
          <a:p>
            <a:pPr algn="ctr"/>
            <a:r>
              <a:rPr lang="en-US" sz="6600" b="1" dirty="0">
                <a:solidFill>
                  <a:srgbClr val="F4F1FA"/>
                </a:solidFill>
                <a:latin typeface="DM Sans" pitchFamily="34" charset="0"/>
              </a:rPr>
              <a:t>Enterprise Apps &amp; Agents</a:t>
            </a:r>
            <a:br>
              <a:rPr lang="en-US" dirty="0"/>
            </a:br>
            <a:endParaRPr lang="en-US" dirty="0"/>
          </a:p>
        </p:txBody>
      </p:sp>
      <p:sp>
        <p:nvSpPr>
          <p:cNvPr id="11" name="TextBox 10">
            <a:extLst>
              <a:ext uri="{FF2B5EF4-FFF2-40B4-BE49-F238E27FC236}">
                <a16:creationId xmlns:a16="http://schemas.microsoft.com/office/drawing/2014/main" id="{14201019-6AD5-8165-776C-55816BE8B289}"/>
              </a:ext>
            </a:extLst>
          </p:cNvPr>
          <p:cNvSpPr txBox="1"/>
          <p:nvPr/>
        </p:nvSpPr>
        <p:spPr>
          <a:xfrm>
            <a:off x="388730" y="4138157"/>
            <a:ext cx="6343374" cy="1107996"/>
          </a:xfrm>
          <a:prstGeom prst="rect">
            <a:avLst/>
          </a:prstGeom>
          <a:noFill/>
        </p:spPr>
        <p:txBody>
          <a:bodyPr wrap="square">
            <a:spAutoFit/>
          </a:bodyPr>
          <a:lstStyle/>
          <a:p>
            <a:pPr algn="ctr"/>
            <a:r>
              <a:rPr lang="en-US" sz="2200" dirty="0">
                <a:solidFill>
                  <a:srgbClr val="B9B2D3"/>
                </a:solidFill>
                <a:latin typeface="DM Sans" pitchFamily="34" charset="0"/>
              </a:rPr>
              <a:t>Enterprise Code App → Dataverse → AI Builder → Copilot Studio Agent → Governed Automation → Capstone Project</a:t>
            </a:r>
            <a:endParaRPr lang="en-IN" sz="2200" dirty="0">
              <a:solidFill>
                <a:srgbClr val="B9B2D3"/>
              </a:solidFill>
              <a:latin typeface="DM Sans" pitchFamily="34" charset="0"/>
            </a:endParaRPr>
          </a:p>
        </p:txBody>
      </p:sp>
      <p:sp>
        <p:nvSpPr>
          <p:cNvPr id="13" name="Text 0">
            <a:extLst>
              <a:ext uri="{FF2B5EF4-FFF2-40B4-BE49-F238E27FC236}">
                <a16:creationId xmlns:a16="http://schemas.microsoft.com/office/drawing/2014/main" id="{FBBF71FA-8F76-EC43-39ED-B9EB4ACE33D2}"/>
              </a:ext>
            </a:extLst>
          </p:cNvPr>
          <p:cNvSpPr/>
          <p:nvPr/>
        </p:nvSpPr>
        <p:spPr>
          <a:xfrm>
            <a:off x="316482" y="1077338"/>
            <a:ext cx="5607879" cy="326158"/>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4B942"/>
                </a:solidFill>
                <a:latin typeface="DM Sans" pitchFamily="34" charset="0"/>
                <a:ea typeface="DM Sans" pitchFamily="34" charset="-122"/>
                <a:cs typeface="DM Sans" pitchFamily="34" charset="-120"/>
              </a:rPr>
              <a:t>POWER PLATFORM</a:t>
            </a:r>
            <a:endParaRPr lang="en-US" sz="1400" dirty="0"/>
          </a:p>
        </p:txBody>
      </p:sp>
      <p:sp>
        <p:nvSpPr>
          <p:cNvPr id="14" name="Shape 2">
            <a:extLst>
              <a:ext uri="{FF2B5EF4-FFF2-40B4-BE49-F238E27FC236}">
                <a16:creationId xmlns:a16="http://schemas.microsoft.com/office/drawing/2014/main" id="{89775C04-67D4-DEBA-335E-62C26F4E3ED8}"/>
              </a:ext>
            </a:extLst>
          </p:cNvPr>
          <p:cNvSpPr/>
          <p:nvPr/>
        </p:nvSpPr>
        <p:spPr>
          <a:xfrm>
            <a:off x="388730" y="3913400"/>
            <a:ext cx="1884017" cy="55626"/>
          </a:xfrm>
          <a:prstGeom prst="roundRect">
            <a:avLst>
              <a:gd name="adj" fmla="val 50000"/>
            </a:avLst>
          </a:prstGeom>
          <a:solidFill>
            <a:srgbClr val="B794F6"/>
          </a:solidFill>
          <a:ln/>
        </p:spPr>
        <p:txBody>
          <a:bodyPr/>
          <a:lstStyle/>
          <a:p>
            <a:endParaRPr lang="en-IN"/>
          </a:p>
        </p:txBody>
      </p:sp>
    </p:spTree>
    <p:extLst>
      <p:ext uri="{BB962C8B-B14F-4D97-AF65-F5344CB8AC3E}">
        <p14:creationId xmlns:p14="http://schemas.microsoft.com/office/powerpoint/2010/main" val="406060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1340"/>
        </a:solidFill>
        <a:effectLst/>
      </p:bgPr>
    </p:bg>
    <p:spTree>
      <p:nvGrpSpPr>
        <p:cNvPr id="1" name="">
          <a:extLst>
            <a:ext uri="{FF2B5EF4-FFF2-40B4-BE49-F238E27FC236}">
              <a16:creationId xmlns:a16="http://schemas.microsoft.com/office/drawing/2014/main" id="{2116D6AA-7471-50EC-BDA9-40AAA14369F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C19DFD4-2AFA-784F-7407-770D1C1BBD58}"/>
              </a:ext>
            </a:extLst>
          </p:cNvPr>
          <p:cNvSpPr/>
          <p:nvPr/>
        </p:nvSpPr>
        <p:spPr>
          <a:xfrm>
            <a:off x="812800" y="1981250"/>
            <a:ext cx="10883392" cy="309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98BE0"/>
                </a:solidFill>
                <a:effectLst/>
                <a:uLnTx/>
                <a:uFillTx/>
                <a:latin typeface="Segoe UI" pitchFamily="34" charset="0"/>
                <a:ea typeface="Segoe UI" pitchFamily="34" charset="-122"/>
                <a:cs typeface="Segoe UI" pitchFamily="34" charset="-120"/>
              </a:rPr>
              <a:t>Power Apps Code Apps</a:t>
            </a:r>
            <a:endParaRPr kumimoji="0" lang="en-US" sz="1600" b="0" i="0" u="none" strike="noStrike" kern="1200" cap="none" spc="0" normalizeH="0" baseline="0" noProof="0" dirty="0">
              <a:ln>
                <a:noFill/>
              </a:ln>
              <a:solidFill>
                <a:srgbClr val="742774"/>
              </a:solidFill>
              <a:effectLst/>
              <a:uLnTx/>
              <a:uFillTx/>
              <a:latin typeface="Segoe UI"/>
              <a:ea typeface="+mn-ea"/>
              <a:cs typeface="+mn-cs"/>
            </a:endParaRPr>
          </a:p>
        </p:txBody>
      </p:sp>
      <p:sp>
        <p:nvSpPr>
          <p:cNvPr id="3" name="Text 1">
            <a:extLst>
              <a:ext uri="{FF2B5EF4-FFF2-40B4-BE49-F238E27FC236}">
                <a16:creationId xmlns:a16="http://schemas.microsoft.com/office/drawing/2014/main" id="{553923D6-D6BD-2A1A-B726-3087B6D885BC}"/>
              </a:ext>
            </a:extLst>
          </p:cNvPr>
          <p:cNvSpPr>
            <a:spLocks noGrp="1"/>
          </p:cNvSpPr>
          <p:nvPr>
            <p:ph type="title"/>
          </p:nvPr>
        </p:nvSpPr>
        <p:spPr>
          <a:xfrm>
            <a:off x="812800" y="2468910"/>
            <a:ext cx="10883392" cy="1518841"/>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E58BFF"/>
                </a:solidFill>
                <a:latin typeface="Segoe UI" pitchFamily="34" charset="0"/>
                <a:ea typeface="Segoe UI" pitchFamily="34" charset="-122"/>
                <a:cs typeface="Segoe UI" pitchFamily="34" charset="-120"/>
              </a:rPr>
              <a:t>Dataverse</a:t>
            </a:r>
            <a:endParaRPr lang="en-US" sz="5600" dirty="0"/>
          </a:p>
        </p:txBody>
      </p:sp>
      <p:sp>
        <p:nvSpPr>
          <p:cNvPr id="4" name="Text 2">
            <a:extLst>
              <a:ext uri="{FF2B5EF4-FFF2-40B4-BE49-F238E27FC236}">
                <a16:creationId xmlns:a16="http://schemas.microsoft.com/office/drawing/2014/main" id="{5D97F56A-A0BE-BE10-5B49-DFB6A23B5F18}"/>
              </a:ext>
            </a:extLst>
          </p:cNvPr>
          <p:cNvSpPr/>
          <p:nvPr/>
        </p:nvSpPr>
        <p:spPr>
          <a:xfrm>
            <a:off x="812800" y="4165550"/>
            <a:ext cx="7848600" cy="736600"/>
          </a:xfrm>
          <a:prstGeom prst="rect">
            <a:avLst/>
          </a:prstGeom>
          <a:noFill/>
          <a:ln/>
        </p:spPr>
        <p:txBody>
          <a:bodyPr wrap="square" lIns="0" tIns="0" rIns="0" bIns="0" rtlCol="0" anchor="t">
            <a:normAutofit/>
          </a:bodyPr>
          <a:lstStyle/>
          <a:p>
            <a:pPr lvl="0">
              <a:lnSpc>
                <a:spcPts val="2800"/>
              </a:lnSpc>
              <a:defRPr/>
            </a:pPr>
            <a:r>
              <a:rPr lang="en-US" sz="2000" dirty="0">
                <a:solidFill>
                  <a:srgbClr val="D9D3EE"/>
                </a:solidFill>
                <a:latin typeface="Segoe UI" pitchFamily="34" charset="0"/>
                <a:cs typeface="Segoe UI" pitchFamily="34" charset="-120"/>
              </a:rPr>
              <a:t>Microsoft Dataverse is a cloud-based, low-code data platform built into the Microsoft Power Platform</a:t>
            </a:r>
          </a:p>
        </p:txBody>
      </p:sp>
    </p:spTree>
    <p:extLst>
      <p:ext uri="{BB962C8B-B14F-4D97-AF65-F5344CB8AC3E}">
        <p14:creationId xmlns:p14="http://schemas.microsoft.com/office/powerpoint/2010/main" val="1525641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74320"/>
            <a:ext cx="548640" cy="411480"/>
          </a:xfrm>
          <a:prstGeom prst="rect">
            <a:avLst/>
          </a:prstGeom>
          <a:noFill/>
        </p:spPr>
        <p:txBody>
          <a:bodyPr wrap="square" lIns="73152" tIns="18288" rIns="73152" bIns="18288" anchor="ctr">
            <a:spAutoFit/>
          </a:bodyPr>
          <a:lstStyle/>
          <a:p>
            <a:pPr algn="ctr">
              <a:spcAft>
                <a:spcPts val="0"/>
              </a:spcAft>
            </a:pPr>
            <a:r>
              <a:rPr sz="1500" b="1">
                <a:solidFill>
                  <a:srgbClr val="FFFFFF"/>
                </a:solidFill>
                <a:latin typeface="Aptos"/>
              </a:rPr>
              <a:t>05</a:t>
            </a:r>
          </a:p>
        </p:txBody>
      </p:sp>
      <p:sp>
        <p:nvSpPr>
          <p:cNvPr id="3" name="Rounded Rectangle 2"/>
          <p:cNvSpPr/>
          <p:nvPr/>
        </p:nvSpPr>
        <p:spPr>
          <a:xfrm>
            <a:off x="384048" y="256032"/>
            <a:ext cx="566928" cy="438912"/>
          </a:xfrm>
          <a:prstGeom prst="roundRect">
            <a:avLst/>
          </a:prstGeom>
          <a:solidFill>
            <a:srgbClr val="741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4048" y="256032"/>
            <a:ext cx="566928" cy="438912"/>
          </a:xfrm>
          <a:prstGeom prst="rect">
            <a:avLst/>
          </a:prstGeom>
          <a:noFill/>
        </p:spPr>
        <p:txBody>
          <a:bodyPr wrap="square" lIns="73152" tIns="18288" rIns="73152" bIns="18288" anchor="ctr">
            <a:spAutoFit/>
          </a:bodyPr>
          <a:lstStyle/>
          <a:p>
            <a:pPr algn="ctr">
              <a:spcAft>
                <a:spcPts val="0"/>
              </a:spcAft>
            </a:pPr>
            <a:r>
              <a:rPr sz="1500" b="1">
                <a:solidFill>
                  <a:srgbClr val="FFFFFF"/>
                </a:solidFill>
                <a:latin typeface="Aptos"/>
              </a:rPr>
              <a:t>05</a:t>
            </a:r>
          </a:p>
        </p:txBody>
      </p:sp>
      <p:sp>
        <p:nvSpPr>
          <p:cNvPr id="5" name="TextBox 4"/>
          <p:cNvSpPr txBox="1"/>
          <p:nvPr/>
        </p:nvSpPr>
        <p:spPr>
          <a:xfrm>
            <a:off x="1115568" y="219456"/>
            <a:ext cx="10607040" cy="502920"/>
          </a:xfrm>
          <a:prstGeom prst="rect">
            <a:avLst/>
          </a:prstGeom>
          <a:noFill/>
        </p:spPr>
        <p:txBody>
          <a:bodyPr wrap="square" lIns="73152" tIns="18288" rIns="73152" bIns="18288" anchor="ctr">
            <a:spAutoFit/>
          </a:bodyPr>
          <a:lstStyle/>
          <a:p>
            <a:pPr algn="l">
              <a:spcAft>
                <a:spcPts val="0"/>
              </a:spcAft>
            </a:pPr>
            <a:r>
              <a:rPr sz="2800" b="1">
                <a:solidFill>
                  <a:srgbClr val="122248"/>
                </a:solidFill>
                <a:latin typeface="Aptos"/>
              </a:rPr>
              <a:t>Connect to data sources</a:t>
            </a:r>
          </a:p>
        </p:txBody>
      </p:sp>
      <p:sp>
        <p:nvSpPr>
          <p:cNvPr id="6" name="TextBox 5"/>
          <p:cNvSpPr txBox="1"/>
          <p:nvPr/>
        </p:nvSpPr>
        <p:spPr>
          <a:xfrm>
            <a:off x="1115568" y="749808"/>
            <a:ext cx="10515600" cy="347472"/>
          </a:xfrm>
          <a:prstGeom prst="rect">
            <a:avLst/>
          </a:prstGeom>
          <a:noFill/>
        </p:spPr>
        <p:txBody>
          <a:bodyPr wrap="square" lIns="73152" tIns="18288" rIns="73152" bIns="18288" anchor="ctr">
            <a:spAutoFit/>
          </a:bodyPr>
          <a:lstStyle/>
          <a:p>
            <a:pPr algn="l">
              <a:spcAft>
                <a:spcPts val="0"/>
              </a:spcAft>
            </a:pPr>
            <a:r>
              <a:rPr sz="1200" b="0">
                <a:solidFill>
                  <a:srgbClr val="5A6882"/>
                </a:solidFill>
                <a:latin typeface="Aptos"/>
              </a:rPr>
              <a:t>Choose the right integration path for each business capability.</a:t>
            </a:r>
          </a:p>
        </p:txBody>
      </p:sp>
      <p:sp>
        <p:nvSpPr>
          <p:cNvPr id="7" name="Rounded Rectangle 6"/>
          <p:cNvSpPr/>
          <p:nvPr/>
        </p:nvSpPr>
        <p:spPr>
          <a:xfrm>
            <a:off x="640080" y="1325880"/>
            <a:ext cx="3520440" cy="1874519"/>
          </a:xfrm>
          <a:prstGeom prst="roundRect">
            <a:avLst/>
          </a:prstGeom>
          <a:solidFill>
            <a:srgbClr val="F5F8FD"/>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325880"/>
            <a:ext cx="73152" cy="1874519"/>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1435607"/>
            <a:ext cx="3200400" cy="347472"/>
          </a:xfrm>
          <a:prstGeom prst="rect">
            <a:avLst/>
          </a:prstGeom>
          <a:noFill/>
        </p:spPr>
        <p:txBody>
          <a:bodyPr wrap="square" lIns="73152" tIns="18288" rIns="73152" bIns="18288" anchor="ctr">
            <a:spAutoFit/>
          </a:bodyPr>
          <a:lstStyle/>
          <a:p>
            <a:pPr algn="l">
              <a:spcAft>
                <a:spcPts val="0"/>
              </a:spcAft>
            </a:pPr>
            <a:r>
              <a:rPr sz="1800" b="1">
                <a:solidFill>
                  <a:srgbClr val="007E78"/>
                </a:solidFill>
                <a:latin typeface="Aptos"/>
              </a:rPr>
              <a:t>Dataverse</a:t>
            </a:r>
          </a:p>
        </p:txBody>
      </p:sp>
      <p:sp>
        <p:nvSpPr>
          <p:cNvPr id="10" name="TextBox 9"/>
          <p:cNvSpPr txBox="1"/>
          <p:nvPr/>
        </p:nvSpPr>
        <p:spPr>
          <a:xfrm>
            <a:off x="822959" y="1837943"/>
            <a:ext cx="3191256" cy="1280160"/>
          </a:xfrm>
          <a:prstGeom prst="rect">
            <a:avLst/>
          </a:prstGeom>
          <a:noFill/>
        </p:spPr>
        <p:txBody>
          <a:bodyPr wrap="square" lIns="73152" tIns="18288" rIns="73152" bIns="18288" anchor="t">
            <a:spAutoFit/>
          </a:bodyPr>
          <a:lstStyle/>
          <a:p>
            <a:pPr algn="l">
              <a:spcAft>
                <a:spcPts val="0"/>
              </a:spcAft>
            </a:pPr>
            <a:r>
              <a:rPr sz="1500" b="0">
                <a:solidFill>
                  <a:srgbClr val="1E2738"/>
                </a:solidFill>
                <a:latin typeface="Aptos"/>
              </a:rPr>
              <a:t>Structured business data, relationships, security roles, and environment-aware solutions.</a:t>
            </a:r>
          </a:p>
        </p:txBody>
      </p:sp>
      <p:sp>
        <p:nvSpPr>
          <p:cNvPr id="11" name="Rounded Rectangle 10"/>
          <p:cNvSpPr/>
          <p:nvPr/>
        </p:nvSpPr>
        <p:spPr>
          <a:xfrm>
            <a:off x="4343400" y="1325880"/>
            <a:ext cx="3520440" cy="1874519"/>
          </a:xfrm>
          <a:prstGeom prst="roundRect">
            <a:avLst/>
          </a:prstGeom>
          <a:solidFill>
            <a:srgbClr val="F5F8FD"/>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325880"/>
            <a:ext cx="73152" cy="1874519"/>
          </a:xfrm>
          <a:prstGeom prst="rect">
            <a:avLst/>
          </a:prstGeom>
          <a:solidFill>
            <a:srgbClr val="741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80" y="1435607"/>
            <a:ext cx="3200400" cy="347472"/>
          </a:xfrm>
          <a:prstGeom prst="rect">
            <a:avLst/>
          </a:prstGeom>
          <a:noFill/>
        </p:spPr>
        <p:txBody>
          <a:bodyPr wrap="square" lIns="73152" tIns="18288" rIns="73152" bIns="18288" anchor="ctr">
            <a:spAutoFit/>
          </a:bodyPr>
          <a:lstStyle/>
          <a:p>
            <a:pPr algn="l">
              <a:spcAft>
                <a:spcPts val="0"/>
              </a:spcAft>
            </a:pPr>
            <a:r>
              <a:rPr sz="1800" b="1">
                <a:solidFill>
                  <a:srgbClr val="741F88"/>
                </a:solidFill>
                <a:latin typeface="Aptos"/>
              </a:rPr>
              <a:t>SharePoint</a:t>
            </a:r>
          </a:p>
        </p:txBody>
      </p:sp>
      <p:sp>
        <p:nvSpPr>
          <p:cNvPr id="14" name="TextBox 13"/>
          <p:cNvSpPr txBox="1"/>
          <p:nvPr/>
        </p:nvSpPr>
        <p:spPr>
          <a:xfrm>
            <a:off x="4526280" y="1837943"/>
            <a:ext cx="3191256" cy="1280160"/>
          </a:xfrm>
          <a:prstGeom prst="rect">
            <a:avLst/>
          </a:prstGeom>
          <a:noFill/>
        </p:spPr>
        <p:txBody>
          <a:bodyPr wrap="square" lIns="73152" tIns="18288" rIns="73152" bIns="18288" anchor="t">
            <a:spAutoFit/>
          </a:bodyPr>
          <a:lstStyle/>
          <a:p>
            <a:pPr algn="l">
              <a:spcAft>
                <a:spcPts val="0"/>
              </a:spcAft>
            </a:pPr>
            <a:r>
              <a:rPr sz="1500" b="0">
                <a:solidFill>
                  <a:srgbClr val="1E2738"/>
                </a:solidFill>
                <a:latin typeface="Aptos"/>
              </a:rPr>
              <a:t>Document libraries, lists, and collaboration scenarios.</a:t>
            </a:r>
          </a:p>
        </p:txBody>
      </p:sp>
      <p:sp>
        <p:nvSpPr>
          <p:cNvPr id="15" name="Rounded Rectangle 14"/>
          <p:cNvSpPr/>
          <p:nvPr/>
        </p:nvSpPr>
        <p:spPr>
          <a:xfrm>
            <a:off x="8046720" y="1325880"/>
            <a:ext cx="3520440" cy="1874519"/>
          </a:xfrm>
          <a:prstGeom prst="roundRect">
            <a:avLst/>
          </a:prstGeom>
          <a:solidFill>
            <a:srgbClr val="F5F8FD"/>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325880"/>
            <a:ext cx="73152" cy="1874519"/>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1435607"/>
            <a:ext cx="3200400" cy="347472"/>
          </a:xfrm>
          <a:prstGeom prst="rect">
            <a:avLst/>
          </a:prstGeom>
          <a:noFill/>
        </p:spPr>
        <p:txBody>
          <a:bodyPr wrap="square" lIns="73152" tIns="18288" rIns="73152" bIns="18288" anchor="ctr">
            <a:spAutoFit/>
          </a:bodyPr>
          <a:lstStyle/>
          <a:p>
            <a:pPr algn="l">
              <a:spcAft>
                <a:spcPts val="0"/>
              </a:spcAft>
            </a:pPr>
            <a:r>
              <a:rPr sz="1800" b="1">
                <a:solidFill>
                  <a:srgbClr val="0066CC"/>
                </a:solidFill>
                <a:latin typeface="Aptos"/>
              </a:rPr>
              <a:t>Power Automate</a:t>
            </a:r>
          </a:p>
        </p:txBody>
      </p:sp>
      <p:sp>
        <p:nvSpPr>
          <p:cNvPr id="18" name="TextBox 17"/>
          <p:cNvSpPr txBox="1"/>
          <p:nvPr/>
        </p:nvSpPr>
        <p:spPr>
          <a:xfrm>
            <a:off x="8229600" y="1837943"/>
            <a:ext cx="3191256" cy="1280160"/>
          </a:xfrm>
          <a:prstGeom prst="rect">
            <a:avLst/>
          </a:prstGeom>
          <a:noFill/>
        </p:spPr>
        <p:txBody>
          <a:bodyPr wrap="square" lIns="73152" tIns="18288" rIns="73152" bIns="18288" anchor="t">
            <a:spAutoFit/>
          </a:bodyPr>
          <a:lstStyle/>
          <a:p>
            <a:pPr algn="l">
              <a:spcAft>
                <a:spcPts val="0"/>
              </a:spcAft>
            </a:pPr>
            <a:r>
              <a:rPr sz="1500" b="0">
                <a:solidFill>
                  <a:srgbClr val="1E2738"/>
                </a:solidFill>
                <a:latin typeface="Aptos"/>
              </a:rPr>
              <a:t>Approvals, notifications, scheduled work, and process orchestration.</a:t>
            </a:r>
          </a:p>
        </p:txBody>
      </p:sp>
      <p:sp>
        <p:nvSpPr>
          <p:cNvPr id="19" name="Rounded Rectangle 18"/>
          <p:cNvSpPr/>
          <p:nvPr/>
        </p:nvSpPr>
        <p:spPr>
          <a:xfrm>
            <a:off x="640080" y="3566160"/>
            <a:ext cx="3520440" cy="1874519"/>
          </a:xfrm>
          <a:prstGeom prst="roundRect">
            <a:avLst/>
          </a:prstGeom>
          <a:solidFill>
            <a:srgbClr val="F5F8FD"/>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0080" y="3566160"/>
            <a:ext cx="73152" cy="1874519"/>
          </a:xfrm>
          <a:prstGeom prst="rect">
            <a:avLst/>
          </a:prstGeom>
          <a:solidFill>
            <a:srgbClr val="EE5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59" y="3675887"/>
            <a:ext cx="3200400" cy="347472"/>
          </a:xfrm>
          <a:prstGeom prst="rect">
            <a:avLst/>
          </a:prstGeom>
          <a:noFill/>
        </p:spPr>
        <p:txBody>
          <a:bodyPr wrap="square" lIns="73152" tIns="18288" rIns="73152" bIns="18288" anchor="ctr">
            <a:spAutoFit/>
          </a:bodyPr>
          <a:lstStyle/>
          <a:p>
            <a:pPr algn="l">
              <a:spcAft>
                <a:spcPts val="0"/>
              </a:spcAft>
            </a:pPr>
            <a:r>
              <a:rPr sz="1800" b="1">
                <a:solidFill>
                  <a:srgbClr val="EE5726"/>
                </a:solidFill>
                <a:latin typeface="Aptos"/>
              </a:rPr>
              <a:t>External APIs</a:t>
            </a:r>
          </a:p>
        </p:txBody>
      </p:sp>
      <p:sp>
        <p:nvSpPr>
          <p:cNvPr id="22" name="TextBox 21"/>
          <p:cNvSpPr txBox="1"/>
          <p:nvPr/>
        </p:nvSpPr>
        <p:spPr>
          <a:xfrm>
            <a:off x="822959" y="4078224"/>
            <a:ext cx="3191256" cy="1280160"/>
          </a:xfrm>
          <a:prstGeom prst="rect">
            <a:avLst/>
          </a:prstGeom>
          <a:noFill/>
        </p:spPr>
        <p:txBody>
          <a:bodyPr wrap="square" lIns="73152" tIns="18288" rIns="73152" bIns="18288" anchor="t">
            <a:spAutoFit/>
          </a:bodyPr>
          <a:lstStyle/>
          <a:p>
            <a:pPr algn="l">
              <a:spcAft>
                <a:spcPts val="0"/>
              </a:spcAft>
            </a:pPr>
            <a:r>
              <a:rPr sz="1500" b="0">
                <a:solidFill>
                  <a:srgbClr val="1E2738"/>
                </a:solidFill>
                <a:latin typeface="Aptos"/>
              </a:rPr>
              <a:t>Use supported connectors or a secured API layer; define timeouts and error handling.</a:t>
            </a:r>
          </a:p>
        </p:txBody>
      </p:sp>
      <p:sp>
        <p:nvSpPr>
          <p:cNvPr id="23" name="Rounded Rectangle 22"/>
          <p:cNvSpPr/>
          <p:nvPr/>
        </p:nvSpPr>
        <p:spPr>
          <a:xfrm>
            <a:off x="4343400" y="3566160"/>
            <a:ext cx="3520440" cy="1874519"/>
          </a:xfrm>
          <a:prstGeom prst="roundRect">
            <a:avLst/>
          </a:prstGeom>
          <a:solidFill>
            <a:srgbClr val="F5F8FD"/>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343400" y="3566160"/>
            <a:ext cx="73152" cy="1874519"/>
          </a:xfrm>
          <a:prstGeom prst="rect">
            <a:avLst/>
          </a:prstGeom>
          <a:solidFill>
            <a:srgbClr val="239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26280" y="3675887"/>
            <a:ext cx="3200400" cy="347472"/>
          </a:xfrm>
          <a:prstGeom prst="rect">
            <a:avLst/>
          </a:prstGeom>
          <a:noFill/>
        </p:spPr>
        <p:txBody>
          <a:bodyPr wrap="square" lIns="73152" tIns="18288" rIns="73152" bIns="18288" anchor="ctr">
            <a:spAutoFit/>
          </a:bodyPr>
          <a:lstStyle/>
          <a:p>
            <a:pPr algn="l">
              <a:spcAft>
                <a:spcPts val="0"/>
              </a:spcAft>
            </a:pPr>
            <a:r>
              <a:rPr sz="1800" b="1">
                <a:solidFill>
                  <a:srgbClr val="23964A"/>
                </a:solidFill>
                <a:latin typeface="Aptos"/>
              </a:rPr>
              <a:t>Environment variables</a:t>
            </a:r>
          </a:p>
        </p:txBody>
      </p:sp>
      <p:sp>
        <p:nvSpPr>
          <p:cNvPr id="26" name="TextBox 25"/>
          <p:cNvSpPr txBox="1"/>
          <p:nvPr/>
        </p:nvSpPr>
        <p:spPr>
          <a:xfrm>
            <a:off x="4526280" y="4078224"/>
            <a:ext cx="3191256" cy="1280160"/>
          </a:xfrm>
          <a:prstGeom prst="rect">
            <a:avLst/>
          </a:prstGeom>
          <a:noFill/>
        </p:spPr>
        <p:txBody>
          <a:bodyPr wrap="square" lIns="73152" tIns="18288" rIns="73152" bIns="18288" anchor="t">
            <a:spAutoFit/>
          </a:bodyPr>
          <a:lstStyle/>
          <a:p>
            <a:pPr algn="l">
              <a:spcAft>
                <a:spcPts val="0"/>
              </a:spcAft>
            </a:pPr>
            <a:r>
              <a:rPr sz="1500" b="0">
                <a:solidFill>
                  <a:srgbClr val="1E2738"/>
                </a:solidFill>
                <a:latin typeface="Aptos"/>
              </a:rPr>
              <a:t>Keep environment-specific endpoints and configuration outside source code.</a:t>
            </a:r>
          </a:p>
        </p:txBody>
      </p:sp>
      <p:sp>
        <p:nvSpPr>
          <p:cNvPr id="27" name="Rounded Rectangle 26"/>
          <p:cNvSpPr/>
          <p:nvPr/>
        </p:nvSpPr>
        <p:spPr>
          <a:xfrm>
            <a:off x="8046720" y="3566160"/>
            <a:ext cx="3520440" cy="1874519"/>
          </a:xfrm>
          <a:prstGeom prst="roundRect">
            <a:avLst/>
          </a:prstGeom>
          <a:solidFill>
            <a:srgbClr val="F5F8FD"/>
          </a:solidFill>
          <a:ln>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6720" y="3566160"/>
            <a:ext cx="73152" cy="1874519"/>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0" y="3675887"/>
            <a:ext cx="3200400" cy="347472"/>
          </a:xfrm>
          <a:prstGeom prst="rect">
            <a:avLst/>
          </a:prstGeom>
          <a:noFill/>
        </p:spPr>
        <p:txBody>
          <a:bodyPr wrap="square" lIns="73152" tIns="18288" rIns="73152" bIns="18288" anchor="ctr">
            <a:spAutoFit/>
          </a:bodyPr>
          <a:lstStyle/>
          <a:p>
            <a:pPr algn="l">
              <a:spcAft>
                <a:spcPts val="0"/>
              </a:spcAft>
            </a:pPr>
            <a:r>
              <a:rPr sz="1800" b="1">
                <a:solidFill>
                  <a:srgbClr val="007E78"/>
                </a:solidFill>
                <a:latin typeface="Aptos"/>
              </a:rPr>
              <a:t>Custom connectors</a:t>
            </a:r>
          </a:p>
        </p:txBody>
      </p:sp>
      <p:sp>
        <p:nvSpPr>
          <p:cNvPr id="30" name="TextBox 29"/>
          <p:cNvSpPr txBox="1"/>
          <p:nvPr/>
        </p:nvSpPr>
        <p:spPr>
          <a:xfrm>
            <a:off x="8229600" y="4078224"/>
            <a:ext cx="3191256" cy="1280160"/>
          </a:xfrm>
          <a:prstGeom prst="rect">
            <a:avLst/>
          </a:prstGeom>
          <a:noFill/>
        </p:spPr>
        <p:txBody>
          <a:bodyPr wrap="square" lIns="73152" tIns="18288" rIns="73152" bIns="18288" anchor="t">
            <a:spAutoFit/>
          </a:bodyPr>
          <a:lstStyle/>
          <a:p>
            <a:pPr algn="l">
              <a:spcAft>
                <a:spcPts val="0"/>
              </a:spcAft>
            </a:pPr>
            <a:r>
              <a:rPr sz="1500" b="0">
                <a:solidFill>
                  <a:srgbClr val="1E2738"/>
                </a:solidFill>
                <a:latin typeface="Aptos"/>
              </a:rPr>
              <a:t>Expose approved APIs through governed, reusable integration contracts.</a:t>
            </a:r>
          </a:p>
        </p:txBody>
      </p:sp>
      <p:sp>
        <p:nvSpPr>
          <p:cNvPr id="31" name="TextBox 30"/>
          <p:cNvSpPr txBox="1"/>
          <p:nvPr/>
        </p:nvSpPr>
        <p:spPr>
          <a:xfrm>
            <a:off x="777240" y="5989320"/>
            <a:ext cx="10789920" cy="365760"/>
          </a:xfrm>
          <a:prstGeom prst="rect">
            <a:avLst/>
          </a:prstGeom>
          <a:noFill/>
        </p:spPr>
        <p:txBody>
          <a:bodyPr wrap="square" lIns="73152" tIns="18288" rIns="73152" bIns="18288" anchor="ctr">
            <a:spAutoFit/>
          </a:bodyPr>
          <a:lstStyle/>
          <a:p>
            <a:pPr algn="l">
              <a:spcAft>
                <a:spcPts val="0"/>
              </a:spcAft>
            </a:pPr>
            <a:r>
              <a:rPr sz="1300" b="0">
                <a:solidFill>
                  <a:srgbClr val="5A6882"/>
                </a:solidFill>
                <a:latin typeface="Aptos"/>
              </a:rPr>
              <a:t>Before implementation: confirm connector availability, authentication mode, permissions, and data-loss-prevention policies.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GREY GLOW">
            <a:extLst>
              <a:ext uri="{FF2B5EF4-FFF2-40B4-BE49-F238E27FC236}">
                <a16:creationId xmlns:a16="http://schemas.microsoft.com/office/drawing/2014/main" id="{C30D8E7E-055A-4267-9821-4FFE66A930AD}"/>
              </a:ext>
              <a:ext uri="{C183D7F6-B498-43B3-948B-1728B52AA6E4}">
                <adec:decorative xmlns:adec="http://schemas.microsoft.com/office/drawing/2017/decorative" val="1"/>
              </a:ext>
            </a:extLst>
          </p:cNvPr>
          <p:cNvSpPr/>
          <p:nvPr/>
        </p:nvSpPr>
        <p:spPr bwMode="auto">
          <a:xfrm>
            <a:off x="5096203" y="2665876"/>
            <a:ext cx="1990440" cy="1872763"/>
          </a:xfrm>
          <a:prstGeom prst="ellipse">
            <a:avLst/>
          </a:prstGeom>
          <a:gradFill flip="none" rotWithShape="1">
            <a:gsLst>
              <a:gs pos="44000">
                <a:srgbClr val="E7E6E6"/>
              </a:gs>
              <a:gs pos="100000">
                <a:srgbClr val="E7E6E6">
                  <a:alpha val="0"/>
                </a:srgbClr>
              </a:gs>
            </a:gsLst>
            <a:path path="shape">
              <a:fillToRect l="50000" t="50000" r="50000" b="50000"/>
            </a:path>
            <a:tileRect/>
          </a:gradFill>
          <a:ln w="9525" cap="flat" cmpd="sng" algn="ctr">
            <a:noFill/>
            <a:prstDash val="solid"/>
            <a:headEnd type="none" w="med" len="med"/>
            <a:tailEnd type="none" w="med" len="med"/>
          </a:ln>
          <a:effectLst/>
          <a:scene3d>
            <a:camera prst="perspectiveFront"/>
            <a:lightRig rig="threePt" dir="t"/>
          </a:scene3d>
        </p:spPr>
        <p:txBody>
          <a:bodyPr rot="0" spcFirstLastPara="0" vertOverflow="overflow" horzOverflow="overflow" vert="horz" wrap="square" lIns="182878" tIns="146302" rIns="182878" bIns="146302" numCol="1" spcCol="0" rtlCol="0" fromWordArt="0" anchor="t" anchorCtr="0" forceAA="0" compatLnSpc="1">
            <a:prstTxWarp prst="textNoShape">
              <a:avLst/>
            </a:prstTxWarp>
            <a:noAutofit/>
          </a:bodyPr>
          <a:lstStyle/>
          <a:p>
            <a:pPr marL="0" marR="0" lvl="0" indent="0" algn="l" defTabSz="932483" rtl="0" eaLnBrk="1" fontAlgn="base" latinLnBrk="0" hangingPunct="1">
              <a:lnSpc>
                <a:spcPct val="100000"/>
              </a:lnSpc>
              <a:spcBef>
                <a:spcPct val="0"/>
              </a:spcBef>
              <a:spcAft>
                <a:spcPct val="0"/>
              </a:spcAft>
              <a:buClrTx/>
              <a:buSzTx/>
              <a:buFontTx/>
              <a:buNone/>
              <a:tabLst/>
              <a:defRPr/>
            </a:pPr>
            <a:endParaRPr kumimoji="0" lang="de-DE" sz="2400" b="0" i="0" u="none" strike="noStrike" kern="0" cap="none" spc="0" normalizeH="0" baseline="0" noProof="0">
              <a:ln>
                <a:noFill/>
              </a:ln>
              <a:gradFill>
                <a:gsLst>
                  <a:gs pos="83000">
                    <a:srgbClr val="0078D4"/>
                  </a:gs>
                  <a:gs pos="100000">
                    <a:srgbClr val="0078D4"/>
                  </a:gs>
                </a:gsLst>
                <a:lin ang="5400000" scaled="1"/>
              </a:gradFill>
              <a:effectLst/>
              <a:uLnTx/>
              <a:uFillTx/>
              <a:latin typeface="Segoe UI"/>
              <a:ea typeface="Segoe UI" pitchFamily="34" charset="0"/>
              <a:cs typeface="Segoe UI" pitchFamily="34" charset="0"/>
            </a:endParaRPr>
          </a:p>
        </p:txBody>
      </p:sp>
      <p:sp>
        <p:nvSpPr>
          <p:cNvPr id="100" name="Isosceles Triangle 99" descr="Arrow point">
            <a:extLst>
              <a:ext uri="{FF2B5EF4-FFF2-40B4-BE49-F238E27FC236}">
                <a16:creationId xmlns:a16="http://schemas.microsoft.com/office/drawing/2014/main" id="{657F531C-F0DD-4EC6-A989-35D2D83CAC79}"/>
              </a:ext>
            </a:extLst>
          </p:cNvPr>
          <p:cNvSpPr/>
          <p:nvPr/>
        </p:nvSpPr>
        <p:spPr bwMode="auto">
          <a:xfrm rot="2813211">
            <a:off x="5526272" y="4012521"/>
            <a:ext cx="158963" cy="197247"/>
          </a:xfrm>
          <a:prstGeom prst="triangle">
            <a:avLst/>
          </a:prstGeom>
          <a:solidFill>
            <a:srgbClr val="D83B01"/>
          </a:solidFill>
          <a:ln w="9525" cap="flat" cmpd="sng" algn="ctr">
            <a:solidFill>
              <a:srgbClr val="D83B0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111" name="CLOVER BASE" descr="Clover shape">
            <a:extLst>
              <a:ext uri="{FF2B5EF4-FFF2-40B4-BE49-F238E27FC236}">
                <a16:creationId xmlns:a16="http://schemas.microsoft.com/office/drawing/2014/main" id="{E348A26C-3205-4A3F-9A42-6E9D073B4C82}"/>
              </a:ext>
            </a:extLst>
          </p:cNvPr>
          <p:cNvGrpSpPr/>
          <p:nvPr/>
        </p:nvGrpSpPr>
        <p:grpSpPr>
          <a:xfrm>
            <a:off x="3395701" y="1083384"/>
            <a:ext cx="5393581" cy="5165830"/>
            <a:chOff x="3316587" y="1308960"/>
            <a:chExt cx="5393581" cy="5165830"/>
          </a:xfrm>
          <a:scene3d>
            <a:camera prst="perspectiveFront"/>
            <a:lightRig rig="threePt" dir="t"/>
          </a:scene3d>
        </p:grpSpPr>
        <p:grpSp>
          <p:nvGrpSpPr>
            <p:cNvPr id="112" name="Group 111">
              <a:extLst>
                <a:ext uri="{FF2B5EF4-FFF2-40B4-BE49-F238E27FC236}">
                  <a16:creationId xmlns:a16="http://schemas.microsoft.com/office/drawing/2014/main" id="{83DD21A3-1C11-42D2-BABC-FACE38FCF073}"/>
                </a:ext>
              </a:extLst>
            </p:cNvPr>
            <p:cNvGrpSpPr/>
            <p:nvPr/>
          </p:nvGrpSpPr>
          <p:grpSpPr>
            <a:xfrm>
              <a:off x="5029116" y="3823067"/>
              <a:ext cx="1966104" cy="2651723"/>
              <a:chOff x="5029116" y="3823067"/>
              <a:chExt cx="1966104" cy="2651723"/>
            </a:xfrm>
          </p:grpSpPr>
          <p:sp>
            <p:nvSpPr>
              <p:cNvPr id="130" name="Top Clover Top">
                <a:extLst>
                  <a:ext uri="{FF2B5EF4-FFF2-40B4-BE49-F238E27FC236}">
                    <a16:creationId xmlns:a16="http://schemas.microsoft.com/office/drawing/2014/main" id="{6B918472-0A20-42C9-9720-B33C10011DF7}"/>
                  </a:ext>
                </a:extLst>
              </p:cNvPr>
              <p:cNvSpPr/>
              <p:nvPr/>
            </p:nvSpPr>
            <p:spPr>
              <a:xfrm rot="5400000" flipH="1">
                <a:off x="5148102" y="4627673"/>
                <a:ext cx="2651723" cy="1042512"/>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sp>
            <p:nvSpPr>
              <p:cNvPr id="131" name="Top Clover bottom">
                <a:extLst>
                  <a:ext uri="{FF2B5EF4-FFF2-40B4-BE49-F238E27FC236}">
                    <a16:creationId xmlns:a16="http://schemas.microsoft.com/office/drawing/2014/main" id="{0EA80312-92AB-48C1-ACA2-2766177F7254}"/>
                  </a:ext>
                </a:extLst>
              </p:cNvPr>
              <p:cNvSpPr/>
              <p:nvPr/>
            </p:nvSpPr>
            <p:spPr>
              <a:xfrm rot="5400000" flipH="1" flipV="1">
                <a:off x="4224510" y="4627673"/>
                <a:ext cx="2651723" cy="1042512"/>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grpSp>
        <p:grpSp>
          <p:nvGrpSpPr>
            <p:cNvPr id="113" name="Group 112">
              <a:extLst>
                <a:ext uri="{FF2B5EF4-FFF2-40B4-BE49-F238E27FC236}">
                  <a16:creationId xmlns:a16="http://schemas.microsoft.com/office/drawing/2014/main" id="{10172223-99EB-4FD0-B9E1-787841A2AC41}"/>
                </a:ext>
              </a:extLst>
            </p:cNvPr>
            <p:cNvGrpSpPr/>
            <p:nvPr/>
          </p:nvGrpSpPr>
          <p:grpSpPr>
            <a:xfrm>
              <a:off x="3316587" y="2831785"/>
              <a:ext cx="2770826" cy="2116462"/>
              <a:chOff x="3316587" y="2831785"/>
              <a:chExt cx="2770826" cy="2116462"/>
            </a:xfrm>
          </p:grpSpPr>
          <p:sp>
            <p:nvSpPr>
              <p:cNvPr id="128" name="Left Clover Top">
                <a:extLst>
                  <a:ext uri="{FF2B5EF4-FFF2-40B4-BE49-F238E27FC236}">
                    <a16:creationId xmlns:a16="http://schemas.microsoft.com/office/drawing/2014/main" id="{A50812C4-A2A0-479F-924C-ABD027C1BFDC}"/>
                  </a:ext>
                </a:extLst>
              </p:cNvPr>
              <p:cNvSpPr/>
              <p:nvPr/>
            </p:nvSpPr>
            <p:spPr>
              <a:xfrm>
                <a:off x="3316587" y="2831785"/>
                <a:ext cx="2770826" cy="1122238"/>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sp>
            <p:nvSpPr>
              <p:cNvPr id="129" name="Left Clover bottom">
                <a:extLst>
                  <a:ext uri="{FF2B5EF4-FFF2-40B4-BE49-F238E27FC236}">
                    <a16:creationId xmlns:a16="http://schemas.microsoft.com/office/drawing/2014/main" id="{2E84D96C-E719-45CA-9518-F769A3E5CE3E}"/>
                  </a:ext>
                </a:extLst>
              </p:cNvPr>
              <p:cNvSpPr/>
              <p:nvPr/>
            </p:nvSpPr>
            <p:spPr>
              <a:xfrm flipV="1">
                <a:off x="3316587" y="3826009"/>
                <a:ext cx="2770826" cy="1122238"/>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grpSp>
        <p:grpSp>
          <p:nvGrpSpPr>
            <p:cNvPr id="117" name="Group 116">
              <a:extLst>
                <a:ext uri="{FF2B5EF4-FFF2-40B4-BE49-F238E27FC236}">
                  <a16:creationId xmlns:a16="http://schemas.microsoft.com/office/drawing/2014/main" id="{78CCC12B-2273-4CC8-BDF9-EC66B37C5DB9}"/>
                </a:ext>
              </a:extLst>
            </p:cNvPr>
            <p:cNvGrpSpPr/>
            <p:nvPr/>
          </p:nvGrpSpPr>
          <p:grpSpPr>
            <a:xfrm>
              <a:off x="5939312" y="2829753"/>
              <a:ext cx="2770856" cy="2109540"/>
              <a:chOff x="5939312" y="2829753"/>
              <a:chExt cx="2770856" cy="2109540"/>
            </a:xfrm>
          </p:grpSpPr>
          <p:sp>
            <p:nvSpPr>
              <p:cNvPr id="124" name="Right Clover Top">
                <a:extLst>
                  <a:ext uri="{FF2B5EF4-FFF2-40B4-BE49-F238E27FC236}">
                    <a16:creationId xmlns:a16="http://schemas.microsoft.com/office/drawing/2014/main" id="{CC153937-F630-4465-B9B5-AB3188495201}"/>
                  </a:ext>
                </a:extLst>
              </p:cNvPr>
              <p:cNvSpPr/>
              <p:nvPr/>
            </p:nvSpPr>
            <p:spPr>
              <a:xfrm flipH="1">
                <a:off x="5939342" y="2829753"/>
                <a:ext cx="2770826" cy="1122238"/>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sp>
            <p:nvSpPr>
              <p:cNvPr id="127" name="Right Clover bottom">
                <a:extLst>
                  <a:ext uri="{FF2B5EF4-FFF2-40B4-BE49-F238E27FC236}">
                    <a16:creationId xmlns:a16="http://schemas.microsoft.com/office/drawing/2014/main" id="{B0449CCF-9682-47E6-94C7-77661D6BD317}"/>
                  </a:ext>
                </a:extLst>
              </p:cNvPr>
              <p:cNvSpPr/>
              <p:nvPr/>
            </p:nvSpPr>
            <p:spPr>
              <a:xfrm flipH="1" flipV="1">
                <a:off x="5939312" y="3817055"/>
                <a:ext cx="2770826" cy="1122238"/>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grpSp>
        <p:grpSp>
          <p:nvGrpSpPr>
            <p:cNvPr id="118" name="Group 117">
              <a:extLst>
                <a:ext uri="{FF2B5EF4-FFF2-40B4-BE49-F238E27FC236}">
                  <a16:creationId xmlns:a16="http://schemas.microsoft.com/office/drawing/2014/main" id="{AEDCE41D-3C71-4CB0-919B-FC5EFA2C1F83}"/>
                </a:ext>
              </a:extLst>
            </p:cNvPr>
            <p:cNvGrpSpPr/>
            <p:nvPr/>
          </p:nvGrpSpPr>
          <p:grpSpPr>
            <a:xfrm>
              <a:off x="5031927" y="1308960"/>
              <a:ext cx="1966102" cy="2651723"/>
              <a:chOff x="5031927" y="1308960"/>
              <a:chExt cx="1966102" cy="2651723"/>
            </a:xfrm>
          </p:grpSpPr>
          <p:sp>
            <p:nvSpPr>
              <p:cNvPr id="119" name="Top Clover Top">
                <a:extLst>
                  <a:ext uri="{FF2B5EF4-FFF2-40B4-BE49-F238E27FC236}">
                    <a16:creationId xmlns:a16="http://schemas.microsoft.com/office/drawing/2014/main" id="{4C776257-5C04-473C-93B3-7E075ED6C2E4}"/>
                  </a:ext>
                </a:extLst>
              </p:cNvPr>
              <p:cNvSpPr/>
              <p:nvPr/>
            </p:nvSpPr>
            <p:spPr>
              <a:xfrm rot="16200000" flipH="1">
                <a:off x="4227321" y="2113566"/>
                <a:ext cx="2651723" cy="1042511"/>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sp>
            <p:nvSpPr>
              <p:cNvPr id="123" name="Top Clover bottom">
                <a:extLst>
                  <a:ext uri="{FF2B5EF4-FFF2-40B4-BE49-F238E27FC236}">
                    <a16:creationId xmlns:a16="http://schemas.microsoft.com/office/drawing/2014/main" id="{ADD3DB37-736E-4F31-A94A-FD037B93BA49}"/>
                  </a:ext>
                </a:extLst>
              </p:cNvPr>
              <p:cNvSpPr/>
              <p:nvPr/>
            </p:nvSpPr>
            <p:spPr>
              <a:xfrm rot="16200000" flipH="1" flipV="1">
                <a:off x="5150912" y="2113566"/>
                <a:ext cx="2651723" cy="1042511"/>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grpSp>
      </p:grpSp>
      <p:sp>
        <p:nvSpPr>
          <p:cNvPr id="148" name="Engage">
            <a:extLst>
              <a:ext uri="{FF2B5EF4-FFF2-40B4-BE49-F238E27FC236}">
                <a16:creationId xmlns:a16="http://schemas.microsoft.com/office/drawing/2014/main" id="{9D9BF839-7FDF-4255-8AD0-A017B53583E3}"/>
              </a:ext>
            </a:extLst>
          </p:cNvPr>
          <p:cNvSpPr txBox="1">
            <a:spLocks/>
          </p:cNvSpPr>
          <p:nvPr/>
        </p:nvSpPr>
        <p:spPr>
          <a:xfrm>
            <a:off x="2891796" y="3565968"/>
            <a:ext cx="347852" cy="276999"/>
          </a:xfrm>
          <a:prstGeom prst="rect">
            <a:avLst/>
          </a:prstGeom>
        </p:spPr>
        <p:txBody>
          <a:bodyPr vert="horz" wrap="none" lIns="0" tIns="0" rIns="0" bIns="0" rtlCol="0" anchor="ctr">
            <a:spAutoFit/>
          </a:bodyPr>
          <a:lstStyle>
            <a:defPPr>
              <a:defRPr lang="en-US"/>
            </a:defPPr>
            <a:lvl1pPr marR="0" indent="0" algn="r"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Act</a:t>
            </a:r>
          </a:p>
        </p:txBody>
      </p:sp>
      <p:sp>
        <p:nvSpPr>
          <p:cNvPr id="149" name="Optimize">
            <a:extLst>
              <a:ext uri="{FF2B5EF4-FFF2-40B4-BE49-F238E27FC236}">
                <a16:creationId xmlns:a16="http://schemas.microsoft.com/office/drawing/2014/main" id="{52210F53-D92A-45B2-8B98-D7B21D5EBB44}"/>
              </a:ext>
            </a:extLst>
          </p:cNvPr>
          <p:cNvSpPr txBox="1">
            <a:spLocks/>
          </p:cNvSpPr>
          <p:nvPr/>
        </p:nvSpPr>
        <p:spPr>
          <a:xfrm>
            <a:off x="5811287" y="6270237"/>
            <a:ext cx="575479" cy="276999"/>
          </a:xfrm>
          <a:prstGeom prst="rect">
            <a:avLst/>
          </a:prstGeom>
        </p:spPr>
        <p:txBody>
          <a:bodyPr vert="horz" wrap="none" lIns="0" tIns="0" rIns="0" bIns="0" rtlCol="0" anchor="ctr">
            <a:spAutoFit/>
          </a:bodyPr>
          <a:lstStyle>
            <a:defPPr>
              <a:defRPr lang="en-US"/>
            </a:defPPr>
            <a:lvl1pPr marR="0" indent="0"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Learn</a:t>
            </a:r>
          </a:p>
        </p:txBody>
      </p:sp>
      <p:sp>
        <p:nvSpPr>
          <p:cNvPr id="150" name="Transform">
            <a:extLst>
              <a:ext uri="{FF2B5EF4-FFF2-40B4-BE49-F238E27FC236}">
                <a16:creationId xmlns:a16="http://schemas.microsoft.com/office/drawing/2014/main" id="{EFB4F090-3535-491A-AEE1-86C62C9A9BD8}"/>
              </a:ext>
            </a:extLst>
          </p:cNvPr>
          <p:cNvSpPr txBox="1">
            <a:spLocks/>
          </p:cNvSpPr>
          <p:nvPr/>
        </p:nvSpPr>
        <p:spPr>
          <a:xfrm>
            <a:off x="8957290" y="3451448"/>
            <a:ext cx="1040862" cy="276999"/>
          </a:xfrm>
          <a:prstGeom prst="rect">
            <a:avLst/>
          </a:prstGeom>
        </p:spPr>
        <p:txBody>
          <a:bodyPr vert="horz" wrap="none" lIns="0" tIns="0" rIns="0" bIns="0" rtlCol="0" anchor="ctr">
            <a:spAutoFit/>
          </a:bodyPr>
          <a:lstStyle>
            <a:defPPr>
              <a:defRPr lang="en-US"/>
            </a:defPPr>
            <a:lvl1pPr marR="0" indent="0"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Automate</a:t>
            </a:r>
          </a:p>
        </p:txBody>
      </p:sp>
      <p:sp>
        <p:nvSpPr>
          <p:cNvPr id="211" name="Empower">
            <a:extLst>
              <a:ext uri="{FF2B5EF4-FFF2-40B4-BE49-F238E27FC236}">
                <a16:creationId xmlns:a16="http://schemas.microsoft.com/office/drawing/2014/main" id="{8FD34CFF-A557-4B72-B9F1-3C5A520BE31B}"/>
              </a:ext>
            </a:extLst>
          </p:cNvPr>
          <p:cNvSpPr txBox="1">
            <a:spLocks/>
          </p:cNvSpPr>
          <p:nvPr/>
        </p:nvSpPr>
        <p:spPr>
          <a:xfrm>
            <a:off x="5615974" y="740388"/>
            <a:ext cx="819135" cy="276999"/>
          </a:xfrm>
          <a:prstGeom prst="rect">
            <a:avLst/>
          </a:prstGeom>
        </p:spPr>
        <p:txBody>
          <a:bodyPr vert="horz" wrap="none" lIns="0" tIns="0" rIns="0" bIns="0" rtlCol="0" anchor="ctr">
            <a:spAutoFit/>
          </a:bodyPr>
          <a:lstStyle>
            <a:defPPr>
              <a:defRPr lang="en-US"/>
            </a:defPPr>
            <a:lvl1pPr marR="0" indent="0" algn="r"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Analyze</a:t>
            </a:r>
          </a:p>
        </p:txBody>
      </p:sp>
      <p:grpSp>
        <p:nvGrpSpPr>
          <p:cNvPr id="268" name="DATA" descr="Data circle">
            <a:extLst>
              <a:ext uri="{FF2B5EF4-FFF2-40B4-BE49-F238E27FC236}">
                <a16:creationId xmlns:a16="http://schemas.microsoft.com/office/drawing/2014/main" id="{329107DB-FB2F-44E0-9CF1-84075B1A67FB}"/>
              </a:ext>
            </a:extLst>
          </p:cNvPr>
          <p:cNvGrpSpPr/>
          <p:nvPr/>
        </p:nvGrpSpPr>
        <p:grpSpPr>
          <a:xfrm>
            <a:off x="5482706" y="3019926"/>
            <a:ext cx="1191897" cy="1188720"/>
            <a:chOff x="5745459" y="3239555"/>
            <a:chExt cx="734922" cy="734922"/>
          </a:xfrm>
          <a:scene3d>
            <a:camera prst="perspectiveFront"/>
            <a:lightRig rig="threePt" dir="t"/>
          </a:scene3d>
        </p:grpSpPr>
        <p:sp>
          <p:nvSpPr>
            <p:cNvPr id="269" name="circle1">
              <a:extLst>
                <a:ext uri="{FF2B5EF4-FFF2-40B4-BE49-F238E27FC236}">
                  <a16:creationId xmlns:a16="http://schemas.microsoft.com/office/drawing/2014/main" id="{4373D4A7-C765-4156-B13D-546D02D3D114}"/>
                </a:ext>
              </a:extLst>
            </p:cNvPr>
            <p:cNvSpPr/>
            <p:nvPr/>
          </p:nvSpPr>
          <p:spPr bwMode="auto">
            <a:xfrm flipH="1">
              <a:off x="5745459" y="3239555"/>
              <a:ext cx="734922" cy="734922"/>
            </a:xfrm>
            <a:prstGeom prst="ellipse">
              <a:avLst/>
            </a:prstGeom>
            <a:solidFill>
              <a:sysClr val="window" lastClr="FFFFFF"/>
            </a:solidFill>
            <a:ln w="57150" cap="flat" cmpd="sng" algn="ctr">
              <a:noFill/>
              <a:prstDash val="solid"/>
            </a:ln>
            <a:effectLst>
              <a:outerShdw blurRad="254000" dist="50800" dir="2700000" sx="101000" sy="101000" algn="tl" rotWithShape="0">
                <a:prstClr val="black">
                  <a:alpha val="35000"/>
                </a:prstClr>
              </a:outerShdw>
            </a:effectLst>
            <a:sp3d>
              <a:bevelB h="0"/>
            </a:sp3d>
          </p:spPr>
          <p:txBody>
            <a:bodyPr vert="horz" wrap="square" lIns="0" tIns="46630" rIns="0" bIns="46630" numCol="1" rtlCol="0" anchor="ctr" anchorCtr="0" compatLnSpc="1">
              <a:prstTxWarp prst="textNoShape">
                <a:avLst/>
              </a:prstTxWarp>
            </a:bodyPr>
            <a:lstStyle/>
            <a:p>
              <a:pPr marL="0" marR="0" lvl="0" indent="0" algn="ctr" defTabSz="932256" rtl="0" eaLnBrk="1" fontAlgn="base" latinLnBrk="0" hangingPunct="1">
                <a:lnSpc>
                  <a:spcPct val="100000"/>
                </a:lnSpc>
                <a:spcBef>
                  <a:spcPct val="0"/>
                </a:spcBef>
                <a:spcAft>
                  <a:spcPct val="0"/>
                </a:spcAft>
                <a:buClrTx/>
                <a:buSzTx/>
                <a:buFontTx/>
                <a:buNone/>
                <a:tabLst/>
                <a:defRPr/>
              </a:pPr>
              <a:endParaRPr kumimoji="0" lang="en-US" sz="4400" b="0" i="0" u="none" strike="noStrike" kern="0" cap="none" spc="0" normalizeH="0" baseline="0" noProof="0">
                <a:ln>
                  <a:noFill/>
                </a:ln>
                <a:gradFill>
                  <a:gsLst>
                    <a:gs pos="0">
                      <a:srgbClr val="FFFFFF"/>
                    </a:gs>
                    <a:gs pos="100000">
                      <a:srgbClr val="FFFFFF"/>
                    </a:gs>
                  </a:gsLst>
                  <a:lin ang="5400000" scaled="0"/>
                </a:gradFill>
                <a:effectLst/>
                <a:uLnTx/>
                <a:uFillTx/>
                <a:latin typeface="SegoeUI"/>
                <a:ea typeface="+mn-ea"/>
                <a:cs typeface="+mn-cs"/>
              </a:endParaRPr>
            </a:p>
          </p:txBody>
        </p:sp>
        <p:sp>
          <p:nvSpPr>
            <p:cNvPr id="272" name="Freeform: Shape 271">
              <a:extLst>
                <a:ext uri="{FF2B5EF4-FFF2-40B4-BE49-F238E27FC236}">
                  <a16:creationId xmlns:a16="http://schemas.microsoft.com/office/drawing/2014/main" id="{1D7B5FD3-020D-4A92-A3A3-B852AFB4D191}"/>
                </a:ext>
              </a:extLst>
            </p:cNvPr>
            <p:cNvSpPr/>
            <p:nvPr/>
          </p:nvSpPr>
          <p:spPr bwMode="auto">
            <a:xfrm>
              <a:off x="5938757" y="3543576"/>
              <a:ext cx="348326" cy="126880"/>
            </a:xfrm>
            <a:custGeom>
              <a:avLst/>
              <a:gdLst/>
              <a:ahLst/>
              <a:cxnLst/>
              <a:rect l="l" t="t" r="r" b="b"/>
              <a:pathLst>
                <a:path w="893564" h="325487">
                  <a:moveTo>
                    <a:pt x="843558" y="207839"/>
                  </a:moveTo>
                  <a:lnTo>
                    <a:pt x="795561" y="214536"/>
                  </a:lnTo>
                  <a:cubicBezTo>
                    <a:pt x="780678" y="216471"/>
                    <a:pt x="769479" y="220080"/>
                    <a:pt x="761963" y="225363"/>
                  </a:cubicBezTo>
                  <a:cubicBezTo>
                    <a:pt x="754447" y="230647"/>
                    <a:pt x="750689" y="239911"/>
                    <a:pt x="750689" y="253157"/>
                  </a:cubicBezTo>
                  <a:cubicBezTo>
                    <a:pt x="750689" y="262831"/>
                    <a:pt x="754149" y="270756"/>
                    <a:pt x="761070" y="276932"/>
                  </a:cubicBezTo>
                  <a:cubicBezTo>
                    <a:pt x="767990" y="283109"/>
                    <a:pt x="777255" y="286197"/>
                    <a:pt x="788864" y="286197"/>
                  </a:cubicBezTo>
                  <a:cubicBezTo>
                    <a:pt x="804639" y="286197"/>
                    <a:pt x="817699" y="280653"/>
                    <a:pt x="828043" y="269565"/>
                  </a:cubicBezTo>
                  <a:cubicBezTo>
                    <a:pt x="838386" y="258478"/>
                    <a:pt x="843558" y="244525"/>
                    <a:pt x="843558" y="227707"/>
                  </a:cubicBezTo>
                  <a:close/>
                  <a:moveTo>
                    <a:pt x="443508" y="207839"/>
                  </a:moveTo>
                  <a:lnTo>
                    <a:pt x="395511" y="214536"/>
                  </a:lnTo>
                  <a:cubicBezTo>
                    <a:pt x="380628" y="216471"/>
                    <a:pt x="369429" y="220080"/>
                    <a:pt x="361913" y="225363"/>
                  </a:cubicBezTo>
                  <a:cubicBezTo>
                    <a:pt x="354397" y="230647"/>
                    <a:pt x="350639" y="239911"/>
                    <a:pt x="350639" y="253157"/>
                  </a:cubicBezTo>
                  <a:cubicBezTo>
                    <a:pt x="350639" y="262831"/>
                    <a:pt x="354099" y="270756"/>
                    <a:pt x="361020" y="276932"/>
                  </a:cubicBezTo>
                  <a:cubicBezTo>
                    <a:pt x="367940" y="283109"/>
                    <a:pt x="377205" y="286197"/>
                    <a:pt x="388814" y="286197"/>
                  </a:cubicBezTo>
                  <a:cubicBezTo>
                    <a:pt x="404589" y="286197"/>
                    <a:pt x="417649" y="280653"/>
                    <a:pt x="427992" y="269565"/>
                  </a:cubicBezTo>
                  <a:cubicBezTo>
                    <a:pt x="438336" y="258478"/>
                    <a:pt x="443508" y="244525"/>
                    <a:pt x="443508" y="227707"/>
                  </a:cubicBezTo>
                  <a:close/>
                  <a:moveTo>
                    <a:pt x="806946" y="86172"/>
                  </a:moveTo>
                  <a:cubicBezTo>
                    <a:pt x="864691" y="86172"/>
                    <a:pt x="893564" y="114598"/>
                    <a:pt x="893564" y="171450"/>
                  </a:cubicBezTo>
                  <a:lnTo>
                    <a:pt x="893564" y="320130"/>
                  </a:lnTo>
                  <a:lnTo>
                    <a:pt x="843335" y="320130"/>
                  </a:lnTo>
                  <a:lnTo>
                    <a:pt x="843335" y="284411"/>
                  </a:lnTo>
                  <a:lnTo>
                    <a:pt x="842442" y="284411"/>
                  </a:lnTo>
                  <a:cubicBezTo>
                    <a:pt x="826666" y="311795"/>
                    <a:pt x="803523" y="325487"/>
                    <a:pt x="773013" y="325487"/>
                  </a:cubicBezTo>
                  <a:cubicBezTo>
                    <a:pt x="750540" y="325487"/>
                    <a:pt x="732941" y="319385"/>
                    <a:pt x="720217" y="307182"/>
                  </a:cubicBezTo>
                  <a:cubicBezTo>
                    <a:pt x="707492" y="294978"/>
                    <a:pt x="701129" y="278830"/>
                    <a:pt x="701129" y="258738"/>
                  </a:cubicBezTo>
                  <a:cubicBezTo>
                    <a:pt x="701129" y="215578"/>
                    <a:pt x="725984" y="190426"/>
                    <a:pt x="775692" y="183282"/>
                  </a:cubicBezTo>
                  <a:lnTo>
                    <a:pt x="843558" y="173683"/>
                  </a:lnTo>
                  <a:cubicBezTo>
                    <a:pt x="843558" y="141089"/>
                    <a:pt x="828080" y="124793"/>
                    <a:pt x="797124" y="124793"/>
                  </a:cubicBezTo>
                  <a:cubicBezTo>
                    <a:pt x="769888" y="124793"/>
                    <a:pt x="745331" y="134169"/>
                    <a:pt x="723454" y="152921"/>
                  </a:cubicBezTo>
                  <a:lnTo>
                    <a:pt x="723454" y="107603"/>
                  </a:lnTo>
                  <a:cubicBezTo>
                    <a:pt x="747564" y="93316"/>
                    <a:pt x="775395" y="86172"/>
                    <a:pt x="806946" y="86172"/>
                  </a:cubicBezTo>
                  <a:close/>
                  <a:moveTo>
                    <a:pt x="406896" y="86172"/>
                  </a:moveTo>
                  <a:cubicBezTo>
                    <a:pt x="464641" y="86172"/>
                    <a:pt x="493514" y="114598"/>
                    <a:pt x="493514" y="171450"/>
                  </a:cubicBezTo>
                  <a:lnTo>
                    <a:pt x="493514" y="320130"/>
                  </a:lnTo>
                  <a:lnTo>
                    <a:pt x="443285" y="320130"/>
                  </a:lnTo>
                  <a:lnTo>
                    <a:pt x="443285" y="284411"/>
                  </a:lnTo>
                  <a:lnTo>
                    <a:pt x="442392" y="284411"/>
                  </a:lnTo>
                  <a:cubicBezTo>
                    <a:pt x="426616" y="311795"/>
                    <a:pt x="403473" y="325487"/>
                    <a:pt x="372963" y="325487"/>
                  </a:cubicBezTo>
                  <a:cubicBezTo>
                    <a:pt x="350490" y="325487"/>
                    <a:pt x="332891" y="319385"/>
                    <a:pt x="320167" y="307182"/>
                  </a:cubicBezTo>
                  <a:cubicBezTo>
                    <a:pt x="307442" y="294978"/>
                    <a:pt x="301079" y="278830"/>
                    <a:pt x="301079" y="258738"/>
                  </a:cubicBezTo>
                  <a:cubicBezTo>
                    <a:pt x="301079" y="215578"/>
                    <a:pt x="325934" y="190426"/>
                    <a:pt x="375642" y="183282"/>
                  </a:cubicBezTo>
                  <a:lnTo>
                    <a:pt x="443508" y="173683"/>
                  </a:lnTo>
                  <a:cubicBezTo>
                    <a:pt x="443508" y="141089"/>
                    <a:pt x="428030" y="124793"/>
                    <a:pt x="397074" y="124793"/>
                  </a:cubicBezTo>
                  <a:cubicBezTo>
                    <a:pt x="369838" y="124793"/>
                    <a:pt x="345281" y="134169"/>
                    <a:pt x="323404" y="152921"/>
                  </a:cubicBezTo>
                  <a:lnTo>
                    <a:pt x="323404" y="107603"/>
                  </a:lnTo>
                  <a:cubicBezTo>
                    <a:pt x="347514" y="93316"/>
                    <a:pt x="375345" y="86172"/>
                    <a:pt x="406896" y="86172"/>
                  </a:cubicBezTo>
                  <a:close/>
                  <a:moveTo>
                    <a:pt x="52908" y="45095"/>
                  </a:moveTo>
                  <a:lnTo>
                    <a:pt x="52908" y="275258"/>
                  </a:lnTo>
                  <a:lnTo>
                    <a:pt x="95325" y="275258"/>
                  </a:lnTo>
                  <a:cubicBezTo>
                    <a:pt x="132680" y="275258"/>
                    <a:pt x="161739" y="264989"/>
                    <a:pt x="182501" y="244451"/>
                  </a:cubicBezTo>
                  <a:cubicBezTo>
                    <a:pt x="203262" y="223912"/>
                    <a:pt x="213643" y="194891"/>
                    <a:pt x="213643" y="157386"/>
                  </a:cubicBezTo>
                  <a:cubicBezTo>
                    <a:pt x="213643" y="82526"/>
                    <a:pt x="174873" y="45095"/>
                    <a:pt x="97334" y="45095"/>
                  </a:cubicBezTo>
                  <a:close/>
                  <a:moveTo>
                    <a:pt x="622027" y="23887"/>
                  </a:moveTo>
                  <a:lnTo>
                    <a:pt x="622027" y="91530"/>
                  </a:lnTo>
                  <a:lnTo>
                    <a:pt x="676722" y="91530"/>
                  </a:lnTo>
                  <a:lnTo>
                    <a:pt x="676722" y="132160"/>
                  </a:lnTo>
                  <a:lnTo>
                    <a:pt x="622027" y="132160"/>
                  </a:lnTo>
                  <a:lnTo>
                    <a:pt x="622027" y="246460"/>
                  </a:lnTo>
                  <a:cubicBezTo>
                    <a:pt x="622027" y="260003"/>
                    <a:pt x="624483" y="269677"/>
                    <a:pt x="629394" y="275481"/>
                  </a:cubicBezTo>
                  <a:cubicBezTo>
                    <a:pt x="634306" y="281285"/>
                    <a:pt x="642491" y="284188"/>
                    <a:pt x="653951" y="284188"/>
                  </a:cubicBezTo>
                  <a:cubicBezTo>
                    <a:pt x="662732" y="284188"/>
                    <a:pt x="670322" y="281658"/>
                    <a:pt x="676722" y="276597"/>
                  </a:cubicBezTo>
                  <a:lnTo>
                    <a:pt x="676722" y="317674"/>
                  </a:lnTo>
                  <a:cubicBezTo>
                    <a:pt x="666601" y="322734"/>
                    <a:pt x="653281" y="325264"/>
                    <a:pt x="636761" y="325264"/>
                  </a:cubicBezTo>
                  <a:cubicBezTo>
                    <a:pt x="592410" y="325264"/>
                    <a:pt x="570235" y="303982"/>
                    <a:pt x="570235" y="261417"/>
                  </a:cubicBezTo>
                  <a:lnTo>
                    <a:pt x="570235" y="132160"/>
                  </a:lnTo>
                  <a:lnTo>
                    <a:pt x="532061" y="132160"/>
                  </a:lnTo>
                  <a:lnTo>
                    <a:pt x="532061" y="91530"/>
                  </a:lnTo>
                  <a:lnTo>
                    <a:pt x="570235" y="91530"/>
                  </a:lnTo>
                  <a:lnTo>
                    <a:pt x="570235" y="38621"/>
                  </a:lnTo>
                  <a:close/>
                  <a:moveTo>
                    <a:pt x="0" y="0"/>
                  </a:moveTo>
                  <a:lnTo>
                    <a:pt x="92422" y="0"/>
                  </a:lnTo>
                  <a:cubicBezTo>
                    <a:pt x="210443" y="0"/>
                    <a:pt x="269453" y="52016"/>
                    <a:pt x="269453" y="156047"/>
                  </a:cubicBezTo>
                  <a:cubicBezTo>
                    <a:pt x="269453" y="205458"/>
                    <a:pt x="253082" y="245157"/>
                    <a:pt x="220340" y="275146"/>
                  </a:cubicBezTo>
                  <a:cubicBezTo>
                    <a:pt x="187598" y="305135"/>
                    <a:pt x="143694" y="320130"/>
                    <a:pt x="88627" y="320130"/>
                  </a:cubicBezTo>
                  <a:lnTo>
                    <a:pt x="0" y="320130"/>
                  </a:lnTo>
                  <a:close/>
                </a:path>
              </a:pathLst>
            </a:custGeom>
            <a:solidFill>
              <a:sysClr val="window" lastClr="FFFFFF"/>
            </a:solidFill>
            <a:ln w="10795" cap="flat" cmpd="sng" algn="ctr">
              <a:noFill/>
              <a:prstDash val="solid"/>
              <a:headEnd type="none" w="med" len="med"/>
              <a:tailEnd type="none" w="med" len="med"/>
            </a:ln>
            <a:effectLst/>
            <a:sp3d>
              <a:bevelB h="0"/>
            </a:sp3d>
          </p:spPr>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gradFill>
                  <a:gsLst>
                    <a:gs pos="40075">
                      <a:srgbClr val="FFFFFF"/>
                    </a:gs>
                    <a:gs pos="30000">
                      <a:srgbClr val="FFFFFF"/>
                    </a:gs>
                  </a:gsLst>
                  <a:lin ang="5400000" scaled="0"/>
                </a:gradFill>
                <a:effectLst/>
                <a:uLnTx/>
                <a:uFillTx/>
                <a:latin typeface="Segoe UI"/>
                <a:ea typeface="+mn-ea"/>
                <a:cs typeface="+mn-cs"/>
              </a:endParaRPr>
            </a:p>
          </p:txBody>
        </p:sp>
      </p:grpSp>
      <p:sp>
        <p:nvSpPr>
          <p:cNvPr id="2" name="Title 1">
            <a:extLst>
              <a:ext uri="{FF2B5EF4-FFF2-40B4-BE49-F238E27FC236}">
                <a16:creationId xmlns:a16="http://schemas.microsoft.com/office/drawing/2014/main" id="{9142E809-D0CC-4CED-9A3A-70E83260F107}"/>
              </a:ext>
            </a:extLst>
          </p:cNvPr>
          <p:cNvSpPr>
            <a:spLocks noGrp="1"/>
          </p:cNvSpPr>
          <p:nvPr>
            <p:ph type="title"/>
          </p:nvPr>
        </p:nvSpPr>
        <p:spPr/>
        <p:txBody>
          <a:bodyPr/>
          <a:lstStyle/>
          <a:p>
            <a:r>
              <a:rPr lang="en-US" sz="3600" spc="-50" dirty="0">
                <a:ln w="3175">
                  <a:noFill/>
                </a:ln>
                <a:solidFill>
                  <a:srgbClr val="1A1A1A"/>
                </a:solidFill>
                <a:latin typeface="Segoe UI Semibold"/>
                <a:ea typeface="+mn-ea"/>
                <a:cs typeface="Segoe UI" pitchFamily="34" charset="0"/>
              </a:rPr>
              <a:t>Let’s talk about data</a:t>
            </a:r>
          </a:p>
        </p:txBody>
      </p:sp>
      <p:sp>
        <p:nvSpPr>
          <p:cNvPr id="101" name="Isosceles Triangle 100" descr="arrow point">
            <a:extLst>
              <a:ext uri="{FF2B5EF4-FFF2-40B4-BE49-F238E27FC236}">
                <a16:creationId xmlns:a16="http://schemas.microsoft.com/office/drawing/2014/main" id="{5E7C7959-67DB-4855-8812-FA561BF69524}"/>
              </a:ext>
            </a:extLst>
          </p:cNvPr>
          <p:cNvSpPr/>
          <p:nvPr/>
        </p:nvSpPr>
        <p:spPr bwMode="auto">
          <a:xfrm rot="8230952">
            <a:off x="5523110" y="3001926"/>
            <a:ext cx="158963" cy="197247"/>
          </a:xfrm>
          <a:prstGeom prst="triangle">
            <a:avLst/>
          </a:prstGeom>
          <a:solidFill>
            <a:srgbClr val="D83B01"/>
          </a:solidFill>
          <a:ln w="9525" cap="flat" cmpd="sng" algn="ctr">
            <a:solidFill>
              <a:srgbClr val="D83B0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2" name="Isosceles Triangle 101" descr="arrow point">
            <a:extLst>
              <a:ext uri="{FF2B5EF4-FFF2-40B4-BE49-F238E27FC236}">
                <a16:creationId xmlns:a16="http://schemas.microsoft.com/office/drawing/2014/main" id="{9C3DD656-14D7-4D29-A4E3-CECF25EEEAEE}"/>
              </a:ext>
            </a:extLst>
          </p:cNvPr>
          <p:cNvSpPr/>
          <p:nvPr/>
        </p:nvSpPr>
        <p:spPr bwMode="auto">
          <a:xfrm rot="13658326">
            <a:off x="6542129" y="3081896"/>
            <a:ext cx="158963" cy="197247"/>
          </a:xfrm>
          <a:prstGeom prst="triangle">
            <a:avLst/>
          </a:prstGeom>
          <a:solidFill>
            <a:srgbClr val="D83B01"/>
          </a:solidFill>
          <a:ln w="9525" cap="flat" cmpd="sng" algn="ctr">
            <a:solidFill>
              <a:srgbClr val="D83B0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3" name="Isosceles Triangle 102" descr="arrow point">
            <a:extLst>
              <a:ext uri="{FF2B5EF4-FFF2-40B4-BE49-F238E27FC236}">
                <a16:creationId xmlns:a16="http://schemas.microsoft.com/office/drawing/2014/main" id="{7E62CE6D-4B4A-431E-87A1-E062CD603564}"/>
              </a:ext>
            </a:extLst>
          </p:cNvPr>
          <p:cNvSpPr/>
          <p:nvPr/>
        </p:nvSpPr>
        <p:spPr bwMode="auto">
          <a:xfrm rot="19177922">
            <a:off x="6433504" y="4054664"/>
            <a:ext cx="158963" cy="197247"/>
          </a:xfrm>
          <a:prstGeom prst="triangle">
            <a:avLst/>
          </a:prstGeom>
          <a:solidFill>
            <a:srgbClr val="D83B01"/>
          </a:solidFill>
          <a:ln w="9525" cap="flat" cmpd="sng" algn="ctr">
            <a:solidFill>
              <a:srgbClr val="D83B0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104" name="Group 103">
            <a:extLst>
              <a:ext uri="{FF2B5EF4-FFF2-40B4-BE49-F238E27FC236}">
                <a16:creationId xmlns:a16="http://schemas.microsoft.com/office/drawing/2014/main" id="{78268F0F-F93F-4462-BC8F-F17C84C1FE53}"/>
              </a:ext>
            </a:extLst>
          </p:cNvPr>
          <p:cNvGrpSpPr/>
          <p:nvPr/>
        </p:nvGrpSpPr>
        <p:grpSpPr>
          <a:xfrm>
            <a:off x="5555029" y="1642871"/>
            <a:ext cx="1020792" cy="836962"/>
            <a:chOff x="3805319" y="1977002"/>
            <a:chExt cx="1020792" cy="836962"/>
          </a:xfrm>
        </p:grpSpPr>
        <p:pic>
          <p:nvPicPr>
            <p:cNvPr id="105" name="Graphic 104">
              <a:extLst>
                <a:ext uri="{FF2B5EF4-FFF2-40B4-BE49-F238E27FC236}">
                  <a16:creationId xmlns:a16="http://schemas.microsoft.com/office/drawing/2014/main" id="{0C31CED0-D287-4A01-BE0D-81368CE01F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72815" y="1977002"/>
              <a:ext cx="685800" cy="514350"/>
            </a:xfrm>
            <a:prstGeom prst="rect">
              <a:avLst/>
            </a:prstGeom>
          </p:spPr>
        </p:pic>
        <p:sp>
          <p:nvSpPr>
            <p:cNvPr id="106" name="TextBox 105">
              <a:extLst>
                <a:ext uri="{FF2B5EF4-FFF2-40B4-BE49-F238E27FC236}">
                  <a16:creationId xmlns:a16="http://schemas.microsoft.com/office/drawing/2014/main" id="{8C459A59-0A52-49E9-9E69-C01C7D4BF8E3}"/>
                </a:ext>
              </a:extLst>
            </p:cNvPr>
            <p:cNvSpPr txBox="1"/>
            <p:nvPr/>
          </p:nvSpPr>
          <p:spPr>
            <a:xfrm>
              <a:off x="3805319" y="2506187"/>
              <a:ext cx="1020792"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Power BI</a:t>
              </a:r>
            </a:p>
          </p:txBody>
        </p:sp>
      </p:grpSp>
      <p:grpSp>
        <p:nvGrpSpPr>
          <p:cNvPr id="107" name="Group 106">
            <a:extLst>
              <a:ext uri="{FF2B5EF4-FFF2-40B4-BE49-F238E27FC236}">
                <a16:creationId xmlns:a16="http://schemas.microsoft.com/office/drawing/2014/main" id="{953780EF-E82B-42D9-9E21-6C99A4367125}"/>
              </a:ext>
            </a:extLst>
          </p:cNvPr>
          <p:cNvGrpSpPr/>
          <p:nvPr/>
        </p:nvGrpSpPr>
        <p:grpSpPr>
          <a:xfrm>
            <a:off x="7196195" y="3299919"/>
            <a:ext cx="1156022" cy="803077"/>
            <a:chOff x="7238769" y="2103287"/>
            <a:chExt cx="1156022" cy="803077"/>
          </a:xfrm>
        </p:grpSpPr>
        <p:pic>
          <p:nvPicPr>
            <p:cNvPr id="108" name="Graphic 107">
              <a:extLst>
                <a:ext uri="{FF2B5EF4-FFF2-40B4-BE49-F238E27FC236}">
                  <a16:creationId xmlns:a16="http://schemas.microsoft.com/office/drawing/2014/main" id="{520B0223-9674-44B8-BFFF-7CB223B617E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82722" y="2103287"/>
              <a:ext cx="666750" cy="495300"/>
            </a:xfrm>
            <a:prstGeom prst="rect">
              <a:avLst/>
            </a:prstGeom>
          </p:spPr>
        </p:pic>
        <p:sp>
          <p:nvSpPr>
            <p:cNvPr id="109" name="TextBox 108">
              <a:extLst>
                <a:ext uri="{FF2B5EF4-FFF2-40B4-BE49-F238E27FC236}">
                  <a16:creationId xmlns:a16="http://schemas.microsoft.com/office/drawing/2014/main" id="{7D406CF8-2DDB-48AC-AF60-F2C0E85F4713}"/>
                </a:ext>
              </a:extLst>
            </p:cNvPr>
            <p:cNvSpPr txBox="1"/>
            <p:nvPr/>
          </p:nvSpPr>
          <p:spPr>
            <a:xfrm>
              <a:off x="7238769" y="2598587"/>
              <a:ext cx="1156022" cy="307777"/>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Automate</a:t>
              </a:r>
            </a:p>
          </p:txBody>
        </p:sp>
      </p:grpSp>
      <p:grpSp>
        <p:nvGrpSpPr>
          <p:cNvPr id="110" name="Group 109">
            <a:extLst>
              <a:ext uri="{FF2B5EF4-FFF2-40B4-BE49-F238E27FC236}">
                <a16:creationId xmlns:a16="http://schemas.microsoft.com/office/drawing/2014/main" id="{D9071852-9A71-457A-8138-1B847AB3BFC0}"/>
              </a:ext>
            </a:extLst>
          </p:cNvPr>
          <p:cNvGrpSpPr/>
          <p:nvPr/>
        </p:nvGrpSpPr>
        <p:grpSpPr>
          <a:xfrm>
            <a:off x="3806185" y="3251466"/>
            <a:ext cx="1379865" cy="812602"/>
            <a:chOff x="3468923" y="4902989"/>
            <a:chExt cx="1379865" cy="812602"/>
          </a:xfrm>
        </p:grpSpPr>
        <p:pic>
          <p:nvPicPr>
            <p:cNvPr id="114" name="Graphic 113">
              <a:extLst>
                <a:ext uri="{FF2B5EF4-FFF2-40B4-BE49-F238E27FC236}">
                  <a16:creationId xmlns:a16="http://schemas.microsoft.com/office/drawing/2014/main" id="{8FDB9C53-EE1D-4CAB-A388-8B4FE0252BB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30365" y="4902989"/>
              <a:ext cx="666750" cy="504825"/>
            </a:xfrm>
            <a:prstGeom prst="rect">
              <a:avLst/>
            </a:prstGeom>
          </p:spPr>
        </p:pic>
        <p:sp>
          <p:nvSpPr>
            <p:cNvPr id="115" name="TextBox 114">
              <a:extLst>
                <a:ext uri="{FF2B5EF4-FFF2-40B4-BE49-F238E27FC236}">
                  <a16:creationId xmlns:a16="http://schemas.microsoft.com/office/drawing/2014/main" id="{105C70C2-98D8-44E4-BB84-F1B6736BD7CC}"/>
                </a:ext>
              </a:extLst>
            </p:cNvPr>
            <p:cNvSpPr txBox="1"/>
            <p:nvPr/>
          </p:nvSpPr>
          <p:spPr>
            <a:xfrm>
              <a:off x="3468923" y="5407814"/>
              <a:ext cx="1379865" cy="307777"/>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Power Apps</a:t>
              </a:r>
            </a:p>
          </p:txBody>
        </p:sp>
      </p:grpSp>
      <p:grpSp>
        <p:nvGrpSpPr>
          <p:cNvPr id="122" name="Group 121">
            <a:extLst>
              <a:ext uri="{FF2B5EF4-FFF2-40B4-BE49-F238E27FC236}">
                <a16:creationId xmlns:a16="http://schemas.microsoft.com/office/drawing/2014/main" id="{664FDF44-E52A-43E3-B3A0-561CA0781451}"/>
              </a:ext>
            </a:extLst>
          </p:cNvPr>
          <p:cNvGrpSpPr/>
          <p:nvPr/>
        </p:nvGrpSpPr>
        <p:grpSpPr>
          <a:xfrm>
            <a:off x="5520754" y="4799535"/>
            <a:ext cx="1141338" cy="1044059"/>
            <a:chOff x="3540361" y="5160402"/>
            <a:chExt cx="1141338" cy="1044059"/>
          </a:xfrm>
        </p:grpSpPr>
        <p:sp>
          <p:nvSpPr>
            <p:cNvPr id="125" name="TextBox 124">
              <a:extLst>
                <a:ext uri="{FF2B5EF4-FFF2-40B4-BE49-F238E27FC236}">
                  <a16:creationId xmlns:a16="http://schemas.microsoft.com/office/drawing/2014/main" id="{AAD659B5-E752-4C16-8216-62BCFDD4B91D}"/>
                </a:ext>
              </a:extLst>
            </p:cNvPr>
            <p:cNvSpPr txBox="1"/>
            <p:nvPr/>
          </p:nvSpPr>
          <p:spPr>
            <a:xfrm>
              <a:off x="3540361" y="5896684"/>
              <a:ext cx="1141338"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AI Builder</a:t>
              </a:r>
            </a:p>
          </p:txBody>
        </p:sp>
        <p:pic>
          <p:nvPicPr>
            <p:cNvPr id="126" name="Graphic 125">
              <a:extLst>
                <a:ext uri="{FF2B5EF4-FFF2-40B4-BE49-F238E27FC236}">
                  <a16:creationId xmlns:a16="http://schemas.microsoft.com/office/drawing/2014/main" id="{E2A3F6ED-7E83-4FA5-A730-0D34ACE2FCF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696652" y="5160402"/>
              <a:ext cx="698454" cy="717161"/>
            </a:xfrm>
            <a:prstGeom prst="rect">
              <a:avLst/>
            </a:prstGeom>
          </p:spPr>
        </p:pic>
      </p:grpSp>
      <p:sp>
        <p:nvSpPr>
          <p:cNvPr id="151" name="Engage">
            <a:extLst>
              <a:ext uri="{FF2B5EF4-FFF2-40B4-BE49-F238E27FC236}">
                <a16:creationId xmlns:a16="http://schemas.microsoft.com/office/drawing/2014/main" id="{DC6B16AC-4873-4289-91B1-C5D9F8D76AC0}"/>
              </a:ext>
            </a:extLst>
          </p:cNvPr>
          <p:cNvSpPr txBox="1">
            <a:spLocks/>
          </p:cNvSpPr>
          <p:nvPr/>
        </p:nvSpPr>
        <p:spPr>
          <a:xfrm>
            <a:off x="5796197" y="2715083"/>
            <a:ext cx="588303" cy="276999"/>
          </a:xfrm>
          <a:prstGeom prst="rect">
            <a:avLst/>
          </a:prstGeom>
        </p:spPr>
        <p:txBody>
          <a:bodyPr vert="horz" wrap="none" lIns="0" tIns="0" rIns="0" bIns="0" rtlCol="0" anchor="ctr">
            <a:spAutoFit/>
          </a:bodyPr>
          <a:lstStyle>
            <a:defPPr>
              <a:defRPr lang="en-US"/>
            </a:defPPr>
            <a:lvl1pPr marR="0" indent="0" algn="r"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Know</a:t>
            </a:r>
          </a:p>
        </p:txBody>
      </p:sp>
      <p:grpSp>
        <p:nvGrpSpPr>
          <p:cNvPr id="44" name="DATA" descr="Data circle">
            <a:extLst>
              <a:ext uri="{FF2B5EF4-FFF2-40B4-BE49-F238E27FC236}">
                <a16:creationId xmlns:a16="http://schemas.microsoft.com/office/drawing/2014/main" id="{1BF64D6A-62C2-4C70-B9E7-2B6C8A6E4902}"/>
              </a:ext>
            </a:extLst>
          </p:cNvPr>
          <p:cNvGrpSpPr/>
          <p:nvPr/>
        </p:nvGrpSpPr>
        <p:grpSpPr>
          <a:xfrm>
            <a:off x="5711193" y="3246825"/>
            <a:ext cx="734922" cy="734922"/>
            <a:chOff x="5745459" y="3239555"/>
            <a:chExt cx="734922" cy="734922"/>
          </a:xfrm>
          <a:scene3d>
            <a:camera prst="perspectiveFront"/>
            <a:lightRig rig="threePt" dir="t"/>
          </a:scene3d>
        </p:grpSpPr>
        <p:sp>
          <p:nvSpPr>
            <p:cNvPr id="45" name="circle1">
              <a:extLst>
                <a:ext uri="{FF2B5EF4-FFF2-40B4-BE49-F238E27FC236}">
                  <a16:creationId xmlns:a16="http://schemas.microsoft.com/office/drawing/2014/main" id="{69B9DE20-CDE2-42A4-8875-72566BE6A85C}"/>
                </a:ext>
              </a:extLst>
            </p:cNvPr>
            <p:cNvSpPr/>
            <p:nvPr/>
          </p:nvSpPr>
          <p:spPr bwMode="auto">
            <a:xfrm flipH="1">
              <a:off x="5745459" y="3239555"/>
              <a:ext cx="734922" cy="734922"/>
            </a:xfrm>
            <a:prstGeom prst="ellipse">
              <a:avLst/>
            </a:prstGeom>
            <a:solidFill>
              <a:sysClr val="window" lastClr="FFFFFF"/>
            </a:solidFill>
            <a:ln w="57150" cap="flat" cmpd="sng" algn="ctr">
              <a:noFill/>
              <a:prstDash val="solid"/>
            </a:ln>
            <a:effectLst>
              <a:outerShdw blurRad="254000" dist="50800" dir="2700000" sx="101000" sy="101000" algn="tl" rotWithShape="0">
                <a:prstClr val="black">
                  <a:alpha val="35000"/>
                </a:prstClr>
              </a:outerShdw>
            </a:effectLst>
            <a:sp3d>
              <a:bevelB h="0"/>
            </a:sp3d>
          </p:spPr>
          <p:txBody>
            <a:bodyPr vert="horz" wrap="square" lIns="0" tIns="46630" rIns="0" bIns="46630" numCol="1" rtlCol="0" anchor="ctr" anchorCtr="0" compatLnSpc="1">
              <a:prstTxWarp prst="textNoShape">
                <a:avLst/>
              </a:prstTxWarp>
            </a:bodyPr>
            <a:lstStyle/>
            <a:p>
              <a:pPr marL="0" marR="0" lvl="0" indent="0" algn="ctr" defTabSz="932256" rtl="0" eaLnBrk="1" fontAlgn="base" latinLnBrk="0" hangingPunct="1">
                <a:lnSpc>
                  <a:spcPct val="100000"/>
                </a:lnSpc>
                <a:spcBef>
                  <a:spcPct val="0"/>
                </a:spcBef>
                <a:spcAft>
                  <a:spcPct val="0"/>
                </a:spcAft>
                <a:buClrTx/>
                <a:buSzTx/>
                <a:buFontTx/>
                <a:buNone/>
                <a:tabLst/>
                <a:defRPr/>
              </a:pPr>
              <a:endParaRPr kumimoji="0" lang="en-US" sz="4400" b="0" i="0" u="none" strike="noStrike" kern="0" cap="none" spc="0" normalizeH="0" baseline="0" noProof="0">
                <a:ln>
                  <a:noFill/>
                </a:ln>
                <a:gradFill>
                  <a:gsLst>
                    <a:gs pos="0">
                      <a:srgbClr val="FFFFFF"/>
                    </a:gs>
                    <a:gs pos="100000">
                      <a:srgbClr val="FFFFFF"/>
                    </a:gs>
                  </a:gsLst>
                  <a:lin ang="5400000" scaled="0"/>
                </a:gradFill>
                <a:effectLst/>
                <a:uLnTx/>
                <a:uFillTx/>
                <a:latin typeface="SegoeUI"/>
                <a:ea typeface="+mn-ea"/>
                <a:cs typeface="+mn-cs"/>
              </a:endParaRPr>
            </a:p>
          </p:txBody>
        </p:sp>
        <p:sp>
          <p:nvSpPr>
            <p:cNvPr id="46" name="circle1">
              <a:extLst>
                <a:ext uri="{FF2B5EF4-FFF2-40B4-BE49-F238E27FC236}">
                  <a16:creationId xmlns:a16="http://schemas.microsoft.com/office/drawing/2014/main" id="{15977EB0-BCCD-48A9-A0C3-91BA07AD9FE3}"/>
                </a:ext>
              </a:extLst>
            </p:cNvPr>
            <p:cNvSpPr/>
            <p:nvPr/>
          </p:nvSpPr>
          <p:spPr bwMode="auto">
            <a:xfrm flipH="1">
              <a:off x="5767712" y="3261807"/>
              <a:ext cx="690417" cy="690418"/>
            </a:xfrm>
            <a:prstGeom prst="ellipse">
              <a:avLst/>
            </a:prstGeom>
            <a:solidFill>
              <a:srgbClr val="3C3C41"/>
            </a:solidFill>
            <a:ln w="57150" cap="flat" cmpd="sng" algn="ctr">
              <a:noFill/>
              <a:prstDash val="solid"/>
            </a:ln>
            <a:effectLst>
              <a:outerShdw blurRad="254000" dist="50800" dir="2700000" sx="101000" sy="101000" algn="tl" rotWithShape="0">
                <a:prstClr val="black">
                  <a:alpha val="35000"/>
                </a:prstClr>
              </a:outerShdw>
            </a:effectLst>
            <a:sp3d>
              <a:bevelB h="0"/>
            </a:sp3d>
          </p:spPr>
          <p:txBody>
            <a:bodyPr vert="horz" wrap="square" lIns="0" tIns="46630" rIns="0" bIns="46630" numCol="1" rtlCol="0" anchor="ctr" anchorCtr="0" compatLnSpc="1">
              <a:prstTxWarp prst="textNoShape">
                <a:avLst/>
              </a:prstTxWarp>
            </a:bodyPr>
            <a:lstStyle/>
            <a:p>
              <a:pPr marL="0" marR="0" lvl="0" indent="0" algn="ctr" defTabSz="932256" rtl="0" eaLnBrk="1" fontAlgn="base" latinLnBrk="0" hangingPunct="1">
                <a:lnSpc>
                  <a:spcPct val="100000"/>
                </a:lnSpc>
                <a:spcBef>
                  <a:spcPct val="0"/>
                </a:spcBef>
                <a:spcAft>
                  <a:spcPct val="0"/>
                </a:spcAft>
                <a:buClrTx/>
                <a:buSzTx/>
                <a:buFontTx/>
                <a:buNone/>
                <a:tabLst/>
                <a:defRPr/>
              </a:pPr>
              <a:endParaRPr kumimoji="0" lang="en-US" sz="4400" b="0" i="0" u="none" strike="noStrike" kern="0" cap="none" spc="0" normalizeH="0" baseline="0" noProof="0">
                <a:ln>
                  <a:noFill/>
                </a:ln>
                <a:gradFill>
                  <a:gsLst>
                    <a:gs pos="0">
                      <a:srgbClr val="FFFFFF"/>
                    </a:gs>
                    <a:gs pos="100000">
                      <a:srgbClr val="FFFFFF"/>
                    </a:gs>
                  </a:gsLst>
                  <a:lin ang="5400000" scaled="0"/>
                </a:gradFill>
                <a:effectLst/>
                <a:uLnTx/>
                <a:uFillTx/>
                <a:latin typeface="SegoeUI"/>
                <a:ea typeface="+mn-ea"/>
                <a:cs typeface="+mn-cs"/>
              </a:endParaRPr>
            </a:p>
          </p:txBody>
        </p:sp>
        <p:sp>
          <p:nvSpPr>
            <p:cNvPr id="47" name="Freeform: Shape 46">
              <a:extLst>
                <a:ext uri="{FF2B5EF4-FFF2-40B4-BE49-F238E27FC236}">
                  <a16:creationId xmlns:a16="http://schemas.microsoft.com/office/drawing/2014/main" id="{2A154945-2B14-493C-B00F-B2AD8DE40C7E}"/>
                </a:ext>
              </a:extLst>
            </p:cNvPr>
            <p:cNvSpPr/>
            <p:nvPr/>
          </p:nvSpPr>
          <p:spPr bwMode="auto">
            <a:xfrm>
              <a:off x="5789743" y="3277146"/>
              <a:ext cx="654016" cy="659759"/>
            </a:xfrm>
            <a:custGeom>
              <a:avLst/>
              <a:gdLst/>
              <a:ahLst/>
              <a:cxnLst/>
              <a:rect l="l" t="t" r="r" b="b"/>
              <a:pathLst>
                <a:path w="2121009" h="2139631">
                  <a:moveTo>
                    <a:pt x="1451967" y="1982391"/>
                  </a:moveTo>
                  <a:cubicBezTo>
                    <a:pt x="1476772" y="1982391"/>
                    <a:pt x="1495376" y="1991457"/>
                    <a:pt x="1507778" y="2009589"/>
                  </a:cubicBezTo>
                  <a:lnTo>
                    <a:pt x="1515028" y="2027255"/>
                  </a:lnTo>
                  <a:lnTo>
                    <a:pt x="1473690" y="2047168"/>
                  </a:lnTo>
                  <a:lnTo>
                    <a:pt x="1471315" y="2036862"/>
                  </a:lnTo>
                  <a:cubicBezTo>
                    <a:pt x="1466553" y="2024459"/>
                    <a:pt x="1459409" y="2018258"/>
                    <a:pt x="1449884" y="2018258"/>
                  </a:cubicBezTo>
                  <a:cubicBezTo>
                    <a:pt x="1434629" y="2018258"/>
                    <a:pt x="1425095" y="2032630"/>
                    <a:pt x="1421281" y="2061372"/>
                  </a:cubicBezTo>
                  <a:lnTo>
                    <a:pt x="1420892" y="2068207"/>
                  </a:lnTo>
                  <a:lnTo>
                    <a:pt x="1372679" y="2085854"/>
                  </a:lnTo>
                  <a:lnTo>
                    <a:pt x="1376753" y="2047187"/>
                  </a:lnTo>
                  <a:cubicBezTo>
                    <a:pt x="1380189" y="2033086"/>
                    <a:pt x="1385342" y="2021185"/>
                    <a:pt x="1392213" y="2011487"/>
                  </a:cubicBezTo>
                  <a:cubicBezTo>
                    <a:pt x="1405955" y="1992089"/>
                    <a:pt x="1425873" y="1982391"/>
                    <a:pt x="1451967" y="1982391"/>
                  </a:cubicBezTo>
                  <a:close/>
                  <a:moveTo>
                    <a:pt x="1109067" y="1982391"/>
                  </a:moveTo>
                  <a:cubicBezTo>
                    <a:pt x="1158677" y="1982391"/>
                    <a:pt x="1183482" y="2018655"/>
                    <a:pt x="1183482" y="2091184"/>
                  </a:cubicBezTo>
                  <a:lnTo>
                    <a:pt x="1179456" y="2129112"/>
                  </a:lnTo>
                  <a:lnTo>
                    <a:pt x="1147259" y="2134026"/>
                  </a:lnTo>
                  <a:lnTo>
                    <a:pt x="1131479" y="2134822"/>
                  </a:lnTo>
                  <a:lnTo>
                    <a:pt x="1133736" y="2125228"/>
                  </a:lnTo>
                  <a:cubicBezTo>
                    <a:pt x="1134951" y="2115927"/>
                    <a:pt x="1135559" y="2105075"/>
                    <a:pt x="1135559" y="2092672"/>
                  </a:cubicBezTo>
                  <a:cubicBezTo>
                    <a:pt x="1135559" y="2043063"/>
                    <a:pt x="1126034" y="2018258"/>
                    <a:pt x="1106984" y="2018258"/>
                  </a:cubicBezTo>
                  <a:cubicBezTo>
                    <a:pt x="1086644" y="2018258"/>
                    <a:pt x="1076474" y="2043807"/>
                    <a:pt x="1076474" y="2094905"/>
                  </a:cubicBezTo>
                  <a:cubicBezTo>
                    <a:pt x="1076474" y="2106935"/>
                    <a:pt x="1077097" y="2117462"/>
                    <a:pt x="1078344" y="2126485"/>
                  </a:cubicBezTo>
                  <a:lnTo>
                    <a:pt x="1081050" y="2137369"/>
                  </a:lnTo>
                  <a:lnTo>
                    <a:pt x="1036248" y="2139631"/>
                  </a:lnTo>
                  <a:lnTo>
                    <a:pt x="1033113" y="2139473"/>
                  </a:lnTo>
                  <a:lnTo>
                    <a:pt x="1028700" y="2096095"/>
                  </a:lnTo>
                  <a:cubicBezTo>
                    <a:pt x="1028700" y="2059087"/>
                    <a:pt x="1035571" y="2030884"/>
                    <a:pt x="1049313" y="2011487"/>
                  </a:cubicBezTo>
                  <a:cubicBezTo>
                    <a:pt x="1063055" y="1992089"/>
                    <a:pt x="1082973" y="1982391"/>
                    <a:pt x="1109067" y="1982391"/>
                  </a:cubicBezTo>
                  <a:close/>
                  <a:moveTo>
                    <a:pt x="766167" y="1982391"/>
                  </a:moveTo>
                  <a:cubicBezTo>
                    <a:pt x="815777" y="1982391"/>
                    <a:pt x="840582" y="2018655"/>
                    <a:pt x="840582" y="2091184"/>
                  </a:cubicBezTo>
                  <a:lnTo>
                    <a:pt x="837456" y="2120629"/>
                  </a:lnTo>
                  <a:lnTo>
                    <a:pt x="817433" y="2117573"/>
                  </a:lnTo>
                  <a:lnTo>
                    <a:pt x="791636" y="2110940"/>
                  </a:lnTo>
                  <a:lnTo>
                    <a:pt x="792659" y="2092672"/>
                  </a:lnTo>
                  <a:cubicBezTo>
                    <a:pt x="792659" y="2043063"/>
                    <a:pt x="783134" y="2018258"/>
                    <a:pt x="764084" y="2018258"/>
                  </a:cubicBezTo>
                  <a:cubicBezTo>
                    <a:pt x="743744" y="2018258"/>
                    <a:pt x="733574" y="2043807"/>
                    <a:pt x="733574" y="2094905"/>
                  </a:cubicBezTo>
                  <a:lnTo>
                    <a:pt x="733641" y="2096027"/>
                  </a:lnTo>
                  <a:lnTo>
                    <a:pt x="713381" y="2090818"/>
                  </a:lnTo>
                  <a:lnTo>
                    <a:pt x="687360" y="2081294"/>
                  </a:lnTo>
                  <a:lnTo>
                    <a:pt x="690953" y="2047187"/>
                  </a:lnTo>
                  <a:cubicBezTo>
                    <a:pt x="694389" y="2033086"/>
                    <a:pt x="699542" y="2021185"/>
                    <a:pt x="706413" y="2011487"/>
                  </a:cubicBezTo>
                  <a:cubicBezTo>
                    <a:pt x="720155" y="1992089"/>
                    <a:pt x="740073" y="1982391"/>
                    <a:pt x="766167" y="1982391"/>
                  </a:cubicBezTo>
                  <a:close/>
                  <a:moveTo>
                    <a:pt x="1285280" y="1981200"/>
                  </a:moveTo>
                  <a:lnTo>
                    <a:pt x="1313706" y="1981200"/>
                  </a:lnTo>
                  <a:lnTo>
                    <a:pt x="1313706" y="2102494"/>
                  </a:lnTo>
                  <a:lnTo>
                    <a:pt x="1266825" y="2114548"/>
                  </a:lnTo>
                  <a:lnTo>
                    <a:pt x="1266825" y="2034183"/>
                  </a:lnTo>
                  <a:cubicBezTo>
                    <a:pt x="1264246" y="2036465"/>
                    <a:pt x="1261195" y="2038623"/>
                    <a:pt x="1257672" y="2040657"/>
                  </a:cubicBezTo>
                  <a:cubicBezTo>
                    <a:pt x="1254150" y="2042691"/>
                    <a:pt x="1250405" y="2044526"/>
                    <a:pt x="1246436" y="2046164"/>
                  </a:cubicBezTo>
                  <a:cubicBezTo>
                    <a:pt x="1242467" y="2047801"/>
                    <a:pt x="1238350" y="2049190"/>
                    <a:pt x="1234083" y="2050331"/>
                  </a:cubicBezTo>
                  <a:cubicBezTo>
                    <a:pt x="1229817" y="2051472"/>
                    <a:pt x="1225600" y="2052290"/>
                    <a:pt x="1221433" y="2052786"/>
                  </a:cubicBezTo>
                  <a:lnTo>
                    <a:pt x="1221433" y="2013198"/>
                  </a:lnTo>
                  <a:cubicBezTo>
                    <a:pt x="1233637" y="2009626"/>
                    <a:pt x="1245146" y="2005062"/>
                    <a:pt x="1255961" y="1999506"/>
                  </a:cubicBezTo>
                  <a:cubicBezTo>
                    <a:pt x="1266776" y="1993950"/>
                    <a:pt x="1276549" y="1987848"/>
                    <a:pt x="1285280" y="1981200"/>
                  </a:cubicBezTo>
                  <a:close/>
                  <a:moveTo>
                    <a:pt x="942380" y="1981200"/>
                  </a:moveTo>
                  <a:lnTo>
                    <a:pt x="970806" y="1981200"/>
                  </a:lnTo>
                  <a:lnTo>
                    <a:pt x="970806" y="2136327"/>
                  </a:lnTo>
                  <a:lnTo>
                    <a:pt x="925237" y="2134026"/>
                  </a:lnTo>
                  <a:lnTo>
                    <a:pt x="923925" y="2133825"/>
                  </a:lnTo>
                  <a:lnTo>
                    <a:pt x="923925" y="2034183"/>
                  </a:lnTo>
                  <a:cubicBezTo>
                    <a:pt x="921346" y="2036465"/>
                    <a:pt x="918295" y="2038623"/>
                    <a:pt x="914772" y="2040657"/>
                  </a:cubicBezTo>
                  <a:cubicBezTo>
                    <a:pt x="911250" y="2042691"/>
                    <a:pt x="907505" y="2044526"/>
                    <a:pt x="903536" y="2046164"/>
                  </a:cubicBezTo>
                  <a:cubicBezTo>
                    <a:pt x="899567" y="2047801"/>
                    <a:pt x="895450" y="2049190"/>
                    <a:pt x="891183" y="2050331"/>
                  </a:cubicBezTo>
                  <a:cubicBezTo>
                    <a:pt x="886917" y="2051472"/>
                    <a:pt x="882700" y="2052290"/>
                    <a:pt x="878533" y="2052786"/>
                  </a:cubicBezTo>
                  <a:lnTo>
                    <a:pt x="878533" y="2013198"/>
                  </a:lnTo>
                  <a:cubicBezTo>
                    <a:pt x="890737" y="2009626"/>
                    <a:pt x="902246" y="2005062"/>
                    <a:pt x="913061" y="1999506"/>
                  </a:cubicBezTo>
                  <a:cubicBezTo>
                    <a:pt x="923876" y="1993950"/>
                    <a:pt x="933649" y="1987848"/>
                    <a:pt x="942380" y="1981200"/>
                  </a:cubicBezTo>
                  <a:close/>
                  <a:moveTo>
                    <a:pt x="599480" y="1981200"/>
                  </a:moveTo>
                  <a:lnTo>
                    <a:pt x="627906" y="1981200"/>
                  </a:lnTo>
                  <a:lnTo>
                    <a:pt x="627906" y="2059534"/>
                  </a:lnTo>
                  <a:lnTo>
                    <a:pt x="613628" y="2054308"/>
                  </a:lnTo>
                  <a:lnTo>
                    <a:pt x="581025" y="2038602"/>
                  </a:lnTo>
                  <a:lnTo>
                    <a:pt x="581025" y="2034183"/>
                  </a:lnTo>
                  <a:lnTo>
                    <a:pt x="577309" y="2036812"/>
                  </a:lnTo>
                  <a:lnTo>
                    <a:pt x="535633" y="2016736"/>
                  </a:lnTo>
                  <a:lnTo>
                    <a:pt x="535633" y="2013198"/>
                  </a:lnTo>
                  <a:cubicBezTo>
                    <a:pt x="547837" y="2009626"/>
                    <a:pt x="559346" y="2005062"/>
                    <a:pt x="570161" y="1999506"/>
                  </a:cubicBezTo>
                  <a:cubicBezTo>
                    <a:pt x="580976" y="1993950"/>
                    <a:pt x="590749" y="1987848"/>
                    <a:pt x="599480" y="1981200"/>
                  </a:cubicBezTo>
                  <a:close/>
                  <a:moveTo>
                    <a:pt x="1449884" y="1684883"/>
                  </a:moveTo>
                  <a:cubicBezTo>
                    <a:pt x="1429544" y="1684883"/>
                    <a:pt x="1419374" y="1710432"/>
                    <a:pt x="1419374" y="1761530"/>
                  </a:cubicBezTo>
                  <a:cubicBezTo>
                    <a:pt x="1419374" y="1809651"/>
                    <a:pt x="1429346" y="1833711"/>
                    <a:pt x="1449289" y="1833711"/>
                  </a:cubicBezTo>
                  <a:cubicBezTo>
                    <a:pt x="1468736" y="1833711"/>
                    <a:pt x="1478459" y="1808907"/>
                    <a:pt x="1478459" y="1759297"/>
                  </a:cubicBezTo>
                  <a:cubicBezTo>
                    <a:pt x="1478459" y="1709688"/>
                    <a:pt x="1468934" y="1684883"/>
                    <a:pt x="1449884" y="1684883"/>
                  </a:cubicBezTo>
                  <a:close/>
                  <a:moveTo>
                    <a:pt x="1106984" y="1684883"/>
                  </a:moveTo>
                  <a:cubicBezTo>
                    <a:pt x="1086644" y="1684883"/>
                    <a:pt x="1076474" y="1710432"/>
                    <a:pt x="1076474" y="1761530"/>
                  </a:cubicBezTo>
                  <a:cubicBezTo>
                    <a:pt x="1076474" y="1809651"/>
                    <a:pt x="1086446" y="1833711"/>
                    <a:pt x="1106389" y="1833711"/>
                  </a:cubicBezTo>
                  <a:cubicBezTo>
                    <a:pt x="1125836" y="1833711"/>
                    <a:pt x="1135559" y="1808907"/>
                    <a:pt x="1135559" y="1759297"/>
                  </a:cubicBezTo>
                  <a:cubicBezTo>
                    <a:pt x="1135559" y="1709688"/>
                    <a:pt x="1126034" y="1684883"/>
                    <a:pt x="1106984" y="1684883"/>
                  </a:cubicBezTo>
                  <a:close/>
                  <a:moveTo>
                    <a:pt x="764084" y="1684883"/>
                  </a:moveTo>
                  <a:cubicBezTo>
                    <a:pt x="743744" y="1684883"/>
                    <a:pt x="733574" y="1710432"/>
                    <a:pt x="733574" y="1761530"/>
                  </a:cubicBezTo>
                  <a:cubicBezTo>
                    <a:pt x="733574" y="1809651"/>
                    <a:pt x="743546" y="1833711"/>
                    <a:pt x="763489" y="1833711"/>
                  </a:cubicBezTo>
                  <a:cubicBezTo>
                    <a:pt x="782936" y="1833711"/>
                    <a:pt x="792659" y="1808907"/>
                    <a:pt x="792659" y="1759297"/>
                  </a:cubicBezTo>
                  <a:cubicBezTo>
                    <a:pt x="792659" y="1709688"/>
                    <a:pt x="783134" y="1684883"/>
                    <a:pt x="764084" y="1684883"/>
                  </a:cubicBezTo>
                  <a:close/>
                  <a:moveTo>
                    <a:pt x="421184" y="1684883"/>
                  </a:moveTo>
                  <a:cubicBezTo>
                    <a:pt x="400844" y="1684883"/>
                    <a:pt x="390674" y="1710432"/>
                    <a:pt x="390674" y="1761530"/>
                  </a:cubicBezTo>
                  <a:cubicBezTo>
                    <a:pt x="390674" y="1809651"/>
                    <a:pt x="400646" y="1833711"/>
                    <a:pt x="420589" y="1833711"/>
                  </a:cubicBezTo>
                  <a:cubicBezTo>
                    <a:pt x="440035" y="1833711"/>
                    <a:pt x="449759" y="1808907"/>
                    <a:pt x="449759" y="1759297"/>
                  </a:cubicBezTo>
                  <a:cubicBezTo>
                    <a:pt x="449759" y="1709688"/>
                    <a:pt x="440234" y="1684883"/>
                    <a:pt x="421184" y="1684883"/>
                  </a:cubicBezTo>
                  <a:close/>
                  <a:moveTo>
                    <a:pt x="1928851" y="1671251"/>
                  </a:moveTo>
                  <a:lnTo>
                    <a:pt x="1907233" y="1700161"/>
                  </a:lnTo>
                  <a:lnTo>
                    <a:pt x="1907233" y="1679823"/>
                  </a:lnTo>
                  <a:close/>
                  <a:moveTo>
                    <a:pt x="1794867" y="1649016"/>
                  </a:moveTo>
                  <a:cubicBezTo>
                    <a:pt x="1832075" y="1649016"/>
                    <a:pt x="1855329" y="1669415"/>
                    <a:pt x="1864631" y="1710212"/>
                  </a:cubicBezTo>
                  <a:lnTo>
                    <a:pt x="1868573" y="1750559"/>
                  </a:lnTo>
                  <a:lnTo>
                    <a:pt x="1815518" y="1808934"/>
                  </a:lnTo>
                  <a:lnTo>
                    <a:pt x="1819536" y="1791853"/>
                  </a:lnTo>
                  <a:cubicBezTo>
                    <a:pt x="1820751" y="1782552"/>
                    <a:pt x="1821359" y="1771700"/>
                    <a:pt x="1821359" y="1759297"/>
                  </a:cubicBezTo>
                  <a:cubicBezTo>
                    <a:pt x="1821359" y="1709688"/>
                    <a:pt x="1811834" y="1684883"/>
                    <a:pt x="1792784" y="1684883"/>
                  </a:cubicBezTo>
                  <a:cubicBezTo>
                    <a:pt x="1772444" y="1684883"/>
                    <a:pt x="1762274" y="1710432"/>
                    <a:pt x="1762274" y="1761530"/>
                  </a:cubicBezTo>
                  <a:cubicBezTo>
                    <a:pt x="1762274" y="1797621"/>
                    <a:pt x="1767883" y="1820177"/>
                    <a:pt x="1779101" y="1829200"/>
                  </a:cubicBezTo>
                  <a:lnTo>
                    <a:pt x="1791099" y="1833336"/>
                  </a:lnTo>
                  <a:lnTo>
                    <a:pt x="1758225" y="1863213"/>
                  </a:lnTo>
                  <a:lnTo>
                    <a:pt x="1757363" y="1863040"/>
                  </a:lnTo>
                  <a:cubicBezTo>
                    <a:pt x="1728788" y="1849664"/>
                    <a:pt x="1714500" y="1816224"/>
                    <a:pt x="1714500" y="1762720"/>
                  </a:cubicBezTo>
                  <a:cubicBezTo>
                    <a:pt x="1714500" y="1725712"/>
                    <a:pt x="1721371" y="1697509"/>
                    <a:pt x="1735113" y="1678112"/>
                  </a:cubicBezTo>
                  <a:cubicBezTo>
                    <a:pt x="1748855" y="1658714"/>
                    <a:pt x="1768773" y="1649016"/>
                    <a:pt x="1794867" y="1649016"/>
                  </a:cubicBezTo>
                  <a:close/>
                  <a:moveTo>
                    <a:pt x="1451967" y="1649016"/>
                  </a:moveTo>
                  <a:cubicBezTo>
                    <a:pt x="1501577" y="1649016"/>
                    <a:pt x="1526382" y="1685280"/>
                    <a:pt x="1526382" y="1757809"/>
                  </a:cubicBezTo>
                  <a:cubicBezTo>
                    <a:pt x="1526382" y="1793925"/>
                    <a:pt x="1519610" y="1821607"/>
                    <a:pt x="1506067" y="1840855"/>
                  </a:cubicBezTo>
                  <a:cubicBezTo>
                    <a:pt x="1492523" y="1860104"/>
                    <a:pt x="1473101" y="1869728"/>
                    <a:pt x="1447800" y="1869728"/>
                  </a:cubicBezTo>
                  <a:cubicBezTo>
                    <a:pt x="1397000" y="1869728"/>
                    <a:pt x="1371600" y="1834059"/>
                    <a:pt x="1371600" y="1762720"/>
                  </a:cubicBezTo>
                  <a:cubicBezTo>
                    <a:pt x="1371600" y="1725712"/>
                    <a:pt x="1378471" y="1697509"/>
                    <a:pt x="1392213" y="1678112"/>
                  </a:cubicBezTo>
                  <a:cubicBezTo>
                    <a:pt x="1405955" y="1658714"/>
                    <a:pt x="1425873" y="1649016"/>
                    <a:pt x="1451967" y="1649016"/>
                  </a:cubicBezTo>
                  <a:close/>
                  <a:moveTo>
                    <a:pt x="1109067" y="1649016"/>
                  </a:moveTo>
                  <a:cubicBezTo>
                    <a:pt x="1158677" y="1649016"/>
                    <a:pt x="1183482" y="1685280"/>
                    <a:pt x="1183482" y="1757809"/>
                  </a:cubicBezTo>
                  <a:cubicBezTo>
                    <a:pt x="1183482" y="1793925"/>
                    <a:pt x="1176710" y="1821607"/>
                    <a:pt x="1163167" y="1840855"/>
                  </a:cubicBezTo>
                  <a:cubicBezTo>
                    <a:pt x="1149623" y="1860104"/>
                    <a:pt x="1130201" y="1869728"/>
                    <a:pt x="1104900" y="1869728"/>
                  </a:cubicBezTo>
                  <a:cubicBezTo>
                    <a:pt x="1054100" y="1869728"/>
                    <a:pt x="1028700" y="1834059"/>
                    <a:pt x="1028700" y="1762720"/>
                  </a:cubicBezTo>
                  <a:cubicBezTo>
                    <a:pt x="1028700" y="1725712"/>
                    <a:pt x="1035571" y="1697509"/>
                    <a:pt x="1049313" y="1678112"/>
                  </a:cubicBezTo>
                  <a:cubicBezTo>
                    <a:pt x="1063055" y="1658714"/>
                    <a:pt x="1082973" y="1649016"/>
                    <a:pt x="1109067" y="1649016"/>
                  </a:cubicBezTo>
                  <a:close/>
                  <a:moveTo>
                    <a:pt x="766167" y="1649016"/>
                  </a:moveTo>
                  <a:cubicBezTo>
                    <a:pt x="815777" y="1649016"/>
                    <a:pt x="840582" y="1685280"/>
                    <a:pt x="840582" y="1757809"/>
                  </a:cubicBezTo>
                  <a:cubicBezTo>
                    <a:pt x="840582" y="1793925"/>
                    <a:pt x="833810" y="1821607"/>
                    <a:pt x="820267" y="1840855"/>
                  </a:cubicBezTo>
                  <a:cubicBezTo>
                    <a:pt x="806723" y="1860104"/>
                    <a:pt x="787301" y="1869728"/>
                    <a:pt x="762000" y="1869728"/>
                  </a:cubicBezTo>
                  <a:cubicBezTo>
                    <a:pt x="711200" y="1869728"/>
                    <a:pt x="685800" y="1834059"/>
                    <a:pt x="685800" y="1762720"/>
                  </a:cubicBezTo>
                  <a:cubicBezTo>
                    <a:pt x="685800" y="1725712"/>
                    <a:pt x="692671" y="1697509"/>
                    <a:pt x="706413" y="1678112"/>
                  </a:cubicBezTo>
                  <a:cubicBezTo>
                    <a:pt x="720155" y="1658714"/>
                    <a:pt x="740073" y="1649016"/>
                    <a:pt x="766167" y="1649016"/>
                  </a:cubicBezTo>
                  <a:close/>
                  <a:moveTo>
                    <a:pt x="423268" y="1649016"/>
                  </a:moveTo>
                  <a:cubicBezTo>
                    <a:pt x="472877" y="1649016"/>
                    <a:pt x="497682" y="1685280"/>
                    <a:pt x="497682" y="1757809"/>
                  </a:cubicBezTo>
                  <a:cubicBezTo>
                    <a:pt x="497682" y="1793925"/>
                    <a:pt x="490910" y="1821607"/>
                    <a:pt x="477367" y="1840855"/>
                  </a:cubicBezTo>
                  <a:cubicBezTo>
                    <a:pt x="463823" y="1860104"/>
                    <a:pt x="444401" y="1869728"/>
                    <a:pt x="419100" y="1869728"/>
                  </a:cubicBezTo>
                  <a:cubicBezTo>
                    <a:pt x="368300" y="1869728"/>
                    <a:pt x="342900" y="1834059"/>
                    <a:pt x="342900" y="1762720"/>
                  </a:cubicBezTo>
                  <a:cubicBezTo>
                    <a:pt x="342900" y="1725712"/>
                    <a:pt x="349771" y="1697509"/>
                    <a:pt x="363513" y="1678112"/>
                  </a:cubicBezTo>
                  <a:cubicBezTo>
                    <a:pt x="377255" y="1658714"/>
                    <a:pt x="397173" y="1649016"/>
                    <a:pt x="423268" y="1649016"/>
                  </a:cubicBezTo>
                  <a:close/>
                  <a:moveTo>
                    <a:pt x="1628180" y="1647825"/>
                  </a:moveTo>
                  <a:lnTo>
                    <a:pt x="1656606" y="1647825"/>
                  </a:lnTo>
                  <a:lnTo>
                    <a:pt x="1656606" y="1866007"/>
                  </a:lnTo>
                  <a:lnTo>
                    <a:pt x="1609725" y="1866007"/>
                  </a:lnTo>
                  <a:lnTo>
                    <a:pt x="1609725" y="1700808"/>
                  </a:lnTo>
                  <a:cubicBezTo>
                    <a:pt x="1607146" y="1703090"/>
                    <a:pt x="1604095" y="1705248"/>
                    <a:pt x="1600572" y="1707282"/>
                  </a:cubicBezTo>
                  <a:cubicBezTo>
                    <a:pt x="1597050" y="1709316"/>
                    <a:pt x="1593305" y="1711152"/>
                    <a:pt x="1589336" y="1712789"/>
                  </a:cubicBezTo>
                  <a:cubicBezTo>
                    <a:pt x="1585367" y="1714426"/>
                    <a:pt x="1581250" y="1715815"/>
                    <a:pt x="1576983" y="1716956"/>
                  </a:cubicBezTo>
                  <a:cubicBezTo>
                    <a:pt x="1572717" y="1718097"/>
                    <a:pt x="1568500" y="1718915"/>
                    <a:pt x="1564333" y="1719411"/>
                  </a:cubicBezTo>
                  <a:lnTo>
                    <a:pt x="1564333" y="1679823"/>
                  </a:lnTo>
                  <a:cubicBezTo>
                    <a:pt x="1576537" y="1676251"/>
                    <a:pt x="1588046" y="1671687"/>
                    <a:pt x="1598861" y="1666131"/>
                  </a:cubicBezTo>
                  <a:cubicBezTo>
                    <a:pt x="1609676" y="1660575"/>
                    <a:pt x="1619449" y="1654473"/>
                    <a:pt x="1628180" y="1647825"/>
                  </a:cubicBezTo>
                  <a:close/>
                  <a:moveTo>
                    <a:pt x="1285280" y="1647825"/>
                  </a:moveTo>
                  <a:lnTo>
                    <a:pt x="1313706" y="1647825"/>
                  </a:lnTo>
                  <a:lnTo>
                    <a:pt x="1313706" y="1866007"/>
                  </a:lnTo>
                  <a:lnTo>
                    <a:pt x="1266825" y="1866007"/>
                  </a:lnTo>
                  <a:lnTo>
                    <a:pt x="1266825" y="1700808"/>
                  </a:lnTo>
                  <a:cubicBezTo>
                    <a:pt x="1264246" y="1703090"/>
                    <a:pt x="1261195" y="1705248"/>
                    <a:pt x="1257672" y="1707282"/>
                  </a:cubicBezTo>
                  <a:cubicBezTo>
                    <a:pt x="1254150" y="1709316"/>
                    <a:pt x="1250405" y="1711152"/>
                    <a:pt x="1246436" y="1712789"/>
                  </a:cubicBezTo>
                  <a:cubicBezTo>
                    <a:pt x="1242467" y="1714426"/>
                    <a:pt x="1238350" y="1715815"/>
                    <a:pt x="1234083" y="1716956"/>
                  </a:cubicBezTo>
                  <a:cubicBezTo>
                    <a:pt x="1229817" y="1718097"/>
                    <a:pt x="1225600" y="1718915"/>
                    <a:pt x="1221433" y="1719411"/>
                  </a:cubicBezTo>
                  <a:lnTo>
                    <a:pt x="1221433" y="1679823"/>
                  </a:lnTo>
                  <a:cubicBezTo>
                    <a:pt x="1233637" y="1676251"/>
                    <a:pt x="1245146" y="1671687"/>
                    <a:pt x="1255961" y="1666131"/>
                  </a:cubicBezTo>
                  <a:cubicBezTo>
                    <a:pt x="1266776" y="1660575"/>
                    <a:pt x="1276549" y="1654473"/>
                    <a:pt x="1285280" y="1647825"/>
                  </a:cubicBezTo>
                  <a:close/>
                  <a:moveTo>
                    <a:pt x="942380" y="1647825"/>
                  </a:moveTo>
                  <a:lnTo>
                    <a:pt x="970806" y="1647825"/>
                  </a:lnTo>
                  <a:lnTo>
                    <a:pt x="970806" y="1866007"/>
                  </a:lnTo>
                  <a:lnTo>
                    <a:pt x="923925" y="1866007"/>
                  </a:lnTo>
                  <a:lnTo>
                    <a:pt x="923925" y="1700808"/>
                  </a:lnTo>
                  <a:cubicBezTo>
                    <a:pt x="921346" y="1703090"/>
                    <a:pt x="918295" y="1705248"/>
                    <a:pt x="914772" y="1707282"/>
                  </a:cubicBezTo>
                  <a:cubicBezTo>
                    <a:pt x="911250" y="1709316"/>
                    <a:pt x="907505" y="1711152"/>
                    <a:pt x="903536" y="1712789"/>
                  </a:cubicBezTo>
                  <a:cubicBezTo>
                    <a:pt x="899567" y="1714426"/>
                    <a:pt x="895450" y="1715815"/>
                    <a:pt x="891183" y="1716956"/>
                  </a:cubicBezTo>
                  <a:cubicBezTo>
                    <a:pt x="886917" y="1718097"/>
                    <a:pt x="882700" y="1718915"/>
                    <a:pt x="878533" y="1719411"/>
                  </a:cubicBezTo>
                  <a:lnTo>
                    <a:pt x="878533" y="1679823"/>
                  </a:lnTo>
                  <a:cubicBezTo>
                    <a:pt x="890737" y="1676251"/>
                    <a:pt x="902246" y="1671687"/>
                    <a:pt x="913061" y="1666131"/>
                  </a:cubicBezTo>
                  <a:cubicBezTo>
                    <a:pt x="923876" y="1660575"/>
                    <a:pt x="933649" y="1654473"/>
                    <a:pt x="942380" y="1647825"/>
                  </a:cubicBezTo>
                  <a:close/>
                  <a:moveTo>
                    <a:pt x="599480" y="1647825"/>
                  </a:moveTo>
                  <a:lnTo>
                    <a:pt x="627906" y="1647825"/>
                  </a:lnTo>
                  <a:lnTo>
                    <a:pt x="627906" y="1866007"/>
                  </a:lnTo>
                  <a:lnTo>
                    <a:pt x="581025" y="1866007"/>
                  </a:lnTo>
                  <a:lnTo>
                    <a:pt x="581025" y="1700808"/>
                  </a:lnTo>
                  <a:cubicBezTo>
                    <a:pt x="578446" y="1703090"/>
                    <a:pt x="575395" y="1705248"/>
                    <a:pt x="571872" y="1707282"/>
                  </a:cubicBezTo>
                  <a:cubicBezTo>
                    <a:pt x="568350" y="1709316"/>
                    <a:pt x="564605" y="1711152"/>
                    <a:pt x="560636" y="1712789"/>
                  </a:cubicBezTo>
                  <a:cubicBezTo>
                    <a:pt x="556667" y="1714426"/>
                    <a:pt x="552549" y="1715815"/>
                    <a:pt x="548283" y="1716956"/>
                  </a:cubicBezTo>
                  <a:cubicBezTo>
                    <a:pt x="544017" y="1718097"/>
                    <a:pt x="539800" y="1718915"/>
                    <a:pt x="535633" y="1719411"/>
                  </a:cubicBezTo>
                  <a:lnTo>
                    <a:pt x="535633" y="1679823"/>
                  </a:lnTo>
                  <a:cubicBezTo>
                    <a:pt x="547837" y="1676251"/>
                    <a:pt x="559346" y="1671687"/>
                    <a:pt x="570161" y="1666131"/>
                  </a:cubicBezTo>
                  <a:cubicBezTo>
                    <a:pt x="580976" y="1660575"/>
                    <a:pt x="590749" y="1654473"/>
                    <a:pt x="599480" y="1647825"/>
                  </a:cubicBezTo>
                  <a:close/>
                  <a:moveTo>
                    <a:pt x="256580" y="1647825"/>
                  </a:moveTo>
                  <a:lnTo>
                    <a:pt x="285006" y="1647825"/>
                  </a:lnTo>
                  <a:lnTo>
                    <a:pt x="285006" y="1836615"/>
                  </a:lnTo>
                  <a:lnTo>
                    <a:pt x="268512" y="1821624"/>
                  </a:lnTo>
                  <a:lnTo>
                    <a:pt x="238125" y="1788191"/>
                  </a:lnTo>
                  <a:lnTo>
                    <a:pt x="238125" y="1700808"/>
                  </a:lnTo>
                  <a:cubicBezTo>
                    <a:pt x="235546" y="1703090"/>
                    <a:pt x="232495" y="1705248"/>
                    <a:pt x="228972" y="1707282"/>
                  </a:cubicBezTo>
                  <a:cubicBezTo>
                    <a:pt x="225450" y="1709316"/>
                    <a:pt x="221705" y="1711152"/>
                    <a:pt x="217736" y="1712789"/>
                  </a:cubicBezTo>
                  <a:cubicBezTo>
                    <a:pt x="213767" y="1714426"/>
                    <a:pt x="209650" y="1715815"/>
                    <a:pt x="205383" y="1716956"/>
                  </a:cubicBezTo>
                  <a:cubicBezTo>
                    <a:pt x="201117" y="1718097"/>
                    <a:pt x="196900" y="1718915"/>
                    <a:pt x="192733" y="1719411"/>
                  </a:cubicBezTo>
                  <a:lnTo>
                    <a:pt x="192733" y="1679823"/>
                  </a:lnTo>
                  <a:cubicBezTo>
                    <a:pt x="204937" y="1676251"/>
                    <a:pt x="216446" y="1671687"/>
                    <a:pt x="227261" y="1666131"/>
                  </a:cubicBezTo>
                  <a:cubicBezTo>
                    <a:pt x="238076" y="1660575"/>
                    <a:pt x="247849" y="1654473"/>
                    <a:pt x="256580" y="1647825"/>
                  </a:cubicBezTo>
                  <a:close/>
                  <a:moveTo>
                    <a:pt x="1792784" y="1361033"/>
                  </a:moveTo>
                  <a:cubicBezTo>
                    <a:pt x="1772444" y="1361033"/>
                    <a:pt x="1762274" y="1386582"/>
                    <a:pt x="1762274" y="1437680"/>
                  </a:cubicBezTo>
                  <a:cubicBezTo>
                    <a:pt x="1762274" y="1485801"/>
                    <a:pt x="1772246" y="1509861"/>
                    <a:pt x="1792189" y="1509861"/>
                  </a:cubicBezTo>
                  <a:cubicBezTo>
                    <a:pt x="1811635" y="1509861"/>
                    <a:pt x="1821359" y="1485057"/>
                    <a:pt x="1821359" y="1435447"/>
                  </a:cubicBezTo>
                  <a:cubicBezTo>
                    <a:pt x="1821359" y="1385838"/>
                    <a:pt x="1811834" y="1361033"/>
                    <a:pt x="1792784" y="1361033"/>
                  </a:cubicBezTo>
                  <a:close/>
                  <a:moveTo>
                    <a:pt x="1449884" y="1361033"/>
                  </a:moveTo>
                  <a:cubicBezTo>
                    <a:pt x="1429544" y="1361033"/>
                    <a:pt x="1419374" y="1386582"/>
                    <a:pt x="1419374" y="1437680"/>
                  </a:cubicBezTo>
                  <a:cubicBezTo>
                    <a:pt x="1419374" y="1485801"/>
                    <a:pt x="1429346" y="1509861"/>
                    <a:pt x="1449289" y="1509861"/>
                  </a:cubicBezTo>
                  <a:cubicBezTo>
                    <a:pt x="1468736" y="1509861"/>
                    <a:pt x="1478459" y="1485057"/>
                    <a:pt x="1478459" y="1435447"/>
                  </a:cubicBezTo>
                  <a:cubicBezTo>
                    <a:pt x="1478459" y="1385838"/>
                    <a:pt x="1468934" y="1361033"/>
                    <a:pt x="1449884" y="1361033"/>
                  </a:cubicBezTo>
                  <a:close/>
                  <a:moveTo>
                    <a:pt x="1106984" y="1361033"/>
                  </a:moveTo>
                  <a:cubicBezTo>
                    <a:pt x="1086644" y="1361033"/>
                    <a:pt x="1076474" y="1386582"/>
                    <a:pt x="1076474" y="1437680"/>
                  </a:cubicBezTo>
                  <a:cubicBezTo>
                    <a:pt x="1076474" y="1485801"/>
                    <a:pt x="1086446" y="1509861"/>
                    <a:pt x="1106389" y="1509861"/>
                  </a:cubicBezTo>
                  <a:cubicBezTo>
                    <a:pt x="1125836" y="1509861"/>
                    <a:pt x="1135559" y="1485057"/>
                    <a:pt x="1135559" y="1435447"/>
                  </a:cubicBezTo>
                  <a:cubicBezTo>
                    <a:pt x="1135559" y="1385838"/>
                    <a:pt x="1126034" y="1361033"/>
                    <a:pt x="1106984" y="1361033"/>
                  </a:cubicBezTo>
                  <a:close/>
                  <a:moveTo>
                    <a:pt x="764084" y="1361033"/>
                  </a:moveTo>
                  <a:cubicBezTo>
                    <a:pt x="743744" y="1361033"/>
                    <a:pt x="733574" y="1386582"/>
                    <a:pt x="733574" y="1437680"/>
                  </a:cubicBezTo>
                  <a:cubicBezTo>
                    <a:pt x="733574" y="1485801"/>
                    <a:pt x="743546" y="1509861"/>
                    <a:pt x="763489" y="1509861"/>
                  </a:cubicBezTo>
                  <a:cubicBezTo>
                    <a:pt x="782936" y="1509861"/>
                    <a:pt x="792659" y="1485057"/>
                    <a:pt x="792659" y="1435447"/>
                  </a:cubicBezTo>
                  <a:cubicBezTo>
                    <a:pt x="792659" y="1385838"/>
                    <a:pt x="783134" y="1361033"/>
                    <a:pt x="764084" y="1361033"/>
                  </a:cubicBezTo>
                  <a:close/>
                  <a:moveTo>
                    <a:pt x="421184" y="1361033"/>
                  </a:moveTo>
                  <a:cubicBezTo>
                    <a:pt x="400844" y="1361033"/>
                    <a:pt x="390674" y="1386582"/>
                    <a:pt x="390674" y="1437680"/>
                  </a:cubicBezTo>
                  <a:cubicBezTo>
                    <a:pt x="390674" y="1485801"/>
                    <a:pt x="400646" y="1509861"/>
                    <a:pt x="420589" y="1509861"/>
                  </a:cubicBezTo>
                  <a:cubicBezTo>
                    <a:pt x="440035" y="1509861"/>
                    <a:pt x="449759" y="1485057"/>
                    <a:pt x="449759" y="1435447"/>
                  </a:cubicBezTo>
                  <a:cubicBezTo>
                    <a:pt x="449759" y="1385838"/>
                    <a:pt x="440234" y="1361033"/>
                    <a:pt x="421184" y="1361033"/>
                  </a:cubicBezTo>
                  <a:close/>
                  <a:moveTo>
                    <a:pt x="78284" y="1361033"/>
                  </a:moveTo>
                  <a:cubicBezTo>
                    <a:pt x="57944" y="1361033"/>
                    <a:pt x="47774" y="1386582"/>
                    <a:pt x="47774" y="1437680"/>
                  </a:cubicBezTo>
                  <a:cubicBezTo>
                    <a:pt x="47774" y="1485801"/>
                    <a:pt x="57746" y="1509861"/>
                    <a:pt x="77689" y="1509861"/>
                  </a:cubicBezTo>
                  <a:cubicBezTo>
                    <a:pt x="97135" y="1509861"/>
                    <a:pt x="106859" y="1485057"/>
                    <a:pt x="106859" y="1435447"/>
                  </a:cubicBezTo>
                  <a:cubicBezTo>
                    <a:pt x="106859" y="1385838"/>
                    <a:pt x="97334" y="1361033"/>
                    <a:pt x="78284" y="1361033"/>
                  </a:cubicBezTo>
                  <a:close/>
                  <a:moveTo>
                    <a:pt x="2079233" y="1353207"/>
                  </a:moveTo>
                  <a:lnTo>
                    <a:pt x="2073178" y="1376755"/>
                  </a:lnTo>
                  <a:lnTo>
                    <a:pt x="2060212" y="1412180"/>
                  </a:lnTo>
                  <a:lnTo>
                    <a:pt x="2062553" y="1389962"/>
                  </a:lnTo>
                  <a:cubicBezTo>
                    <a:pt x="2065989" y="1375860"/>
                    <a:pt x="2071142" y="1363960"/>
                    <a:pt x="2078013" y="1354262"/>
                  </a:cubicBezTo>
                  <a:close/>
                  <a:moveTo>
                    <a:pt x="1794867" y="1325166"/>
                  </a:moveTo>
                  <a:cubicBezTo>
                    <a:pt x="1844477" y="1325166"/>
                    <a:pt x="1869281" y="1361430"/>
                    <a:pt x="1869281" y="1433959"/>
                  </a:cubicBezTo>
                  <a:cubicBezTo>
                    <a:pt x="1869281" y="1470075"/>
                    <a:pt x="1862510" y="1497757"/>
                    <a:pt x="1848966" y="1517005"/>
                  </a:cubicBezTo>
                  <a:cubicBezTo>
                    <a:pt x="1835423" y="1536254"/>
                    <a:pt x="1816001" y="1545878"/>
                    <a:pt x="1790700" y="1545878"/>
                  </a:cubicBezTo>
                  <a:cubicBezTo>
                    <a:pt x="1739900" y="1545878"/>
                    <a:pt x="1714500" y="1510209"/>
                    <a:pt x="1714500" y="1438870"/>
                  </a:cubicBezTo>
                  <a:cubicBezTo>
                    <a:pt x="1714500" y="1401862"/>
                    <a:pt x="1721371" y="1373659"/>
                    <a:pt x="1735113" y="1354262"/>
                  </a:cubicBezTo>
                  <a:cubicBezTo>
                    <a:pt x="1748855" y="1334864"/>
                    <a:pt x="1768773" y="1325166"/>
                    <a:pt x="1794867" y="1325166"/>
                  </a:cubicBezTo>
                  <a:close/>
                  <a:moveTo>
                    <a:pt x="1451967" y="1325166"/>
                  </a:moveTo>
                  <a:cubicBezTo>
                    <a:pt x="1501577" y="1325166"/>
                    <a:pt x="1526382" y="1361430"/>
                    <a:pt x="1526382" y="1433959"/>
                  </a:cubicBezTo>
                  <a:cubicBezTo>
                    <a:pt x="1526382" y="1470075"/>
                    <a:pt x="1519610" y="1497757"/>
                    <a:pt x="1506067" y="1517005"/>
                  </a:cubicBezTo>
                  <a:cubicBezTo>
                    <a:pt x="1492523" y="1536254"/>
                    <a:pt x="1473101" y="1545878"/>
                    <a:pt x="1447800" y="1545878"/>
                  </a:cubicBezTo>
                  <a:cubicBezTo>
                    <a:pt x="1397000" y="1545878"/>
                    <a:pt x="1371600" y="1510209"/>
                    <a:pt x="1371600" y="1438870"/>
                  </a:cubicBezTo>
                  <a:cubicBezTo>
                    <a:pt x="1371600" y="1401862"/>
                    <a:pt x="1378471" y="1373659"/>
                    <a:pt x="1392213" y="1354262"/>
                  </a:cubicBezTo>
                  <a:cubicBezTo>
                    <a:pt x="1405955" y="1334864"/>
                    <a:pt x="1425873" y="1325166"/>
                    <a:pt x="1451967" y="1325166"/>
                  </a:cubicBezTo>
                  <a:close/>
                  <a:moveTo>
                    <a:pt x="1109067" y="1325166"/>
                  </a:moveTo>
                  <a:cubicBezTo>
                    <a:pt x="1158677" y="1325166"/>
                    <a:pt x="1183482" y="1361430"/>
                    <a:pt x="1183482" y="1433959"/>
                  </a:cubicBezTo>
                  <a:cubicBezTo>
                    <a:pt x="1183482" y="1470075"/>
                    <a:pt x="1176710" y="1497757"/>
                    <a:pt x="1163167" y="1517005"/>
                  </a:cubicBezTo>
                  <a:cubicBezTo>
                    <a:pt x="1149623" y="1536254"/>
                    <a:pt x="1130201" y="1545878"/>
                    <a:pt x="1104900" y="1545878"/>
                  </a:cubicBezTo>
                  <a:cubicBezTo>
                    <a:pt x="1054100" y="1545878"/>
                    <a:pt x="1028700" y="1510209"/>
                    <a:pt x="1028700" y="1438870"/>
                  </a:cubicBezTo>
                  <a:cubicBezTo>
                    <a:pt x="1028700" y="1401862"/>
                    <a:pt x="1035571" y="1373659"/>
                    <a:pt x="1049313" y="1354262"/>
                  </a:cubicBezTo>
                  <a:cubicBezTo>
                    <a:pt x="1063055" y="1334864"/>
                    <a:pt x="1082973" y="1325166"/>
                    <a:pt x="1109067" y="1325166"/>
                  </a:cubicBezTo>
                  <a:close/>
                  <a:moveTo>
                    <a:pt x="766167" y="1325166"/>
                  </a:moveTo>
                  <a:cubicBezTo>
                    <a:pt x="815777" y="1325166"/>
                    <a:pt x="840582" y="1361430"/>
                    <a:pt x="840582" y="1433959"/>
                  </a:cubicBezTo>
                  <a:cubicBezTo>
                    <a:pt x="840582" y="1470075"/>
                    <a:pt x="833810" y="1497757"/>
                    <a:pt x="820267" y="1517005"/>
                  </a:cubicBezTo>
                  <a:cubicBezTo>
                    <a:pt x="806723" y="1536254"/>
                    <a:pt x="787301" y="1545878"/>
                    <a:pt x="762000" y="1545878"/>
                  </a:cubicBezTo>
                  <a:cubicBezTo>
                    <a:pt x="711200" y="1545878"/>
                    <a:pt x="685800" y="1510209"/>
                    <a:pt x="685800" y="1438870"/>
                  </a:cubicBezTo>
                  <a:cubicBezTo>
                    <a:pt x="685800" y="1401862"/>
                    <a:pt x="692671" y="1373659"/>
                    <a:pt x="706413" y="1354262"/>
                  </a:cubicBezTo>
                  <a:cubicBezTo>
                    <a:pt x="720155" y="1334864"/>
                    <a:pt x="740073" y="1325166"/>
                    <a:pt x="766167" y="1325166"/>
                  </a:cubicBezTo>
                  <a:close/>
                  <a:moveTo>
                    <a:pt x="423268" y="1325166"/>
                  </a:moveTo>
                  <a:cubicBezTo>
                    <a:pt x="472877" y="1325166"/>
                    <a:pt x="497682" y="1361430"/>
                    <a:pt x="497682" y="1433959"/>
                  </a:cubicBezTo>
                  <a:cubicBezTo>
                    <a:pt x="497682" y="1470075"/>
                    <a:pt x="490910" y="1497757"/>
                    <a:pt x="477367" y="1517005"/>
                  </a:cubicBezTo>
                  <a:cubicBezTo>
                    <a:pt x="463823" y="1536254"/>
                    <a:pt x="444401" y="1545878"/>
                    <a:pt x="419100" y="1545878"/>
                  </a:cubicBezTo>
                  <a:cubicBezTo>
                    <a:pt x="368300" y="1545878"/>
                    <a:pt x="342900" y="1510209"/>
                    <a:pt x="342900" y="1438870"/>
                  </a:cubicBezTo>
                  <a:cubicBezTo>
                    <a:pt x="342900" y="1401862"/>
                    <a:pt x="349771" y="1373659"/>
                    <a:pt x="363513" y="1354262"/>
                  </a:cubicBezTo>
                  <a:cubicBezTo>
                    <a:pt x="377255" y="1334864"/>
                    <a:pt x="397173" y="1325166"/>
                    <a:pt x="423268" y="1325166"/>
                  </a:cubicBezTo>
                  <a:close/>
                  <a:moveTo>
                    <a:pt x="80368" y="1325166"/>
                  </a:moveTo>
                  <a:cubicBezTo>
                    <a:pt x="129977" y="1325166"/>
                    <a:pt x="154782" y="1361430"/>
                    <a:pt x="154782" y="1433959"/>
                  </a:cubicBezTo>
                  <a:cubicBezTo>
                    <a:pt x="154782" y="1470075"/>
                    <a:pt x="148010" y="1497757"/>
                    <a:pt x="134467" y="1517005"/>
                  </a:cubicBezTo>
                  <a:cubicBezTo>
                    <a:pt x="120923" y="1536254"/>
                    <a:pt x="101501" y="1545878"/>
                    <a:pt x="76200" y="1545878"/>
                  </a:cubicBezTo>
                  <a:lnTo>
                    <a:pt x="68502" y="1544334"/>
                  </a:lnTo>
                  <a:lnTo>
                    <a:pt x="35828" y="1476508"/>
                  </a:lnTo>
                  <a:lnTo>
                    <a:pt x="4930" y="1392087"/>
                  </a:lnTo>
                  <a:lnTo>
                    <a:pt x="5153" y="1389962"/>
                  </a:lnTo>
                  <a:cubicBezTo>
                    <a:pt x="8589" y="1375860"/>
                    <a:pt x="13742" y="1363960"/>
                    <a:pt x="20613" y="1354262"/>
                  </a:cubicBezTo>
                  <a:cubicBezTo>
                    <a:pt x="34355" y="1334864"/>
                    <a:pt x="54273" y="1325166"/>
                    <a:pt x="80368" y="1325166"/>
                  </a:cubicBezTo>
                  <a:close/>
                  <a:moveTo>
                    <a:pt x="1971080" y="1323975"/>
                  </a:moveTo>
                  <a:lnTo>
                    <a:pt x="1999506" y="1323975"/>
                  </a:lnTo>
                  <a:lnTo>
                    <a:pt x="1999506" y="1542157"/>
                  </a:lnTo>
                  <a:lnTo>
                    <a:pt x="1952625" y="1542157"/>
                  </a:lnTo>
                  <a:lnTo>
                    <a:pt x="1952625" y="1376958"/>
                  </a:lnTo>
                  <a:cubicBezTo>
                    <a:pt x="1950046" y="1379240"/>
                    <a:pt x="1946995" y="1381398"/>
                    <a:pt x="1943472" y="1383432"/>
                  </a:cubicBezTo>
                  <a:cubicBezTo>
                    <a:pt x="1939950" y="1385466"/>
                    <a:pt x="1936205" y="1387302"/>
                    <a:pt x="1932236" y="1388939"/>
                  </a:cubicBezTo>
                  <a:cubicBezTo>
                    <a:pt x="1928267" y="1390576"/>
                    <a:pt x="1924150" y="1391965"/>
                    <a:pt x="1919883" y="1393106"/>
                  </a:cubicBezTo>
                  <a:cubicBezTo>
                    <a:pt x="1915617" y="1394247"/>
                    <a:pt x="1911400" y="1395065"/>
                    <a:pt x="1907233" y="1395561"/>
                  </a:cubicBezTo>
                  <a:lnTo>
                    <a:pt x="1907233" y="1355973"/>
                  </a:lnTo>
                  <a:cubicBezTo>
                    <a:pt x="1919437" y="1352401"/>
                    <a:pt x="1930946" y="1347837"/>
                    <a:pt x="1941761" y="1342281"/>
                  </a:cubicBezTo>
                  <a:cubicBezTo>
                    <a:pt x="1952576" y="1336725"/>
                    <a:pt x="1962349" y="1330623"/>
                    <a:pt x="1971080" y="1323975"/>
                  </a:cubicBezTo>
                  <a:close/>
                  <a:moveTo>
                    <a:pt x="1628180" y="1323975"/>
                  </a:moveTo>
                  <a:lnTo>
                    <a:pt x="1656606" y="1323975"/>
                  </a:lnTo>
                  <a:lnTo>
                    <a:pt x="1656606" y="1542157"/>
                  </a:lnTo>
                  <a:lnTo>
                    <a:pt x="1609725" y="1542157"/>
                  </a:lnTo>
                  <a:lnTo>
                    <a:pt x="1609725" y="1376958"/>
                  </a:lnTo>
                  <a:cubicBezTo>
                    <a:pt x="1607146" y="1379240"/>
                    <a:pt x="1604095" y="1381398"/>
                    <a:pt x="1600572" y="1383432"/>
                  </a:cubicBezTo>
                  <a:cubicBezTo>
                    <a:pt x="1597050" y="1385466"/>
                    <a:pt x="1593305" y="1387302"/>
                    <a:pt x="1589336" y="1388939"/>
                  </a:cubicBezTo>
                  <a:cubicBezTo>
                    <a:pt x="1585367" y="1390576"/>
                    <a:pt x="1581250" y="1391965"/>
                    <a:pt x="1576983" y="1393106"/>
                  </a:cubicBezTo>
                  <a:cubicBezTo>
                    <a:pt x="1572717" y="1394247"/>
                    <a:pt x="1568500" y="1395065"/>
                    <a:pt x="1564333" y="1395561"/>
                  </a:cubicBezTo>
                  <a:lnTo>
                    <a:pt x="1564333" y="1355973"/>
                  </a:lnTo>
                  <a:cubicBezTo>
                    <a:pt x="1576537" y="1352401"/>
                    <a:pt x="1588046" y="1347837"/>
                    <a:pt x="1598861" y="1342281"/>
                  </a:cubicBezTo>
                  <a:cubicBezTo>
                    <a:pt x="1609676" y="1336725"/>
                    <a:pt x="1619449" y="1330623"/>
                    <a:pt x="1628180" y="1323975"/>
                  </a:cubicBezTo>
                  <a:close/>
                  <a:moveTo>
                    <a:pt x="1285280" y="1323975"/>
                  </a:moveTo>
                  <a:lnTo>
                    <a:pt x="1313706" y="1323975"/>
                  </a:lnTo>
                  <a:lnTo>
                    <a:pt x="1313706" y="1542157"/>
                  </a:lnTo>
                  <a:lnTo>
                    <a:pt x="1266825" y="1542157"/>
                  </a:lnTo>
                  <a:lnTo>
                    <a:pt x="1266825" y="1376958"/>
                  </a:lnTo>
                  <a:cubicBezTo>
                    <a:pt x="1264246" y="1379240"/>
                    <a:pt x="1261195" y="1381398"/>
                    <a:pt x="1257672" y="1383432"/>
                  </a:cubicBezTo>
                  <a:cubicBezTo>
                    <a:pt x="1254150" y="1385466"/>
                    <a:pt x="1250405" y="1387302"/>
                    <a:pt x="1246436" y="1388939"/>
                  </a:cubicBezTo>
                  <a:cubicBezTo>
                    <a:pt x="1242467" y="1390576"/>
                    <a:pt x="1238350" y="1391965"/>
                    <a:pt x="1234083" y="1393106"/>
                  </a:cubicBezTo>
                  <a:cubicBezTo>
                    <a:pt x="1229817" y="1394247"/>
                    <a:pt x="1225600" y="1395065"/>
                    <a:pt x="1221433" y="1395561"/>
                  </a:cubicBezTo>
                  <a:lnTo>
                    <a:pt x="1221433" y="1355973"/>
                  </a:lnTo>
                  <a:cubicBezTo>
                    <a:pt x="1233637" y="1352401"/>
                    <a:pt x="1245146" y="1347837"/>
                    <a:pt x="1255961" y="1342281"/>
                  </a:cubicBezTo>
                  <a:cubicBezTo>
                    <a:pt x="1266776" y="1336725"/>
                    <a:pt x="1276549" y="1330623"/>
                    <a:pt x="1285280" y="1323975"/>
                  </a:cubicBezTo>
                  <a:close/>
                  <a:moveTo>
                    <a:pt x="942380" y="1323975"/>
                  </a:moveTo>
                  <a:lnTo>
                    <a:pt x="970806" y="1323975"/>
                  </a:lnTo>
                  <a:lnTo>
                    <a:pt x="970806" y="1542157"/>
                  </a:lnTo>
                  <a:lnTo>
                    <a:pt x="923925" y="1542157"/>
                  </a:lnTo>
                  <a:lnTo>
                    <a:pt x="923925" y="1376958"/>
                  </a:lnTo>
                  <a:cubicBezTo>
                    <a:pt x="921346" y="1379240"/>
                    <a:pt x="918295" y="1381398"/>
                    <a:pt x="914772" y="1383432"/>
                  </a:cubicBezTo>
                  <a:cubicBezTo>
                    <a:pt x="911250" y="1385466"/>
                    <a:pt x="907505" y="1387302"/>
                    <a:pt x="903536" y="1388939"/>
                  </a:cubicBezTo>
                  <a:cubicBezTo>
                    <a:pt x="899567" y="1390576"/>
                    <a:pt x="895450" y="1391965"/>
                    <a:pt x="891183" y="1393106"/>
                  </a:cubicBezTo>
                  <a:cubicBezTo>
                    <a:pt x="886917" y="1394247"/>
                    <a:pt x="882700" y="1395065"/>
                    <a:pt x="878533" y="1395561"/>
                  </a:cubicBezTo>
                  <a:lnTo>
                    <a:pt x="878533" y="1355973"/>
                  </a:lnTo>
                  <a:cubicBezTo>
                    <a:pt x="890737" y="1352401"/>
                    <a:pt x="902246" y="1347837"/>
                    <a:pt x="913061" y="1342281"/>
                  </a:cubicBezTo>
                  <a:cubicBezTo>
                    <a:pt x="923876" y="1336725"/>
                    <a:pt x="933649" y="1330623"/>
                    <a:pt x="942380" y="1323975"/>
                  </a:cubicBezTo>
                  <a:close/>
                  <a:moveTo>
                    <a:pt x="599480" y="1323975"/>
                  </a:moveTo>
                  <a:lnTo>
                    <a:pt x="627906" y="1323975"/>
                  </a:lnTo>
                  <a:lnTo>
                    <a:pt x="627906" y="1542157"/>
                  </a:lnTo>
                  <a:lnTo>
                    <a:pt x="581025" y="1542157"/>
                  </a:lnTo>
                  <a:lnTo>
                    <a:pt x="581025" y="1376958"/>
                  </a:lnTo>
                  <a:cubicBezTo>
                    <a:pt x="578446" y="1379240"/>
                    <a:pt x="575395" y="1381398"/>
                    <a:pt x="571872" y="1383432"/>
                  </a:cubicBezTo>
                  <a:cubicBezTo>
                    <a:pt x="568350" y="1385466"/>
                    <a:pt x="564605" y="1387302"/>
                    <a:pt x="560636" y="1388939"/>
                  </a:cubicBezTo>
                  <a:cubicBezTo>
                    <a:pt x="556667" y="1390576"/>
                    <a:pt x="552549" y="1391965"/>
                    <a:pt x="548283" y="1393106"/>
                  </a:cubicBezTo>
                  <a:cubicBezTo>
                    <a:pt x="544017" y="1394247"/>
                    <a:pt x="539800" y="1395065"/>
                    <a:pt x="535633" y="1395561"/>
                  </a:cubicBezTo>
                  <a:lnTo>
                    <a:pt x="535633" y="1355973"/>
                  </a:lnTo>
                  <a:cubicBezTo>
                    <a:pt x="547837" y="1352401"/>
                    <a:pt x="559346" y="1347837"/>
                    <a:pt x="570161" y="1342281"/>
                  </a:cubicBezTo>
                  <a:cubicBezTo>
                    <a:pt x="580976" y="1336725"/>
                    <a:pt x="590749" y="1330623"/>
                    <a:pt x="599480" y="1323975"/>
                  </a:cubicBezTo>
                  <a:close/>
                  <a:moveTo>
                    <a:pt x="256580" y="1323975"/>
                  </a:moveTo>
                  <a:lnTo>
                    <a:pt x="285006" y="1323975"/>
                  </a:lnTo>
                  <a:lnTo>
                    <a:pt x="285006" y="1542157"/>
                  </a:lnTo>
                  <a:lnTo>
                    <a:pt x="238125" y="1542157"/>
                  </a:lnTo>
                  <a:lnTo>
                    <a:pt x="238125" y="1376958"/>
                  </a:lnTo>
                  <a:cubicBezTo>
                    <a:pt x="235546" y="1379240"/>
                    <a:pt x="232495" y="1381398"/>
                    <a:pt x="228972" y="1383432"/>
                  </a:cubicBezTo>
                  <a:cubicBezTo>
                    <a:pt x="225450" y="1385466"/>
                    <a:pt x="221705" y="1387302"/>
                    <a:pt x="217736" y="1388939"/>
                  </a:cubicBezTo>
                  <a:cubicBezTo>
                    <a:pt x="213767" y="1390576"/>
                    <a:pt x="209650" y="1391965"/>
                    <a:pt x="205383" y="1393106"/>
                  </a:cubicBezTo>
                  <a:cubicBezTo>
                    <a:pt x="201117" y="1394247"/>
                    <a:pt x="196900" y="1395065"/>
                    <a:pt x="192733" y="1395561"/>
                  </a:cubicBezTo>
                  <a:lnTo>
                    <a:pt x="192733" y="1355973"/>
                  </a:lnTo>
                  <a:cubicBezTo>
                    <a:pt x="204937" y="1352401"/>
                    <a:pt x="216446" y="1347837"/>
                    <a:pt x="227261" y="1342281"/>
                  </a:cubicBezTo>
                  <a:cubicBezTo>
                    <a:pt x="238076" y="1336725"/>
                    <a:pt x="247849" y="1330623"/>
                    <a:pt x="256580" y="1323975"/>
                  </a:cubicBezTo>
                  <a:close/>
                  <a:moveTo>
                    <a:pt x="1792784" y="1027658"/>
                  </a:moveTo>
                  <a:cubicBezTo>
                    <a:pt x="1772444" y="1027658"/>
                    <a:pt x="1762274" y="1053207"/>
                    <a:pt x="1762274" y="1104305"/>
                  </a:cubicBezTo>
                  <a:cubicBezTo>
                    <a:pt x="1762274" y="1152426"/>
                    <a:pt x="1772246" y="1176486"/>
                    <a:pt x="1792189" y="1176486"/>
                  </a:cubicBezTo>
                  <a:cubicBezTo>
                    <a:pt x="1811635" y="1176486"/>
                    <a:pt x="1821359" y="1151682"/>
                    <a:pt x="1821359" y="1102072"/>
                  </a:cubicBezTo>
                  <a:cubicBezTo>
                    <a:pt x="1821359" y="1052463"/>
                    <a:pt x="1811834" y="1027658"/>
                    <a:pt x="1792784" y="1027658"/>
                  </a:cubicBezTo>
                  <a:close/>
                  <a:moveTo>
                    <a:pt x="1449884" y="1027658"/>
                  </a:moveTo>
                  <a:cubicBezTo>
                    <a:pt x="1429544" y="1027658"/>
                    <a:pt x="1419374" y="1053207"/>
                    <a:pt x="1419374" y="1104305"/>
                  </a:cubicBezTo>
                  <a:cubicBezTo>
                    <a:pt x="1419374" y="1152426"/>
                    <a:pt x="1429346" y="1176486"/>
                    <a:pt x="1449289" y="1176486"/>
                  </a:cubicBezTo>
                  <a:cubicBezTo>
                    <a:pt x="1468736" y="1176486"/>
                    <a:pt x="1478459" y="1151682"/>
                    <a:pt x="1478459" y="1102072"/>
                  </a:cubicBezTo>
                  <a:cubicBezTo>
                    <a:pt x="1478459" y="1052463"/>
                    <a:pt x="1468934" y="1027658"/>
                    <a:pt x="1449884" y="1027658"/>
                  </a:cubicBezTo>
                  <a:close/>
                  <a:moveTo>
                    <a:pt x="1106984" y="1027658"/>
                  </a:moveTo>
                  <a:cubicBezTo>
                    <a:pt x="1086644" y="1027658"/>
                    <a:pt x="1076474" y="1053207"/>
                    <a:pt x="1076474" y="1104305"/>
                  </a:cubicBezTo>
                  <a:cubicBezTo>
                    <a:pt x="1076474" y="1152426"/>
                    <a:pt x="1086446" y="1176486"/>
                    <a:pt x="1106389" y="1176486"/>
                  </a:cubicBezTo>
                  <a:cubicBezTo>
                    <a:pt x="1125836" y="1176486"/>
                    <a:pt x="1135559" y="1151682"/>
                    <a:pt x="1135559" y="1102072"/>
                  </a:cubicBezTo>
                  <a:cubicBezTo>
                    <a:pt x="1135559" y="1052463"/>
                    <a:pt x="1126034" y="1027658"/>
                    <a:pt x="1106984" y="1027658"/>
                  </a:cubicBezTo>
                  <a:close/>
                  <a:moveTo>
                    <a:pt x="764084" y="1027658"/>
                  </a:moveTo>
                  <a:cubicBezTo>
                    <a:pt x="743744" y="1027658"/>
                    <a:pt x="733574" y="1053207"/>
                    <a:pt x="733574" y="1104305"/>
                  </a:cubicBezTo>
                  <a:cubicBezTo>
                    <a:pt x="733574" y="1152426"/>
                    <a:pt x="743546" y="1176486"/>
                    <a:pt x="763489" y="1176486"/>
                  </a:cubicBezTo>
                  <a:cubicBezTo>
                    <a:pt x="782936" y="1176486"/>
                    <a:pt x="792659" y="1151682"/>
                    <a:pt x="792659" y="1102072"/>
                  </a:cubicBezTo>
                  <a:cubicBezTo>
                    <a:pt x="792659" y="1052463"/>
                    <a:pt x="783134" y="1027658"/>
                    <a:pt x="764084" y="1027658"/>
                  </a:cubicBezTo>
                  <a:close/>
                  <a:moveTo>
                    <a:pt x="421184" y="1027658"/>
                  </a:moveTo>
                  <a:cubicBezTo>
                    <a:pt x="400844" y="1027658"/>
                    <a:pt x="390674" y="1053207"/>
                    <a:pt x="390674" y="1104305"/>
                  </a:cubicBezTo>
                  <a:cubicBezTo>
                    <a:pt x="390674" y="1152426"/>
                    <a:pt x="400646" y="1176486"/>
                    <a:pt x="420589" y="1176486"/>
                  </a:cubicBezTo>
                  <a:cubicBezTo>
                    <a:pt x="440035" y="1176486"/>
                    <a:pt x="449759" y="1151682"/>
                    <a:pt x="449759" y="1102072"/>
                  </a:cubicBezTo>
                  <a:cubicBezTo>
                    <a:pt x="449759" y="1052463"/>
                    <a:pt x="440234" y="1027658"/>
                    <a:pt x="421184" y="1027658"/>
                  </a:cubicBezTo>
                  <a:close/>
                  <a:moveTo>
                    <a:pt x="78284" y="1027658"/>
                  </a:moveTo>
                  <a:cubicBezTo>
                    <a:pt x="57944" y="1027658"/>
                    <a:pt x="47774" y="1053207"/>
                    <a:pt x="47774" y="1104305"/>
                  </a:cubicBezTo>
                  <a:cubicBezTo>
                    <a:pt x="47774" y="1152426"/>
                    <a:pt x="57746" y="1176486"/>
                    <a:pt x="77689" y="1176486"/>
                  </a:cubicBezTo>
                  <a:cubicBezTo>
                    <a:pt x="97135" y="1176486"/>
                    <a:pt x="106859" y="1151682"/>
                    <a:pt x="106859" y="1102072"/>
                  </a:cubicBezTo>
                  <a:cubicBezTo>
                    <a:pt x="106859" y="1052463"/>
                    <a:pt x="97334" y="1027658"/>
                    <a:pt x="78284" y="1027658"/>
                  </a:cubicBezTo>
                  <a:close/>
                  <a:moveTo>
                    <a:pt x="2119055" y="995735"/>
                  </a:moveTo>
                  <a:lnTo>
                    <a:pt x="2121009" y="1034448"/>
                  </a:lnTo>
                  <a:lnTo>
                    <a:pt x="2112802" y="1046820"/>
                  </a:lnTo>
                  <a:cubicBezTo>
                    <a:pt x="2107717" y="1059594"/>
                    <a:pt x="2105174" y="1078756"/>
                    <a:pt x="2105174" y="1104305"/>
                  </a:cubicBezTo>
                  <a:cubicBezTo>
                    <a:pt x="2105174" y="1128365"/>
                    <a:pt x="2107667" y="1146411"/>
                    <a:pt x="2112653" y="1158441"/>
                  </a:cubicBezTo>
                  <a:lnTo>
                    <a:pt x="2116435" y="1163917"/>
                  </a:lnTo>
                  <a:lnTo>
                    <a:pt x="2116386" y="1164899"/>
                  </a:lnTo>
                  <a:lnTo>
                    <a:pt x="2109848" y="1207738"/>
                  </a:lnTo>
                  <a:lnTo>
                    <a:pt x="2100263" y="1205815"/>
                  </a:lnTo>
                  <a:cubicBezTo>
                    <a:pt x="2071688" y="1192439"/>
                    <a:pt x="2057400" y="1158999"/>
                    <a:pt x="2057400" y="1105495"/>
                  </a:cubicBezTo>
                  <a:cubicBezTo>
                    <a:pt x="2057400" y="1068487"/>
                    <a:pt x="2064271" y="1040284"/>
                    <a:pt x="2078013" y="1020887"/>
                  </a:cubicBezTo>
                  <a:cubicBezTo>
                    <a:pt x="2084884" y="1011188"/>
                    <a:pt x="2093299" y="1003914"/>
                    <a:pt x="2103258" y="999065"/>
                  </a:cubicBezTo>
                  <a:close/>
                  <a:moveTo>
                    <a:pt x="1794867" y="991791"/>
                  </a:moveTo>
                  <a:cubicBezTo>
                    <a:pt x="1844477" y="991791"/>
                    <a:pt x="1869281" y="1028055"/>
                    <a:pt x="1869281" y="1100584"/>
                  </a:cubicBezTo>
                  <a:cubicBezTo>
                    <a:pt x="1869281" y="1136700"/>
                    <a:pt x="1862510" y="1164382"/>
                    <a:pt x="1848966" y="1183630"/>
                  </a:cubicBezTo>
                  <a:cubicBezTo>
                    <a:pt x="1835423" y="1202879"/>
                    <a:pt x="1816001" y="1212503"/>
                    <a:pt x="1790700" y="1212503"/>
                  </a:cubicBezTo>
                  <a:cubicBezTo>
                    <a:pt x="1739900" y="1212503"/>
                    <a:pt x="1714500" y="1176834"/>
                    <a:pt x="1714500" y="1105495"/>
                  </a:cubicBezTo>
                  <a:cubicBezTo>
                    <a:pt x="1714500" y="1068487"/>
                    <a:pt x="1721371" y="1040284"/>
                    <a:pt x="1735113" y="1020887"/>
                  </a:cubicBezTo>
                  <a:cubicBezTo>
                    <a:pt x="1748855" y="1001489"/>
                    <a:pt x="1768773" y="991791"/>
                    <a:pt x="1794867" y="991791"/>
                  </a:cubicBezTo>
                  <a:close/>
                  <a:moveTo>
                    <a:pt x="1451967" y="991791"/>
                  </a:moveTo>
                  <a:cubicBezTo>
                    <a:pt x="1501577" y="991791"/>
                    <a:pt x="1526382" y="1028055"/>
                    <a:pt x="1526382" y="1100584"/>
                  </a:cubicBezTo>
                  <a:cubicBezTo>
                    <a:pt x="1526382" y="1136700"/>
                    <a:pt x="1519610" y="1164382"/>
                    <a:pt x="1506067" y="1183630"/>
                  </a:cubicBezTo>
                  <a:cubicBezTo>
                    <a:pt x="1492523" y="1202879"/>
                    <a:pt x="1473101" y="1212503"/>
                    <a:pt x="1447800" y="1212503"/>
                  </a:cubicBezTo>
                  <a:cubicBezTo>
                    <a:pt x="1397000" y="1212503"/>
                    <a:pt x="1371600" y="1176834"/>
                    <a:pt x="1371600" y="1105495"/>
                  </a:cubicBezTo>
                  <a:cubicBezTo>
                    <a:pt x="1371600" y="1068487"/>
                    <a:pt x="1378471" y="1040284"/>
                    <a:pt x="1392213" y="1020887"/>
                  </a:cubicBezTo>
                  <a:cubicBezTo>
                    <a:pt x="1405955" y="1001489"/>
                    <a:pt x="1425873" y="991791"/>
                    <a:pt x="1451967" y="991791"/>
                  </a:cubicBezTo>
                  <a:close/>
                  <a:moveTo>
                    <a:pt x="1109067" y="991791"/>
                  </a:moveTo>
                  <a:cubicBezTo>
                    <a:pt x="1158677" y="991791"/>
                    <a:pt x="1183482" y="1028055"/>
                    <a:pt x="1183482" y="1100584"/>
                  </a:cubicBezTo>
                  <a:cubicBezTo>
                    <a:pt x="1183482" y="1136700"/>
                    <a:pt x="1176710" y="1164382"/>
                    <a:pt x="1163167" y="1183630"/>
                  </a:cubicBezTo>
                  <a:cubicBezTo>
                    <a:pt x="1149623" y="1202879"/>
                    <a:pt x="1130201" y="1212503"/>
                    <a:pt x="1104900" y="1212503"/>
                  </a:cubicBezTo>
                  <a:cubicBezTo>
                    <a:pt x="1054100" y="1212503"/>
                    <a:pt x="1028700" y="1176834"/>
                    <a:pt x="1028700" y="1105495"/>
                  </a:cubicBezTo>
                  <a:cubicBezTo>
                    <a:pt x="1028700" y="1068487"/>
                    <a:pt x="1035571" y="1040284"/>
                    <a:pt x="1049313" y="1020887"/>
                  </a:cubicBezTo>
                  <a:cubicBezTo>
                    <a:pt x="1063055" y="1001489"/>
                    <a:pt x="1082973" y="991791"/>
                    <a:pt x="1109067" y="991791"/>
                  </a:cubicBezTo>
                  <a:close/>
                  <a:moveTo>
                    <a:pt x="766167" y="991791"/>
                  </a:moveTo>
                  <a:cubicBezTo>
                    <a:pt x="815777" y="991791"/>
                    <a:pt x="840582" y="1028055"/>
                    <a:pt x="840582" y="1100584"/>
                  </a:cubicBezTo>
                  <a:cubicBezTo>
                    <a:pt x="840582" y="1136700"/>
                    <a:pt x="833810" y="1164382"/>
                    <a:pt x="820267" y="1183630"/>
                  </a:cubicBezTo>
                  <a:cubicBezTo>
                    <a:pt x="806723" y="1202879"/>
                    <a:pt x="787301" y="1212503"/>
                    <a:pt x="762000" y="1212503"/>
                  </a:cubicBezTo>
                  <a:cubicBezTo>
                    <a:pt x="711200" y="1212503"/>
                    <a:pt x="685800" y="1176834"/>
                    <a:pt x="685800" y="1105495"/>
                  </a:cubicBezTo>
                  <a:cubicBezTo>
                    <a:pt x="685800" y="1068487"/>
                    <a:pt x="692671" y="1040284"/>
                    <a:pt x="706413" y="1020887"/>
                  </a:cubicBezTo>
                  <a:cubicBezTo>
                    <a:pt x="720155" y="1001489"/>
                    <a:pt x="740073" y="991791"/>
                    <a:pt x="766167" y="991791"/>
                  </a:cubicBezTo>
                  <a:close/>
                  <a:moveTo>
                    <a:pt x="423268" y="991791"/>
                  </a:moveTo>
                  <a:cubicBezTo>
                    <a:pt x="472877" y="991791"/>
                    <a:pt x="497682" y="1028055"/>
                    <a:pt x="497682" y="1100584"/>
                  </a:cubicBezTo>
                  <a:cubicBezTo>
                    <a:pt x="497682" y="1136700"/>
                    <a:pt x="490910" y="1164382"/>
                    <a:pt x="477367" y="1183630"/>
                  </a:cubicBezTo>
                  <a:cubicBezTo>
                    <a:pt x="463823" y="1202879"/>
                    <a:pt x="444401" y="1212503"/>
                    <a:pt x="419100" y="1212503"/>
                  </a:cubicBezTo>
                  <a:cubicBezTo>
                    <a:pt x="368300" y="1212503"/>
                    <a:pt x="342900" y="1176834"/>
                    <a:pt x="342900" y="1105495"/>
                  </a:cubicBezTo>
                  <a:cubicBezTo>
                    <a:pt x="342900" y="1068487"/>
                    <a:pt x="349771" y="1040284"/>
                    <a:pt x="363513" y="1020887"/>
                  </a:cubicBezTo>
                  <a:cubicBezTo>
                    <a:pt x="377255" y="1001489"/>
                    <a:pt x="397173" y="991791"/>
                    <a:pt x="423268" y="991791"/>
                  </a:cubicBezTo>
                  <a:close/>
                  <a:moveTo>
                    <a:pt x="80368" y="991791"/>
                  </a:moveTo>
                  <a:cubicBezTo>
                    <a:pt x="129977" y="991791"/>
                    <a:pt x="154782" y="1028055"/>
                    <a:pt x="154782" y="1100584"/>
                  </a:cubicBezTo>
                  <a:cubicBezTo>
                    <a:pt x="154782" y="1136700"/>
                    <a:pt x="148010" y="1164382"/>
                    <a:pt x="134467" y="1183630"/>
                  </a:cubicBezTo>
                  <a:cubicBezTo>
                    <a:pt x="120923" y="1202879"/>
                    <a:pt x="101501" y="1212503"/>
                    <a:pt x="76200" y="1212503"/>
                  </a:cubicBezTo>
                  <a:cubicBezTo>
                    <a:pt x="25400" y="1212503"/>
                    <a:pt x="0" y="1176834"/>
                    <a:pt x="0" y="1105495"/>
                  </a:cubicBezTo>
                  <a:cubicBezTo>
                    <a:pt x="0" y="1068487"/>
                    <a:pt x="6871" y="1040284"/>
                    <a:pt x="20613" y="1020887"/>
                  </a:cubicBezTo>
                  <a:cubicBezTo>
                    <a:pt x="34355" y="1001489"/>
                    <a:pt x="54273" y="991791"/>
                    <a:pt x="80368" y="991791"/>
                  </a:cubicBezTo>
                  <a:close/>
                  <a:moveTo>
                    <a:pt x="1971080" y="990600"/>
                  </a:moveTo>
                  <a:lnTo>
                    <a:pt x="1999506" y="990600"/>
                  </a:lnTo>
                  <a:lnTo>
                    <a:pt x="1999506" y="1208782"/>
                  </a:lnTo>
                  <a:lnTo>
                    <a:pt x="1952625" y="1208782"/>
                  </a:lnTo>
                  <a:lnTo>
                    <a:pt x="1952625" y="1043583"/>
                  </a:lnTo>
                  <a:cubicBezTo>
                    <a:pt x="1950046" y="1045865"/>
                    <a:pt x="1946995" y="1048023"/>
                    <a:pt x="1943472" y="1050057"/>
                  </a:cubicBezTo>
                  <a:cubicBezTo>
                    <a:pt x="1939950" y="1052091"/>
                    <a:pt x="1936205" y="1053927"/>
                    <a:pt x="1932236" y="1055564"/>
                  </a:cubicBezTo>
                  <a:cubicBezTo>
                    <a:pt x="1928267" y="1057201"/>
                    <a:pt x="1924150" y="1058590"/>
                    <a:pt x="1919883" y="1059731"/>
                  </a:cubicBezTo>
                  <a:cubicBezTo>
                    <a:pt x="1915617" y="1060872"/>
                    <a:pt x="1911400" y="1061690"/>
                    <a:pt x="1907233" y="1062186"/>
                  </a:cubicBezTo>
                  <a:lnTo>
                    <a:pt x="1907233" y="1022598"/>
                  </a:lnTo>
                  <a:cubicBezTo>
                    <a:pt x="1919437" y="1019026"/>
                    <a:pt x="1930946" y="1014462"/>
                    <a:pt x="1941761" y="1008906"/>
                  </a:cubicBezTo>
                  <a:cubicBezTo>
                    <a:pt x="1952576" y="1003350"/>
                    <a:pt x="1962349" y="997248"/>
                    <a:pt x="1971080" y="990600"/>
                  </a:cubicBezTo>
                  <a:close/>
                  <a:moveTo>
                    <a:pt x="1628180" y="990600"/>
                  </a:moveTo>
                  <a:lnTo>
                    <a:pt x="1656606" y="990600"/>
                  </a:lnTo>
                  <a:lnTo>
                    <a:pt x="1656606" y="1208782"/>
                  </a:lnTo>
                  <a:lnTo>
                    <a:pt x="1609725" y="1208782"/>
                  </a:lnTo>
                  <a:lnTo>
                    <a:pt x="1609725" y="1043583"/>
                  </a:lnTo>
                  <a:cubicBezTo>
                    <a:pt x="1607146" y="1045865"/>
                    <a:pt x="1604095" y="1048023"/>
                    <a:pt x="1600572" y="1050057"/>
                  </a:cubicBezTo>
                  <a:cubicBezTo>
                    <a:pt x="1597050" y="1052091"/>
                    <a:pt x="1593305" y="1053927"/>
                    <a:pt x="1589336" y="1055564"/>
                  </a:cubicBezTo>
                  <a:cubicBezTo>
                    <a:pt x="1585367" y="1057201"/>
                    <a:pt x="1581250" y="1058590"/>
                    <a:pt x="1576983" y="1059731"/>
                  </a:cubicBezTo>
                  <a:cubicBezTo>
                    <a:pt x="1572717" y="1060872"/>
                    <a:pt x="1568500" y="1061690"/>
                    <a:pt x="1564333" y="1062186"/>
                  </a:cubicBezTo>
                  <a:lnTo>
                    <a:pt x="1564333" y="1022598"/>
                  </a:lnTo>
                  <a:cubicBezTo>
                    <a:pt x="1576537" y="1019026"/>
                    <a:pt x="1588046" y="1014462"/>
                    <a:pt x="1598861" y="1008906"/>
                  </a:cubicBezTo>
                  <a:cubicBezTo>
                    <a:pt x="1609676" y="1003350"/>
                    <a:pt x="1619449" y="997248"/>
                    <a:pt x="1628180" y="990600"/>
                  </a:cubicBezTo>
                  <a:close/>
                  <a:moveTo>
                    <a:pt x="1285280" y="990600"/>
                  </a:moveTo>
                  <a:lnTo>
                    <a:pt x="1313706" y="990600"/>
                  </a:lnTo>
                  <a:lnTo>
                    <a:pt x="1313706" y="1208782"/>
                  </a:lnTo>
                  <a:lnTo>
                    <a:pt x="1266825" y="1208782"/>
                  </a:lnTo>
                  <a:lnTo>
                    <a:pt x="1266825" y="1043583"/>
                  </a:lnTo>
                  <a:cubicBezTo>
                    <a:pt x="1264246" y="1045865"/>
                    <a:pt x="1261195" y="1048023"/>
                    <a:pt x="1257672" y="1050057"/>
                  </a:cubicBezTo>
                  <a:cubicBezTo>
                    <a:pt x="1254150" y="1052091"/>
                    <a:pt x="1250405" y="1053927"/>
                    <a:pt x="1246436" y="1055564"/>
                  </a:cubicBezTo>
                  <a:cubicBezTo>
                    <a:pt x="1242467" y="1057201"/>
                    <a:pt x="1238350" y="1058590"/>
                    <a:pt x="1234083" y="1059731"/>
                  </a:cubicBezTo>
                  <a:cubicBezTo>
                    <a:pt x="1229817" y="1060872"/>
                    <a:pt x="1225600" y="1061690"/>
                    <a:pt x="1221433" y="1062186"/>
                  </a:cubicBezTo>
                  <a:lnTo>
                    <a:pt x="1221433" y="1022598"/>
                  </a:lnTo>
                  <a:cubicBezTo>
                    <a:pt x="1233637" y="1019026"/>
                    <a:pt x="1245146" y="1014462"/>
                    <a:pt x="1255961" y="1008906"/>
                  </a:cubicBezTo>
                  <a:cubicBezTo>
                    <a:pt x="1266776" y="1003350"/>
                    <a:pt x="1276549" y="997248"/>
                    <a:pt x="1285280" y="990600"/>
                  </a:cubicBezTo>
                  <a:close/>
                  <a:moveTo>
                    <a:pt x="942380" y="990600"/>
                  </a:moveTo>
                  <a:lnTo>
                    <a:pt x="970806" y="990600"/>
                  </a:lnTo>
                  <a:lnTo>
                    <a:pt x="970806" y="1208782"/>
                  </a:lnTo>
                  <a:lnTo>
                    <a:pt x="923925" y="1208782"/>
                  </a:lnTo>
                  <a:lnTo>
                    <a:pt x="923925" y="1043583"/>
                  </a:lnTo>
                  <a:cubicBezTo>
                    <a:pt x="921346" y="1045865"/>
                    <a:pt x="918295" y="1048023"/>
                    <a:pt x="914772" y="1050057"/>
                  </a:cubicBezTo>
                  <a:cubicBezTo>
                    <a:pt x="911250" y="1052091"/>
                    <a:pt x="907505" y="1053927"/>
                    <a:pt x="903536" y="1055564"/>
                  </a:cubicBezTo>
                  <a:cubicBezTo>
                    <a:pt x="899567" y="1057201"/>
                    <a:pt x="895450" y="1058590"/>
                    <a:pt x="891183" y="1059731"/>
                  </a:cubicBezTo>
                  <a:cubicBezTo>
                    <a:pt x="886917" y="1060872"/>
                    <a:pt x="882700" y="1061690"/>
                    <a:pt x="878533" y="1062186"/>
                  </a:cubicBezTo>
                  <a:lnTo>
                    <a:pt x="878533" y="1022598"/>
                  </a:lnTo>
                  <a:cubicBezTo>
                    <a:pt x="890737" y="1019026"/>
                    <a:pt x="902246" y="1014462"/>
                    <a:pt x="913061" y="1008906"/>
                  </a:cubicBezTo>
                  <a:cubicBezTo>
                    <a:pt x="923876" y="1003350"/>
                    <a:pt x="933649" y="997248"/>
                    <a:pt x="942380" y="990600"/>
                  </a:cubicBezTo>
                  <a:close/>
                  <a:moveTo>
                    <a:pt x="599480" y="990600"/>
                  </a:moveTo>
                  <a:lnTo>
                    <a:pt x="627906" y="990600"/>
                  </a:lnTo>
                  <a:lnTo>
                    <a:pt x="627906" y="1208782"/>
                  </a:lnTo>
                  <a:lnTo>
                    <a:pt x="581025" y="1208782"/>
                  </a:lnTo>
                  <a:lnTo>
                    <a:pt x="581025" y="1043583"/>
                  </a:lnTo>
                  <a:cubicBezTo>
                    <a:pt x="578446" y="1045865"/>
                    <a:pt x="575395" y="1048023"/>
                    <a:pt x="571872" y="1050057"/>
                  </a:cubicBezTo>
                  <a:cubicBezTo>
                    <a:pt x="568350" y="1052091"/>
                    <a:pt x="564605" y="1053927"/>
                    <a:pt x="560636" y="1055564"/>
                  </a:cubicBezTo>
                  <a:cubicBezTo>
                    <a:pt x="556667" y="1057201"/>
                    <a:pt x="552549" y="1058590"/>
                    <a:pt x="548283" y="1059731"/>
                  </a:cubicBezTo>
                  <a:cubicBezTo>
                    <a:pt x="544017" y="1060872"/>
                    <a:pt x="539800" y="1061690"/>
                    <a:pt x="535633" y="1062186"/>
                  </a:cubicBezTo>
                  <a:lnTo>
                    <a:pt x="535633" y="1022598"/>
                  </a:lnTo>
                  <a:cubicBezTo>
                    <a:pt x="547837" y="1019026"/>
                    <a:pt x="559346" y="1014462"/>
                    <a:pt x="570161" y="1008906"/>
                  </a:cubicBezTo>
                  <a:cubicBezTo>
                    <a:pt x="580976" y="1003350"/>
                    <a:pt x="590749" y="997248"/>
                    <a:pt x="599480" y="990600"/>
                  </a:cubicBezTo>
                  <a:close/>
                  <a:moveTo>
                    <a:pt x="256580" y="990600"/>
                  </a:moveTo>
                  <a:lnTo>
                    <a:pt x="285006" y="990600"/>
                  </a:lnTo>
                  <a:lnTo>
                    <a:pt x="285006" y="1208782"/>
                  </a:lnTo>
                  <a:lnTo>
                    <a:pt x="238125" y="1208782"/>
                  </a:lnTo>
                  <a:lnTo>
                    <a:pt x="238125" y="1043583"/>
                  </a:lnTo>
                  <a:cubicBezTo>
                    <a:pt x="235546" y="1045865"/>
                    <a:pt x="232495" y="1048023"/>
                    <a:pt x="228972" y="1050057"/>
                  </a:cubicBezTo>
                  <a:cubicBezTo>
                    <a:pt x="225450" y="1052091"/>
                    <a:pt x="221705" y="1053927"/>
                    <a:pt x="217736" y="1055564"/>
                  </a:cubicBezTo>
                  <a:cubicBezTo>
                    <a:pt x="213767" y="1057201"/>
                    <a:pt x="209650" y="1058590"/>
                    <a:pt x="205383" y="1059731"/>
                  </a:cubicBezTo>
                  <a:cubicBezTo>
                    <a:pt x="201117" y="1060872"/>
                    <a:pt x="196900" y="1061690"/>
                    <a:pt x="192733" y="1062186"/>
                  </a:cubicBezTo>
                  <a:lnTo>
                    <a:pt x="192733" y="1022598"/>
                  </a:lnTo>
                  <a:cubicBezTo>
                    <a:pt x="204937" y="1019026"/>
                    <a:pt x="216446" y="1014462"/>
                    <a:pt x="227261" y="1008906"/>
                  </a:cubicBezTo>
                  <a:cubicBezTo>
                    <a:pt x="238076" y="1003350"/>
                    <a:pt x="247849" y="997248"/>
                    <a:pt x="256580" y="990600"/>
                  </a:cubicBezTo>
                  <a:close/>
                  <a:moveTo>
                    <a:pt x="2066762" y="713492"/>
                  </a:moveTo>
                  <a:lnTo>
                    <a:pt x="2073178" y="731022"/>
                  </a:lnTo>
                  <a:cubicBezTo>
                    <a:pt x="2083753" y="765019"/>
                    <a:pt x="2092701" y="799734"/>
                    <a:pt x="2099933" y="835073"/>
                  </a:cubicBezTo>
                  <a:lnTo>
                    <a:pt x="2105805" y="873552"/>
                  </a:lnTo>
                  <a:lnTo>
                    <a:pt x="2100263" y="872440"/>
                  </a:lnTo>
                  <a:cubicBezTo>
                    <a:pt x="2071688" y="859064"/>
                    <a:pt x="2057400" y="825624"/>
                    <a:pt x="2057400" y="772120"/>
                  </a:cubicBezTo>
                  <a:cubicBezTo>
                    <a:pt x="2057400" y="753616"/>
                    <a:pt x="2059118" y="737313"/>
                    <a:pt x="2062553" y="723212"/>
                  </a:cubicBezTo>
                  <a:close/>
                  <a:moveTo>
                    <a:pt x="1792784" y="694283"/>
                  </a:moveTo>
                  <a:cubicBezTo>
                    <a:pt x="1772444" y="694283"/>
                    <a:pt x="1762274" y="719832"/>
                    <a:pt x="1762274" y="770930"/>
                  </a:cubicBezTo>
                  <a:cubicBezTo>
                    <a:pt x="1762274" y="819051"/>
                    <a:pt x="1772246" y="843111"/>
                    <a:pt x="1792189" y="843111"/>
                  </a:cubicBezTo>
                  <a:cubicBezTo>
                    <a:pt x="1811635" y="843111"/>
                    <a:pt x="1821359" y="818307"/>
                    <a:pt x="1821359" y="768697"/>
                  </a:cubicBezTo>
                  <a:cubicBezTo>
                    <a:pt x="1821359" y="719088"/>
                    <a:pt x="1811834" y="694283"/>
                    <a:pt x="1792784" y="694283"/>
                  </a:cubicBezTo>
                  <a:close/>
                  <a:moveTo>
                    <a:pt x="1449884" y="694283"/>
                  </a:moveTo>
                  <a:cubicBezTo>
                    <a:pt x="1429544" y="694283"/>
                    <a:pt x="1419374" y="719832"/>
                    <a:pt x="1419374" y="770930"/>
                  </a:cubicBezTo>
                  <a:cubicBezTo>
                    <a:pt x="1419374" y="819051"/>
                    <a:pt x="1429346" y="843111"/>
                    <a:pt x="1449289" y="843111"/>
                  </a:cubicBezTo>
                  <a:cubicBezTo>
                    <a:pt x="1468736" y="843111"/>
                    <a:pt x="1478459" y="818307"/>
                    <a:pt x="1478459" y="768697"/>
                  </a:cubicBezTo>
                  <a:cubicBezTo>
                    <a:pt x="1478459" y="719088"/>
                    <a:pt x="1468934" y="694283"/>
                    <a:pt x="1449884" y="694283"/>
                  </a:cubicBezTo>
                  <a:close/>
                  <a:moveTo>
                    <a:pt x="1106984" y="694283"/>
                  </a:moveTo>
                  <a:cubicBezTo>
                    <a:pt x="1086644" y="694283"/>
                    <a:pt x="1076474" y="719832"/>
                    <a:pt x="1076474" y="770930"/>
                  </a:cubicBezTo>
                  <a:cubicBezTo>
                    <a:pt x="1076474" y="819051"/>
                    <a:pt x="1086446" y="843111"/>
                    <a:pt x="1106389" y="843111"/>
                  </a:cubicBezTo>
                  <a:cubicBezTo>
                    <a:pt x="1125836" y="843111"/>
                    <a:pt x="1135559" y="818307"/>
                    <a:pt x="1135559" y="768697"/>
                  </a:cubicBezTo>
                  <a:cubicBezTo>
                    <a:pt x="1135559" y="719088"/>
                    <a:pt x="1126034" y="694283"/>
                    <a:pt x="1106984" y="694283"/>
                  </a:cubicBezTo>
                  <a:close/>
                  <a:moveTo>
                    <a:pt x="764084" y="694283"/>
                  </a:moveTo>
                  <a:cubicBezTo>
                    <a:pt x="743744" y="694283"/>
                    <a:pt x="733574" y="719832"/>
                    <a:pt x="733574" y="770930"/>
                  </a:cubicBezTo>
                  <a:cubicBezTo>
                    <a:pt x="733574" y="819051"/>
                    <a:pt x="743546" y="843111"/>
                    <a:pt x="763489" y="843111"/>
                  </a:cubicBezTo>
                  <a:cubicBezTo>
                    <a:pt x="782936" y="843111"/>
                    <a:pt x="792659" y="818307"/>
                    <a:pt x="792659" y="768697"/>
                  </a:cubicBezTo>
                  <a:cubicBezTo>
                    <a:pt x="792659" y="719088"/>
                    <a:pt x="783134" y="694283"/>
                    <a:pt x="764084" y="694283"/>
                  </a:cubicBezTo>
                  <a:close/>
                  <a:moveTo>
                    <a:pt x="421184" y="694283"/>
                  </a:moveTo>
                  <a:cubicBezTo>
                    <a:pt x="400844" y="694283"/>
                    <a:pt x="390674" y="719832"/>
                    <a:pt x="390674" y="770930"/>
                  </a:cubicBezTo>
                  <a:cubicBezTo>
                    <a:pt x="390674" y="819051"/>
                    <a:pt x="400646" y="843111"/>
                    <a:pt x="420589" y="843111"/>
                  </a:cubicBezTo>
                  <a:cubicBezTo>
                    <a:pt x="440035" y="843111"/>
                    <a:pt x="449759" y="818307"/>
                    <a:pt x="449759" y="768697"/>
                  </a:cubicBezTo>
                  <a:cubicBezTo>
                    <a:pt x="449759" y="719088"/>
                    <a:pt x="440234" y="694283"/>
                    <a:pt x="421184" y="694283"/>
                  </a:cubicBezTo>
                  <a:close/>
                  <a:moveTo>
                    <a:pt x="78284" y="694283"/>
                  </a:moveTo>
                  <a:cubicBezTo>
                    <a:pt x="57944" y="694283"/>
                    <a:pt x="47774" y="719832"/>
                    <a:pt x="47774" y="770930"/>
                  </a:cubicBezTo>
                  <a:cubicBezTo>
                    <a:pt x="47774" y="819051"/>
                    <a:pt x="57746" y="843111"/>
                    <a:pt x="77689" y="843111"/>
                  </a:cubicBezTo>
                  <a:cubicBezTo>
                    <a:pt x="97135" y="843111"/>
                    <a:pt x="106859" y="818307"/>
                    <a:pt x="106859" y="768697"/>
                  </a:cubicBezTo>
                  <a:cubicBezTo>
                    <a:pt x="106859" y="719088"/>
                    <a:pt x="97334" y="694283"/>
                    <a:pt x="78284" y="694283"/>
                  </a:cubicBezTo>
                  <a:close/>
                  <a:moveTo>
                    <a:pt x="1794867" y="658416"/>
                  </a:moveTo>
                  <a:cubicBezTo>
                    <a:pt x="1844477" y="658416"/>
                    <a:pt x="1869281" y="694680"/>
                    <a:pt x="1869281" y="767209"/>
                  </a:cubicBezTo>
                  <a:cubicBezTo>
                    <a:pt x="1869281" y="803325"/>
                    <a:pt x="1862510" y="831007"/>
                    <a:pt x="1848966" y="850255"/>
                  </a:cubicBezTo>
                  <a:cubicBezTo>
                    <a:pt x="1835423" y="869504"/>
                    <a:pt x="1816001" y="879128"/>
                    <a:pt x="1790700" y="879128"/>
                  </a:cubicBezTo>
                  <a:cubicBezTo>
                    <a:pt x="1739900" y="879128"/>
                    <a:pt x="1714500" y="843459"/>
                    <a:pt x="1714500" y="772120"/>
                  </a:cubicBezTo>
                  <a:cubicBezTo>
                    <a:pt x="1714500" y="735112"/>
                    <a:pt x="1721371" y="706909"/>
                    <a:pt x="1735113" y="687512"/>
                  </a:cubicBezTo>
                  <a:cubicBezTo>
                    <a:pt x="1748855" y="668114"/>
                    <a:pt x="1768773" y="658416"/>
                    <a:pt x="1794867" y="658416"/>
                  </a:cubicBezTo>
                  <a:close/>
                  <a:moveTo>
                    <a:pt x="1451967" y="658416"/>
                  </a:moveTo>
                  <a:cubicBezTo>
                    <a:pt x="1501577" y="658416"/>
                    <a:pt x="1526382" y="694680"/>
                    <a:pt x="1526382" y="767209"/>
                  </a:cubicBezTo>
                  <a:cubicBezTo>
                    <a:pt x="1526382" y="803325"/>
                    <a:pt x="1519610" y="831007"/>
                    <a:pt x="1506067" y="850255"/>
                  </a:cubicBezTo>
                  <a:cubicBezTo>
                    <a:pt x="1492523" y="869504"/>
                    <a:pt x="1473101" y="879128"/>
                    <a:pt x="1447800" y="879128"/>
                  </a:cubicBezTo>
                  <a:cubicBezTo>
                    <a:pt x="1397000" y="879128"/>
                    <a:pt x="1371600" y="843459"/>
                    <a:pt x="1371600" y="772120"/>
                  </a:cubicBezTo>
                  <a:cubicBezTo>
                    <a:pt x="1371600" y="735112"/>
                    <a:pt x="1378471" y="706909"/>
                    <a:pt x="1392213" y="687512"/>
                  </a:cubicBezTo>
                  <a:cubicBezTo>
                    <a:pt x="1405955" y="668114"/>
                    <a:pt x="1425873" y="658416"/>
                    <a:pt x="1451967" y="658416"/>
                  </a:cubicBezTo>
                  <a:close/>
                  <a:moveTo>
                    <a:pt x="1109067" y="658416"/>
                  </a:moveTo>
                  <a:cubicBezTo>
                    <a:pt x="1158677" y="658416"/>
                    <a:pt x="1183482" y="694680"/>
                    <a:pt x="1183482" y="767209"/>
                  </a:cubicBezTo>
                  <a:cubicBezTo>
                    <a:pt x="1183482" y="803325"/>
                    <a:pt x="1176710" y="831007"/>
                    <a:pt x="1163167" y="850255"/>
                  </a:cubicBezTo>
                  <a:cubicBezTo>
                    <a:pt x="1149623" y="869504"/>
                    <a:pt x="1130201" y="879128"/>
                    <a:pt x="1104900" y="879128"/>
                  </a:cubicBezTo>
                  <a:cubicBezTo>
                    <a:pt x="1054100" y="879128"/>
                    <a:pt x="1028700" y="843459"/>
                    <a:pt x="1028700" y="772120"/>
                  </a:cubicBezTo>
                  <a:cubicBezTo>
                    <a:pt x="1028700" y="735112"/>
                    <a:pt x="1035571" y="706909"/>
                    <a:pt x="1049313" y="687512"/>
                  </a:cubicBezTo>
                  <a:cubicBezTo>
                    <a:pt x="1063055" y="668114"/>
                    <a:pt x="1082973" y="658416"/>
                    <a:pt x="1109067" y="658416"/>
                  </a:cubicBezTo>
                  <a:close/>
                  <a:moveTo>
                    <a:pt x="766167" y="658416"/>
                  </a:moveTo>
                  <a:cubicBezTo>
                    <a:pt x="815777" y="658416"/>
                    <a:pt x="840582" y="694680"/>
                    <a:pt x="840582" y="767209"/>
                  </a:cubicBezTo>
                  <a:cubicBezTo>
                    <a:pt x="840582" y="803325"/>
                    <a:pt x="833810" y="831007"/>
                    <a:pt x="820267" y="850255"/>
                  </a:cubicBezTo>
                  <a:cubicBezTo>
                    <a:pt x="806723" y="869504"/>
                    <a:pt x="787301" y="879128"/>
                    <a:pt x="762000" y="879128"/>
                  </a:cubicBezTo>
                  <a:cubicBezTo>
                    <a:pt x="711200" y="879128"/>
                    <a:pt x="685800" y="843459"/>
                    <a:pt x="685800" y="772120"/>
                  </a:cubicBezTo>
                  <a:cubicBezTo>
                    <a:pt x="685800" y="735112"/>
                    <a:pt x="692671" y="706909"/>
                    <a:pt x="706413" y="687512"/>
                  </a:cubicBezTo>
                  <a:cubicBezTo>
                    <a:pt x="720155" y="668114"/>
                    <a:pt x="740073" y="658416"/>
                    <a:pt x="766167" y="658416"/>
                  </a:cubicBezTo>
                  <a:close/>
                  <a:moveTo>
                    <a:pt x="423268" y="658416"/>
                  </a:moveTo>
                  <a:cubicBezTo>
                    <a:pt x="472877" y="658416"/>
                    <a:pt x="497682" y="694680"/>
                    <a:pt x="497682" y="767209"/>
                  </a:cubicBezTo>
                  <a:cubicBezTo>
                    <a:pt x="497682" y="803325"/>
                    <a:pt x="490910" y="831007"/>
                    <a:pt x="477367" y="850255"/>
                  </a:cubicBezTo>
                  <a:cubicBezTo>
                    <a:pt x="463823" y="869504"/>
                    <a:pt x="444401" y="879128"/>
                    <a:pt x="419100" y="879128"/>
                  </a:cubicBezTo>
                  <a:cubicBezTo>
                    <a:pt x="368300" y="879128"/>
                    <a:pt x="342900" y="843459"/>
                    <a:pt x="342900" y="772120"/>
                  </a:cubicBezTo>
                  <a:cubicBezTo>
                    <a:pt x="342900" y="735112"/>
                    <a:pt x="349771" y="706909"/>
                    <a:pt x="363513" y="687512"/>
                  </a:cubicBezTo>
                  <a:cubicBezTo>
                    <a:pt x="377255" y="668114"/>
                    <a:pt x="397173" y="658416"/>
                    <a:pt x="423268" y="658416"/>
                  </a:cubicBezTo>
                  <a:close/>
                  <a:moveTo>
                    <a:pt x="80368" y="658416"/>
                  </a:moveTo>
                  <a:cubicBezTo>
                    <a:pt x="129977" y="658416"/>
                    <a:pt x="154782" y="694680"/>
                    <a:pt x="154782" y="767209"/>
                  </a:cubicBezTo>
                  <a:cubicBezTo>
                    <a:pt x="154782" y="803325"/>
                    <a:pt x="148010" y="831007"/>
                    <a:pt x="134467" y="850255"/>
                  </a:cubicBezTo>
                  <a:cubicBezTo>
                    <a:pt x="120923" y="869504"/>
                    <a:pt x="101501" y="879128"/>
                    <a:pt x="76200" y="879128"/>
                  </a:cubicBezTo>
                  <a:cubicBezTo>
                    <a:pt x="25400" y="879128"/>
                    <a:pt x="0" y="843459"/>
                    <a:pt x="0" y="772120"/>
                  </a:cubicBezTo>
                  <a:cubicBezTo>
                    <a:pt x="0" y="735112"/>
                    <a:pt x="6871" y="706909"/>
                    <a:pt x="20613" y="687512"/>
                  </a:cubicBezTo>
                  <a:cubicBezTo>
                    <a:pt x="34355" y="668114"/>
                    <a:pt x="54273" y="658416"/>
                    <a:pt x="80368" y="658416"/>
                  </a:cubicBezTo>
                  <a:close/>
                  <a:moveTo>
                    <a:pt x="1971080" y="657225"/>
                  </a:moveTo>
                  <a:lnTo>
                    <a:pt x="1999506" y="657225"/>
                  </a:lnTo>
                  <a:lnTo>
                    <a:pt x="1999506" y="875407"/>
                  </a:lnTo>
                  <a:lnTo>
                    <a:pt x="1952625" y="875407"/>
                  </a:lnTo>
                  <a:lnTo>
                    <a:pt x="1952625" y="710208"/>
                  </a:lnTo>
                  <a:cubicBezTo>
                    <a:pt x="1950046" y="712490"/>
                    <a:pt x="1946995" y="714648"/>
                    <a:pt x="1943472" y="716682"/>
                  </a:cubicBezTo>
                  <a:cubicBezTo>
                    <a:pt x="1939950" y="718716"/>
                    <a:pt x="1936205" y="720551"/>
                    <a:pt x="1932236" y="722189"/>
                  </a:cubicBezTo>
                  <a:cubicBezTo>
                    <a:pt x="1928267" y="723826"/>
                    <a:pt x="1924150" y="725215"/>
                    <a:pt x="1919883" y="726356"/>
                  </a:cubicBezTo>
                  <a:cubicBezTo>
                    <a:pt x="1915617" y="727497"/>
                    <a:pt x="1911400" y="728315"/>
                    <a:pt x="1907233" y="728811"/>
                  </a:cubicBezTo>
                  <a:lnTo>
                    <a:pt x="1907233" y="689223"/>
                  </a:lnTo>
                  <a:cubicBezTo>
                    <a:pt x="1919437" y="685651"/>
                    <a:pt x="1930946" y="681087"/>
                    <a:pt x="1941761" y="675531"/>
                  </a:cubicBezTo>
                  <a:cubicBezTo>
                    <a:pt x="1952576" y="669975"/>
                    <a:pt x="1962349" y="663873"/>
                    <a:pt x="1971080" y="657225"/>
                  </a:cubicBezTo>
                  <a:close/>
                  <a:moveTo>
                    <a:pt x="1628180" y="657225"/>
                  </a:moveTo>
                  <a:lnTo>
                    <a:pt x="1656606" y="657225"/>
                  </a:lnTo>
                  <a:lnTo>
                    <a:pt x="1656606" y="875407"/>
                  </a:lnTo>
                  <a:lnTo>
                    <a:pt x="1609725" y="875407"/>
                  </a:lnTo>
                  <a:lnTo>
                    <a:pt x="1609725" y="710208"/>
                  </a:lnTo>
                  <a:cubicBezTo>
                    <a:pt x="1607146" y="712490"/>
                    <a:pt x="1604095" y="714648"/>
                    <a:pt x="1600572" y="716682"/>
                  </a:cubicBezTo>
                  <a:cubicBezTo>
                    <a:pt x="1597050" y="718716"/>
                    <a:pt x="1593305" y="720551"/>
                    <a:pt x="1589336" y="722189"/>
                  </a:cubicBezTo>
                  <a:cubicBezTo>
                    <a:pt x="1585367" y="723826"/>
                    <a:pt x="1581250" y="725215"/>
                    <a:pt x="1576983" y="726356"/>
                  </a:cubicBezTo>
                  <a:cubicBezTo>
                    <a:pt x="1572717" y="727497"/>
                    <a:pt x="1568500" y="728315"/>
                    <a:pt x="1564333" y="728811"/>
                  </a:cubicBezTo>
                  <a:lnTo>
                    <a:pt x="1564333" y="689223"/>
                  </a:lnTo>
                  <a:cubicBezTo>
                    <a:pt x="1576537" y="685651"/>
                    <a:pt x="1588046" y="681087"/>
                    <a:pt x="1598861" y="675531"/>
                  </a:cubicBezTo>
                  <a:cubicBezTo>
                    <a:pt x="1609676" y="669975"/>
                    <a:pt x="1619449" y="663873"/>
                    <a:pt x="1628180" y="657225"/>
                  </a:cubicBezTo>
                  <a:close/>
                  <a:moveTo>
                    <a:pt x="1285280" y="657225"/>
                  </a:moveTo>
                  <a:lnTo>
                    <a:pt x="1313706" y="657225"/>
                  </a:lnTo>
                  <a:lnTo>
                    <a:pt x="1313706" y="875407"/>
                  </a:lnTo>
                  <a:lnTo>
                    <a:pt x="1266825" y="875407"/>
                  </a:lnTo>
                  <a:lnTo>
                    <a:pt x="1266825" y="710208"/>
                  </a:lnTo>
                  <a:cubicBezTo>
                    <a:pt x="1264246" y="712490"/>
                    <a:pt x="1261195" y="714648"/>
                    <a:pt x="1257672" y="716682"/>
                  </a:cubicBezTo>
                  <a:cubicBezTo>
                    <a:pt x="1254150" y="718716"/>
                    <a:pt x="1250405" y="720551"/>
                    <a:pt x="1246436" y="722189"/>
                  </a:cubicBezTo>
                  <a:cubicBezTo>
                    <a:pt x="1242467" y="723826"/>
                    <a:pt x="1238350" y="725215"/>
                    <a:pt x="1234083" y="726356"/>
                  </a:cubicBezTo>
                  <a:cubicBezTo>
                    <a:pt x="1229817" y="727497"/>
                    <a:pt x="1225600" y="728315"/>
                    <a:pt x="1221433" y="728811"/>
                  </a:cubicBezTo>
                  <a:lnTo>
                    <a:pt x="1221433" y="689223"/>
                  </a:lnTo>
                  <a:cubicBezTo>
                    <a:pt x="1233637" y="685651"/>
                    <a:pt x="1245146" y="681087"/>
                    <a:pt x="1255961" y="675531"/>
                  </a:cubicBezTo>
                  <a:cubicBezTo>
                    <a:pt x="1266776" y="669975"/>
                    <a:pt x="1276549" y="663873"/>
                    <a:pt x="1285280" y="657225"/>
                  </a:cubicBezTo>
                  <a:close/>
                  <a:moveTo>
                    <a:pt x="942380" y="657225"/>
                  </a:moveTo>
                  <a:lnTo>
                    <a:pt x="970806" y="657225"/>
                  </a:lnTo>
                  <a:lnTo>
                    <a:pt x="970806" y="875407"/>
                  </a:lnTo>
                  <a:lnTo>
                    <a:pt x="923925" y="875407"/>
                  </a:lnTo>
                  <a:lnTo>
                    <a:pt x="923925" y="710208"/>
                  </a:lnTo>
                  <a:cubicBezTo>
                    <a:pt x="921346" y="712490"/>
                    <a:pt x="918295" y="714648"/>
                    <a:pt x="914772" y="716682"/>
                  </a:cubicBezTo>
                  <a:cubicBezTo>
                    <a:pt x="911250" y="718716"/>
                    <a:pt x="907505" y="720551"/>
                    <a:pt x="903536" y="722189"/>
                  </a:cubicBezTo>
                  <a:cubicBezTo>
                    <a:pt x="899567" y="723826"/>
                    <a:pt x="895450" y="725215"/>
                    <a:pt x="891183" y="726356"/>
                  </a:cubicBezTo>
                  <a:cubicBezTo>
                    <a:pt x="886917" y="727497"/>
                    <a:pt x="882700" y="728315"/>
                    <a:pt x="878533" y="728811"/>
                  </a:cubicBezTo>
                  <a:lnTo>
                    <a:pt x="878533" y="689223"/>
                  </a:lnTo>
                  <a:cubicBezTo>
                    <a:pt x="890737" y="685651"/>
                    <a:pt x="902246" y="681087"/>
                    <a:pt x="913061" y="675531"/>
                  </a:cubicBezTo>
                  <a:cubicBezTo>
                    <a:pt x="923876" y="669975"/>
                    <a:pt x="933649" y="663873"/>
                    <a:pt x="942380" y="657225"/>
                  </a:cubicBezTo>
                  <a:close/>
                  <a:moveTo>
                    <a:pt x="599480" y="657225"/>
                  </a:moveTo>
                  <a:lnTo>
                    <a:pt x="627906" y="657225"/>
                  </a:lnTo>
                  <a:lnTo>
                    <a:pt x="627906" y="875407"/>
                  </a:lnTo>
                  <a:lnTo>
                    <a:pt x="581025" y="875407"/>
                  </a:lnTo>
                  <a:lnTo>
                    <a:pt x="581025" y="710208"/>
                  </a:lnTo>
                  <a:cubicBezTo>
                    <a:pt x="578446" y="712490"/>
                    <a:pt x="575395" y="714648"/>
                    <a:pt x="571872" y="716682"/>
                  </a:cubicBezTo>
                  <a:cubicBezTo>
                    <a:pt x="568350" y="718716"/>
                    <a:pt x="564605" y="720551"/>
                    <a:pt x="560636" y="722189"/>
                  </a:cubicBezTo>
                  <a:cubicBezTo>
                    <a:pt x="556667" y="723826"/>
                    <a:pt x="552549" y="725215"/>
                    <a:pt x="548283" y="726356"/>
                  </a:cubicBezTo>
                  <a:cubicBezTo>
                    <a:pt x="544017" y="727497"/>
                    <a:pt x="539800" y="728315"/>
                    <a:pt x="535633" y="728811"/>
                  </a:cubicBezTo>
                  <a:lnTo>
                    <a:pt x="535633" y="689223"/>
                  </a:lnTo>
                  <a:cubicBezTo>
                    <a:pt x="547837" y="685651"/>
                    <a:pt x="559346" y="681087"/>
                    <a:pt x="570161" y="675531"/>
                  </a:cubicBezTo>
                  <a:cubicBezTo>
                    <a:pt x="580976" y="669975"/>
                    <a:pt x="590749" y="663873"/>
                    <a:pt x="599480" y="657225"/>
                  </a:cubicBezTo>
                  <a:close/>
                  <a:moveTo>
                    <a:pt x="256580" y="657225"/>
                  </a:moveTo>
                  <a:lnTo>
                    <a:pt x="285006" y="657225"/>
                  </a:lnTo>
                  <a:lnTo>
                    <a:pt x="285006" y="875407"/>
                  </a:lnTo>
                  <a:lnTo>
                    <a:pt x="238125" y="875407"/>
                  </a:lnTo>
                  <a:lnTo>
                    <a:pt x="238125" y="710208"/>
                  </a:lnTo>
                  <a:cubicBezTo>
                    <a:pt x="235546" y="712490"/>
                    <a:pt x="232495" y="714648"/>
                    <a:pt x="228972" y="716682"/>
                  </a:cubicBezTo>
                  <a:cubicBezTo>
                    <a:pt x="225450" y="718716"/>
                    <a:pt x="221705" y="720551"/>
                    <a:pt x="217736" y="722189"/>
                  </a:cubicBezTo>
                  <a:cubicBezTo>
                    <a:pt x="213767" y="723826"/>
                    <a:pt x="209650" y="725215"/>
                    <a:pt x="205383" y="726356"/>
                  </a:cubicBezTo>
                  <a:cubicBezTo>
                    <a:pt x="201117" y="727497"/>
                    <a:pt x="196900" y="728315"/>
                    <a:pt x="192733" y="728811"/>
                  </a:cubicBezTo>
                  <a:lnTo>
                    <a:pt x="192733" y="689223"/>
                  </a:lnTo>
                  <a:cubicBezTo>
                    <a:pt x="204937" y="685651"/>
                    <a:pt x="216446" y="681087"/>
                    <a:pt x="227261" y="675531"/>
                  </a:cubicBezTo>
                  <a:cubicBezTo>
                    <a:pt x="238076" y="669975"/>
                    <a:pt x="247849" y="663873"/>
                    <a:pt x="256580" y="657225"/>
                  </a:cubicBezTo>
                  <a:close/>
                  <a:moveTo>
                    <a:pt x="1952625" y="473278"/>
                  </a:moveTo>
                  <a:lnTo>
                    <a:pt x="1990948" y="536359"/>
                  </a:lnTo>
                  <a:lnTo>
                    <a:pt x="1998269" y="551557"/>
                  </a:lnTo>
                  <a:lnTo>
                    <a:pt x="1952625" y="551557"/>
                  </a:lnTo>
                  <a:close/>
                  <a:moveTo>
                    <a:pt x="152904" y="424144"/>
                  </a:moveTo>
                  <a:lnTo>
                    <a:pt x="154782" y="443359"/>
                  </a:lnTo>
                  <a:cubicBezTo>
                    <a:pt x="154782" y="479475"/>
                    <a:pt x="148010" y="507157"/>
                    <a:pt x="134467" y="526405"/>
                  </a:cubicBezTo>
                  <a:cubicBezTo>
                    <a:pt x="120923" y="545654"/>
                    <a:pt x="101501" y="555278"/>
                    <a:pt x="76200" y="555278"/>
                  </a:cubicBezTo>
                  <a:lnTo>
                    <a:pt x="72767" y="554589"/>
                  </a:lnTo>
                  <a:lnTo>
                    <a:pt x="81549" y="536359"/>
                  </a:lnTo>
                  <a:cubicBezTo>
                    <a:pt x="98263" y="505590"/>
                    <a:pt x="116422" y="475720"/>
                    <a:pt x="135933" y="446839"/>
                  </a:cubicBezTo>
                  <a:close/>
                  <a:moveTo>
                    <a:pt x="1792784" y="370433"/>
                  </a:moveTo>
                  <a:cubicBezTo>
                    <a:pt x="1772444" y="370433"/>
                    <a:pt x="1762274" y="395982"/>
                    <a:pt x="1762274" y="447080"/>
                  </a:cubicBezTo>
                  <a:cubicBezTo>
                    <a:pt x="1762274" y="495201"/>
                    <a:pt x="1772246" y="519261"/>
                    <a:pt x="1792189" y="519261"/>
                  </a:cubicBezTo>
                  <a:cubicBezTo>
                    <a:pt x="1811635" y="519261"/>
                    <a:pt x="1821359" y="494457"/>
                    <a:pt x="1821359" y="444847"/>
                  </a:cubicBezTo>
                  <a:cubicBezTo>
                    <a:pt x="1821359" y="395238"/>
                    <a:pt x="1811834" y="370433"/>
                    <a:pt x="1792784" y="370433"/>
                  </a:cubicBezTo>
                  <a:close/>
                  <a:moveTo>
                    <a:pt x="1449884" y="370433"/>
                  </a:moveTo>
                  <a:cubicBezTo>
                    <a:pt x="1429544" y="370433"/>
                    <a:pt x="1419374" y="395982"/>
                    <a:pt x="1419374" y="447080"/>
                  </a:cubicBezTo>
                  <a:cubicBezTo>
                    <a:pt x="1419374" y="495201"/>
                    <a:pt x="1429346" y="519261"/>
                    <a:pt x="1449289" y="519261"/>
                  </a:cubicBezTo>
                  <a:cubicBezTo>
                    <a:pt x="1468736" y="519261"/>
                    <a:pt x="1478459" y="494457"/>
                    <a:pt x="1478459" y="444847"/>
                  </a:cubicBezTo>
                  <a:cubicBezTo>
                    <a:pt x="1478459" y="395238"/>
                    <a:pt x="1468934" y="370433"/>
                    <a:pt x="1449884" y="370433"/>
                  </a:cubicBezTo>
                  <a:close/>
                  <a:moveTo>
                    <a:pt x="1106984" y="370433"/>
                  </a:moveTo>
                  <a:cubicBezTo>
                    <a:pt x="1086644" y="370433"/>
                    <a:pt x="1076474" y="395982"/>
                    <a:pt x="1076474" y="447080"/>
                  </a:cubicBezTo>
                  <a:cubicBezTo>
                    <a:pt x="1076474" y="495201"/>
                    <a:pt x="1086446" y="519261"/>
                    <a:pt x="1106389" y="519261"/>
                  </a:cubicBezTo>
                  <a:cubicBezTo>
                    <a:pt x="1125836" y="519261"/>
                    <a:pt x="1135559" y="494457"/>
                    <a:pt x="1135559" y="444847"/>
                  </a:cubicBezTo>
                  <a:cubicBezTo>
                    <a:pt x="1135559" y="395238"/>
                    <a:pt x="1126034" y="370433"/>
                    <a:pt x="1106984" y="370433"/>
                  </a:cubicBezTo>
                  <a:close/>
                  <a:moveTo>
                    <a:pt x="935534" y="370433"/>
                  </a:moveTo>
                  <a:cubicBezTo>
                    <a:pt x="915194" y="370433"/>
                    <a:pt x="905024" y="395982"/>
                    <a:pt x="905024" y="447080"/>
                  </a:cubicBezTo>
                  <a:cubicBezTo>
                    <a:pt x="905024" y="495201"/>
                    <a:pt x="914996" y="519261"/>
                    <a:pt x="934939" y="519261"/>
                  </a:cubicBezTo>
                  <a:cubicBezTo>
                    <a:pt x="954386" y="519261"/>
                    <a:pt x="964109" y="494457"/>
                    <a:pt x="964109" y="444847"/>
                  </a:cubicBezTo>
                  <a:cubicBezTo>
                    <a:pt x="964109" y="395238"/>
                    <a:pt x="954584" y="370433"/>
                    <a:pt x="935534" y="370433"/>
                  </a:cubicBezTo>
                  <a:close/>
                  <a:moveTo>
                    <a:pt x="764084" y="370433"/>
                  </a:moveTo>
                  <a:cubicBezTo>
                    <a:pt x="743744" y="370433"/>
                    <a:pt x="733574" y="395982"/>
                    <a:pt x="733574" y="447080"/>
                  </a:cubicBezTo>
                  <a:cubicBezTo>
                    <a:pt x="733574" y="495201"/>
                    <a:pt x="743546" y="519261"/>
                    <a:pt x="763489" y="519261"/>
                  </a:cubicBezTo>
                  <a:cubicBezTo>
                    <a:pt x="782936" y="519261"/>
                    <a:pt x="792659" y="494457"/>
                    <a:pt x="792659" y="444847"/>
                  </a:cubicBezTo>
                  <a:cubicBezTo>
                    <a:pt x="792659" y="395238"/>
                    <a:pt x="783134" y="370433"/>
                    <a:pt x="764084" y="370433"/>
                  </a:cubicBezTo>
                  <a:close/>
                  <a:moveTo>
                    <a:pt x="421184" y="370433"/>
                  </a:moveTo>
                  <a:cubicBezTo>
                    <a:pt x="400844" y="370433"/>
                    <a:pt x="390674" y="395982"/>
                    <a:pt x="390674" y="447080"/>
                  </a:cubicBezTo>
                  <a:cubicBezTo>
                    <a:pt x="390674" y="495201"/>
                    <a:pt x="400646" y="519261"/>
                    <a:pt x="420589" y="519261"/>
                  </a:cubicBezTo>
                  <a:cubicBezTo>
                    <a:pt x="440035" y="519261"/>
                    <a:pt x="449759" y="494457"/>
                    <a:pt x="449759" y="444847"/>
                  </a:cubicBezTo>
                  <a:cubicBezTo>
                    <a:pt x="449759" y="395238"/>
                    <a:pt x="440234" y="370433"/>
                    <a:pt x="421184" y="370433"/>
                  </a:cubicBezTo>
                  <a:close/>
                  <a:moveTo>
                    <a:pt x="1794867" y="334566"/>
                  </a:moveTo>
                  <a:cubicBezTo>
                    <a:pt x="1844477" y="334566"/>
                    <a:pt x="1869281" y="370830"/>
                    <a:pt x="1869281" y="443359"/>
                  </a:cubicBezTo>
                  <a:cubicBezTo>
                    <a:pt x="1869281" y="479475"/>
                    <a:pt x="1862510" y="507157"/>
                    <a:pt x="1848966" y="526405"/>
                  </a:cubicBezTo>
                  <a:cubicBezTo>
                    <a:pt x="1835423" y="545654"/>
                    <a:pt x="1816001" y="555278"/>
                    <a:pt x="1790700" y="555278"/>
                  </a:cubicBezTo>
                  <a:cubicBezTo>
                    <a:pt x="1739900" y="555278"/>
                    <a:pt x="1714500" y="519609"/>
                    <a:pt x="1714500" y="448270"/>
                  </a:cubicBezTo>
                  <a:cubicBezTo>
                    <a:pt x="1714500" y="411262"/>
                    <a:pt x="1721371" y="383059"/>
                    <a:pt x="1735113" y="363662"/>
                  </a:cubicBezTo>
                  <a:cubicBezTo>
                    <a:pt x="1748855" y="344264"/>
                    <a:pt x="1768773" y="334566"/>
                    <a:pt x="1794867" y="334566"/>
                  </a:cubicBezTo>
                  <a:close/>
                  <a:moveTo>
                    <a:pt x="1451967" y="334566"/>
                  </a:moveTo>
                  <a:cubicBezTo>
                    <a:pt x="1501577" y="334566"/>
                    <a:pt x="1526382" y="370830"/>
                    <a:pt x="1526382" y="443359"/>
                  </a:cubicBezTo>
                  <a:cubicBezTo>
                    <a:pt x="1526382" y="479475"/>
                    <a:pt x="1519610" y="507157"/>
                    <a:pt x="1506067" y="526405"/>
                  </a:cubicBezTo>
                  <a:cubicBezTo>
                    <a:pt x="1492523" y="545654"/>
                    <a:pt x="1473101" y="555278"/>
                    <a:pt x="1447800" y="555278"/>
                  </a:cubicBezTo>
                  <a:cubicBezTo>
                    <a:pt x="1397000" y="555278"/>
                    <a:pt x="1371600" y="519609"/>
                    <a:pt x="1371600" y="448270"/>
                  </a:cubicBezTo>
                  <a:cubicBezTo>
                    <a:pt x="1371600" y="411262"/>
                    <a:pt x="1378471" y="383059"/>
                    <a:pt x="1392213" y="363662"/>
                  </a:cubicBezTo>
                  <a:cubicBezTo>
                    <a:pt x="1405955" y="344264"/>
                    <a:pt x="1425873" y="334566"/>
                    <a:pt x="1451967" y="334566"/>
                  </a:cubicBezTo>
                  <a:close/>
                  <a:moveTo>
                    <a:pt x="1109067" y="334566"/>
                  </a:moveTo>
                  <a:cubicBezTo>
                    <a:pt x="1158677" y="334566"/>
                    <a:pt x="1183482" y="370830"/>
                    <a:pt x="1183482" y="443359"/>
                  </a:cubicBezTo>
                  <a:cubicBezTo>
                    <a:pt x="1183482" y="479475"/>
                    <a:pt x="1176710" y="507157"/>
                    <a:pt x="1163167" y="526405"/>
                  </a:cubicBezTo>
                  <a:cubicBezTo>
                    <a:pt x="1149623" y="545654"/>
                    <a:pt x="1130201" y="555278"/>
                    <a:pt x="1104900" y="555278"/>
                  </a:cubicBezTo>
                  <a:cubicBezTo>
                    <a:pt x="1054100" y="555278"/>
                    <a:pt x="1028700" y="519609"/>
                    <a:pt x="1028700" y="448270"/>
                  </a:cubicBezTo>
                  <a:cubicBezTo>
                    <a:pt x="1028700" y="411262"/>
                    <a:pt x="1035571" y="383059"/>
                    <a:pt x="1049313" y="363662"/>
                  </a:cubicBezTo>
                  <a:cubicBezTo>
                    <a:pt x="1063055" y="344264"/>
                    <a:pt x="1082973" y="334566"/>
                    <a:pt x="1109067" y="334566"/>
                  </a:cubicBezTo>
                  <a:close/>
                  <a:moveTo>
                    <a:pt x="937618" y="334566"/>
                  </a:moveTo>
                  <a:cubicBezTo>
                    <a:pt x="987227" y="334566"/>
                    <a:pt x="1012032" y="370830"/>
                    <a:pt x="1012032" y="443359"/>
                  </a:cubicBezTo>
                  <a:cubicBezTo>
                    <a:pt x="1012032" y="479475"/>
                    <a:pt x="1005260" y="507157"/>
                    <a:pt x="991717" y="526405"/>
                  </a:cubicBezTo>
                  <a:cubicBezTo>
                    <a:pt x="978173" y="545654"/>
                    <a:pt x="958751" y="555278"/>
                    <a:pt x="933450" y="555278"/>
                  </a:cubicBezTo>
                  <a:cubicBezTo>
                    <a:pt x="882650" y="555278"/>
                    <a:pt x="857250" y="519609"/>
                    <a:pt x="857250" y="448270"/>
                  </a:cubicBezTo>
                  <a:cubicBezTo>
                    <a:pt x="857250" y="411262"/>
                    <a:pt x="864121" y="383059"/>
                    <a:pt x="877863" y="363662"/>
                  </a:cubicBezTo>
                  <a:cubicBezTo>
                    <a:pt x="891605" y="344264"/>
                    <a:pt x="911523" y="334566"/>
                    <a:pt x="937618" y="334566"/>
                  </a:cubicBezTo>
                  <a:close/>
                  <a:moveTo>
                    <a:pt x="766167" y="334566"/>
                  </a:moveTo>
                  <a:cubicBezTo>
                    <a:pt x="815777" y="334566"/>
                    <a:pt x="840582" y="370830"/>
                    <a:pt x="840582" y="443359"/>
                  </a:cubicBezTo>
                  <a:cubicBezTo>
                    <a:pt x="840582" y="479475"/>
                    <a:pt x="833810" y="507157"/>
                    <a:pt x="820267" y="526405"/>
                  </a:cubicBezTo>
                  <a:cubicBezTo>
                    <a:pt x="806723" y="545654"/>
                    <a:pt x="787301" y="555278"/>
                    <a:pt x="762000" y="555278"/>
                  </a:cubicBezTo>
                  <a:cubicBezTo>
                    <a:pt x="711200" y="555278"/>
                    <a:pt x="685800" y="519609"/>
                    <a:pt x="685800" y="448270"/>
                  </a:cubicBezTo>
                  <a:cubicBezTo>
                    <a:pt x="685800" y="411262"/>
                    <a:pt x="692671" y="383059"/>
                    <a:pt x="706413" y="363662"/>
                  </a:cubicBezTo>
                  <a:cubicBezTo>
                    <a:pt x="720155" y="344264"/>
                    <a:pt x="740073" y="334566"/>
                    <a:pt x="766167" y="334566"/>
                  </a:cubicBezTo>
                  <a:close/>
                  <a:moveTo>
                    <a:pt x="423268" y="334566"/>
                  </a:moveTo>
                  <a:cubicBezTo>
                    <a:pt x="472877" y="334566"/>
                    <a:pt x="497682" y="370830"/>
                    <a:pt x="497682" y="443359"/>
                  </a:cubicBezTo>
                  <a:cubicBezTo>
                    <a:pt x="497682" y="479475"/>
                    <a:pt x="490910" y="507157"/>
                    <a:pt x="477366" y="526405"/>
                  </a:cubicBezTo>
                  <a:cubicBezTo>
                    <a:pt x="463823" y="545654"/>
                    <a:pt x="444401" y="555278"/>
                    <a:pt x="419100" y="555278"/>
                  </a:cubicBezTo>
                  <a:cubicBezTo>
                    <a:pt x="368300" y="555278"/>
                    <a:pt x="342900" y="519609"/>
                    <a:pt x="342900" y="448270"/>
                  </a:cubicBezTo>
                  <a:cubicBezTo>
                    <a:pt x="342900" y="411262"/>
                    <a:pt x="349771" y="383059"/>
                    <a:pt x="363513" y="363662"/>
                  </a:cubicBezTo>
                  <a:cubicBezTo>
                    <a:pt x="377255" y="344264"/>
                    <a:pt x="397173" y="334566"/>
                    <a:pt x="423268" y="334566"/>
                  </a:cubicBezTo>
                  <a:close/>
                  <a:moveTo>
                    <a:pt x="1628180" y="333375"/>
                  </a:moveTo>
                  <a:lnTo>
                    <a:pt x="1656606" y="333375"/>
                  </a:lnTo>
                  <a:lnTo>
                    <a:pt x="1656606" y="551557"/>
                  </a:lnTo>
                  <a:lnTo>
                    <a:pt x="1609725" y="551557"/>
                  </a:lnTo>
                  <a:lnTo>
                    <a:pt x="1609725" y="386358"/>
                  </a:lnTo>
                  <a:cubicBezTo>
                    <a:pt x="1607146" y="388640"/>
                    <a:pt x="1604095" y="390798"/>
                    <a:pt x="1600572" y="392832"/>
                  </a:cubicBezTo>
                  <a:cubicBezTo>
                    <a:pt x="1597050" y="394866"/>
                    <a:pt x="1593305" y="396701"/>
                    <a:pt x="1589336" y="398339"/>
                  </a:cubicBezTo>
                  <a:cubicBezTo>
                    <a:pt x="1585367" y="399976"/>
                    <a:pt x="1581250" y="401365"/>
                    <a:pt x="1576983" y="402506"/>
                  </a:cubicBezTo>
                  <a:cubicBezTo>
                    <a:pt x="1572717" y="403647"/>
                    <a:pt x="1568500" y="404465"/>
                    <a:pt x="1564333" y="404961"/>
                  </a:cubicBezTo>
                  <a:lnTo>
                    <a:pt x="1564333" y="365373"/>
                  </a:lnTo>
                  <a:cubicBezTo>
                    <a:pt x="1576537" y="361801"/>
                    <a:pt x="1588046" y="357237"/>
                    <a:pt x="1598861" y="351681"/>
                  </a:cubicBezTo>
                  <a:cubicBezTo>
                    <a:pt x="1609676" y="346125"/>
                    <a:pt x="1619449" y="340023"/>
                    <a:pt x="1628180" y="333375"/>
                  </a:cubicBezTo>
                  <a:close/>
                  <a:moveTo>
                    <a:pt x="1285280" y="333375"/>
                  </a:moveTo>
                  <a:lnTo>
                    <a:pt x="1313706" y="333375"/>
                  </a:lnTo>
                  <a:lnTo>
                    <a:pt x="1313706" y="551557"/>
                  </a:lnTo>
                  <a:lnTo>
                    <a:pt x="1266825" y="551557"/>
                  </a:lnTo>
                  <a:lnTo>
                    <a:pt x="1266825" y="386358"/>
                  </a:lnTo>
                  <a:cubicBezTo>
                    <a:pt x="1264246" y="388640"/>
                    <a:pt x="1261195" y="390798"/>
                    <a:pt x="1257672" y="392832"/>
                  </a:cubicBezTo>
                  <a:cubicBezTo>
                    <a:pt x="1254150" y="394866"/>
                    <a:pt x="1250405" y="396701"/>
                    <a:pt x="1246436" y="398339"/>
                  </a:cubicBezTo>
                  <a:cubicBezTo>
                    <a:pt x="1242467" y="399976"/>
                    <a:pt x="1238350" y="401365"/>
                    <a:pt x="1234083" y="402506"/>
                  </a:cubicBezTo>
                  <a:cubicBezTo>
                    <a:pt x="1229817" y="403647"/>
                    <a:pt x="1225600" y="404465"/>
                    <a:pt x="1221433" y="404961"/>
                  </a:cubicBezTo>
                  <a:lnTo>
                    <a:pt x="1221433" y="365373"/>
                  </a:lnTo>
                  <a:cubicBezTo>
                    <a:pt x="1233637" y="361801"/>
                    <a:pt x="1245146" y="357237"/>
                    <a:pt x="1255961" y="351681"/>
                  </a:cubicBezTo>
                  <a:cubicBezTo>
                    <a:pt x="1266776" y="346125"/>
                    <a:pt x="1276549" y="340023"/>
                    <a:pt x="1285280" y="333375"/>
                  </a:cubicBezTo>
                  <a:close/>
                  <a:moveTo>
                    <a:pt x="599480" y="333375"/>
                  </a:moveTo>
                  <a:lnTo>
                    <a:pt x="627906" y="333375"/>
                  </a:lnTo>
                  <a:lnTo>
                    <a:pt x="627906" y="551557"/>
                  </a:lnTo>
                  <a:lnTo>
                    <a:pt x="581025" y="551557"/>
                  </a:lnTo>
                  <a:lnTo>
                    <a:pt x="581025" y="386358"/>
                  </a:lnTo>
                  <a:cubicBezTo>
                    <a:pt x="578446" y="388640"/>
                    <a:pt x="575395" y="390798"/>
                    <a:pt x="571872" y="392832"/>
                  </a:cubicBezTo>
                  <a:cubicBezTo>
                    <a:pt x="568350" y="394866"/>
                    <a:pt x="564605" y="396701"/>
                    <a:pt x="560636" y="398339"/>
                  </a:cubicBezTo>
                  <a:cubicBezTo>
                    <a:pt x="556667" y="399976"/>
                    <a:pt x="552550" y="401365"/>
                    <a:pt x="548283" y="402506"/>
                  </a:cubicBezTo>
                  <a:cubicBezTo>
                    <a:pt x="544017" y="403647"/>
                    <a:pt x="539800" y="404465"/>
                    <a:pt x="535633" y="404961"/>
                  </a:cubicBezTo>
                  <a:lnTo>
                    <a:pt x="535633" y="365373"/>
                  </a:lnTo>
                  <a:cubicBezTo>
                    <a:pt x="547837" y="361801"/>
                    <a:pt x="559346" y="357237"/>
                    <a:pt x="570161" y="351681"/>
                  </a:cubicBezTo>
                  <a:cubicBezTo>
                    <a:pt x="580976" y="346125"/>
                    <a:pt x="590749" y="340023"/>
                    <a:pt x="599480" y="333375"/>
                  </a:cubicBezTo>
                  <a:close/>
                  <a:moveTo>
                    <a:pt x="256580" y="333375"/>
                  </a:moveTo>
                  <a:lnTo>
                    <a:pt x="285006" y="333375"/>
                  </a:lnTo>
                  <a:lnTo>
                    <a:pt x="285006" y="551557"/>
                  </a:lnTo>
                  <a:lnTo>
                    <a:pt x="238125" y="551557"/>
                  </a:lnTo>
                  <a:lnTo>
                    <a:pt x="238125" y="386358"/>
                  </a:lnTo>
                  <a:cubicBezTo>
                    <a:pt x="235546" y="388640"/>
                    <a:pt x="232495" y="390798"/>
                    <a:pt x="228972" y="392832"/>
                  </a:cubicBezTo>
                  <a:cubicBezTo>
                    <a:pt x="225450" y="394866"/>
                    <a:pt x="221705" y="396701"/>
                    <a:pt x="217736" y="398339"/>
                  </a:cubicBezTo>
                  <a:cubicBezTo>
                    <a:pt x="213767" y="399976"/>
                    <a:pt x="209650" y="401365"/>
                    <a:pt x="205383" y="402506"/>
                  </a:cubicBezTo>
                  <a:cubicBezTo>
                    <a:pt x="201117" y="403647"/>
                    <a:pt x="196900" y="404465"/>
                    <a:pt x="192733" y="404961"/>
                  </a:cubicBezTo>
                  <a:lnTo>
                    <a:pt x="192733" y="370882"/>
                  </a:lnTo>
                  <a:lnTo>
                    <a:pt x="198436" y="363255"/>
                  </a:lnTo>
                  <a:lnTo>
                    <a:pt x="198640" y="363031"/>
                  </a:lnTo>
                  <a:lnTo>
                    <a:pt x="227261" y="351681"/>
                  </a:lnTo>
                  <a:cubicBezTo>
                    <a:pt x="238076" y="346125"/>
                    <a:pt x="247849" y="340023"/>
                    <a:pt x="256580" y="333375"/>
                  </a:cubicBezTo>
                  <a:close/>
                  <a:moveTo>
                    <a:pt x="1609725" y="133178"/>
                  </a:moveTo>
                  <a:lnTo>
                    <a:pt x="1643297" y="153573"/>
                  </a:lnTo>
                  <a:lnTo>
                    <a:pt x="1656606" y="163525"/>
                  </a:lnTo>
                  <a:lnTo>
                    <a:pt x="1656606" y="218182"/>
                  </a:lnTo>
                  <a:lnTo>
                    <a:pt x="1609725" y="218182"/>
                  </a:lnTo>
                  <a:close/>
                  <a:moveTo>
                    <a:pt x="497456" y="112106"/>
                  </a:moveTo>
                  <a:lnTo>
                    <a:pt x="492603" y="157832"/>
                  </a:lnTo>
                  <a:cubicBezTo>
                    <a:pt x="489217" y="171673"/>
                    <a:pt x="484138" y="183406"/>
                    <a:pt x="477367" y="193030"/>
                  </a:cubicBezTo>
                  <a:cubicBezTo>
                    <a:pt x="463823" y="212279"/>
                    <a:pt x="444401" y="221903"/>
                    <a:pt x="419100" y="221903"/>
                  </a:cubicBezTo>
                  <a:cubicBezTo>
                    <a:pt x="406400" y="221903"/>
                    <a:pt x="395288" y="219674"/>
                    <a:pt x="385763" y="215215"/>
                  </a:cubicBezTo>
                  <a:lnTo>
                    <a:pt x="367427" y="199765"/>
                  </a:lnTo>
                  <a:lnTo>
                    <a:pt x="402228" y="173741"/>
                  </a:lnTo>
                  <a:lnTo>
                    <a:pt x="407501" y="181375"/>
                  </a:lnTo>
                  <a:cubicBezTo>
                    <a:pt x="411240" y="184383"/>
                    <a:pt x="415603" y="185886"/>
                    <a:pt x="420589" y="185886"/>
                  </a:cubicBezTo>
                  <a:cubicBezTo>
                    <a:pt x="435174" y="185886"/>
                    <a:pt x="444289" y="171934"/>
                    <a:pt x="447936" y="144028"/>
                  </a:cubicBezTo>
                  <a:lnTo>
                    <a:pt x="448042" y="142125"/>
                  </a:lnTo>
                  <a:close/>
                  <a:moveTo>
                    <a:pt x="627906" y="48242"/>
                  </a:moveTo>
                  <a:lnTo>
                    <a:pt x="627906" y="218182"/>
                  </a:lnTo>
                  <a:lnTo>
                    <a:pt x="581025" y="218182"/>
                  </a:lnTo>
                  <a:lnTo>
                    <a:pt x="581025" y="69174"/>
                  </a:lnTo>
                  <a:lnTo>
                    <a:pt x="613628" y="53468"/>
                  </a:lnTo>
                  <a:close/>
                  <a:moveTo>
                    <a:pt x="1106984" y="37058"/>
                  </a:moveTo>
                  <a:cubicBezTo>
                    <a:pt x="1086644" y="37058"/>
                    <a:pt x="1076474" y="62607"/>
                    <a:pt x="1076474" y="113705"/>
                  </a:cubicBezTo>
                  <a:cubicBezTo>
                    <a:pt x="1076474" y="161826"/>
                    <a:pt x="1086446" y="185886"/>
                    <a:pt x="1106389" y="185886"/>
                  </a:cubicBezTo>
                  <a:cubicBezTo>
                    <a:pt x="1125836" y="185886"/>
                    <a:pt x="1135559" y="161082"/>
                    <a:pt x="1135559" y="111472"/>
                  </a:cubicBezTo>
                  <a:cubicBezTo>
                    <a:pt x="1135559" y="61863"/>
                    <a:pt x="1126034" y="37058"/>
                    <a:pt x="1106984" y="37058"/>
                  </a:cubicBezTo>
                  <a:close/>
                  <a:moveTo>
                    <a:pt x="764084" y="37058"/>
                  </a:moveTo>
                  <a:cubicBezTo>
                    <a:pt x="743744" y="37058"/>
                    <a:pt x="733574" y="62607"/>
                    <a:pt x="733574" y="113705"/>
                  </a:cubicBezTo>
                  <a:cubicBezTo>
                    <a:pt x="733574" y="161826"/>
                    <a:pt x="743546" y="185886"/>
                    <a:pt x="763489" y="185886"/>
                  </a:cubicBezTo>
                  <a:cubicBezTo>
                    <a:pt x="782936" y="185886"/>
                    <a:pt x="792659" y="161082"/>
                    <a:pt x="792659" y="111472"/>
                  </a:cubicBezTo>
                  <a:cubicBezTo>
                    <a:pt x="792659" y="61863"/>
                    <a:pt x="783134" y="37058"/>
                    <a:pt x="764084" y="37058"/>
                  </a:cubicBezTo>
                  <a:close/>
                  <a:moveTo>
                    <a:pt x="1393200" y="29433"/>
                  </a:moveTo>
                  <a:lnTo>
                    <a:pt x="1434696" y="44621"/>
                  </a:lnTo>
                  <a:lnTo>
                    <a:pt x="1427002" y="56220"/>
                  </a:lnTo>
                  <a:cubicBezTo>
                    <a:pt x="1421917" y="68994"/>
                    <a:pt x="1419374" y="88156"/>
                    <a:pt x="1419374" y="113705"/>
                  </a:cubicBezTo>
                  <a:cubicBezTo>
                    <a:pt x="1419374" y="161826"/>
                    <a:pt x="1429346" y="185886"/>
                    <a:pt x="1449289" y="185886"/>
                  </a:cubicBezTo>
                  <a:cubicBezTo>
                    <a:pt x="1468736" y="185886"/>
                    <a:pt x="1478459" y="161082"/>
                    <a:pt x="1478459" y="111472"/>
                  </a:cubicBezTo>
                  <a:cubicBezTo>
                    <a:pt x="1478459" y="99070"/>
                    <a:pt x="1477864" y="88218"/>
                    <a:pt x="1476673" y="78916"/>
                  </a:cubicBezTo>
                  <a:lnTo>
                    <a:pt x="1472301" y="59939"/>
                  </a:lnTo>
                  <a:lnTo>
                    <a:pt x="1523921" y="84806"/>
                  </a:lnTo>
                  <a:lnTo>
                    <a:pt x="1526382" y="109984"/>
                  </a:lnTo>
                  <a:cubicBezTo>
                    <a:pt x="1526382" y="146100"/>
                    <a:pt x="1519610" y="173782"/>
                    <a:pt x="1506067" y="193030"/>
                  </a:cubicBezTo>
                  <a:cubicBezTo>
                    <a:pt x="1492523" y="212279"/>
                    <a:pt x="1473101" y="221903"/>
                    <a:pt x="1447800" y="221903"/>
                  </a:cubicBezTo>
                  <a:cubicBezTo>
                    <a:pt x="1397000" y="221903"/>
                    <a:pt x="1371600" y="186234"/>
                    <a:pt x="1371600" y="114895"/>
                  </a:cubicBezTo>
                  <a:cubicBezTo>
                    <a:pt x="1371600" y="77887"/>
                    <a:pt x="1378471" y="49684"/>
                    <a:pt x="1392213" y="30287"/>
                  </a:cubicBezTo>
                  <a:close/>
                  <a:moveTo>
                    <a:pt x="770877" y="2174"/>
                  </a:moveTo>
                  <a:lnTo>
                    <a:pt x="798724" y="7990"/>
                  </a:lnTo>
                  <a:cubicBezTo>
                    <a:pt x="826629" y="21589"/>
                    <a:pt x="840582" y="55587"/>
                    <a:pt x="840582" y="109984"/>
                  </a:cubicBezTo>
                  <a:cubicBezTo>
                    <a:pt x="840582" y="146100"/>
                    <a:pt x="833810" y="173782"/>
                    <a:pt x="820267" y="193030"/>
                  </a:cubicBezTo>
                  <a:cubicBezTo>
                    <a:pt x="806723" y="212279"/>
                    <a:pt x="787301" y="221903"/>
                    <a:pt x="762000" y="221903"/>
                  </a:cubicBezTo>
                  <a:cubicBezTo>
                    <a:pt x="711200" y="221903"/>
                    <a:pt x="685800" y="186234"/>
                    <a:pt x="685800" y="114895"/>
                  </a:cubicBezTo>
                  <a:cubicBezTo>
                    <a:pt x="685800" y="77887"/>
                    <a:pt x="692671" y="49684"/>
                    <a:pt x="706413" y="30287"/>
                  </a:cubicBezTo>
                  <a:lnTo>
                    <a:pt x="725410" y="13865"/>
                  </a:lnTo>
                  <a:close/>
                  <a:moveTo>
                    <a:pt x="1109067" y="1191"/>
                  </a:moveTo>
                  <a:cubicBezTo>
                    <a:pt x="1158677" y="1191"/>
                    <a:pt x="1183482" y="37455"/>
                    <a:pt x="1183482" y="109984"/>
                  </a:cubicBezTo>
                  <a:cubicBezTo>
                    <a:pt x="1183482" y="146100"/>
                    <a:pt x="1176710" y="173782"/>
                    <a:pt x="1163167" y="193030"/>
                  </a:cubicBezTo>
                  <a:cubicBezTo>
                    <a:pt x="1149623" y="212279"/>
                    <a:pt x="1130201" y="221903"/>
                    <a:pt x="1104900" y="221903"/>
                  </a:cubicBezTo>
                  <a:cubicBezTo>
                    <a:pt x="1054100" y="221903"/>
                    <a:pt x="1028700" y="186234"/>
                    <a:pt x="1028700" y="114895"/>
                  </a:cubicBezTo>
                  <a:cubicBezTo>
                    <a:pt x="1028700" y="77887"/>
                    <a:pt x="1035571" y="49684"/>
                    <a:pt x="1049313" y="30287"/>
                  </a:cubicBezTo>
                  <a:cubicBezTo>
                    <a:pt x="1063055" y="10889"/>
                    <a:pt x="1082973" y="1191"/>
                    <a:pt x="1109067" y="1191"/>
                  </a:cubicBezTo>
                  <a:close/>
                  <a:moveTo>
                    <a:pt x="1285280" y="0"/>
                  </a:moveTo>
                  <a:lnTo>
                    <a:pt x="1293163" y="0"/>
                  </a:lnTo>
                  <a:lnTo>
                    <a:pt x="1313706" y="5282"/>
                  </a:lnTo>
                  <a:lnTo>
                    <a:pt x="1313706" y="218182"/>
                  </a:lnTo>
                  <a:lnTo>
                    <a:pt x="1266825" y="218182"/>
                  </a:lnTo>
                  <a:lnTo>
                    <a:pt x="1266825" y="52983"/>
                  </a:lnTo>
                  <a:cubicBezTo>
                    <a:pt x="1264246" y="55265"/>
                    <a:pt x="1261195" y="57423"/>
                    <a:pt x="1257672" y="59457"/>
                  </a:cubicBezTo>
                  <a:cubicBezTo>
                    <a:pt x="1254150" y="61491"/>
                    <a:pt x="1250405" y="63326"/>
                    <a:pt x="1246436" y="64964"/>
                  </a:cubicBezTo>
                  <a:cubicBezTo>
                    <a:pt x="1242467" y="66601"/>
                    <a:pt x="1238350" y="67990"/>
                    <a:pt x="1234083" y="69131"/>
                  </a:cubicBezTo>
                  <a:cubicBezTo>
                    <a:pt x="1229817" y="70272"/>
                    <a:pt x="1225600" y="71090"/>
                    <a:pt x="1221433" y="71586"/>
                  </a:cubicBezTo>
                  <a:lnTo>
                    <a:pt x="1221433" y="31998"/>
                  </a:lnTo>
                  <a:cubicBezTo>
                    <a:pt x="1233637" y="28426"/>
                    <a:pt x="1245146" y="23862"/>
                    <a:pt x="1255961" y="18306"/>
                  </a:cubicBezTo>
                  <a:cubicBezTo>
                    <a:pt x="1266776" y="12750"/>
                    <a:pt x="1276549" y="6648"/>
                    <a:pt x="1285280" y="0"/>
                  </a:cubicBezTo>
                  <a:close/>
                  <a:moveTo>
                    <a:pt x="942380" y="0"/>
                  </a:moveTo>
                  <a:lnTo>
                    <a:pt x="970806" y="0"/>
                  </a:lnTo>
                  <a:lnTo>
                    <a:pt x="970806" y="218182"/>
                  </a:lnTo>
                  <a:lnTo>
                    <a:pt x="923925" y="218182"/>
                  </a:lnTo>
                  <a:lnTo>
                    <a:pt x="923925" y="52983"/>
                  </a:lnTo>
                  <a:cubicBezTo>
                    <a:pt x="921346" y="55265"/>
                    <a:pt x="918295" y="57423"/>
                    <a:pt x="914772" y="59457"/>
                  </a:cubicBezTo>
                  <a:cubicBezTo>
                    <a:pt x="911250" y="61491"/>
                    <a:pt x="907505" y="63326"/>
                    <a:pt x="903536" y="64964"/>
                  </a:cubicBezTo>
                  <a:cubicBezTo>
                    <a:pt x="899567" y="66601"/>
                    <a:pt x="895450" y="67990"/>
                    <a:pt x="891183" y="69131"/>
                  </a:cubicBezTo>
                  <a:cubicBezTo>
                    <a:pt x="886917" y="70272"/>
                    <a:pt x="882700" y="71090"/>
                    <a:pt x="878533" y="71586"/>
                  </a:cubicBezTo>
                  <a:lnTo>
                    <a:pt x="878533" y="31998"/>
                  </a:lnTo>
                  <a:cubicBezTo>
                    <a:pt x="890737" y="28426"/>
                    <a:pt x="902246" y="23862"/>
                    <a:pt x="913061" y="18306"/>
                  </a:cubicBezTo>
                  <a:cubicBezTo>
                    <a:pt x="923876" y="12750"/>
                    <a:pt x="933649" y="6648"/>
                    <a:pt x="942380" y="0"/>
                  </a:cubicBezTo>
                  <a:close/>
                </a:path>
              </a:pathLst>
            </a:custGeom>
            <a:solidFill>
              <a:srgbClr val="EBEBEB">
                <a:alpha val="31000"/>
              </a:srgbClr>
            </a:solidFill>
            <a:ln w="9525" cap="flat" cmpd="sng" algn="ctr">
              <a:noFill/>
              <a:prstDash val="solid"/>
              <a:headEnd type="none" w="med" len="med"/>
              <a:tailEnd type="none" w="med" len="med"/>
            </a:ln>
            <a:effectLst/>
            <a:sp3d>
              <a:bevelB h="0"/>
            </a:sp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48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8" name="Freeform: Shape 47">
              <a:extLst>
                <a:ext uri="{FF2B5EF4-FFF2-40B4-BE49-F238E27FC236}">
                  <a16:creationId xmlns:a16="http://schemas.microsoft.com/office/drawing/2014/main" id="{730F677B-BB43-45DE-BB75-5EA6C0F9BD15}"/>
                </a:ext>
              </a:extLst>
            </p:cNvPr>
            <p:cNvSpPr/>
            <p:nvPr/>
          </p:nvSpPr>
          <p:spPr bwMode="auto">
            <a:xfrm>
              <a:off x="5938757" y="3543576"/>
              <a:ext cx="348326" cy="126880"/>
            </a:xfrm>
            <a:custGeom>
              <a:avLst/>
              <a:gdLst/>
              <a:ahLst/>
              <a:cxnLst/>
              <a:rect l="l" t="t" r="r" b="b"/>
              <a:pathLst>
                <a:path w="893564" h="325487">
                  <a:moveTo>
                    <a:pt x="843558" y="207839"/>
                  </a:moveTo>
                  <a:lnTo>
                    <a:pt x="795561" y="214536"/>
                  </a:lnTo>
                  <a:cubicBezTo>
                    <a:pt x="780678" y="216471"/>
                    <a:pt x="769479" y="220080"/>
                    <a:pt x="761963" y="225363"/>
                  </a:cubicBezTo>
                  <a:cubicBezTo>
                    <a:pt x="754447" y="230647"/>
                    <a:pt x="750689" y="239911"/>
                    <a:pt x="750689" y="253157"/>
                  </a:cubicBezTo>
                  <a:cubicBezTo>
                    <a:pt x="750689" y="262831"/>
                    <a:pt x="754149" y="270756"/>
                    <a:pt x="761070" y="276932"/>
                  </a:cubicBezTo>
                  <a:cubicBezTo>
                    <a:pt x="767990" y="283109"/>
                    <a:pt x="777255" y="286197"/>
                    <a:pt x="788864" y="286197"/>
                  </a:cubicBezTo>
                  <a:cubicBezTo>
                    <a:pt x="804639" y="286197"/>
                    <a:pt x="817699" y="280653"/>
                    <a:pt x="828043" y="269565"/>
                  </a:cubicBezTo>
                  <a:cubicBezTo>
                    <a:pt x="838386" y="258478"/>
                    <a:pt x="843558" y="244525"/>
                    <a:pt x="843558" y="227707"/>
                  </a:cubicBezTo>
                  <a:close/>
                  <a:moveTo>
                    <a:pt x="443508" y="207839"/>
                  </a:moveTo>
                  <a:lnTo>
                    <a:pt x="395511" y="214536"/>
                  </a:lnTo>
                  <a:cubicBezTo>
                    <a:pt x="380628" y="216471"/>
                    <a:pt x="369429" y="220080"/>
                    <a:pt x="361913" y="225363"/>
                  </a:cubicBezTo>
                  <a:cubicBezTo>
                    <a:pt x="354397" y="230647"/>
                    <a:pt x="350639" y="239911"/>
                    <a:pt x="350639" y="253157"/>
                  </a:cubicBezTo>
                  <a:cubicBezTo>
                    <a:pt x="350639" y="262831"/>
                    <a:pt x="354099" y="270756"/>
                    <a:pt x="361020" y="276932"/>
                  </a:cubicBezTo>
                  <a:cubicBezTo>
                    <a:pt x="367940" y="283109"/>
                    <a:pt x="377205" y="286197"/>
                    <a:pt x="388814" y="286197"/>
                  </a:cubicBezTo>
                  <a:cubicBezTo>
                    <a:pt x="404589" y="286197"/>
                    <a:pt x="417649" y="280653"/>
                    <a:pt x="427992" y="269565"/>
                  </a:cubicBezTo>
                  <a:cubicBezTo>
                    <a:pt x="438336" y="258478"/>
                    <a:pt x="443508" y="244525"/>
                    <a:pt x="443508" y="227707"/>
                  </a:cubicBezTo>
                  <a:close/>
                  <a:moveTo>
                    <a:pt x="806946" y="86172"/>
                  </a:moveTo>
                  <a:cubicBezTo>
                    <a:pt x="864691" y="86172"/>
                    <a:pt x="893564" y="114598"/>
                    <a:pt x="893564" y="171450"/>
                  </a:cubicBezTo>
                  <a:lnTo>
                    <a:pt x="893564" y="320130"/>
                  </a:lnTo>
                  <a:lnTo>
                    <a:pt x="843335" y="320130"/>
                  </a:lnTo>
                  <a:lnTo>
                    <a:pt x="843335" y="284411"/>
                  </a:lnTo>
                  <a:lnTo>
                    <a:pt x="842442" y="284411"/>
                  </a:lnTo>
                  <a:cubicBezTo>
                    <a:pt x="826666" y="311795"/>
                    <a:pt x="803523" y="325487"/>
                    <a:pt x="773013" y="325487"/>
                  </a:cubicBezTo>
                  <a:cubicBezTo>
                    <a:pt x="750540" y="325487"/>
                    <a:pt x="732941" y="319385"/>
                    <a:pt x="720217" y="307182"/>
                  </a:cubicBezTo>
                  <a:cubicBezTo>
                    <a:pt x="707492" y="294978"/>
                    <a:pt x="701129" y="278830"/>
                    <a:pt x="701129" y="258738"/>
                  </a:cubicBezTo>
                  <a:cubicBezTo>
                    <a:pt x="701129" y="215578"/>
                    <a:pt x="725984" y="190426"/>
                    <a:pt x="775692" y="183282"/>
                  </a:cubicBezTo>
                  <a:lnTo>
                    <a:pt x="843558" y="173683"/>
                  </a:lnTo>
                  <a:cubicBezTo>
                    <a:pt x="843558" y="141089"/>
                    <a:pt x="828080" y="124793"/>
                    <a:pt x="797124" y="124793"/>
                  </a:cubicBezTo>
                  <a:cubicBezTo>
                    <a:pt x="769888" y="124793"/>
                    <a:pt x="745331" y="134169"/>
                    <a:pt x="723454" y="152921"/>
                  </a:cubicBezTo>
                  <a:lnTo>
                    <a:pt x="723454" y="107603"/>
                  </a:lnTo>
                  <a:cubicBezTo>
                    <a:pt x="747564" y="93316"/>
                    <a:pt x="775395" y="86172"/>
                    <a:pt x="806946" y="86172"/>
                  </a:cubicBezTo>
                  <a:close/>
                  <a:moveTo>
                    <a:pt x="406896" y="86172"/>
                  </a:moveTo>
                  <a:cubicBezTo>
                    <a:pt x="464641" y="86172"/>
                    <a:pt x="493514" y="114598"/>
                    <a:pt x="493514" y="171450"/>
                  </a:cubicBezTo>
                  <a:lnTo>
                    <a:pt x="493514" y="320130"/>
                  </a:lnTo>
                  <a:lnTo>
                    <a:pt x="443285" y="320130"/>
                  </a:lnTo>
                  <a:lnTo>
                    <a:pt x="443285" y="284411"/>
                  </a:lnTo>
                  <a:lnTo>
                    <a:pt x="442392" y="284411"/>
                  </a:lnTo>
                  <a:cubicBezTo>
                    <a:pt x="426616" y="311795"/>
                    <a:pt x="403473" y="325487"/>
                    <a:pt x="372963" y="325487"/>
                  </a:cubicBezTo>
                  <a:cubicBezTo>
                    <a:pt x="350490" y="325487"/>
                    <a:pt x="332891" y="319385"/>
                    <a:pt x="320167" y="307182"/>
                  </a:cubicBezTo>
                  <a:cubicBezTo>
                    <a:pt x="307442" y="294978"/>
                    <a:pt x="301079" y="278830"/>
                    <a:pt x="301079" y="258738"/>
                  </a:cubicBezTo>
                  <a:cubicBezTo>
                    <a:pt x="301079" y="215578"/>
                    <a:pt x="325934" y="190426"/>
                    <a:pt x="375642" y="183282"/>
                  </a:cubicBezTo>
                  <a:lnTo>
                    <a:pt x="443508" y="173683"/>
                  </a:lnTo>
                  <a:cubicBezTo>
                    <a:pt x="443508" y="141089"/>
                    <a:pt x="428030" y="124793"/>
                    <a:pt x="397074" y="124793"/>
                  </a:cubicBezTo>
                  <a:cubicBezTo>
                    <a:pt x="369838" y="124793"/>
                    <a:pt x="345281" y="134169"/>
                    <a:pt x="323404" y="152921"/>
                  </a:cubicBezTo>
                  <a:lnTo>
                    <a:pt x="323404" y="107603"/>
                  </a:lnTo>
                  <a:cubicBezTo>
                    <a:pt x="347514" y="93316"/>
                    <a:pt x="375345" y="86172"/>
                    <a:pt x="406896" y="86172"/>
                  </a:cubicBezTo>
                  <a:close/>
                  <a:moveTo>
                    <a:pt x="52908" y="45095"/>
                  </a:moveTo>
                  <a:lnTo>
                    <a:pt x="52908" y="275258"/>
                  </a:lnTo>
                  <a:lnTo>
                    <a:pt x="95325" y="275258"/>
                  </a:lnTo>
                  <a:cubicBezTo>
                    <a:pt x="132680" y="275258"/>
                    <a:pt x="161739" y="264989"/>
                    <a:pt x="182501" y="244451"/>
                  </a:cubicBezTo>
                  <a:cubicBezTo>
                    <a:pt x="203262" y="223912"/>
                    <a:pt x="213643" y="194891"/>
                    <a:pt x="213643" y="157386"/>
                  </a:cubicBezTo>
                  <a:cubicBezTo>
                    <a:pt x="213643" y="82526"/>
                    <a:pt x="174873" y="45095"/>
                    <a:pt x="97334" y="45095"/>
                  </a:cubicBezTo>
                  <a:close/>
                  <a:moveTo>
                    <a:pt x="622027" y="23887"/>
                  </a:moveTo>
                  <a:lnTo>
                    <a:pt x="622027" y="91530"/>
                  </a:lnTo>
                  <a:lnTo>
                    <a:pt x="676722" y="91530"/>
                  </a:lnTo>
                  <a:lnTo>
                    <a:pt x="676722" y="132160"/>
                  </a:lnTo>
                  <a:lnTo>
                    <a:pt x="622027" y="132160"/>
                  </a:lnTo>
                  <a:lnTo>
                    <a:pt x="622027" y="246460"/>
                  </a:lnTo>
                  <a:cubicBezTo>
                    <a:pt x="622027" y="260003"/>
                    <a:pt x="624483" y="269677"/>
                    <a:pt x="629394" y="275481"/>
                  </a:cubicBezTo>
                  <a:cubicBezTo>
                    <a:pt x="634306" y="281285"/>
                    <a:pt x="642491" y="284188"/>
                    <a:pt x="653951" y="284188"/>
                  </a:cubicBezTo>
                  <a:cubicBezTo>
                    <a:pt x="662732" y="284188"/>
                    <a:pt x="670322" y="281658"/>
                    <a:pt x="676722" y="276597"/>
                  </a:cubicBezTo>
                  <a:lnTo>
                    <a:pt x="676722" y="317674"/>
                  </a:lnTo>
                  <a:cubicBezTo>
                    <a:pt x="666601" y="322734"/>
                    <a:pt x="653281" y="325264"/>
                    <a:pt x="636761" y="325264"/>
                  </a:cubicBezTo>
                  <a:cubicBezTo>
                    <a:pt x="592410" y="325264"/>
                    <a:pt x="570235" y="303982"/>
                    <a:pt x="570235" y="261417"/>
                  </a:cubicBezTo>
                  <a:lnTo>
                    <a:pt x="570235" y="132160"/>
                  </a:lnTo>
                  <a:lnTo>
                    <a:pt x="532061" y="132160"/>
                  </a:lnTo>
                  <a:lnTo>
                    <a:pt x="532061" y="91530"/>
                  </a:lnTo>
                  <a:lnTo>
                    <a:pt x="570235" y="91530"/>
                  </a:lnTo>
                  <a:lnTo>
                    <a:pt x="570235" y="38621"/>
                  </a:lnTo>
                  <a:close/>
                  <a:moveTo>
                    <a:pt x="0" y="0"/>
                  </a:moveTo>
                  <a:lnTo>
                    <a:pt x="92422" y="0"/>
                  </a:lnTo>
                  <a:cubicBezTo>
                    <a:pt x="210443" y="0"/>
                    <a:pt x="269453" y="52016"/>
                    <a:pt x="269453" y="156047"/>
                  </a:cubicBezTo>
                  <a:cubicBezTo>
                    <a:pt x="269453" y="205458"/>
                    <a:pt x="253082" y="245157"/>
                    <a:pt x="220340" y="275146"/>
                  </a:cubicBezTo>
                  <a:cubicBezTo>
                    <a:pt x="187598" y="305135"/>
                    <a:pt x="143694" y="320130"/>
                    <a:pt x="88627" y="320130"/>
                  </a:cubicBezTo>
                  <a:lnTo>
                    <a:pt x="0" y="320130"/>
                  </a:lnTo>
                  <a:close/>
                </a:path>
              </a:pathLst>
            </a:custGeom>
            <a:solidFill>
              <a:sysClr val="window" lastClr="FFFFFF"/>
            </a:solidFill>
            <a:ln w="10795" cap="flat" cmpd="sng" algn="ctr">
              <a:noFill/>
              <a:prstDash val="solid"/>
              <a:headEnd type="none" w="med" len="med"/>
              <a:tailEnd type="none" w="med" len="med"/>
            </a:ln>
            <a:effectLst/>
            <a:sp3d>
              <a:bevelB h="0"/>
            </a:sp3d>
          </p:spPr>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gradFill>
                  <a:gsLst>
                    <a:gs pos="40075">
                      <a:srgbClr val="FFFFFF"/>
                    </a:gs>
                    <a:gs pos="30000">
                      <a:srgbClr val="FFFFFF"/>
                    </a:gs>
                  </a:gsLst>
                  <a:lin ang="5400000" scaled="0"/>
                </a:gradFill>
                <a:effectLst/>
                <a:uLnTx/>
                <a:uFillTx/>
                <a:latin typeface="Segoe UI"/>
                <a:ea typeface="+mn-ea"/>
                <a:cs typeface="+mn-cs"/>
              </a:endParaRPr>
            </a:p>
          </p:txBody>
        </p:sp>
      </p:grpSp>
    </p:spTree>
    <p:extLst>
      <p:ext uri="{BB962C8B-B14F-4D97-AF65-F5344CB8AC3E}">
        <p14:creationId xmlns:p14="http://schemas.microsoft.com/office/powerpoint/2010/main" val="25432568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p14="http://schemas.microsoft.com/office/powerpoint/2010/main" xmlns:asvg="http://schemas.microsoft.com/office/drawing/2016/SVG/main"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
                                        </p:tgtEl>
                                        <p:attrNameLst>
                                          <p:attrName>style.visibility</p:attrName>
                                        </p:attrNameLst>
                                      </p:cBhvr>
                                      <p:to>
                                        <p:strVal val="visible"/>
                                      </p:to>
                                    </p:set>
                                    <p:animEffect transition="in" filter="fade">
                                      <p:cBhvr>
                                        <p:cTn id="12" dur="500"/>
                                        <p:tgtEl>
                                          <p:spTgt spid="110"/>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8"/>
                                        </p:tgtEl>
                                        <p:attrNameLst>
                                          <p:attrName>style.visibility</p:attrName>
                                        </p:attrNameLst>
                                      </p:cBhvr>
                                      <p:to>
                                        <p:strVal val="visible"/>
                                      </p:to>
                                    </p:set>
                                    <p:animEffect transition="in" filter="fade">
                                      <p:cBhvr>
                                        <p:cTn id="16" dur="500"/>
                                        <p:tgtEl>
                                          <p:spTgt spid="14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7"/>
                                        </p:tgtEl>
                                        <p:attrNameLst>
                                          <p:attrName>style.visibility</p:attrName>
                                        </p:attrNameLst>
                                      </p:cBhvr>
                                      <p:to>
                                        <p:strVal val="visible"/>
                                      </p:to>
                                    </p:set>
                                    <p:animEffect transition="in" filter="fade">
                                      <p:cBhvr>
                                        <p:cTn id="21" dur="500"/>
                                        <p:tgtEl>
                                          <p:spTgt spid="107"/>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150"/>
                                        </p:tgtEl>
                                        <p:attrNameLst>
                                          <p:attrName>style.visibility</p:attrName>
                                        </p:attrNameLst>
                                      </p:cBhvr>
                                      <p:to>
                                        <p:strVal val="visible"/>
                                      </p:to>
                                    </p:set>
                                    <p:animEffect transition="in" filter="fade">
                                      <p:cBhvr>
                                        <p:cTn id="25" dur="500"/>
                                        <p:tgtEl>
                                          <p:spTgt spid="15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04"/>
                                        </p:tgtEl>
                                        <p:attrNameLst>
                                          <p:attrName>style.visibility</p:attrName>
                                        </p:attrNameLst>
                                      </p:cBhvr>
                                      <p:to>
                                        <p:strVal val="visible"/>
                                      </p:to>
                                    </p:set>
                                    <p:animEffect transition="in" filter="fade">
                                      <p:cBhvr>
                                        <p:cTn id="30" dur="500"/>
                                        <p:tgtEl>
                                          <p:spTgt spid="104"/>
                                        </p:tgtEl>
                                      </p:cBhvr>
                                    </p:animEffect>
                                  </p:childTnLst>
                                </p:cTn>
                              </p:par>
                            </p:childTnLst>
                          </p:cTn>
                        </p:par>
                        <p:par>
                          <p:cTn id="31"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211"/>
                                        </p:tgtEl>
                                        <p:attrNameLst>
                                          <p:attrName>style.visibility</p:attrName>
                                        </p:attrNameLst>
                                      </p:cBhvr>
                                      <p:to>
                                        <p:strVal val="visible"/>
                                      </p:to>
                                    </p:set>
                                    <p:animEffect transition="in" filter="fade">
                                      <p:cBhvr>
                                        <p:cTn id="34" dur="500"/>
                                        <p:tgtEl>
                                          <p:spTgt spid="2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2"/>
                                        </p:tgtEl>
                                        <p:attrNameLst>
                                          <p:attrName>style.visibility</p:attrName>
                                        </p:attrNameLst>
                                      </p:cBhvr>
                                      <p:to>
                                        <p:strVal val="visible"/>
                                      </p:to>
                                    </p:set>
                                    <p:animEffect transition="in" filter="fade">
                                      <p:cBhvr>
                                        <p:cTn id="39" dur="500"/>
                                        <p:tgtEl>
                                          <p:spTgt spid="122"/>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149"/>
                                        </p:tgtEl>
                                        <p:attrNameLst>
                                          <p:attrName>style.visibility</p:attrName>
                                        </p:attrNameLst>
                                      </p:cBhvr>
                                      <p:to>
                                        <p:strVal val="visible"/>
                                      </p:to>
                                    </p:set>
                                    <p:animEffect transition="in" filter="fade">
                                      <p:cBhvr>
                                        <p:cTn id="43" dur="5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149" grpId="0"/>
      <p:bldP spid="150" grpId="0"/>
      <p:bldP spid="211" grpId="0"/>
      <p:bldP spid="15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GREY GLOW">
            <a:extLst>
              <a:ext uri="{FF2B5EF4-FFF2-40B4-BE49-F238E27FC236}">
                <a16:creationId xmlns:a16="http://schemas.microsoft.com/office/drawing/2014/main" id="{C30D8E7E-055A-4267-9821-4FFE66A930AD}"/>
              </a:ext>
              <a:ext uri="{C183D7F6-B498-43B3-948B-1728B52AA6E4}">
                <adec:decorative xmlns:adec="http://schemas.microsoft.com/office/drawing/2017/decorative" val="1"/>
              </a:ext>
            </a:extLst>
          </p:cNvPr>
          <p:cNvSpPr/>
          <p:nvPr/>
        </p:nvSpPr>
        <p:spPr bwMode="auto">
          <a:xfrm>
            <a:off x="5096203" y="2665876"/>
            <a:ext cx="1990440" cy="1872763"/>
          </a:xfrm>
          <a:prstGeom prst="ellipse">
            <a:avLst/>
          </a:prstGeom>
          <a:gradFill flip="none" rotWithShape="1">
            <a:gsLst>
              <a:gs pos="44000">
                <a:srgbClr val="E7E6E6"/>
              </a:gs>
              <a:gs pos="100000">
                <a:srgbClr val="E7E6E6">
                  <a:alpha val="0"/>
                </a:srgbClr>
              </a:gs>
            </a:gsLst>
            <a:path path="shape">
              <a:fillToRect l="50000" t="50000" r="50000" b="50000"/>
            </a:path>
            <a:tileRect/>
          </a:gradFill>
          <a:ln w="9525" cap="flat" cmpd="sng" algn="ctr">
            <a:noFill/>
            <a:prstDash val="solid"/>
            <a:headEnd type="none" w="med" len="med"/>
            <a:tailEnd type="none" w="med" len="med"/>
          </a:ln>
          <a:effectLst/>
          <a:scene3d>
            <a:camera prst="perspectiveFront"/>
            <a:lightRig rig="threePt" dir="t"/>
          </a:scene3d>
        </p:spPr>
        <p:txBody>
          <a:bodyPr rot="0" spcFirstLastPara="0" vertOverflow="overflow" horzOverflow="overflow" vert="horz" wrap="square" lIns="182878" tIns="146302" rIns="182878" bIns="146302" numCol="1" spcCol="0" rtlCol="0" fromWordArt="0" anchor="t" anchorCtr="0" forceAA="0" compatLnSpc="1">
            <a:prstTxWarp prst="textNoShape">
              <a:avLst/>
            </a:prstTxWarp>
            <a:noAutofit/>
          </a:bodyPr>
          <a:lstStyle/>
          <a:p>
            <a:pPr marL="0" marR="0" lvl="0" indent="0" algn="l" defTabSz="932483" rtl="0" eaLnBrk="1" fontAlgn="base" latinLnBrk="0" hangingPunct="1">
              <a:lnSpc>
                <a:spcPct val="100000"/>
              </a:lnSpc>
              <a:spcBef>
                <a:spcPct val="0"/>
              </a:spcBef>
              <a:spcAft>
                <a:spcPct val="0"/>
              </a:spcAft>
              <a:buClrTx/>
              <a:buSzTx/>
              <a:buFontTx/>
              <a:buNone/>
              <a:tabLst/>
              <a:defRPr/>
            </a:pPr>
            <a:endParaRPr kumimoji="0" lang="de-DE" sz="2400" b="0" i="0" u="none" strike="noStrike" kern="0" cap="none" spc="0" normalizeH="0" baseline="0" noProof="0">
              <a:ln>
                <a:noFill/>
              </a:ln>
              <a:gradFill>
                <a:gsLst>
                  <a:gs pos="83000">
                    <a:srgbClr val="0078D4"/>
                  </a:gs>
                  <a:gs pos="100000">
                    <a:srgbClr val="0078D4"/>
                  </a:gs>
                </a:gsLst>
                <a:lin ang="5400000" scaled="1"/>
              </a:gradFill>
              <a:effectLst/>
              <a:uLnTx/>
              <a:uFillTx/>
              <a:latin typeface="Segoe UI"/>
              <a:ea typeface="Segoe UI" pitchFamily="34" charset="0"/>
              <a:cs typeface="Segoe UI" pitchFamily="34" charset="0"/>
            </a:endParaRPr>
          </a:p>
        </p:txBody>
      </p:sp>
      <p:grpSp>
        <p:nvGrpSpPr>
          <p:cNvPr id="111" name="CLOVER BASE" descr="Clover shape">
            <a:extLst>
              <a:ext uri="{FF2B5EF4-FFF2-40B4-BE49-F238E27FC236}">
                <a16:creationId xmlns:a16="http://schemas.microsoft.com/office/drawing/2014/main" id="{E348A26C-3205-4A3F-9A42-6E9D073B4C82}"/>
              </a:ext>
            </a:extLst>
          </p:cNvPr>
          <p:cNvGrpSpPr/>
          <p:nvPr/>
        </p:nvGrpSpPr>
        <p:grpSpPr>
          <a:xfrm>
            <a:off x="3395701" y="1083384"/>
            <a:ext cx="5393581" cy="5165830"/>
            <a:chOff x="3316587" y="1308960"/>
            <a:chExt cx="5393581" cy="5165830"/>
          </a:xfrm>
          <a:scene3d>
            <a:camera prst="perspectiveFront"/>
            <a:lightRig rig="threePt" dir="t"/>
          </a:scene3d>
        </p:grpSpPr>
        <p:grpSp>
          <p:nvGrpSpPr>
            <p:cNvPr id="112" name="Group 111">
              <a:extLst>
                <a:ext uri="{FF2B5EF4-FFF2-40B4-BE49-F238E27FC236}">
                  <a16:creationId xmlns:a16="http://schemas.microsoft.com/office/drawing/2014/main" id="{83DD21A3-1C11-42D2-BABC-FACE38FCF073}"/>
                </a:ext>
              </a:extLst>
            </p:cNvPr>
            <p:cNvGrpSpPr/>
            <p:nvPr/>
          </p:nvGrpSpPr>
          <p:grpSpPr>
            <a:xfrm>
              <a:off x="5029116" y="3823067"/>
              <a:ext cx="1966104" cy="2651723"/>
              <a:chOff x="5029116" y="3823067"/>
              <a:chExt cx="1966104" cy="2651723"/>
            </a:xfrm>
          </p:grpSpPr>
          <p:sp>
            <p:nvSpPr>
              <p:cNvPr id="130" name="Top Clover Top">
                <a:extLst>
                  <a:ext uri="{FF2B5EF4-FFF2-40B4-BE49-F238E27FC236}">
                    <a16:creationId xmlns:a16="http://schemas.microsoft.com/office/drawing/2014/main" id="{6B918472-0A20-42C9-9720-B33C10011DF7}"/>
                  </a:ext>
                </a:extLst>
              </p:cNvPr>
              <p:cNvSpPr/>
              <p:nvPr/>
            </p:nvSpPr>
            <p:spPr>
              <a:xfrm rot="5400000" flipH="1">
                <a:off x="5148102" y="4627673"/>
                <a:ext cx="2651723" cy="1042512"/>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sp>
            <p:nvSpPr>
              <p:cNvPr id="131" name="Top Clover bottom">
                <a:extLst>
                  <a:ext uri="{FF2B5EF4-FFF2-40B4-BE49-F238E27FC236}">
                    <a16:creationId xmlns:a16="http://schemas.microsoft.com/office/drawing/2014/main" id="{0EA80312-92AB-48C1-ACA2-2766177F7254}"/>
                  </a:ext>
                </a:extLst>
              </p:cNvPr>
              <p:cNvSpPr/>
              <p:nvPr/>
            </p:nvSpPr>
            <p:spPr>
              <a:xfrm rot="5400000" flipH="1" flipV="1">
                <a:off x="4224510" y="4627673"/>
                <a:ext cx="2651723" cy="1042512"/>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grpSp>
        <p:grpSp>
          <p:nvGrpSpPr>
            <p:cNvPr id="113" name="Group 112">
              <a:extLst>
                <a:ext uri="{FF2B5EF4-FFF2-40B4-BE49-F238E27FC236}">
                  <a16:creationId xmlns:a16="http://schemas.microsoft.com/office/drawing/2014/main" id="{10172223-99EB-4FD0-B9E1-787841A2AC41}"/>
                </a:ext>
              </a:extLst>
            </p:cNvPr>
            <p:cNvGrpSpPr/>
            <p:nvPr/>
          </p:nvGrpSpPr>
          <p:grpSpPr>
            <a:xfrm>
              <a:off x="3316587" y="2831785"/>
              <a:ext cx="2770826" cy="2116462"/>
              <a:chOff x="3316587" y="2831785"/>
              <a:chExt cx="2770826" cy="2116462"/>
            </a:xfrm>
          </p:grpSpPr>
          <p:sp>
            <p:nvSpPr>
              <p:cNvPr id="128" name="Left Clover Top">
                <a:extLst>
                  <a:ext uri="{FF2B5EF4-FFF2-40B4-BE49-F238E27FC236}">
                    <a16:creationId xmlns:a16="http://schemas.microsoft.com/office/drawing/2014/main" id="{A50812C4-A2A0-479F-924C-ABD027C1BFDC}"/>
                  </a:ext>
                </a:extLst>
              </p:cNvPr>
              <p:cNvSpPr/>
              <p:nvPr/>
            </p:nvSpPr>
            <p:spPr>
              <a:xfrm>
                <a:off x="3316587" y="2831785"/>
                <a:ext cx="2770826" cy="1122238"/>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sp>
            <p:nvSpPr>
              <p:cNvPr id="129" name="Left Clover bottom">
                <a:extLst>
                  <a:ext uri="{FF2B5EF4-FFF2-40B4-BE49-F238E27FC236}">
                    <a16:creationId xmlns:a16="http://schemas.microsoft.com/office/drawing/2014/main" id="{2E84D96C-E719-45CA-9518-F769A3E5CE3E}"/>
                  </a:ext>
                </a:extLst>
              </p:cNvPr>
              <p:cNvSpPr/>
              <p:nvPr/>
            </p:nvSpPr>
            <p:spPr>
              <a:xfrm flipV="1">
                <a:off x="3316587" y="3826009"/>
                <a:ext cx="2770826" cy="1122238"/>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grpSp>
        <p:grpSp>
          <p:nvGrpSpPr>
            <p:cNvPr id="117" name="Group 116">
              <a:extLst>
                <a:ext uri="{FF2B5EF4-FFF2-40B4-BE49-F238E27FC236}">
                  <a16:creationId xmlns:a16="http://schemas.microsoft.com/office/drawing/2014/main" id="{78CCC12B-2273-4CC8-BDF9-EC66B37C5DB9}"/>
                </a:ext>
              </a:extLst>
            </p:cNvPr>
            <p:cNvGrpSpPr/>
            <p:nvPr/>
          </p:nvGrpSpPr>
          <p:grpSpPr>
            <a:xfrm>
              <a:off x="5939312" y="2829753"/>
              <a:ext cx="2770856" cy="2109540"/>
              <a:chOff x="5939312" y="2829753"/>
              <a:chExt cx="2770856" cy="2109540"/>
            </a:xfrm>
          </p:grpSpPr>
          <p:sp>
            <p:nvSpPr>
              <p:cNvPr id="124" name="Right Clover Top">
                <a:extLst>
                  <a:ext uri="{FF2B5EF4-FFF2-40B4-BE49-F238E27FC236}">
                    <a16:creationId xmlns:a16="http://schemas.microsoft.com/office/drawing/2014/main" id="{CC153937-F630-4465-B9B5-AB3188495201}"/>
                  </a:ext>
                </a:extLst>
              </p:cNvPr>
              <p:cNvSpPr/>
              <p:nvPr/>
            </p:nvSpPr>
            <p:spPr>
              <a:xfrm flipH="1">
                <a:off x="5939342" y="2829753"/>
                <a:ext cx="2770826" cy="1122238"/>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sp>
            <p:nvSpPr>
              <p:cNvPr id="127" name="Right Clover bottom">
                <a:extLst>
                  <a:ext uri="{FF2B5EF4-FFF2-40B4-BE49-F238E27FC236}">
                    <a16:creationId xmlns:a16="http://schemas.microsoft.com/office/drawing/2014/main" id="{B0449CCF-9682-47E6-94C7-77661D6BD317}"/>
                  </a:ext>
                </a:extLst>
              </p:cNvPr>
              <p:cNvSpPr/>
              <p:nvPr/>
            </p:nvSpPr>
            <p:spPr>
              <a:xfrm flipH="1" flipV="1">
                <a:off x="5939312" y="3817055"/>
                <a:ext cx="2770826" cy="1122238"/>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grpSp>
        <p:grpSp>
          <p:nvGrpSpPr>
            <p:cNvPr id="118" name="Group 117">
              <a:extLst>
                <a:ext uri="{FF2B5EF4-FFF2-40B4-BE49-F238E27FC236}">
                  <a16:creationId xmlns:a16="http://schemas.microsoft.com/office/drawing/2014/main" id="{AEDCE41D-3C71-4CB0-919B-FC5EFA2C1F83}"/>
                </a:ext>
              </a:extLst>
            </p:cNvPr>
            <p:cNvGrpSpPr/>
            <p:nvPr/>
          </p:nvGrpSpPr>
          <p:grpSpPr>
            <a:xfrm>
              <a:off x="5031927" y="1308960"/>
              <a:ext cx="1966102" cy="2651723"/>
              <a:chOff x="5031927" y="1308960"/>
              <a:chExt cx="1966102" cy="2651723"/>
            </a:xfrm>
          </p:grpSpPr>
          <p:sp>
            <p:nvSpPr>
              <p:cNvPr id="119" name="Top Clover Top">
                <a:extLst>
                  <a:ext uri="{FF2B5EF4-FFF2-40B4-BE49-F238E27FC236}">
                    <a16:creationId xmlns:a16="http://schemas.microsoft.com/office/drawing/2014/main" id="{4C776257-5C04-473C-93B3-7E075ED6C2E4}"/>
                  </a:ext>
                </a:extLst>
              </p:cNvPr>
              <p:cNvSpPr/>
              <p:nvPr/>
            </p:nvSpPr>
            <p:spPr>
              <a:xfrm rot="16200000" flipH="1">
                <a:off x="4227321" y="2113566"/>
                <a:ext cx="2651723" cy="1042511"/>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sp>
            <p:nvSpPr>
              <p:cNvPr id="123" name="Top Clover bottom">
                <a:extLst>
                  <a:ext uri="{FF2B5EF4-FFF2-40B4-BE49-F238E27FC236}">
                    <a16:creationId xmlns:a16="http://schemas.microsoft.com/office/drawing/2014/main" id="{ADD3DB37-736E-4F31-A94A-FD037B93BA49}"/>
                  </a:ext>
                </a:extLst>
              </p:cNvPr>
              <p:cNvSpPr/>
              <p:nvPr/>
            </p:nvSpPr>
            <p:spPr>
              <a:xfrm rot="16200000" flipH="1" flipV="1">
                <a:off x="5150912" y="2113566"/>
                <a:ext cx="2651723" cy="1042511"/>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grpSp>
      </p:grpSp>
      <p:sp>
        <p:nvSpPr>
          <p:cNvPr id="148" name="Engage">
            <a:extLst>
              <a:ext uri="{FF2B5EF4-FFF2-40B4-BE49-F238E27FC236}">
                <a16:creationId xmlns:a16="http://schemas.microsoft.com/office/drawing/2014/main" id="{9D9BF839-7FDF-4255-8AD0-A017B53583E3}"/>
              </a:ext>
            </a:extLst>
          </p:cNvPr>
          <p:cNvSpPr txBox="1">
            <a:spLocks/>
          </p:cNvSpPr>
          <p:nvPr/>
        </p:nvSpPr>
        <p:spPr>
          <a:xfrm>
            <a:off x="2891796" y="3565968"/>
            <a:ext cx="347852" cy="276999"/>
          </a:xfrm>
          <a:prstGeom prst="rect">
            <a:avLst/>
          </a:prstGeom>
        </p:spPr>
        <p:txBody>
          <a:bodyPr vert="horz" wrap="none" lIns="0" tIns="0" rIns="0" bIns="0" rtlCol="0" anchor="ctr">
            <a:spAutoFit/>
          </a:bodyPr>
          <a:lstStyle>
            <a:defPPr>
              <a:defRPr lang="en-US"/>
            </a:defPPr>
            <a:lvl1pPr marR="0" indent="0" algn="r"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Act</a:t>
            </a:r>
          </a:p>
        </p:txBody>
      </p:sp>
      <p:sp>
        <p:nvSpPr>
          <p:cNvPr id="149" name="Optimize">
            <a:extLst>
              <a:ext uri="{FF2B5EF4-FFF2-40B4-BE49-F238E27FC236}">
                <a16:creationId xmlns:a16="http://schemas.microsoft.com/office/drawing/2014/main" id="{52210F53-D92A-45B2-8B98-D7B21D5EBB44}"/>
              </a:ext>
            </a:extLst>
          </p:cNvPr>
          <p:cNvSpPr txBox="1">
            <a:spLocks/>
          </p:cNvSpPr>
          <p:nvPr/>
        </p:nvSpPr>
        <p:spPr>
          <a:xfrm>
            <a:off x="5811287" y="6270237"/>
            <a:ext cx="575479" cy="276999"/>
          </a:xfrm>
          <a:prstGeom prst="rect">
            <a:avLst/>
          </a:prstGeom>
        </p:spPr>
        <p:txBody>
          <a:bodyPr vert="horz" wrap="none" lIns="0" tIns="0" rIns="0" bIns="0" rtlCol="0" anchor="ctr">
            <a:spAutoFit/>
          </a:bodyPr>
          <a:lstStyle>
            <a:defPPr>
              <a:defRPr lang="en-US"/>
            </a:defPPr>
            <a:lvl1pPr marR="0" indent="0"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Learn</a:t>
            </a:r>
          </a:p>
        </p:txBody>
      </p:sp>
      <p:sp>
        <p:nvSpPr>
          <p:cNvPr id="150" name="Transform">
            <a:extLst>
              <a:ext uri="{FF2B5EF4-FFF2-40B4-BE49-F238E27FC236}">
                <a16:creationId xmlns:a16="http://schemas.microsoft.com/office/drawing/2014/main" id="{EFB4F090-3535-491A-AEE1-86C62C9A9BD8}"/>
              </a:ext>
            </a:extLst>
          </p:cNvPr>
          <p:cNvSpPr txBox="1">
            <a:spLocks/>
          </p:cNvSpPr>
          <p:nvPr/>
        </p:nvSpPr>
        <p:spPr>
          <a:xfrm>
            <a:off x="8957290" y="3451448"/>
            <a:ext cx="1040862" cy="276999"/>
          </a:xfrm>
          <a:prstGeom prst="rect">
            <a:avLst/>
          </a:prstGeom>
        </p:spPr>
        <p:txBody>
          <a:bodyPr vert="horz" wrap="none" lIns="0" tIns="0" rIns="0" bIns="0" rtlCol="0" anchor="ctr">
            <a:spAutoFit/>
          </a:bodyPr>
          <a:lstStyle>
            <a:defPPr>
              <a:defRPr lang="en-US"/>
            </a:defPPr>
            <a:lvl1pPr marR="0" indent="0"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Automate</a:t>
            </a:r>
          </a:p>
        </p:txBody>
      </p:sp>
      <p:sp>
        <p:nvSpPr>
          <p:cNvPr id="211" name="Empower">
            <a:extLst>
              <a:ext uri="{FF2B5EF4-FFF2-40B4-BE49-F238E27FC236}">
                <a16:creationId xmlns:a16="http://schemas.microsoft.com/office/drawing/2014/main" id="{8FD34CFF-A557-4B72-B9F1-3C5A520BE31B}"/>
              </a:ext>
            </a:extLst>
          </p:cNvPr>
          <p:cNvSpPr txBox="1">
            <a:spLocks/>
          </p:cNvSpPr>
          <p:nvPr/>
        </p:nvSpPr>
        <p:spPr>
          <a:xfrm>
            <a:off x="5615974" y="740388"/>
            <a:ext cx="819135" cy="276999"/>
          </a:xfrm>
          <a:prstGeom prst="rect">
            <a:avLst/>
          </a:prstGeom>
        </p:spPr>
        <p:txBody>
          <a:bodyPr vert="horz" wrap="none" lIns="0" tIns="0" rIns="0" bIns="0" rtlCol="0" anchor="ctr">
            <a:spAutoFit/>
          </a:bodyPr>
          <a:lstStyle>
            <a:defPPr>
              <a:defRPr lang="en-US"/>
            </a:defPPr>
            <a:lvl1pPr marR="0" indent="0" algn="r"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Analyze</a:t>
            </a:r>
          </a:p>
        </p:txBody>
      </p:sp>
      <p:grpSp>
        <p:nvGrpSpPr>
          <p:cNvPr id="268" name="DATA" descr="Data circle">
            <a:extLst>
              <a:ext uri="{FF2B5EF4-FFF2-40B4-BE49-F238E27FC236}">
                <a16:creationId xmlns:a16="http://schemas.microsoft.com/office/drawing/2014/main" id="{329107DB-FB2F-44E0-9CF1-84075B1A67FB}"/>
              </a:ext>
            </a:extLst>
          </p:cNvPr>
          <p:cNvGrpSpPr/>
          <p:nvPr/>
        </p:nvGrpSpPr>
        <p:grpSpPr>
          <a:xfrm>
            <a:off x="5482706" y="3019926"/>
            <a:ext cx="1191897" cy="1188720"/>
            <a:chOff x="5745459" y="3239555"/>
            <a:chExt cx="734922" cy="734922"/>
          </a:xfrm>
          <a:scene3d>
            <a:camera prst="perspectiveFront"/>
            <a:lightRig rig="threePt" dir="t"/>
          </a:scene3d>
        </p:grpSpPr>
        <p:sp>
          <p:nvSpPr>
            <p:cNvPr id="269" name="circle1">
              <a:extLst>
                <a:ext uri="{FF2B5EF4-FFF2-40B4-BE49-F238E27FC236}">
                  <a16:creationId xmlns:a16="http://schemas.microsoft.com/office/drawing/2014/main" id="{4373D4A7-C765-4156-B13D-546D02D3D114}"/>
                </a:ext>
              </a:extLst>
            </p:cNvPr>
            <p:cNvSpPr/>
            <p:nvPr/>
          </p:nvSpPr>
          <p:spPr bwMode="auto">
            <a:xfrm flipH="1">
              <a:off x="5745459" y="3239555"/>
              <a:ext cx="734922" cy="734922"/>
            </a:xfrm>
            <a:prstGeom prst="ellipse">
              <a:avLst/>
            </a:prstGeom>
            <a:solidFill>
              <a:sysClr val="window" lastClr="FFFFFF"/>
            </a:solidFill>
            <a:ln w="57150" cap="flat" cmpd="sng" algn="ctr">
              <a:noFill/>
              <a:prstDash val="solid"/>
            </a:ln>
            <a:effectLst>
              <a:outerShdw blurRad="254000" dist="50800" dir="2700000" sx="101000" sy="101000" algn="tl" rotWithShape="0">
                <a:prstClr val="black">
                  <a:alpha val="35000"/>
                </a:prstClr>
              </a:outerShdw>
            </a:effectLst>
            <a:sp3d>
              <a:bevelB h="0"/>
            </a:sp3d>
          </p:spPr>
          <p:txBody>
            <a:bodyPr vert="horz" wrap="square" lIns="0" tIns="46630" rIns="0" bIns="46630" numCol="1" rtlCol="0" anchor="ctr" anchorCtr="0" compatLnSpc="1">
              <a:prstTxWarp prst="textNoShape">
                <a:avLst/>
              </a:prstTxWarp>
            </a:bodyPr>
            <a:lstStyle/>
            <a:p>
              <a:pPr marL="0" marR="0" lvl="0" indent="0" algn="ctr" defTabSz="932256" rtl="0" eaLnBrk="1" fontAlgn="base" latinLnBrk="0" hangingPunct="1">
                <a:lnSpc>
                  <a:spcPct val="100000"/>
                </a:lnSpc>
                <a:spcBef>
                  <a:spcPct val="0"/>
                </a:spcBef>
                <a:spcAft>
                  <a:spcPct val="0"/>
                </a:spcAft>
                <a:buClrTx/>
                <a:buSzTx/>
                <a:buFontTx/>
                <a:buNone/>
                <a:tabLst/>
                <a:defRPr/>
              </a:pPr>
              <a:endParaRPr kumimoji="0" lang="en-US" sz="4400" b="0" i="0" u="none" strike="noStrike" kern="0" cap="none" spc="0" normalizeH="0" baseline="0" noProof="0">
                <a:ln>
                  <a:noFill/>
                </a:ln>
                <a:gradFill>
                  <a:gsLst>
                    <a:gs pos="0">
                      <a:srgbClr val="FFFFFF"/>
                    </a:gs>
                    <a:gs pos="100000">
                      <a:srgbClr val="FFFFFF"/>
                    </a:gs>
                  </a:gsLst>
                  <a:lin ang="5400000" scaled="0"/>
                </a:gradFill>
                <a:effectLst/>
                <a:uLnTx/>
                <a:uFillTx/>
                <a:latin typeface="SegoeUI"/>
                <a:ea typeface="+mn-ea"/>
                <a:cs typeface="+mn-cs"/>
              </a:endParaRPr>
            </a:p>
          </p:txBody>
        </p:sp>
        <p:sp>
          <p:nvSpPr>
            <p:cNvPr id="272" name="Freeform: Shape 271">
              <a:extLst>
                <a:ext uri="{FF2B5EF4-FFF2-40B4-BE49-F238E27FC236}">
                  <a16:creationId xmlns:a16="http://schemas.microsoft.com/office/drawing/2014/main" id="{1D7B5FD3-020D-4A92-A3A3-B852AFB4D191}"/>
                </a:ext>
              </a:extLst>
            </p:cNvPr>
            <p:cNvSpPr/>
            <p:nvPr/>
          </p:nvSpPr>
          <p:spPr bwMode="auto">
            <a:xfrm>
              <a:off x="5938757" y="3543576"/>
              <a:ext cx="348326" cy="126880"/>
            </a:xfrm>
            <a:custGeom>
              <a:avLst/>
              <a:gdLst/>
              <a:ahLst/>
              <a:cxnLst/>
              <a:rect l="l" t="t" r="r" b="b"/>
              <a:pathLst>
                <a:path w="893564" h="325487">
                  <a:moveTo>
                    <a:pt x="843558" y="207839"/>
                  </a:moveTo>
                  <a:lnTo>
                    <a:pt x="795561" y="214536"/>
                  </a:lnTo>
                  <a:cubicBezTo>
                    <a:pt x="780678" y="216471"/>
                    <a:pt x="769479" y="220080"/>
                    <a:pt x="761963" y="225363"/>
                  </a:cubicBezTo>
                  <a:cubicBezTo>
                    <a:pt x="754447" y="230647"/>
                    <a:pt x="750689" y="239911"/>
                    <a:pt x="750689" y="253157"/>
                  </a:cubicBezTo>
                  <a:cubicBezTo>
                    <a:pt x="750689" y="262831"/>
                    <a:pt x="754149" y="270756"/>
                    <a:pt x="761070" y="276932"/>
                  </a:cubicBezTo>
                  <a:cubicBezTo>
                    <a:pt x="767990" y="283109"/>
                    <a:pt x="777255" y="286197"/>
                    <a:pt x="788864" y="286197"/>
                  </a:cubicBezTo>
                  <a:cubicBezTo>
                    <a:pt x="804639" y="286197"/>
                    <a:pt x="817699" y="280653"/>
                    <a:pt x="828043" y="269565"/>
                  </a:cubicBezTo>
                  <a:cubicBezTo>
                    <a:pt x="838386" y="258478"/>
                    <a:pt x="843558" y="244525"/>
                    <a:pt x="843558" y="227707"/>
                  </a:cubicBezTo>
                  <a:close/>
                  <a:moveTo>
                    <a:pt x="443508" y="207839"/>
                  </a:moveTo>
                  <a:lnTo>
                    <a:pt x="395511" y="214536"/>
                  </a:lnTo>
                  <a:cubicBezTo>
                    <a:pt x="380628" y="216471"/>
                    <a:pt x="369429" y="220080"/>
                    <a:pt x="361913" y="225363"/>
                  </a:cubicBezTo>
                  <a:cubicBezTo>
                    <a:pt x="354397" y="230647"/>
                    <a:pt x="350639" y="239911"/>
                    <a:pt x="350639" y="253157"/>
                  </a:cubicBezTo>
                  <a:cubicBezTo>
                    <a:pt x="350639" y="262831"/>
                    <a:pt x="354099" y="270756"/>
                    <a:pt x="361020" y="276932"/>
                  </a:cubicBezTo>
                  <a:cubicBezTo>
                    <a:pt x="367940" y="283109"/>
                    <a:pt x="377205" y="286197"/>
                    <a:pt x="388814" y="286197"/>
                  </a:cubicBezTo>
                  <a:cubicBezTo>
                    <a:pt x="404589" y="286197"/>
                    <a:pt x="417649" y="280653"/>
                    <a:pt x="427992" y="269565"/>
                  </a:cubicBezTo>
                  <a:cubicBezTo>
                    <a:pt x="438336" y="258478"/>
                    <a:pt x="443508" y="244525"/>
                    <a:pt x="443508" y="227707"/>
                  </a:cubicBezTo>
                  <a:close/>
                  <a:moveTo>
                    <a:pt x="806946" y="86172"/>
                  </a:moveTo>
                  <a:cubicBezTo>
                    <a:pt x="864691" y="86172"/>
                    <a:pt x="893564" y="114598"/>
                    <a:pt x="893564" y="171450"/>
                  </a:cubicBezTo>
                  <a:lnTo>
                    <a:pt x="893564" y="320130"/>
                  </a:lnTo>
                  <a:lnTo>
                    <a:pt x="843335" y="320130"/>
                  </a:lnTo>
                  <a:lnTo>
                    <a:pt x="843335" y="284411"/>
                  </a:lnTo>
                  <a:lnTo>
                    <a:pt x="842442" y="284411"/>
                  </a:lnTo>
                  <a:cubicBezTo>
                    <a:pt x="826666" y="311795"/>
                    <a:pt x="803523" y="325487"/>
                    <a:pt x="773013" y="325487"/>
                  </a:cubicBezTo>
                  <a:cubicBezTo>
                    <a:pt x="750540" y="325487"/>
                    <a:pt x="732941" y="319385"/>
                    <a:pt x="720217" y="307182"/>
                  </a:cubicBezTo>
                  <a:cubicBezTo>
                    <a:pt x="707492" y="294978"/>
                    <a:pt x="701129" y="278830"/>
                    <a:pt x="701129" y="258738"/>
                  </a:cubicBezTo>
                  <a:cubicBezTo>
                    <a:pt x="701129" y="215578"/>
                    <a:pt x="725984" y="190426"/>
                    <a:pt x="775692" y="183282"/>
                  </a:cubicBezTo>
                  <a:lnTo>
                    <a:pt x="843558" y="173683"/>
                  </a:lnTo>
                  <a:cubicBezTo>
                    <a:pt x="843558" y="141089"/>
                    <a:pt x="828080" y="124793"/>
                    <a:pt x="797124" y="124793"/>
                  </a:cubicBezTo>
                  <a:cubicBezTo>
                    <a:pt x="769888" y="124793"/>
                    <a:pt x="745331" y="134169"/>
                    <a:pt x="723454" y="152921"/>
                  </a:cubicBezTo>
                  <a:lnTo>
                    <a:pt x="723454" y="107603"/>
                  </a:lnTo>
                  <a:cubicBezTo>
                    <a:pt x="747564" y="93316"/>
                    <a:pt x="775395" y="86172"/>
                    <a:pt x="806946" y="86172"/>
                  </a:cubicBezTo>
                  <a:close/>
                  <a:moveTo>
                    <a:pt x="406896" y="86172"/>
                  </a:moveTo>
                  <a:cubicBezTo>
                    <a:pt x="464641" y="86172"/>
                    <a:pt x="493514" y="114598"/>
                    <a:pt x="493514" y="171450"/>
                  </a:cubicBezTo>
                  <a:lnTo>
                    <a:pt x="493514" y="320130"/>
                  </a:lnTo>
                  <a:lnTo>
                    <a:pt x="443285" y="320130"/>
                  </a:lnTo>
                  <a:lnTo>
                    <a:pt x="443285" y="284411"/>
                  </a:lnTo>
                  <a:lnTo>
                    <a:pt x="442392" y="284411"/>
                  </a:lnTo>
                  <a:cubicBezTo>
                    <a:pt x="426616" y="311795"/>
                    <a:pt x="403473" y="325487"/>
                    <a:pt x="372963" y="325487"/>
                  </a:cubicBezTo>
                  <a:cubicBezTo>
                    <a:pt x="350490" y="325487"/>
                    <a:pt x="332891" y="319385"/>
                    <a:pt x="320167" y="307182"/>
                  </a:cubicBezTo>
                  <a:cubicBezTo>
                    <a:pt x="307442" y="294978"/>
                    <a:pt x="301079" y="278830"/>
                    <a:pt x="301079" y="258738"/>
                  </a:cubicBezTo>
                  <a:cubicBezTo>
                    <a:pt x="301079" y="215578"/>
                    <a:pt x="325934" y="190426"/>
                    <a:pt x="375642" y="183282"/>
                  </a:cubicBezTo>
                  <a:lnTo>
                    <a:pt x="443508" y="173683"/>
                  </a:lnTo>
                  <a:cubicBezTo>
                    <a:pt x="443508" y="141089"/>
                    <a:pt x="428030" y="124793"/>
                    <a:pt x="397074" y="124793"/>
                  </a:cubicBezTo>
                  <a:cubicBezTo>
                    <a:pt x="369838" y="124793"/>
                    <a:pt x="345281" y="134169"/>
                    <a:pt x="323404" y="152921"/>
                  </a:cubicBezTo>
                  <a:lnTo>
                    <a:pt x="323404" y="107603"/>
                  </a:lnTo>
                  <a:cubicBezTo>
                    <a:pt x="347514" y="93316"/>
                    <a:pt x="375345" y="86172"/>
                    <a:pt x="406896" y="86172"/>
                  </a:cubicBezTo>
                  <a:close/>
                  <a:moveTo>
                    <a:pt x="52908" y="45095"/>
                  </a:moveTo>
                  <a:lnTo>
                    <a:pt x="52908" y="275258"/>
                  </a:lnTo>
                  <a:lnTo>
                    <a:pt x="95325" y="275258"/>
                  </a:lnTo>
                  <a:cubicBezTo>
                    <a:pt x="132680" y="275258"/>
                    <a:pt x="161739" y="264989"/>
                    <a:pt x="182501" y="244451"/>
                  </a:cubicBezTo>
                  <a:cubicBezTo>
                    <a:pt x="203262" y="223912"/>
                    <a:pt x="213643" y="194891"/>
                    <a:pt x="213643" y="157386"/>
                  </a:cubicBezTo>
                  <a:cubicBezTo>
                    <a:pt x="213643" y="82526"/>
                    <a:pt x="174873" y="45095"/>
                    <a:pt x="97334" y="45095"/>
                  </a:cubicBezTo>
                  <a:close/>
                  <a:moveTo>
                    <a:pt x="622027" y="23887"/>
                  </a:moveTo>
                  <a:lnTo>
                    <a:pt x="622027" y="91530"/>
                  </a:lnTo>
                  <a:lnTo>
                    <a:pt x="676722" y="91530"/>
                  </a:lnTo>
                  <a:lnTo>
                    <a:pt x="676722" y="132160"/>
                  </a:lnTo>
                  <a:lnTo>
                    <a:pt x="622027" y="132160"/>
                  </a:lnTo>
                  <a:lnTo>
                    <a:pt x="622027" y="246460"/>
                  </a:lnTo>
                  <a:cubicBezTo>
                    <a:pt x="622027" y="260003"/>
                    <a:pt x="624483" y="269677"/>
                    <a:pt x="629394" y="275481"/>
                  </a:cubicBezTo>
                  <a:cubicBezTo>
                    <a:pt x="634306" y="281285"/>
                    <a:pt x="642491" y="284188"/>
                    <a:pt x="653951" y="284188"/>
                  </a:cubicBezTo>
                  <a:cubicBezTo>
                    <a:pt x="662732" y="284188"/>
                    <a:pt x="670322" y="281658"/>
                    <a:pt x="676722" y="276597"/>
                  </a:cubicBezTo>
                  <a:lnTo>
                    <a:pt x="676722" y="317674"/>
                  </a:lnTo>
                  <a:cubicBezTo>
                    <a:pt x="666601" y="322734"/>
                    <a:pt x="653281" y="325264"/>
                    <a:pt x="636761" y="325264"/>
                  </a:cubicBezTo>
                  <a:cubicBezTo>
                    <a:pt x="592410" y="325264"/>
                    <a:pt x="570235" y="303982"/>
                    <a:pt x="570235" y="261417"/>
                  </a:cubicBezTo>
                  <a:lnTo>
                    <a:pt x="570235" y="132160"/>
                  </a:lnTo>
                  <a:lnTo>
                    <a:pt x="532061" y="132160"/>
                  </a:lnTo>
                  <a:lnTo>
                    <a:pt x="532061" y="91530"/>
                  </a:lnTo>
                  <a:lnTo>
                    <a:pt x="570235" y="91530"/>
                  </a:lnTo>
                  <a:lnTo>
                    <a:pt x="570235" y="38621"/>
                  </a:lnTo>
                  <a:close/>
                  <a:moveTo>
                    <a:pt x="0" y="0"/>
                  </a:moveTo>
                  <a:lnTo>
                    <a:pt x="92422" y="0"/>
                  </a:lnTo>
                  <a:cubicBezTo>
                    <a:pt x="210443" y="0"/>
                    <a:pt x="269453" y="52016"/>
                    <a:pt x="269453" y="156047"/>
                  </a:cubicBezTo>
                  <a:cubicBezTo>
                    <a:pt x="269453" y="205458"/>
                    <a:pt x="253082" y="245157"/>
                    <a:pt x="220340" y="275146"/>
                  </a:cubicBezTo>
                  <a:cubicBezTo>
                    <a:pt x="187598" y="305135"/>
                    <a:pt x="143694" y="320130"/>
                    <a:pt x="88627" y="320130"/>
                  </a:cubicBezTo>
                  <a:lnTo>
                    <a:pt x="0" y="320130"/>
                  </a:lnTo>
                  <a:close/>
                </a:path>
              </a:pathLst>
            </a:custGeom>
            <a:solidFill>
              <a:sysClr val="window" lastClr="FFFFFF"/>
            </a:solidFill>
            <a:ln w="10795" cap="flat" cmpd="sng" algn="ctr">
              <a:noFill/>
              <a:prstDash val="solid"/>
              <a:headEnd type="none" w="med" len="med"/>
              <a:tailEnd type="none" w="med" len="med"/>
            </a:ln>
            <a:effectLst/>
            <a:sp3d>
              <a:bevelB h="0"/>
            </a:sp3d>
          </p:spPr>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gradFill>
                  <a:gsLst>
                    <a:gs pos="40075">
                      <a:srgbClr val="FFFFFF"/>
                    </a:gs>
                    <a:gs pos="30000">
                      <a:srgbClr val="FFFFFF"/>
                    </a:gs>
                  </a:gsLst>
                  <a:lin ang="5400000" scaled="0"/>
                </a:gradFill>
                <a:effectLst/>
                <a:uLnTx/>
                <a:uFillTx/>
                <a:latin typeface="Segoe UI"/>
                <a:ea typeface="+mn-ea"/>
                <a:cs typeface="+mn-cs"/>
              </a:endParaRPr>
            </a:p>
          </p:txBody>
        </p:sp>
      </p:grpSp>
      <p:sp>
        <p:nvSpPr>
          <p:cNvPr id="2" name="Title 1">
            <a:extLst>
              <a:ext uri="{FF2B5EF4-FFF2-40B4-BE49-F238E27FC236}">
                <a16:creationId xmlns:a16="http://schemas.microsoft.com/office/drawing/2014/main" id="{9142E809-D0CC-4CED-9A3A-70E83260F107}"/>
              </a:ext>
            </a:extLst>
          </p:cNvPr>
          <p:cNvSpPr>
            <a:spLocks noGrp="1"/>
          </p:cNvSpPr>
          <p:nvPr>
            <p:ph type="title"/>
          </p:nvPr>
        </p:nvSpPr>
        <p:spPr/>
        <p:txBody>
          <a:bodyPr/>
          <a:lstStyle/>
          <a:p>
            <a:r>
              <a:rPr lang="en-US" sz="3600" spc="-50" dirty="0">
                <a:ln w="3175">
                  <a:noFill/>
                </a:ln>
                <a:solidFill>
                  <a:srgbClr val="1A1A1A"/>
                </a:solidFill>
                <a:latin typeface="Segoe UI Semibold"/>
                <a:ea typeface="+mn-ea"/>
                <a:cs typeface="Segoe UI" pitchFamily="34" charset="0"/>
              </a:rPr>
              <a:t>Let’s talk about data</a:t>
            </a:r>
          </a:p>
        </p:txBody>
      </p:sp>
      <p:sp>
        <p:nvSpPr>
          <p:cNvPr id="101" name="Isosceles Triangle 100" descr="arrow point">
            <a:extLst>
              <a:ext uri="{FF2B5EF4-FFF2-40B4-BE49-F238E27FC236}">
                <a16:creationId xmlns:a16="http://schemas.microsoft.com/office/drawing/2014/main" id="{5E7C7959-67DB-4855-8812-FA561BF69524}"/>
              </a:ext>
            </a:extLst>
          </p:cNvPr>
          <p:cNvSpPr/>
          <p:nvPr/>
        </p:nvSpPr>
        <p:spPr bwMode="auto">
          <a:xfrm rot="8230952">
            <a:off x="5523110" y="3001926"/>
            <a:ext cx="158963" cy="197247"/>
          </a:xfrm>
          <a:prstGeom prst="triangle">
            <a:avLst/>
          </a:prstGeom>
          <a:solidFill>
            <a:srgbClr val="D83B01"/>
          </a:solidFill>
          <a:ln w="9525" cap="flat" cmpd="sng" algn="ctr">
            <a:solidFill>
              <a:srgbClr val="D83B0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104" name="Group 103">
            <a:extLst>
              <a:ext uri="{FF2B5EF4-FFF2-40B4-BE49-F238E27FC236}">
                <a16:creationId xmlns:a16="http://schemas.microsoft.com/office/drawing/2014/main" id="{78268F0F-F93F-4462-BC8F-F17C84C1FE53}"/>
              </a:ext>
            </a:extLst>
          </p:cNvPr>
          <p:cNvGrpSpPr/>
          <p:nvPr/>
        </p:nvGrpSpPr>
        <p:grpSpPr>
          <a:xfrm>
            <a:off x="5555029" y="1642871"/>
            <a:ext cx="1020792" cy="836962"/>
            <a:chOff x="3805319" y="1977002"/>
            <a:chExt cx="1020792" cy="836962"/>
          </a:xfrm>
        </p:grpSpPr>
        <p:pic>
          <p:nvPicPr>
            <p:cNvPr id="105" name="Graphic 104">
              <a:extLst>
                <a:ext uri="{FF2B5EF4-FFF2-40B4-BE49-F238E27FC236}">
                  <a16:creationId xmlns:a16="http://schemas.microsoft.com/office/drawing/2014/main" id="{0C31CED0-D287-4A01-BE0D-81368CE01F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72815" y="1977002"/>
              <a:ext cx="685800" cy="514350"/>
            </a:xfrm>
            <a:prstGeom prst="rect">
              <a:avLst/>
            </a:prstGeom>
          </p:spPr>
        </p:pic>
        <p:sp>
          <p:nvSpPr>
            <p:cNvPr id="106" name="TextBox 105">
              <a:extLst>
                <a:ext uri="{FF2B5EF4-FFF2-40B4-BE49-F238E27FC236}">
                  <a16:creationId xmlns:a16="http://schemas.microsoft.com/office/drawing/2014/main" id="{8C459A59-0A52-49E9-9E69-C01C7D4BF8E3}"/>
                </a:ext>
              </a:extLst>
            </p:cNvPr>
            <p:cNvSpPr txBox="1"/>
            <p:nvPr/>
          </p:nvSpPr>
          <p:spPr>
            <a:xfrm>
              <a:off x="3805319" y="2506187"/>
              <a:ext cx="1020792"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Power BI</a:t>
              </a:r>
            </a:p>
          </p:txBody>
        </p:sp>
      </p:grpSp>
      <p:grpSp>
        <p:nvGrpSpPr>
          <p:cNvPr id="107" name="Group 106">
            <a:extLst>
              <a:ext uri="{FF2B5EF4-FFF2-40B4-BE49-F238E27FC236}">
                <a16:creationId xmlns:a16="http://schemas.microsoft.com/office/drawing/2014/main" id="{953780EF-E82B-42D9-9E21-6C99A4367125}"/>
              </a:ext>
            </a:extLst>
          </p:cNvPr>
          <p:cNvGrpSpPr/>
          <p:nvPr/>
        </p:nvGrpSpPr>
        <p:grpSpPr>
          <a:xfrm>
            <a:off x="7196195" y="3299919"/>
            <a:ext cx="1156022" cy="803077"/>
            <a:chOff x="7238769" y="2103287"/>
            <a:chExt cx="1156022" cy="803077"/>
          </a:xfrm>
        </p:grpSpPr>
        <p:pic>
          <p:nvPicPr>
            <p:cNvPr id="108" name="Graphic 107">
              <a:extLst>
                <a:ext uri="{FF2B5EF4-FFF2-40B4-BE49-F238E27FC236}">
                  <a16:creationId xmlns:a16="http://schemas.microsoft.com/office/drawing/2014/main" id="{520B0223-9674-44B8-BFFF-7CB223B617E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82722" y="2103287"/>
              <a:ext cx="666750" cy="495300"/>
            </a:xfrm>
            <a:prstGeom prst="rect">
              <a:avLst/>
            </a:prstGeom>
          </p:spPr>
        </p:pic>
        <p:sp>
          <p:nvSpPr>
            <p:cNvPr id="109" name="TextBox 108">
              <a:extLst>
                <a:ext uri="{FF2B5EF4-FFF2-40B4-BE49-F238E27FC236}">
                  <a16:creationId xmlns:a16="http://schemas.microsoft.com/office/drawing/2014/main" id="{7D406CF8-2DDB-48AC-AF60-F2C0E85F4713}"/>
                </a:ext>
              </a:extLst>
            </p:cNvPr>
            <p:cNvSpPr txBox="1"/>
            <p:nvPr/>
          </p:nvSpPr>
          <p:spPr>
            <a:xfrm>
              <a:off x="7238769" y="2598587"/>
              <a:ext cx="1156022" cy="307777"/>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Automate</a:t>
              </a:r>
            </a:p>
          </p:txBody>
        </p:sp>
      </p:grpSp>
      <p:grpSp>
        <p:nvGrpSpPr>
          <p:cNvPr id="110" name="Group 109">
            <a:extLst>
              <a:ext uri="{FF2B5EF4-FFF2-40B4-BE49-F238E27FC236}">
                <a16:creationId xmlns:a16="http://schemas.microsoft.com/office/drawing/2014/main" id="{D9071852-9A71-457A-8138-1B847AB3BFC0}"/>
              </a:ext>
            </a:extLst>
          </p:cNvPr>
          <p:cNvGrpSpPr/>
          <p:nvPr/>
        </p:nvGrpSpPr>
        <p:grpSpPr>
          <a:xfrm>
            <a:off x="3806185" y="3251466"/>
            <a:ext cx="1379865" cy="812602"/>
            <a:chOff x="3468923" y="4902989"/>
            <a:chExt cx="1379865" cy="812602"/>
          </a:xfrm>
        </p:grpSpPr>
        <p:pic>
          <p:nvPicPr>
            <p:cNvPr id="114" name="Graphic 113">
              <a:extLst>
                <a:ext uri="{FF2B5EF4-FFF2-40B4-BE49-F238E27FC236}">
                  <a16:creationId xmlns:a16="http://schemas.microsoft.com/office/drawing/2014/main" id="{8FDB9C53-EE1D-4CAB-A388-8B4FE0252BB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30365" y="4902989"/>
              <a:ext cx="666750" cy="504825"/>
            </a:xfrm>
            <a:prstGeom prst="rect">
              <a:avLst/>
            </a:prstGeom>
          </p:spPr>
        </p:pic>
        <p:sp>
          <p:nvSpPr>
            <p:cNvPr id="115" name="TextBox 114">
              <a:extLst>
                <a:ext uri="{FF2B5EF4-FFF2-40B4-BE49-F238E27FC236}">
                  <a16:creationId xmlns:a16="http://schemas.microsoft.com/office/drawing/2014/main" id="{105C70C2-98D8-44E4-BB84-F1B6736BD7CC}"/>
                </a:ext>
              </a:extLst>
            </p:cNvPr>
            <p:cNvSpPr txBox="1"/>
            <p:nvPr/>
          </p:nvSpPr>
          <p:spPr>
            <a:xfrm>
              <a:off x="3468923" y="5407814"/>
              <a:ext cx="1379865" cy="307777"/>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Power Apps</a:t>
              </a:r>
            </a:p>
          </p:txBody>
        </p:sp>
      </p:grpSp>
      <p:grpSp>
        <p:nvGrpSpPr>
          <p:cNvPr id="122" name="Group 121">
            <a:extLst>
              <a:ext uri="{FF2B5EF4-FFF2-40B4-BE49-F238E27FC236}">
                <a16:creationId xmlns:a16="http://schemas.microsoft.com/office/drawing/2014/main" id="{664FDF44-E52A-43E3-B3A0-561CA0781451}"/>
              </a:ext>
            </a:extLst>
          </p:cNvPr>
          <p:cNvGrpSpPr/>
          <p:nvPr/>
        </p:nvGrpSpPr>
        <p:grpSpPr>
          <a:xfrm>
            <a:off x="5520754" y="4799535"/>
            <a:ext cx="1141338" cy="1044059"/>
            <a:chOff x="3540361" y="5160402"/>
            <a:chExt cx="1141338" cy="1044059"/>
          </a:xfrm>
        </p:grpSpPr>
        <p:sp>
          <p:nvSpPr>
            <p:cNvPr id="125" name="TextBox 124">
              <a:extLst>
                <a:ext uri="{FF2B5EF4-FFF2-40B4-BE49-F238E27FC236}">
                  <a16:creationId xmlns:a16="http://schemas.microsoft.com/office/drawing/2014/main" id="{AAD659B5-E752-4C16-8216-62BCFDD4B91D}"/>
                </a:ext>
              </a:extLst>
            </p:cNvPr>
            <p:cNvSpPr txBox="1"/>
            <p:nvPr/>
          </p:nvSpPr>
          <p:spPr>
            <a:xfrm>
              <a:off x="3540361" y="5896684"/>
              <a:ext cx="1141338"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AI Builder</a:t>
              </a:r>
            </a:p>
          </p:txBody>
        </p:sp>
        <p:pic>
          <p:nvPicPr>
            <p:cNvPr id="126" name="Graphic 125">
              <a:extLst>
                <a:ext uri="{FF2B5EF4-FFF2-40B4-BE49-F238E27FC236}">
                  <a16:creationId xmlns:a16="http://schemas.microsoft.com/office/drawing/2014/main" id="{E2A3F6ED-7E83-4FA5-A730-0D34ACE2FCF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696652" y="5160402"/>
              <a:ext cx="698454" cy="717161"/>
            </a:xfrm>
            <a:prstGeom prst="rect">
              <a:avLst/>
            </a:prstGeom>
          </p:spPr>
        </p:pic>
      </p:grpSp>
      <p:sp>
        <p:nvSpPr>
          <p:cNvPr id="151" name="Engage">
            <a:extLst>
              <a:ext uri="{FF2B5EF4-FFF2-40B4-BE49-F238E27FC236}">
                <a16:creationId xmlns:a16="http://schemas.microsoft.com/office/drawing/2014/main" id="{DC6B16AC-4873-4289-91B1-C5D9F8D76AC0}"/>
              </a:ext>
            </a:extLst>
          </p:cNvPr>
          <p:cNvSpPr txBox="1">
            <a:spLocks/>
          </p:cNvSpPr>
          <p:nvPr/>
        </p:nvSpPr>
        <p:spPr>
          <a:xfrm>
            <a:off x="5796197" y="2715083"/>
            <a:ext cx="588303" cy="276999"/>
          </a:xfrm>
          <a:prstGeom prst="rect">
            <a:avLst/>
          </a:prstGeom>
        </p:spPr>
        <p:txBody>
          <a:bodyPr vert="horz" wrap="none" lIns="0" tIns="0" rIns="0" bIns="0" rtlCol="0" anchor="ctr">
            <a:spAutoFit/>
          </a:bodyPr>
          <a:lstStyle>
            <a:defPPr>
              <a:defRPr lang="en-US"/>
            </a:defPPr>
            <a:lvl1pPr marR="0" indent="0" algn="r"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Know</a:t>
            </a:r>
          </a:p>
        </p:txBody>
      </p:sp>
      <p:sp>
        <p:nvSpPr>
          <p:cNvPr id="51" name="TextBox 50">
            <a:extLst>
              <a:ext uri="{FF2B5EF4-FFF2-40B4-BE49-F238E27FC236}">
                <a16:creationId xmlns:a16="http://schemas.microsoft.com/office/drawing/2014/main" id="{364EEC5F-63E9-4CE7-A576-9B57A0AFD3E1}"/>
              </a:ext>
            </a:extLst>
          </p:cNvPr>
          <p:cNvSpPr txBox="1"/>
          <p:nvPr/>
        </p:nvSpPr>
        <p:spPr>
          <a:xfrm>
            <a:off x="4913907" y="4190921"/>
            <a:ext cx="2329512" cy="215444"/>
          </a:xfrm>
          <a:prstGeom prst="rect">
            <a:avLst/>
          </a:prstGeom>
          <a:noFill/>
          <a:ln>
            <a:noFill/>
          </a:ln>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Connectors</a:t>
            </a:r>
          </a:p>
        </p:txBody>
      </p:sp>
      <p:sp>
        <p:nvSpPr>
          <p:cNvPr id="46" name="Isosceles Triangle 45" descr="Arrow point">
            <a:extLst>
              <a:ext uri="{FF2B5EF4-FFF2-40B4-BE49-F238E27FC236}">
                <a16:creationId xmlns:a16="http://schemas.microsoft.com/office/drawing/2014/main" id="{4FDE8D3D-C88A-440A-B392-81A3DE457FE5}"/>
              </a:ext>
            </a:extLst>
          </p:cNvPr>
          <p:cNvSpPr/>
          <p:nvPr/>
        </p:nvSpPr>
        <p:spPr bwMode="auto">
          <a:xfrm rot="2813211">
            <a:off x="5526272" y="4012521"/>
            <a:ext cx="158963" cy="197247"/>
          </a:xfrm>
          <a:prstGeom prst="triangle">
            <a:avLst/>
          </a:prstGeom>
          <a:solidFill>
            <a:srgbClr val="D83B01"/>
          </a:solidFill>
          <a:ln w="9525" cap="flat" cmpd="sng" algn="ctr">
            <a:solidFill>
              <a:srgbClr val="D83B0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7" name="Isosceles Triangle 46" descr="arrow point">
            <a:extLst>
              <a:ext uri="{FF2B5EF4-FFF2-40B4-BE49-F238E27FC236}">
                <a16:creationId xmlns:a16="http://schemas.microsoft.com/office/drawing/2014/main" id="{D6C71E96-6DCA-4C23-AF79-A9414E0372B6}"/>
              </a:ext>
            </a:extLst>
          </p:cNvPr>
          <p:cNvSpPr/>
          <p:nvPr/>
        </p:nvSpPr>
        <p:spPr bwMode="auto">
          <a:xfrm rot="13658326">
            <a:off x="6542129" y="3081896"/>
            <a:ext cx="158963" cy="197247"/>
          </a:xfrm>
          <a:prstGeom prst="triangle">
            <a:avLst/>
          </a:prstGeom>
          <a:solidFill>
            <a:srgbClr val="D83B01"/>
          </a:solidFill>
          <a:ln w="9525" cap="flat" cmpd="sng" algn="ctr">
            <a:solidFill>
              <a:srgbClr val="D83B0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8" name="Isosceles Triangle 47" descr="arrow point">
            <a:extLst>
              <a:ext uri="{FF2B5EF4-FFF2-40B4-BE49-F238E27FC236}">
                <a16:creationId xmlns:a16="http://schemas.microsoft.com/office/drawing/2014/main" id="{FF2359A9-C5EE-4AAA-B380-A8C7EA0E797B}"/>
              </a:ext>
            </a:extLst>
          </p:cNvPr>
          <p:cNvSpPr/>
          <p:nvPr/>
        </p:nvSpPr>
        <p:spPr bwMode="auto">
          <a:xfrm rot="19177922">
            <a:off x="6433504" y="4054664"/>
            <a:ext cx="158963" cy="197247"/>
          </a:xfrm>
          <a:prstGeom prst="triangle">
            <a:avLst/>
          </a:prstGeom>
          <a:solidFill>
            <a:srgbClr val="D83B01"/>
          </a:solidFill>
          <a:ln w="9525" cap="flat" cmpd="sng" algn="ctr">
            <a:solidFill>
              <a:srgbClr val="D83B0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2" name="Org_ECA6" title="Icon of three boxes in a bracket chart">
            <a:extLst>
              <a:ext uri="{FF2B5EF4-FFF2-40B4-BE49-F238E27FC236}">
                <a16:creationId xmlns:a16="http://schemas.microsoft.com/office/drawing/2014/main" id="{20120C37-5282-4F3F-A41A-5BFF1880723F}"/>
              </a:ext>
            </a:extLst>
          </p:cNvPr>
          <p:cNvSpPr>
            <a:spLocks noChangeAspect="1" noEditPoints="1"/>
          </p:cNvSpPr>
          <p:nvPr/>
        </p:nvSpPr>
        <p:spPr bwMode="auto">
          <a:xfrm flipH="1">
            <a:off x="5728769" y="3211609"/>
            <a:ext cx="691211" cy="691542"/>
          </a:xfrm>
          <a:custGeom>
            <a:avLst/>
            <a:gdLst>
              <a:gd name="T0" fmla="*/ 1177 w 4117"/>
              <a:gd name="T1" fmla="*/ 4119 h 4119"/>
              <a:gd name="T2" fmla="*/ 0 w 4117"/>
              <a:gd name="T3" fmla="*/ 4119 h 4119"/>
              <a:gd name="T4" fmla="*/ 0 w 4117"/>
              <a:gd name="T5" fmla="*/ 2942 h 4119"/>
              <a:gd name="T6" fmla="*/ 1177 w 4117"/>
              <a:gd name="T7" fmla="*/ 2942 h 4119"/>
              <a:gd name="T8" fmla="*/ 1177 w 4117"/>
              <a:gd name="T9" fmla="*/ 4119 h 4119"/>
              <a:gd name="T10" fmla="*/ 4117 w 4117"/>
              <a:gd name="T11" fmla="*/ 2942 h 4119"/>
              <a:gd name="T12" fmla="*/ 2941 w 4117"/>
              <a:gd name="T13" fmla="*/ 2942 h 4119"/>
              <a:gd name="T14" fmla="*/ 2941 w 4117"/>
              <a:gd name="T15" fmla="*/ 4119 h 4119"/>
              <a:gd name="T16" fmla="*/ 4117 w 4117"/>
              <a:gd name="T17" fmla="*/ 4119 h 4119"/>
              <a:gd name="T18" fmla="*/ 4117 w 4117"/>
              <a:gd name="T19" fmla="*/ 2942 h 4119"/>
              <a:gd name="T20" fmla="*/ 2647 w 4117"/>
              <a:gd name="T21" fmla="*/ 0 h 4119"/>
              <a:gd name="T22" fmla="*/ 1471 w 4117"/>
              <a:gd name="T23" fmla="*/ 0 h 4119"/>
              <a:gd name="T24" fmla="*/ 1471 w 4117"/>
              <a:gd name="T25" fmla="*/ 1177 h 4119"/>
              <a:gd name="T26" fmla="*/ 2647 w 4117"/>
              <a:gd name="T27" fmla="*/ 1177 h 4119"/>
              <a:gd name="T28" fmla="*/ 2647 w 4117"/>
              <a:gd name="T29" fmla="*/ 0 h 4119"/>
              <a:gd name="T30" fmla="*/ 2059 w 4117"/>
              <a:gd name="T31" fmla="*/ 1177 h 4119"/>
              <a:gd name="T32" fmla="*/ 2059 w 4117"/>
              <a:gd name="T33" fmla="*/ 2060 h 4119"/>
              <a:gd name="T34" fmla="*/ 3529 w 4117"/>
              <a:gd name="T35" fmla="*/ 2942 h 4119"/>
              <a:gd name="T36" fmla="*/ 3529 w 4117"/>
              <a:gd name="T37" fmla="*/ 2060 h 4119"/>
              <a:gd name="T38" fmla="*/ 588 w 4117"/>
              <a:gd name="T39" fmla="*/ 2060 h 4119"/>
              <a:gd name="T40" fmla="*/ 588 w 4117"/>
              <a:gd name="T41" fmla="*/ 2942 h 4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117" h="4119">
                <a:moveTo>
                  <a:pt x="1177" y="4119"/>
                </a:moveTo>
                <a:lnTo>
                  <a:pt x="0" y="4119"/>
                </a:lnTo>
                <a:lnTo>
                  <a:pt x="0" y="2942"/>
                </a:lnTo>
                <a:lnTo>
                  <a:pt x="1177" y="2942"/>
                </a:lnTo>
                <a:lnTo>
                  <a:pt x="1177" y="4119"/>
                </a:lnTo>
                <a:moveTo>
                  <a:pt x="4117" y="2942"/>
                </a:moveTo>
                <a:lnTo>
                  <a:pt x="2941" y="2942"/>
                </a:lnTo>
                <a:lnTo>
                  <a:pt x="2941" y="4119"/>
                </a:lnTo>
                <a:lnTo>
                  <a:pt x="4117" y="4119"/>
                </a:lnTo>
                <a:lnTo>
                  <a:pt x="4117" y="2942"/>
                </a:lnTo>
                <a:moveTo>
                  <a:pt x="2647" y="0"/>
                </a:moveTo>
                <a:lnTo>
                  <a:pt x="1471" y="0"/>
                </a:lnTo>
                <a:lnTo>
                  <a:pt x="1471" y="1177"/>
                </a:lnTo>
                <a:lnTo>
                  <a:pt x="2647" y="1177"/>
                </a:lnTo>
                <a:lnTo>
                  <a:pt x="2647" y="0"/>
                </a:lnTo>
                <a:moveTo>
                  <a:pt x="2059" y="1177"/>
                </a:moveTo>
                <a:lnTo>
                  <a:pt x="2059" y="2060"/>
                </a:lnTo>
                <a:moveTo>
                  <a:pt x="3529" y="2942"/>
                </a:moveTo>
                <a:lnTo>
                  <a:pt x="3529" y="2060"/>
                </a:lnTo>
                <a:lnTo>
                  <a:pt x="588" y="2060"/>
                </a:lnTo>
                <a:lnTo>
                  <a:pt x="588" y="2942"/>
                </a:lnTo>
              </a:path>
            </a:pathLst>
          </a:custGeom>
          <a:noFill/>
          <a:ln w="28575" cap="sq">
            <a:solidFill>
              <a:srgbClr val="D83B01"/>
            </a:solidFill>
            <a:prstDash val="solid"/>
            <a:miter lim="800000"/>
            <a:headEnd/>
            <a:tailEnd/>
          </a:ln>
        </p:spPr>
        <p:txBody>
          <a:bodyPr vert="horz" wrap="square" lIns="87845" tIns="43922" rIns="87845" bIns="43922" numCol="1" anchor="t" anchorCtr="0" compatLnSpc="1">
            <a:prstTxWarp prst="textNoShape">
              <a:avLst/>
            </a:prstTxWarp>
          </a:bodyPr>
          <a:lstStyle/>
          <a:p>
            <a:pPr marL="0" marR="0" lvl="0" indent="0" algn="ctr" defTabSz="878380" rtl="0" eaLnBrk="1" fontAlgn="base" latinLnBrk="0" hangingPunct="1">
              <a:lnSpc>
                <a:spcPct val="100000"/>
              </a:lnSpc>
              <a:spcBef>
                <a:spcPts val="0"/>
              </a:spcBef>
              <a:spcAft>
                <a:spcPts val="0"/>
              </a:spcAft>
              <a:buClrTx/>
              <a:buSzTx/>
              <a:buFontTx/>
              <a:buNone/>
              <a:tabLst/>
              <a:defRPr/>
            </a:pPr>
            <a:endParaRPr kumimoji="0" lang="en-US" sz="865"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2085358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p14="http://schemas.microsoft.com/office/powerpoint/2010/main" xmlns:asvg="http://schemas.microsoft.com/office/drawing/2016/SVG/main"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0"/>
                                        </p:tgtEl>
                                        <p:attrNameLst>
                                          <p:attrName>style.visibility</p:attrName>
                                        </p:attrNameLst>
                                      </p:cBhvr>
                                      <p:to>
                                        <p:strVal val="visible"/>
                                      </p:to>
                                    </p:set>
                                    <p:animEffect transition="in" filter="fade">
                                      <p:cBhvr>
                                        <p:cTn id="11" dur="500"/>
                                        <p:tgtEl>
                                          <p:spTgt spid="110"/>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8"/>
                                        </p:tgtEl>
                                        <p:attrNameLst>
                                          <p:attrName>style.visibility</p:attrName>
                                        </p:attrNameLst>
                                      </p:cBhvr>
                                      <p:to>
                                        <p:strVal val="visible"/>
                                      </p:to>
                                    </p:set>
                                    <p:animEffect transition="in" filter="fade">
                                      <p:cBhvr>
                                        <p:cTn id="15" dur="500"/>
                                        <p:tgtEl>
                                          <p:spTgt spid="14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07"/>
                                        </p:tgtEl>
                                        <p:attrNameLst>
                                          <p:attrName>style.visibility</p:attrName>
                                        </p:attrNameLst>
                                      </p:cBhvr>
                                      <p:to>
                                        <p:strVal val="visible"/>
                                      </p:to>
                                    </p:set>
                                    <p:animEffect transition="in" filter="fade">
                                      <p:cBhvr>
                                        <p:cTn id="19" dur="500"/>
                                        <p:tgtEl>
                                          <p:spTgt spid="10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50"/>
                                        </p:tgtEl>
                                        <p:attrNameLst>
                                          <p:attrName>style.visibility</p:attrName>
                                        </p:attrNameLst>
                                      </p:cBhvr>
                                      <p:to>
                                        <p:strVal val="visible"/>
                                      </p:to>
                                    </p:set>
                                    <p:animEffect transition="in" filter="fade">
                                      <p:cBhvr>
                                        <p:cTn id="23" dur="500"/>
                                        <p:tgtEl>
                                          <p:spTgt spid="150"/>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04"/>
                                        </p:tgtEl>
                                        <p:attrNameLst>
                                          <p:attrName>style.visibility</p:attrName>
                                        </p:attrNameLst>
                                      </p:cBhvr>
                                      <p:to>
                                        <p:strVal val="visible"/>
                                      </p:to>
                                    </p:set>
                                    <p:animEffect transition="in" filter="fade">
                                      <p:cBhvr>
                                        <p:cTn id="27" dur="500"/>
                                        <p:tgtEl>
                                          <p:spTgt spid="104"/>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211"/>
                                        </p:tgtEl>
                                        <p:attrNameLst>
                                          <p:attrName>style.visibility</p:attrName>
                                        </p:attrNameLst>
                                      </p:cBhvr>
                                      <p:to>
                                        <p:strVal val="visible"/>
                                      </p:to>
                                    </p:set>
                                    <p:animEffect transition="in" filter="fade">
                                      <p:cBhvr>
                                        <p:cTn id="31" dur="500"/>
                                        <p:tgtEl>
                                          <p:spTgt spid="211"/>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22"/>
                                        </p:tgtEl>
                                        <p:attrNameLst>
                                          <p:attrName>style.visibility</p:attrName>
                                        </p:attrNameLst>
                                      </p:cBhvr>
                                      <p:to>
                                        <p:strVal val="visible"/>
                                      </p:to>
                                    </p:set>
                                    <p:animEffect transition="in" filter="fade">
                                      <p:cBhvr>
                                        <p:cTn id="35" dur="500"/>
                                        <p:tgtEl>
                                          <p:spTgt spid="122"/>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49"/>
                                        </p:tgtEl>
                                        <p:attrNameLst>
                                          <p:attrName>style.visibility</p:attrName>
                                        </p:attrNameLst>
                                      </p:cBhvr>
                                      <p:to>
                                        <p:strVal val="visible"/>
                                      </p:to>
                                    </p:set>
                                    <p:animEffect transition="in" filter="fade">
                                      <p:cBhvr>
                                        <p:cTn id="39" dur="5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149" grpId="0"/>
      <p:bldP spid="150" grpId="0"/>
      <p:bldP spid="211" grpId="0"/>
      <p:bldP spid="15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GREY GLOW">
            <a:extLst>
              <a:ext uri="{FF2B5EF4-FFF2-40B4-BE49-F238E27FC236}">
                <a16:creationId xmlns:a16="http://schemas.microsoft.com/office/drawing/2014/main" id="{C30D8E7E-055A-4267-9821-4FFE66A930AD}"/>
              </a:ext>
              <a:ext uri="{C183D7F6-B498-43B3-948B-1728B52AA6E4}">
                <adec:decorative xmlns:adec="http://schemas.microsoft.com/office/drawing/2017/decorative" val="1"/>
              </a:ext>
            </a:extLst>
          </p:cNvPr>
          <p:cNvSpPr/>
          <p:nvPr/>
        </p:nvSpPr>
        <p:spPr bwMode="auto">
          <a:xfrm>
            <a:off x="5096203" y="2665876"/>
            <a:ext cx="1990440" cy="1872763"/>
          </a:xfrm>
          <a:prstGeom prst="ellipse">
            <a:avLst/>
          </a:prstGeom>
          <a:gradFill flip="none" rotWithShape="1">
            <a:gsLst>
              <a:gs pos="44000">
                <a:srgbClr val="E7E6E6"/>
              </a:gs>
              <a:gs pos="100000">
                <a:srgbClr val="E7E6E6">
                  <a:alpha val="0"/>
                </a:srgbClr>
              </a:gs>
            </a:gsLst>
            <a:path path="shape">
              <a:fillToRect l="50000" t="50000" r="50000" b="50000"/>
            </a:path>
            <a:tileRect/>
          </a:gradFill>
          <a:ln w="9525" cap="flat" cmpd="sng" algn="ctr">
            <a:noFill/>
            <a:prstDash val="solid"/>
            <a:headEnd type="none" w="med" len="med"/>
            <a:tailEnd type="none" w="med" len="med"/>
          </a:ln>
          <a:effectLst/>
          <a:scene3d>
            <a:camera prst="perspectiveFront"/>
            <a:lightRig rig="threePt" dir="t"/>
          </a:scene3d>
        </p:spPr>
        <p:txBody>
          <a:bodyPr rot="0" spcFirstLastPara="0" vertOverflow="overflow" horzOverflow="overflow" vert="horz" wrap="square" lIns="182878" tIns="146302" rIns="182878" bIns="146302" numCol="1" spcCol="0" rtlCol="0" fromWordArt="0" anchor="t" anchorCtr="0" forceAA="0" compatLnSpc="1">
            <a:prstTxWarp prst="textNoShape">
              <a:avLst/>
            </a:prstTxWarp>
            <a:noAutofit/>
          </a:bodyPr>
          <a:lstStyle/>
          <a:p>
            <a:pPr marL="0" marR="0" lvl="0" indent="0" algn="l" defTabSz="932483" rtl="0" eaLnBrk="1" fontAlgn="base" latinLnBrk="0" hangingPunct="1">
              <a:lnSpc>
                <a:spcPct val="100000"/>
              </a:lnSpc>
              <a:spcBef>
                <a:spcPct val="0"/>
              </a:spcBef>
              <a:spcAft>
                <a:spcPct val="0"/>
              </a:spcAft>
              <a:buClrTx/>
              <a:buSzTx/>
              <a:buFontTx/>
              <a:buNone/>
              <a:tabLst/>
              <a:defRPr/>
            </a:pPr>
            <a:endParaRPr kumimoji="0" lang="de-DE" sz="2400" b="0" i="0" u="none" strike="noStrike" kern="0" cap="none" spc="0" normalizeH="0" baseline="0" noProof="0">
              <a:ln>
                <a:noFill/>
              </a:ln>
              <a:gradFill>
                <a:gsLst>
                  <a:gs pos="83000">
                    <a:srgbClr val="0078D4"/>
                  </a:gs>
                  <a:gs pos="100000">
                    <a:srgbClr val="0078D4"/>
                  </a:gs>
                </a:gsLst>
                <a:lin ang="5400000" scaled="1"/>
              </a:gradFill>
              <a:effectLst/>
              <a:uLnTx/>
              <a:uFillTx/>
              <a:latin typeface="Segoe UI"/>
              <a:ea typeface="Segoe UI" pitchFamily="34" charset="0"/>
              <a:cs typeface="Segoe UI" pitchFamily="34" charset="0"/>
            </a:endParaRPr>
          </a:p>
        </p:txBody>
      </p:sp>
      <p:grpSp>
        <p:nvGrpSpPr>
          <p:cNvPr id="111" name="CLOVER BASE" descr="Clover shape">
            <a:extLst>
              <a:ext uri="{FF2B5EF4-FFF2-40B4-BE49-F238E27FC236}">
                <a16:creationId xmlns:a16="http://schemas.microsoft.com/office/drawing/2014/main" id="{E348A26C-3205-4A3F-9A42-6E9D073B4C82}"/>
              </a:ext>
            </a:extLst>
          </p:cNvPr>
          <p:cNvGrpSpPr/>
          <p:nvPr/>
        </p:nvGrpSpPr>
        <p:grpSpPr>
          <a:xfrm>
            <a:off x="3395701" y="1083384"/>
            <a:ext cx="5393581" cy="5165830"/>
            <a:chOff x="3316587" y="1308960"/>
            <a:chExt cx="5393581" cy="5165830"/>
          </a:xfrm>
          <a:scene3d>
            <a:camera prst="perspectiveFront"/>
            <a:lightRig rig="threePt" dir="t"/>
          </a:scene3d>
        </p:grpSpPr>
        <p:grpSp>
          <p:nvGrpSpPr>
            <p:cNvPr id="112" name="Group 111">
              <a:extLst>
                <a:ext uri="{FF2B5EF4-FFF2-40B4-BE49-F238E27FC236}">
                  <a16:creationId xmlns:a16="http://schemas.microsoft.com/office/drawing/2014/main" id="{83DD21A3-1C11-42D2-BABC-FACE38FCF073}"/>
                </a:ext>
              </a:extLst>
            </p:cNvPr>
            <p:cNvGrpSpPr/>
            <p:nvPr/>
          </p:nvGrpSpPr>
          <p:grpSpPr>
            <a:xfrm>
              <a:off x="5029116" y="3823067"/>
              <a:ext cx="1966104" cy="2651723"/>
              <a:chOff x="5029116" y="3823067"/>
              <a:chExt cx="1966104" cy="2651723"/>
            </a:xfrm>
          </p:grpSpPr>
          <p:sp>
            <p:nvSpPr>
              <p:cNvPr id="130" name="Top Clover Top">
                <a:extLst>
                  <a:ext uri="{FF2B5EF4-FFF2-40B4-BE49-F238E27FC236}">
                    <a16:creationId xmlns:a16="http://schemas.microsoft.com/office/drawing/2014/main" id="{6B918472-0A20-42C9-9720-B33C10011DF7}"/>
                  </a:ext>
                </a:extLst>
              </p:cNvPr>
              <p:cNvSpPr/>
              <p:nvPr/>
            </p:nvSpPr>
            <p:spPr>
              <a:xfrm rot="5400000" flipH="1">
                <a:off x="5148102" y="4627673"/>
                <a:ext cx="2651723" cy="1042512"/>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sp>
            <p:nvSpPr>
              <p:cNvPr id="131" name="Top Clover bottom">
                <a:extLst>
                  <a:ext uri="{FF2B5EF4-FFF2-40B4-BE49-F238E27FC236}">
                    <a16:creationId xmlns:a16="http://schemas.microsoft.com/office/drawing/2014/main" id="{0EA80312-92AB-48C1-ACA2-2766177F7254}"/>
                  </a:ext>
                </a:extLst>
              </p:cNvPr>
              <p:cNvSpPr/>
              <p:nvPr/>
            </p:nvSpPr>
            <p:spPr>
              <a:xfrm rot="5400000" flipH="1" flipV="1">
                <a:off x="4224510" y="4627673"/>
                <a:ext cx="2651723" cy="1042512"/>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grpSp>
        <p:grpSp>
          <p:nvGrpSpPr>
            <p:cNvPr id="113" name="Group 112">
              <a:extLst>
                <a:ext uri="{FF2B5EF4-FFF2-40B4-BE49-F238E27FC236}">
                  <a16:creationId xmlns:a16="http://schemas.microsoft.com/office/drawing/2014/main" id="{10172223-99EB-4FD0-B9E1-787841A2AC41}"/>
                </a:ext>
              </a:extLst>
            </p:cNvPr>
            <p:cNvGrpSpPr/>
            <p:nvPr/>
          </p:nvGrpSpPr>
          <p:grpSpPr>
            <a:xfrm>
              <a:off x="3316587" y="2831785"/>
              <a:ext cx="2770826" cy="2116462"/>
              <a:chOff x="3316587" y="2831785"/>
              <a:chExt cx="2770826" cy="2116462"/>
            </a:xfrm>
          </p:grpSpPr>
          <p:sp>
            <p:nvSpPr>
              <p:cNvPr id="128" name="Left Clover Top">
                <a:extLst>
                  <a:ext uri="{FF2B5EF4-FFF2-40B4-BE49-F238E27FC236}">
                    <a16:creationId xmlns:a16="http://schemas.microsoft.com/office/drawing/2014/main" id="{A50812C4-A2A0-479F-924C-ABD027C1BFDC}"/>
                  </a:ext>
                </a:extLst>
              </p:cNvPr>
              <p:cNvSpPr/>
              <p:nvPr/>
            </p:nvSpPr>
            <p:spPr>
              <a:xfrm>
                <a:off x="3316587" y="2831785"/>
                <a:ext cx="2770826" cy="1122238"/>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sp>
            <p:nvSpPr>
              <p:cNvPr id="129" name="Left Clover bottom">
                <a:extLst>
                  <a:ext uri="{FF2B5EF4-FFF2-40B4-BE49-F238E27FC236}">
                    <a16:creationId xmlns:a16="http://schemas.microsoft.com/office/drawing/2014/main" id="{2E84D96C-E719-45CA-9518-F769A3E5CE3E}"/>
                  </a:ext>
                </a:extLst>
              </p:cNvPr>
              <p:cNvSpPr/>
              <p:nvPr/>
            </p:nvSpPr>
            <p:spPr>
              <a:xfrm flipV="1">
                <a:off x="3316587" y="3826009"/>
                <a:ext cx="2770826" cy="1122238"/>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grpSp>
        <p:grpSp>
          <p:nvGrpSpPr>
            <p:cNvPr id="117" name="Group 116">
              <a:extLst>
                <a:ext uri="{FF2B5EF4-FFF2-40B4-BE49-F238E27FC236}">
                  <a16:creationId xmlns:a16="http://schemas.microsoft.com/office/drawing/2014/main" id="{78CCC12B-2273-4CC8-BDF9-EC66B37C5DB9}"/>
                </a:ext>
              </a:extLst>
            </p:cNvPr>
            <p:cNvGrpSpPr/>
            <p:nvPr/>
          </p:nvGrpSpPr>
          <p:grpSpPr>
            <a:xfrm>
              <a:off x="5939312" y="2829753"/>
              <a:ext cx="2770856" cy="2109540"/>
              <a:chOff x="5939312" y="2829753"/>
              <a:chExt cx="2770856" cy="2109540"/>
            </a:xfrm>
          </p:grpSpPr>
          <p:sp>
            <p:nvSpPr>
              <p:cNvPr id="124" name="Right Clover Top">
                <a:extLst>
                  <a:ext uri="{FF2B5EF4-FFF2-40B4-BE49-F238E27FC236}">
                    <a16:creationId xmlns:a16="http://schemas.microsoft.com/office/drawing/2014/main" id="{CC153937-F630-4465-B9B5-AB3188495201}"/>
                  </a:ext>
                </a:extLst>
              </p:cNvPr>
              <p:cNvSpPr/>
              <p:nvPr/>
            </p:nvSpPr>
            <p:spPr>
              <a:xfrm flipH="1">
                <a:off x="5939342" y="2829753"/>
                <a:ext cx="2770826" cy="1122238"/>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sp>
            <p:nvSpPr>
              <p:cNvPr id="127" name="Right Clover bottom">
                <a:extLst>
                  <a:ext uri="{FF2B5EF4-FFF2-40B4-BE49-F238E27FC236}">
                    <a16:creationId xmlns:a16="http://schemas.microsoft.com/office/drawing/2014/main" id="{B0449CCF-9682-47E6-94C7-77661D6BD317}"/>
                  </a:ext>
                </a:extLst>
              </p:cNvPr>
              <p:cNvSpPr/>
              <p:nvPr/>
            </p:nvSpPr>
            <p:spPr>
              <a:xfrm flipH="1" flipV="1">
                <a:off x="5939312" y="3817055"/>
                <a:ext cx="2770826" cy="1122238"/>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grpSp>
        <p:grpSp>
          <p:nvGrpSpPr>
            <p:cNvPr id="118" name="Group 117">
              <a:extLst>
                <a:ext uri="{FF2B5EF4-FFF2-40B4-BE49-F238E27FC236}">
                  <a16:creationId xmlns:a16="http://schemas.microsoft.com/office/drawing/2014/main" id="{AEDCE41D-3C71-4CB0-919B-FC5EFA2C1F83}"/>
                </a:ext>
              </a:extLst>
            </p:cNvPr>
            <p:cNvGrpSpPr/>
            <p:nvPr/>
          </p:nvGrpSpPr>
          <p:grpSpPr>
            <a:xfrm>
              <a:off x="5031927" y="1308960"/>
              <a:ext cx="1966102" cy="2651723"/>
              <a:chOff x="5031927" y="1308960"/>
              <a:chExt cx="1966102" cy="2651723"/>
            </a:xfrm>
          </p:grpSpPr>
          <p:sp>
            <p:nvSpPr>
              <p:cNvPr id="119" name="Top Clover Top">
                <a:extLst>
                  <a:ext uri="{FF2B5EF4-FFF2-40B4-BE49-F238E27FC236}">
                    <a16:creationId xmlns:a16="http://schemas.microsoft.com/office/drawing/2014/main" id="{4C776257-5C04-473C-93B3-7E075ED6C2E4}"/>
                  </a:ext>
                </a:extLst>
              </p:cNvPr>
              <p:cNvSpPr/>
              <p:nvPr/>
            </p:nvSpPr>
            <p:spPr>
              <a:xfrm rot="16200000" flipH="1">
                <a:off x="4227321" y="2113566"/>
                <a:ext cx="2651723" cy="1042511"/>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sp>
            <p:nvSpPr>
              <p:cNvPr id="123" name="Top Clover bottom">
                <a:extLst>
                  <a:ext uri="{FF2B5EF4-FFF2-40B4-BE49-F238E27FC236}">
                    <a16:creationId xmlns:a16="http://schemas.microsoft.com/office/drawing/2014/main" id="{ADD3DB37-736E-4F31-A94A-FD037B93BA49}"/>
                  </a:ext>
                </a:extLst>
              </p:cNvPr>
              <p:cNvSpPr/>
              <p:nvPr/>
            </p:nvSpPr>
            <p:spPr>
              <a:xfrm rot="16200000" flipH="1" flipV="1">
                <a:off x="5150912" y="2113566"/>
                <a:ext cx="2651723" cy="1042511"/>
              </a:xfrm>
              <a:custGeom>
                <a:avLst/>
                <a:gdLst>
                  <a:gd name="connsiteX0" fmla="*/ 3517613 w 6895420"/>
                  <a:gd name="connsiteY0" fmla="*/ 1310779 h 2747927"/>
                  <a:gd name="connsiteX1" fmla="*/ 4793408 w 6895420"/>
                  <a:gd name="connsiteY1" fmla="*/ 242680 h 2747927"/>
                  <a:gd name="connsiteX2" fmla="*/ 4793408 w 6895420"/>
                  <a:gd name="connsiteY2" fmla="*/ 242680 h 2747927"/>
                  <a:gd name="connsiteX3" fmla="*/ 5529771 w 6895420"/>
                  <a:gd name="connsiteY3" fmla="*/ 22617 h 2747927"/>
                  <a:gd name="connsiteX4" fmla="*/ 6875371 w 6895420"/>
                  <a:gd name="connsiteY4" fmla="*/ 1374347 h 2747927"/>
                  <a:gd name="connsiteX5" fmla="*/ 5529771 w 6895420"/>
                  <a:gd name="connsiteY5" fmla="*/ 2726076 h 2747927"/>
                  <a:gd name="connsiteX6" fmla="*/ 4793408 w 6895420"/>
                  <a:gd name="connsiteY6" fmla="*/ 2506014 h 2747927"/>
                  <a:gd name="connsiteX7" fmla="*/ 4793408 w 6895420"/>
                  <a:gd name="connsiteY7" fmla="*/ 2506014 h 2747927"/>
                  <a:gd name="connsiteX8" fmla="*/ 3517613 w 6895420"/>
                  <a:gd name="connsiteY8" fmla="*/ 1438199 h 2747927"/>
                  <a:gd name="connsiteX9" fmla="*/ 3380273 w 6895420"/>
                  <a:gd name="connsiteY9" fmla="*/ 1311350 h 2747927"/>
                  <a:gd name="connsiteX10" fmla="*/ 2104194 w 6895420"/>
                  <a:gd name="connsiteY10" fmla="*/ 242680 h 2747927"/>
                  <a:gd name="connsiteX11" fmla="*/ 2104194 w 6895420"/>
                  <a:gd name="connsiteY11" fmla="*/ 242680 h 2747927"/>
                  <a:gd name="connsiteX12" fmla="*/ 1368115 w 6895420"/>
                  <a:gd name="connsiteY12" fmla="*/ 22617 h 2747927"/>
                  <a:gd name="connsiteX13" fmla="*/ 22515 w 6895420"/>
                  <a:gd name="connsiteY13" fmla="*/ 1374347 h 2747927"/>
                  <a:gd name="connsiteX14" fmla="*/ 1368115 w 6895420"/>
                  <a:gd name="connsiteY14" fmla="*/ 2726076 h 2747927"/>
                  <a:gd name="connsiteX15" fmla="*/ 2104478 w 6895420"/>
                  <a:gd name="connsiteY15" fmla="*/ 2506014 h 2747927"/>
                  <a:gd name="connsiteX16" fmla="*/ 2104478 w 6895420"/>
                  <a:gd name="connsiteY16" fmla="*/ 2506014 h 2747927"/>
                  <a:gd name="connsiteX17" fmla="*/ 3380556 w 6895420"/>
                  <a:gd name="connsiteY17" fmla="*/ 1437914 h 2747927"/>
                  <a:gd name="connsiteX0" fmla="*/ 4770893 w 6852856"/>
                  <a:gd name="connsiteY0" fmla="*/ 220063 h 2703459"/>
                  <a:gd name="connsiteX1" fmla="*/ 4770893 w 6852856"/>
                  <a:gd name="connsiteY1" fmla="*/ 220063 h 2703459"/>
                  <a:gd name="connsiteX2" fmla="*/ 5507256 w 6852856"/>
                  <a:gd name="connsiteY2" fmla="*/ 0 h 2703459"/>
                  <a:gd name="connsiteX3" fmla="*/ 6852856 w 6852856"/>
                  <a:gd name="connsiteY3" fmla="*/ 1351730 h 2703459"/>
                  <a:gd name="connsiteX4" fmla="*/ 5507256 w 6852856"/>
                  <a:gd name="connsiteY4" fmla="*/ 2703459 h 2703459"/>
                  <a:gd name="connsiteX5" fmla="*/ 4770893 w 6852856"/>
                  <a:gd name="connsiteY5" fmla="*/ 2483397 h 2703459"/>
                  <a:gd name="connsiteX6" fmla="*/ 4770893 w 6852856"/>
                  <a:gd name="connsiteY6" fmla="*/ 2483397 h 2703459"/>
                  <a:gd name="connsiteX7" fmla="*/ 3495098 w 6852856"/>
                  <a:gd name="connsiteY7" fmla="*/ 1415582 h 2703459"/>
                  <a:gd name="connsiteX8" fmla="*/ 3357758 w 6852856"/>
                  <a:gd name="connsiteY8" fmla="*/ 1288733 h 2703459"/>
                  <a:gd name="connsiteX9" fmla="*/ 2081679 w 6852856"/>
                  <a:gd name="connsiteY9" fmla="*/ 220063 h 2703459"/>
                  <a:gd name="connsiteX10" fmla="*/ 2081679 w 6852856"/>
                  <a:gd name="connsiteY10" fmla="*/ 220063 h 2703459"/>
                  <a:gd name="connsiteX11" fmla="*/ 1345600 w 6852856"/>
                  <a:gd name="connsiteY11" fmla="*/ 0 h 2703459"/>
                  <a:gd name="connsiteX12" fmla="*/ 0 w 6852856"/>
                  <a:gd name="connsiteY12" fmla="*/ 1351730 h 2703459"/>
                  <a:gd name="connsiteX13" fmla="*/ 1345600 w 6852856"/>
                  <a:gd name="connsiteY13" fmla="*/ 2703459 h 2703459"/>
                  <a:gd name="connsiteX14" fmla="*/ 2081963 w 6852856"/>
                  <a:gd name="connsiteY14" fmla="*/ 2483397 h 2703459"/>
                  <a:gd name="connsiteX15" fmla="*/ 2081963 w 6852856"/>
                  <a:gd name="connsiteY15" fmla="*/ 2483397 h 2703459"/>
                  <a:gd name="connsiteX16" fmla="*/ 3358041 w 6852856"/>
                  <a:gd name="connsiteY16" fmla="*/ 1415297 h 2703459"/>
                  <a:gd name="connsiteX0" fmla="*/ 4770893 w 6852856"/>
                  <a:gd name="connsiteY0" fmla="*/ 220063 h 2703459"/>
                  <a:gd name="connsiteX1" fmla="*/ 5507256 w 6852856"/>
                  <a:gd name="connsiteY1" fmla="*/ 0 h 2703459"/>
                  <a:gd name="connsiteX2" fmla="*/ 6852856 w 6852856"/>
                  <a:gd name="connsiteY2" fmla="*/ 1351730 h 2703459"/>
                  <a:gd name="connsiteX3" fmla="*/ 5507256 w 6852856"/>
                  <a:gd name="connsiteY3" fmla="*/ 2703459 h 2703459"/>
                  <a:gd name="connsiteX4" fmla="*/ 4770893 w 6852856"/>
                  <a:gd name="connsiteY4" fmla="*/ 2483397 h 2703459"/>
                  <a:gd name="connsiteX5" fmla="*/ 4770893 w 6852856"/>
                  <a:gd name="connsiteY5" fmla="*/ 2483397 h 2703459"/>
                  <a:gd name="connsiteX6" fmla="*/ 3495098 w 6852856"/>
                  <a:gd name="connsiteY6" fmla="*/ 1415582 h 2703459"/>
                  <a:gd name="connsiteX7" fmla="*/ 3357758 w 6852856"/>
                  <a:gd name="connsiteY7" fmla="*/ 1288733 h 2703459"/>
                  <a:gd name="connsiteX8" fmla="*/ 2081679 w 6852856"/>
                  <a:gd name="connsiteY8" fmla="*/ 220063 h 2703459"/>
                  <a:gd name="connsiteX9" fmla="*/ 2081679 w 6852856"/>
                  <a:gd name="connsiteY9" fmla="*/ 220063 h 2703459"/>
                  <a:gd name="connsiteX10" fmla="*/ 1345600 w 6852856"/>
                  <a:gd name="connsiteY10" fmla="*/ 0 h 2703459"/>
                  <a:gd name="connsiteX11" fmla="*/ 0 w 6852856"/>
                  <a:gd name="connsiteY11" fmla="*/ 1351730 h 2703459"/>
                  <a:gd name="connsiteX12" fmla="*/ 1345600 w 6852856"/>
                  <a:gd name="connsiteY12" fmla="*/ 2703459 h 2703459"/>
                  <a:gd name="connsiteX13" fmla="*/ 2081963 w 6852856"/>
                  <a:gd name="connsiteY13" fmla="*/ 2483397 h 2703459"/>
                  <a:gd name="connsiteX14" fmla="*/ 2081963 w 6852856"/>
                  <a:gd name="connsiteY14" fmla="*/ 2483397 h 2703459"/>
                  <a:gd name="connsiteX15" fmla="*/ 3358041 w 6852856"/>
                  <a:gd name="connsiteY15" fmla="*/ 1415297 h 2703459"/>
                  <a:gd name="connsiteX0" fmla="*/ 5507256 w 6852856"/>
                  <a:gd name="connsiteY0" fmla="*/ 0 h 2703459"/>
                  <a:gd name="connsiteX1" fmla="*/ 6852856 w 6852856"/>
                  <a:gd name="connsiteY1" fmla="*/ 1351730 h 2703459"/>
                  <a:gd name="connsiteX2" fmla="*/ 5507256 w 6852856"/>
                  <a:gd name="connsiteY2" fmla="*/ 2703459 h 2703459"/>
                  <a:gd name="connsiteX3" fmla="*/ 4770893 w 6852856"/>
                  <a:gd name="connsiteY3" fmla="*/ 2483397 h 2703459"/>
                  <a:gd name="connsiteX4" fmla="*/ 4770893 w 6852856"/>
                  <a:gd name="connsiteY4" fmla="*/ 2483397 h 2703459"/>
                  <a:gd name="connsiteX5" fmla="*/ 3495098 w 6852856"/>
                  <a:gd name="connsiteY5" fmla="*/ 1415582 h 2703459"/>
                  <a:gd name="connsiteX6" fmla="*/ 3357758 w 6852856"/>
                  <a:gd name="connsiteY6" fmla="*/ 1288733 h 2703459"/>
                  <a:gd name="connsiteX7" fmla="*/ 2081679 w 6852856"/>
                  <a:gd name="connsiteY7" fmla="*/ 220063 h 2703459"/>
                  <a:gd name="connsiteX8" fmla="*/ 2081679 w 6852856"/>
                  <a:gd name="connsiteY8" fmla="*/ 220063 h 2703459"/>
                  <a:gd name="connsiteX9" fmla="*/ 1345600 w 6852856"/>
                  <a:gd name="connsiteY9" fmla="*/ 0 h 2703459"/>
                  <a:gd name="connsiteX10" fmla="*/ 0 w 6852856"/>
                  <a:gd name="connsiteY10" fmla="*/ 1351730 h 2703459"/>
                  <a:gd name="connsiteX11" fmla="*/ 1345600 w 6852856"/>
                  <a:gd name="connsiteY11" fmla="*/ 2703459 h 2703459"/>
                  <a:gd name="connsiteX12" fmla="*/ 2081963 w 6852856"/>
                  <a:gd name="connsiteY12" fmla="*/ 2483397 h 2703459"/>
                  <a:gd name="connsiteX13" fmla="*/ 2081963 w 6852856"/>
                  <a:gd name="connsiteY13" fmla="*/ 2483397 h 2703459"/>
                  <a:gd name="connsiteX14" fmla="*/ 3358041 w 6852856"/>
                  <a:gd name="connsiteY14" fmla="*/ 1415297 h 2703459"/>
                  <a:gd name="connsiteX0" fmla="*/ 6852856 w 6852856"/>
                  <a:gd name="connsiteY0" fmla="*/ 1351730 h 2703459"/>
                  <a:gd name="connsiteX1" fmla="*/ 5507256 w 6852856"/>
                  <a:gd name="connsiteY1" fmla="*/ 2703459 h 2703459"/>
                  <a:gd name="connsiteX2" fmla="*/ 4770893 w 6852856"/>
                  <a:gd name="connsiteY2" fmla="*/ 2483397 h 2703459"/>
                  <a:gd name="connsiteX3" fmla="*/ 4770893 w 6852856"/>
                  <a:gd name="connsiteY3" fmla="*/ 2483397 h 2703459"/>
                  <a:gd name="connsiteX4" fmla="*/ 3495098 w 6852856"/>
                  <a:gd name="connsiteY4" fmla="*/ 1415582 h 2703459"/>
                  <a:gd name="connsiteX5" fmla="*/ 3357758 w 6852856"/>
                  <a:gd name="connsiteY5" fmla="*/ 1288733 h 2703459"/>
                  <a:gd name="connsiteX6" fmla="*/ 2081679 w 6852856"/>
                  <a:gd name="connsiteY6" fmla="*/ 220063 h 2703459"/>
                  <a:gd name="connsiteX7" fmla="*/ 2081679 w 6852856"/>
                  <a:gd name="connsiteY7" fmla="*/ 220063 h 2703459"/>
                  <a:gd name="connsiteX8" fmla="*/ 1345600 w 6852856"/>
                  <a:gd name="connsiteY8" fmla="*/ 0 h 2703459"/>
                  <a:gd name="connsiteX9" fmla="*/ 0 w 6852856"/>
                  <a:gd name="connsiteY9" fmla="*/ 1351730 h 2703459"/>
                  <a:gd name="connsiteX10" fmla="*/ 1345600 w 6852856"/>
                  <a:gd name="connsiteY10" fmla="*/ 2703459 h 2703459"/>
                  <a:gd name="connsiteX11" fmla="*/ 2081963 w 6852856"/>
                  <a:gd name="connsiteY11" fmla="*/ 2483397 h 2703459"/>
                  <a:gd name="connsiteX12" fmla="*/ 2081963 w 6852856"/>
                  <a:gd name="connsiteY12" fmla="*/ 2483397 h 2703459"/>
                  <a:gd name="connsiteX13" fmla="*/ 3358041 w 6852856"/>
                  <a:gd name="connsiteY13" fmla="*/ 1415297 h 2703459"/>
                  <a:gd name="connsiteX0" fmla="*/ 5507256 w 5507256"/>
                  <a:gd name="connsiteY0" fmla="*/ 2703459 h 2703459"/>
                  <a:gd name="connsiteX1" fmla="*/ 4770893 w 5507256"/>
                  <a:gd name="connsiteY1" fmla="*/ 2483397 h 2703459"/>
                  <a:gd name="connsiteX2" fmla="*/ 4770893 w 5507256"/>
                  <a:gd name="connsiteY2" fmla="*/ 2483397 h 2703459"/>
                  <a:gd name="connsiteX3" fmla="*/ 3495098 w 5507256"/>
                  <a:gd name="connsiteY3" fmla="*/ 1415582 h 2703459"/>
                  <a:gd name="connsiteX4" fmla="*/ 3357758 w 5507256"/>
                  <a:gd name="connsiteY4" fmla="*/ 1288733 h 2703459"/>
                  <a:gd name="connsiteX5" fmla="*/ 2081679 w 5507256"/>
                  <a:gd name="connsiteY5" fmla="*/ 220063 h 2703459"/>
                  <a:gd name="connsiteX6" fmla="*/ 2081679 w 5507256"/>
                  <a:gd name="connsiteY6" fmla="*/ 220063 h 2703459"/>
                  <a:gd name="connsiteX7" fmla="*/ 1345600 w 5507256"/>
                  <a:gd name="connsiteY7" fmla="*/ 0 h 2703459"/>
                  <a:gd name="connsiteX8" fmla="*/ 0 w 5507256"/>
                  <a:gd name="connsiteY8" fmla="*/ 1351730 h 2703459"/>
                  <a:gd name="connsiteX9" fmla="*/ 1345600 w 5507256"/>
                  <a:gd name="connsiteY9" fmla="*/ 2703459 h 2703459"/>
                  <a:gd name="connsiteX10" fmla="*/ 2081963 w 5507256"/>
                  <a:gd name="connsiteY10" fmla="*/ 2483397 h 2703459"/>
                  <a:gd name="connsiteX11" fmla="*/ 2081963 w 5507256"/>
                  <a:gd name="connsiteY11" fmla="*/ 2483397 h 2703459"/>
                  <a:gd name="connsiteX12" fmla="*/ 3358041 w 5507256"/>
                  <a:gd name="connsiteY12" fmla="*/ 1415297 h 2703459"/>
                  <a:gd name="connsiteX0" fmla="*/ 4770893 w 4770893"/>
                  <a:gd name="connsiteY0" fmla="*/ 2483397 h 2703459"/>
                  <a:gd name="connsiteX1" fmla="*/ 4770893 w 4770893"/>
                  <a:gd name="connsiteY1" fmla="*/ 2483397 h 2703459"/>
                  <a:gd name="connsiteX2" fmla="*/ 3495098 w 4770893"/>
                  <a:gd name="connsiteY2" fmla="*/ 1415582 h 2703459"/>
                  <a:gd name="connsiteX3" fmla="*/ 3357758 w 4770893"/>
                  <a:gd name="connsiteY3" fmla="*/ 1288733 h 2703459"/>
                  <a:gd name="connsiteX4" fmla="*/ 2081679 w 4770893"/>
                  <a:gd name="connsiteY4" fmla="*/ 220063 h 2703459"/>
                  <a:gd name="connsiteX5" fmla="*/ 2081679 w 4770893"/>
                  <a:gd name="connsiteY5" fmla="*/ 220063 h 2703459"/>
                  <a:gd name="connsiteX6" fmla="*/ 1345600 w 4770893"/>
                  <a:gd name="connsiteY6" fmla="*/ 0 h 2703459"/>
                  <a:gd name="connsiteX7" fmla="*/ 0 w 4770893"/>
                  <a:gd name="connsiteY7" fmla="*/ 1351730 h 2703459"/>
                  <a:gd name="connsiteX8" fmla="*/ 1345600 w 4770893"/>
                  <a:gd name="connsiteY8" fmla="*/ 2703459 h 2703459"/>
                  <a:gd name="connsiteX9" fmla="*/ 2081963 w 4770893"/>
                  <a:gd name="connsiteY9" fmla="*/ 2483397 h 2703459"/>
                  <a:gd name="connsiteX10" fmla="*/ 2081963 w 4770893"/>
                  <a:gd name="connsiteY10" fmla="*/ 2483397 h 2703459"/>
                  <a:gd name="connsiteX11" fmla="*/ 3358041 w 4770893"/>
                  <a:gd name="connsiteY11" fmla="*/ 1415297 h 2703459"/>
                  <a:gd name="connsiteX0" fmla="*/ 4770893 w 4770893"/>
                  <a:gd name="connsiteY0" fmla="*/ 2483397 h 2703459"/>
                  <a:gd name="connsiteX1" fmla="*/ 3495098 w 4770893"/>
                  <a:gd name="connsiteY1" fmla="*/ 1415582 h 2703459"/>
                  <a:gd name="connsiteX2" fmla="*/ 3357758 w 4770893"/>
                  <a:gd name="connsiteY2" fmla="*/ 1288733 h 2703459"/>
                  <a:gd name="connsiteX3" fmla="*/ 2081679 w 4770893"/>
                  <a:gd name="connsiteY3" fmla="*/ 220063 h 2703459"/>
                  <a:gd name="connsiteX4" fmla="*/ 2081679 w 4770893"/>
                  <a:gd name="connsiteY4" fmla="*/ 220063 h 2703459"/>
                  <a:gd name="connsiteX5" fmla="*/ 1345600 w 4770893"/>
                  <a:gd name="connsiteY5" fmla="*/ 0 h 2703459"/>
                  <a:gd name="connsiteX6" fmla="*/ 0 w 4770893"/>
                  <a:gd name="connsiteY6" fmla="*/ 1351730 h 2703459"/>
                  <a:gd name="connsiteX7" fmla="*/ 1345600 w 4770893"/>
                  <a:gd name="connsiteY7" fmla="*/ 2703459 h 2703459"/>
                  <a:gd name="connsiteX8" fmla="*/ 2081963 w 4770893"/>
                  <a:gd name="connsiteY8" fmla="*/ 2483397 h 2703459"/>
                  <a:gd name="connsiteX9" fmla="*/ 2081963 w 4770893"/>
                  <a:gd name="connsiteY9" fmla="*/ 2483397 h 2703459"/>
                  <a:gd name="connsiteX10" fmla="*/ 3358041 w 4770893"/>
                  <a:gd name="connsiteY10"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9" fmla="*/ 3358041 w 3495098"/>
                  <a:gd name="connsiteY9" fmla="*/ 14152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8" fmla="*/ 2081963 w 3495098"/>
                  <a:gd name="connsiteY8"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7" fmla="*/ 2081963 w 3495098"/>
                  <a:gd name="connsiteY7" fmla="*/ 2483397 h 2703459"/>
                  <a:gd name="connsiteX0" fmla="*/ 3495098 w 3495098"/>
                  <a:gd name="connsiteY0" fmla="*/ 1415582 h 2703459"/>
                  <a:gd name="connsiteX1" fmla="*/ 3357758 w 3495098"/>
                  <a:gd name="connsiteY1" fmla="*/ 1288733 h 2703459"/>
                  <a:gd name="connsiteX2" fmla="*/ 2081679 w 3495098"/>
                  <a:gd name="connsiteY2" fmla="*/ 220063 h 2703459"/>
                  <a:gd name="connsiteX3" fmla="*/ 2081679 w 3495098"/>
                  <a:gd name="connsiteY3" fmla="*/ 220063 h 2703459"/>
                  <a:gd name="connsiteX4" fmla="*/ 1345600 w 3495098"/>
                  <a:gd name="connsiteY4" fmla="*/ 0 h 2703459"/>
                  <a:gd name="connsiteX5" fmla="*/ 0 w 3495098"/>
                  <a:gd name="connsiteY5" fmla="*/ 1351730 h 2703459"/>
                  <a:gd name="connsiteX6" fmla="*/ 1345600 w 3495098"/>
                  <a:gd name="connsiteY6" fmla="*/ 2703459 h 2703459"/>
                  <a:gd name="connsiteX0" fmla="*/ 3495098 w 3495098"/>
                  <a:gd name="connsiteY0" fmla="*/ 1415582 h 1415582"/>
                  <a:gd name="connsiteX1" fmla="*/ 3357758 w 3495098"/>
                  <a:gd name="connsiteY1" fmla="*/ 1288733 h 1415582"/>
                  <a:gd name="connsiteX2" fmla="*/ 2081679 w 3495098"/>
                  <a:gd name="connsiteY2" fmla="*/ 220063 h 1415582"/>
                  <a:gd name="connsiteX3" fmla="*/ 2081679 w 3495098"/>
                  <a:gd name="connsiteY3" fmla="*/ 220063 h 1415582"/>
                  <a:gd name="connsiteX4" fmla="*/ 1345600 w 3495098"/>
                  <a:gd name="connsiteY4" fmla="*/ 0 h 1415582"/>
                  <a:gd name="connsiteX5" fmla="*/ 0 w 3495098"/>
                  <a:gd name="connsiteY5" fmla="*/ 1351730 h 14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98" h="1415582">
                    <a:moveTo>
                      <a:pt x="3495098" y="1415582"/>
                    </a:moveTo>
                    <a:lnTo>
                      <a:pt x="3357758" y="1288733"/>
                    </a:lnTo>
                    <a:cubicBezTo>
                      <a:pt x="2410843" y="417605"/>
                      <a:pt x="2081679" y="220063"/>
                      <a:pt x="2081679" y="220063"/>
                    </a:cubicBezTo>
                    <a:lnTo>
                      <a:pt x="2081679" y="220063"/>
                    </a:lnTo>
                    <a:cubicBezTo>
                      <a:pt x="1870276" y="80956"/>
                      <a:pt x="1617444" y="0"/>
                      <a:pt x="1345600" y="0"/>
                    </a:cubicBezTo>
                    <a:cubicBezTo>
                      <a:pt x="602427" y="0"/>
                      <a:pt x="0" y="605171"/>
                      <a:pt x="0" y="1351730"/>
                    </a:cubicBezTo>
                  </a:path>
                </a:pathLst>
              </a:custGeom>
              <a:noFill/>
              <a:ln w="28575" cap="flat">
                <a:solidFill>
                  <a:srgbClr val="D83B01"/>
                </a:solidFill>
                <a:prstDash val="solid"/>
                <a:miter/>
              </a:ln>
              <a:sp3d>
                <a:bevelB w="139700" prst="softRound"/>
              </a:sp3d>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83000">
                        <a:srgbClr val="0078D4"/>
                      </a:gs>
                      <a:gs pos="100000">
                        <a:srgbClr val="0078D4"/>
                      </a:gs>
                    </a:gsLst>
                    <a:lin ang="5400000" scaled="1"/>
                  </a:gradFill>
                  <a:effectLst/>
                  <a:uLnTx/>
                  <a:uFillTx/>
                  <a:latin typeface="Segoe UI Semilight"/>
                  <a:ea typeface="+mn-ea"/>
                  <a:cs typeface="+mn-cs"/>
                </a:endParaRPr>
              </a:p>
            </p:txBody>
          </p:sp>
        </p:grpSp>
      </p:grpSp>
      <p:sp>
        <p:nvSpPr>
          <p:cNvPr id="148" name="Engage">
            <a:extLst>
              <a:ext uri="{FF2B5EF4-FFF2-40B4-BE49-F238E27FC236}">
                <a16:creationId xmlns:a16="http://schemas.microsoft.com/office/drawing/2014/main" id="{9D9BF839-7FDF-4255-8AD0-A017B53583E3}"/>
              </a:ext>
            </a:extLst>
          </p:cNvPr>
          <p:cNvSpPr txBox="1">
            <a:spLocks/>
          </p:cNvSpPr>
          <p:nvPr/>
        </p:nvSpPr>
        <p:spPr>
          <a:xfrm>
            <a:off x="2891796" y="3565968"/>
            <a:ext cx="347852" cy="276999"/>
          </a:xfrm>
          <a:prstGeom prst="rect">
            <a:avLst/>
          </a:prstGeom>
        </p:spPr>
        <p:txBody>
          <a:bodyPr vert="horz" wrap="none" lIns="0" tIns="0" rIns="0" bIns="0" rtlCol="0" anchor="ctr">
            <a:spAutoFit/>
          </a:bodyPr>
          <a:lstStyle>
            <a:defPPr>
              <a:defRPr lang="en-US"/>
            </a:defPPr>
            <a:lvl1pPr marR="0" indent="0" algn="r"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Act</a:t>
            </a:r>
          </a:p>
        </p:txBody>
      </p:sp>
      <p:sp>
        <p:nvSpPr>
          <p:cNvPr id="149" name="Optimize">
            <a:extLst>
              <a:ext uri="{FF2B5EF4-FFF2-40B4-BE49-F238E27FC236}">
                <a16:creationId xmlns:a16="http://schemas.microsoft.com/office/drawing/2014/main" id="{52210F53-D92A-45B2-8B98-D7B21D5EBB44}"/>
              </a:ext>
            </a:extLst>
          </p:cNvPr>
          <p:cNvSpPr txBox="1">
            <a:spLocks/>
          </p:cNvSpPr>
          <p:nvPr/>
        </p:nvSpPr>
        <p:spPr>
          <a:xfrm>
            <a:off x="5811287" y="6270237"/>
            <a:ext cx="575479" cy="276999"/>
          </a:xfrm>
          <a:prstGeom prst="rect">
            <a:avLst/>
          </a:prstGeom>
        </p:spPr>
        <p:txBody>
          <a:bodyPr vert="horz" wrap="none" lIns="0" tIns="0" rIns="0" bIns="0" rtlCol="0" anchor="ctr">
            <a:spAutoFit/>
          </a:bodyPr>
          <a:lstStyle>
            <a:defPPr>
              <a:defRPr lang="en-US"/>
            </a:defPPr>
            <a:lvl1pPr marR="0" indent="0"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Learn</a:t>
            </a:r>
          </a:p>
        </p:txBody>
      </p:sp>
      <p:sp>
        <p:nvSpPr>
          <p:cNvPr id="150" name="Transform">
            <a:extLst>
              <a:ext uri="{FF2B5EF4-FFF2-40B4-BE49-F238E27FC236}">
                <a16:creationId xmlns:a16="http://schemas.microsoft.com/office/drawing/2014/main" id="{EFB4F090-3535-491A-AEE1-86C62C9A9BD8}"/>
              </a:ext>
            </a:extLst>
          </p:cNvPr>
          <p:cNvSpPr txBox="1">
            <a:spLocks/>
          </p:cNvSpPr>
          <p:nvPr/>
        </p:nvSpPr>
        <p:spPr>
          <a:xfrm>
            <a:off x="8957290" y="3451448"/>
            <a:ext cx="1040862" cy="276999"/>
          </a:xfrm>
          <a:prstGeom prst="rect">
            <a:avLst/>
          </a:prstGeom>
        </p:spPr>
        <p:txBody>
          <a:bodyPr vert="horz" wrap="none" lIns="0" tIns="0" rIns="0" bIns="0" rtlCol="0" anchor="ctr">
            <a:spAutoFit/>
          </a:bodyPr>
          <a:lstStyle>
            <a:defPPr>
              <a:defRPr lang="en-US"/>
            </a:defPPr>
            <a:lvl1pPr marR="0" indent="0"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Automate</a:t>
            </a:r>
          </a:p>
        </p:txBody>
      </p:sp>
      <p:sp>
        <p:nvSpPr>
          <p:cNvPr id="211" name="Empower">
            <a:extLst>
              <a:ext uri="{FF2B5EF4-FFF2-40B4-BE49-F238E27FC236}">
                <a16:creationId xmlns:a16="http://schemas.microsoft.com/office/drawing/2014/main" id="{8FD34CFF-A557-4B72-B9F1-3C5A520BE31B}"/>
              </a:ext>
            </a:extLst>
          </p:cNvPr>
          <p:cNvSpPr txBox="1">
            <a:spLocks/>
          </p:cNvSpPr>
          <p:nvPr/>
        </p:nvSpPr>
        <p:spPr>
          <a:xfrm>
            <a:off x="5615974" y="740388"/>
            <a:ext cx="819135" cy="276999"/>
          </a:xfrm>
          <a:prstGeom prst="rect">
            <a:avLst/>
          </a:prstGeom>
        </p:spPr>
        <p:txBody>
          <a:bodyPr vert="horz" wrap="none" lIns="0" tIns="0" rIns="0" bIns="0" rtlCol="0" anchor="ctr">
            <a:spAutoFit/>
          </a:bodyPr>
          <a:lstStyle>
            <a:defPPr>
              <a:defRPr lang="en-US"/>
            </a:defPPr>
            <a:lvl1pPr marR="0" indent="0" algn="r"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Analyze</a:t>
            </a:r>
          </a:p>
        </p:txBody>
      </p:sp>
      <p:grpSp>
        <p:nvGrpSpPr>
          <p:cNvPr id="268" name="DATA" descr="Data circle">
            <a:extLst>
              <a:ext uri="{FF2B5EF4-FFF2-40B4-BE49-F238E27FC236}">
                <a16:creationId xmlns:a16="http://schemas.microsoft.com/office/drawing/2014/main" id="{329107DB-FB2F-44E0-9CF1-84075B1A67FB}"/>
              </a:ext>
            </a:extLst>
          </p:cNvPr>
          <p:cNvGrpSpPr/>
          <p:nvPr/>
        </p:nvGrpSpPr>
        <p:grpSpPr>
          <a:xfrm>
            <a:off x="5482706" y="3019926"/>
            <a:ext cx="1191897" cy="1188720"/>
            <a:chOff x="5745459" y="3239555"/>
            <a:chExt cx="734922" cy="734922"/>
          </a:xfrm>
          <a:scene3d>
            <a:camera prst="perspectiveFront"/>
            <a:lightRig rig="threePt" dir="t"/>
          </a:scene3d>
        </p:grpSpPr>
        <p:sp>
          <p:nvSpPr>
            <p:cNvPr id="269" name="circle1">
              <a:extLst>
                <a:ext uri="{FF2B5EF4-FFF2-40B4-BE49-F238E27FC236}">
                  <a16:creationId xmlns:a16="http://schemas.microsoft.com/office/drawing/2014/main" id="{4373D4A7-C765-4156-B13D-546D02D3D114}"/>
                </a:ext>
              </a:extLst>
            </p:cNvPr>
            <p:cNvSpPr/>
            <p:nvPr/>
          </p:nvSpPr>
          <p:spPr bwMode="auto">
            <a:xfrm flipH="1">
              <a:off x="5745459" y="3239555"/>
              <a:ext cx="734922" cy="734922"/>
            </a:xfrm>
            <a:prstGeom prst="ellipse">
              <a:avLst/>
            </a:prstGeom>
            <a:solidFill>
              <a:sysClr val="window" lastClr="FFFFFF"/>
            </a:solidFill>
            <a:ln w="57150" cap="flat" cmpd="sng" algn="ctr">
              <a:noFill/>
              <a:prstDash val="solid"/>
            </a:ln>
            <a:effectLst>
              <a:outerShdw blurRad="254000" dist="50800" dir="2700000" sx="101000" sy="101000" algn="tl" rotWithShape="0">
                <a:prstClr val="black">
                  <a:alpha val="35000"/>
                </a:prstClr>
              </a:outerShdw>
            </a:effectLst>
            <a:sp3d>
              <a:bevelB h="0"/>
            </a:sp3d>
          </p:spPr>
          <p:txBody>
            <a:bodyPr vert="horz" wrap="square" lIns="0" tIns="46630" rIns="0" bIns="46630" numCol="1" rtlCol="0" anchor="ctr" anchorCtr="0" compatLnSpc="1">
              <a:prstTxWarp prst="textNoShape">
                <a:avLst/>
              </a:prstTxWarp>
            </a:bodyPr>
            <a:lstStyle/>
            <a:p>
              <a:pPr marL="0" marR="0" lvl="0" indent="0" algn="ctr" defTabSz="932256" rtl="0" eaLnBrk="1" fontAlgn="base" latinLnBrk="0" hangingPunct="1">
                <a:lnSpc>
                  <a:spcPct val="100000"/>
                </a:lnSpc>
                <a:spcBef>
                  <a:spcPct val="0"/>
                </a:spcBef>
                <a:spcAft>
                  <a:spcPct val="0"/>
                </a:spcAft>
                <a:buClrTx/>
                <a:buSzTx/>
                <a:buFontTx/>
                <a:buNone/>
                <a:tabLst/>
                <a:defRPr/>
              </a:pPr>
              <a:endParaRPr kumimoji="0" lang="en-US" sz="4400" b="0" i="0" u="none" strike="noStrike" kern="0" cap="none" spc="0" normalizeH="0" baseline="0" noProof="0">
                <a:ln>
                  <a:noFill/>
                </a:ln>
                <a:gradFill>
                  <a:gsLst>
                    <a:gs pos="0">
                      <a:srgbClr val="FFFFFF"/>
                    </a:gs>
                    <a:gs pos="100000">
                      <a:srgbClr val="FFFFFF"/>
                    </a:gs>
                  </a:gsLst>
                  <a:lin ang="5400000" scaled="0"/>
                </a:gradFill>
                <a:effectLst/>
                <a:uLnTx/>
                <a:uFillTx/>
                <a:latin typeface="SegoeUI"/>
                <a:ea typeface="+mn-ea"/>
                <a:cs typeface="+mn-cs"/>
              </a:endParaRPr>
            </a:p>
          </p:txBody>
        </p:sp>
        <p:sp>
          <p:nvSpPr>
            <p:cNvPr id="272" name="Freeform: Shape 271">
              <a:extLst>
                <a:ext uri="{FF2B5EF4-FFF2-40B4-BE49-F238E27FC236}">
                  <a16:creationId xmlns:a16="http://schemas.microsoft.com/office/drawing/2014/main" id="{1D7B5FD3-020D-4A92-A3A3-B852AFB4D191}"/>
                </a:ext>
              </a:extLst>
            </p:cNvPr>
            <p:cNvSpPr/>
            <p:nvPr/>
          </p:nvSpPr>
          <p:spPr bwMode="auto">
            <a:xfrm>
              <a:off x="5938757" y="3543576"/>
              <a:ext cx="348326" cy="126880"/>
            </a:xfrm>
            <a:custGeom>
              <a:avLst/>
              <a:gdLst/>
              <a:ahLst/>
              <a:cxnLst/>
              <a:rect l="l" t="t" r="r" b="b"/>
              <a:pathLst>
                <a:path w="893564" h="325487">
                  <a:moveTo>
                    <a:pt x="843558" y="207839"/>
                  </a:moveTo>
                  <a:lnTo>
                    <a:pt x="795561" y="214536"/>
                  </a:lnTo>
                  <a:cubicBezTo>
                    <a:pt x="780678" y="216471"/>
                    <a:pt x="769479" y="220080"/>
                    <a:pt x="761963" y="225363"/>
                  </a:cubicBezTo>
                  <a:cubicBezTo>
                    <a:pt x="754447" y="230647"/>
                    <a:pt x="750689" y="239911"/>
                    <a:pt x="750689" y="253157"/>
                  </a:cubicBezTo>
                  <a:cubicBezTo>
                    <a:pt x="750689" y="262831"/>
                    <a:pt x="754149" y="270756"/>
                    <a:pt x="761070" y="276932"/>
                  </a:cubicBezTo>
                  <a:cubicBezTo>
                    <a:pt x="767990" y="283109"/>
                    <a:pt x="777255" y="286197"/>
                    <a:pt x="788864" y="286197"/>
                  </a:cubicBezTo>
                  <a:cubicBezTo>
                    <a:pt x="804639" y="286197"/>
                    <a:pt x="817699" y="280653"/>
                    <a:pt x="828043" y="269565"/>
                  </a:cubicBezTo>
                  <a:cubicBezTo>
                    <a:pt x="838386" y="258478"/>
                    <a:pt x="843558" y="244525"/>
                    <a:pt x="843558" y="227707"/>
                  </a:cubicBezTo>
                  <a:close/>
                  <a:moveTo>
                    <a:pt x="443508" y="207839"/>
                  </a:moveTo>
                  <a:lnTo>
                    <a:pt x="395511" y="214536"/>
                  </a:lnTo>
                  <a:cubicBezTo>
                    <a:pt x="380628" y="216471"/>
                    <a:pt x="369429" y="220080"/>
                    <a:pt x="361913" y="225363"/>
                  </a:cubicBezTo>
                  <a:cubicBezTo>
                    <a:pt x="354397" y="230647"/>
                    <a:pt x="350639" y="239911"/>
                    <a:pt x="350639" y="253157"/>
                  </a:cubicBezTo>
                  <a:cubicBezTo>
                    <a:pt x="350639" y="262831"/>
                    <a:pt x="354099" y="270756"/>
                    <a:pt x="361020" y="276932"/>
                  </a:cubicBezTo>
                  <a:cubicBezTo>
                    <a:pt x="367940" y="283109"/>
                    <a:pt x="377205" y="286197"/>
                    <a:pt x="388814" y="286197"/>
                  </a:cubicBezTo>
                  <a:cubicBezTo>
                    <a:pt x="404589" y="286197"/>
                    <a:pt x="417649" y="280653"/>
                    <a:pt x="427992" y="269565"/>
                  </a:cubicBezTo>
                  <a:cubicBezTo>
                    <a:pt x="438336" y="258478"/>
                    <a:pt x="443508" y="244525"/>
                    <a:pt x="443508" y="227707"/>
                  </a:cubicBezTo>
                  <a:close/>
                  <a:moveTo>
                    <a:pt x="806946" y="86172"/>
                  </a:moveTo>
                  <a:cubicBezTo>
                    <a:pt x="864691" y="86172"/>
                    <a:pt x="893564" y="114598"/>
                    <a:pt x="893564" y="171450"/>
                  </a:cubicBezTo>
                  <a:lnTo>
                    <a:pt x="893564" y="320130"/>
                  </a:lnTo>
                  <a:lnTo>
                    <a:pt x="843335" y="320130"/>
                  </a:lnTo>
                  <a:lnTo>
                    <a:pt x="843335" y="284411"/>
                  </a:lnTo>
                  <a:lnTo>
                    <a:pt x="842442" y="284411"/>
                  </a:lnTo>
                  <a:cubicBezTo>
                    <a:pt x="826666" y="311795"/>
                    <a:pt x="803523" y="325487"/>
                    <a:pt x="773013" y="325487"/>
                  </a:cubicBezTo>
                  <a:cubicBezTo>
                    <a:pt x="750540" y="325487"/>
                    <a:pt x="732941" y="319385"/>
                    <a:pt x="720217" y="307182"/>
                  </a:cubicBezTo>
                  <a:cubicBezTo>
                    <a:pt x="707492" y="294978"/>
                    <a:pt x="701129" y="278830"/>
                    <a:pt x="701129" y="258738"/>
                  </a:cubicBezTo>
                  <a:cubicBezTo>
                    <a:pt x="701129" y="215578"/>
                    <a:pt x="725984" y="190426"/>
                    <a:pt x="775692" y="183282"/>
                  </a:cubicBezTo>
                  <a:lnTo>
                    <a:pt x="843558" y="173683"/>
                  </a:lnTo>
                  <a:cubicBezTo>
                    <a:pt x="843558" y="141089"/>
                    <a:pt x="828080" y="124793"/>
                    <a:pt x="797124" y="124793"/>
                  </a:cubicBezTo>
                  <a:cubicBezTo>
                    <a:pt x="769888" y="124793"/>
                    <a:pt x="745331" y="134169"/>
                    <a:pt x="723454" y="152921"/>
                  </a:cubicBezTo>
                  <a:lnTo>
                    <a:pt x="723454" y="107603"/>
                  </a:lnTo>
                  <a:cubicBezTo>
                    <a:pt x="747564" y="93316"/>
                    <a:pt x="775395" y="86172"/>
                    <a:pt x="806946" y="86172"/>
                  </a:cubicBezTo>
                  <a:close/>
                  <a:moveTo>
                    <a:pt x="406896" y="86172"/>
                  </a:moveTo>
                  <a:cubicBezTo>
                    <a:pt x="464641" y="86172"/>
                    <a:pt x="493514" y="114598"/>
                    <a:pt x="493514" y="171450"/>
                  </a:cubicBezTo>
                  <a:lnTo>
                    <a:pt x="493514" y="320130"/>
                  </a:lnTo>
                  <a:lnTo>
                    <a:pt x="443285" y="320130"/>
                  </a:lnTo>
                  <a:lnTo>
                    <a:pt x="443285" y="284411"/>
                  </a:lnTo>
                  <a:lnTo>
                    <a:pt x="442392" y="284411"/>
                  </a:lnTo>
                  <a:cubicBezTo>
                    <a:pt x="426616" y="311795"/>
                    <a:pt x="403473" y="325487"/>
                    <a:pt x="372963" y="325487"/>
                  </a:cubicBezTo>
                  <a:cubicBezTo>
                    <a:pt x="350490" y="325487"/>
                    <a:pt x="332891" y="319385"/>
                    <a:pt x="320167" y="307182"/>
                  </a:cubicBezTo>
                  <a:cubicBezTo>
                    <a:pt x="307442" y="294978"/>
                    <a:pt x="301079" y="278830"/>
                    <a:pt x="301079" y="258738"/>
                  </a:cubicBezTo>
                  <a:cubicBezTo>
                    <a:pt x="301079" y="215578"/>
                    <a:pt x="325934" y="190426"/>
                    <a:pt x="375642" y="183282"/>
                  </a:cubicBezTo>
                  <a:lnTo>
                    <a:pt x="443508" y="173683"/>
                  </a:lnTo>
                  <a:cubicBezTo>
                    <a:pt x="443508" y="141089"/>
                    <a:pt x="428030" y="124793"/>
                    <a:pt x="397074" y="124793"/>
                  </a:cubicBezTo>
                  <a:cubicBezTo>
                    <a:pt x="369838" y="124793"/>
                    <a:pt x="345281" y="134169"/>
                    <a:pt x="323404" y="152921"/>
                  </a:cubicBezTo>
                  <a:lnTo>
                    <a:pt x="323404" y="107603"/>
                  </a:lnTo>
                  <a:cubicBezTo>
                    <a:pt x="347514" y="93316"/>
                    <a:pt x="375345" y="86172"/>
                    <a:pt x="406896" y="86172"/>
                  </a:cubicBezTo>
                  <a:close/>
                  <a:moveTo>
                    <a:pt x="52908" y="45095"/>
                  </a:moveTo>
                  <a:lnTo>
                    <a:pt x="52908" y="275258"/>
                  </a:lnTo>
                  <a:lnTo>
                    <a:pt x="95325" y="275258"/>
                  </a:lnTo>
                  <a:cubicBezTo>
                    <a:pt x="132680" y="275258"/>
                    <a:pt x="161739" y="264989"/>
                    <a:pt x="182501" y="244451"/>
                  </a:cubicBezTo>
                  <a:cubicBezTo>
                    <a:pt x="203262" y="223912"/>
                    <a:pt x="213643" y="194891"/>
                    <a:pt x="213643" y="157386"/>
                  </a:cubicBezTo>
                  <a:cubicBezTo>
                    <a:pt x="213643" y="82526"/>
                    <a:pt x="174873" y="45095"/>
                    <a:pt x="97334" y="45095"/>
                  </a:cubicBezTo>
                  <a:close/>
                  <a:moveTo>
                    <a:pt x="622027" y="23887"/>
                  </a:moveTo>
                  <a:lnTo>
                    <a:pt x="622027" y="91530"/>
                  </a:lnTo>
                  <a:lnTo>
                    <a:pt x="676722" y="91530"/>
                  </a:lnTo>
                  <a:lnTo>
                    <a:pt x="676722" y="132160"/>
                  </a:lnTo>
                  <a:lnTo>
                    <a:pt x="622027" y="132160"/>
                  </a:lnTo>
                  <a:lnTo>
                    <a:pt x="622027" y="246460"/>
                  </a:lnTo>
                  <a:cubicBezTo>
                    <a:pt x="622027" y="260003"/>
                    <a:pt x="624483" y="269677"/>
                    <a:pt x="629394" y="275481"/>
                  </a:cubicBezTo>
                  <a:cubicBezTo>
                    <a:pt x="634306" y="281285"/>
                    <a:pt x="642491" y="284188"/>
                    <a:pt x="653951" y="284188"/>
                  </a:cubicBezTo>
                  <a:cubicBezTo>
                    <a:pt x="662732" y="284188"/>
                    <a:pt x="670322" y="281658"/>
                    <a:pt x="676722" y="276597"/>
                  </a:cubicBezTo>
                  <a:lnTo>
                    <a:pt x="676722" y="317674"/>
                  </a:lnTo>
                  <a:cubicBezTo>
                    <a:pt x="666601" y="322734"/>
                    <a:pt x="653281" y="325264"/>
                    <a:pt x="636761" y="325264"/>
                  </a:cubicBezTo>
                  <a:cubicBezTo>
                    <a:pt x="592410" y="325264"/>
                    <a:pt x="570235" y="303982"/>
                    <a:pt x="570235" y="261417"/>
                  </a:cubicBezTo>
                  <a:lnTo>
                    <a:pt x="570235" y="132160"/>
                  </a:lnTo>
                  <a:lnTo>
                    <a:pt x="532061" y="132160"/>
                  </a:lnTo>
                  <a:lnTo>
                    <a:pt x="532061" y="91530"/>
                  </a:lnTo>
                  <a:lnTo>
                    <a:pt x="570235" y="91530"/>
                  </a:lnTo>
                  <a:lnTo>
                    <a:pt x="570235" y="38621"/>
                  </a:lnTo>
                  <a:close/>
                  <a:moveTo>
                    <a:pt x="0" y="0"/>
                  </a:moveTo>
                  <a:lnTo>
                    <a:pt x="92422" y="0"/>
                  </a:lnTo>
                  <a:cubicBezTo>
                    <a:pt x="210443" y="0"/>
                    <a:pt x="269453" y="52016"/>
                    <a:pt x="269453" y="156047"/>
                  </a:cubicBezTo>
                  <a:cubicBezTo>
                    <a:pt x="269453" y="205458"/>
                    <a:pt x="253082" y="245157"/>
                    <a:pt x="220340" y="275146"/>
                  </a:cubicBezTo>
                  <a:cubicBezTo>
                    <a:pt x="187598" y="305135"/>
                    <a:pt x="143694" y="320130"/>
                    <a:pt x="88627" y="320130"/>
                  </a:cubicBezTo>
                  <a:lnTo>
                    <a:pt x="0" y="320130"/>
                  </a:lnTo>
                  <a:close/>
                </a:path>
              </a:pathLst>
            </a:custGeom>
            <a:solidFill>
              <a:sysClr val="window" lastClr="FFFFFF"/>
            </a:solidFill>
            <a:ln w="10795" cap="flat" cmpd="sng" algn="ctr">
              <a:noFill/>
              <a:prstDash val="solid"/>
              <a:headEnd type="none" w="med" len="med"/>
              <a:tailEnd type="none" w="med" len="med"/>
            </a:ln>
            <a:effectLst/>
            <a:sp3d>
              <a:bevelB h="0"/>
            </a:sp3d>
          </p:spPr>
          <p:txBody>
            <a:bodyPr vert="horz" wrap="square" lIns="0" tIns="46637" rIns="0" bIns="46637" numCol="1" rtlCol="0" anchor="ctr" anchorCtr="0" compatLnSpc="1">
              <a:prstTxWarp prst="textNoShape">
                <a:avLst/>
              </a:prstTxWarp>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gradFill>
                  <a:gsLst>
                    <a:gs pos="40075">
                      <a:srgbClr val="FFFFFF"/>
                    </a:gs>
                    <a:gs pos="30000">
                      <a:srgbClr val="FFFFFF"/>
                    </a:gs>
                  </a:gsLst>
                  <a:lin ang="5400000" scaled="0"/>
                </a:gradFill>
                <a:effectLst/>
                <a:uLnTx/>
                <a:uFillTx/>
                <a:latin typeface="Segoe UI"/>
                <a:ea typeface="+mn-ea"/>
                <a:cs typeface="+mn-cs"/>
              </a:endParaRPr>
            </a:p>
          </p:txBody>
        </p:sp>
      </p:grpSp>
      <p:sp>
        <p:nvSpPr>
          <p:cNvPr id="2" name="Title 1">
            <a:extLst>
              <a:ext uri="{FF2B5EF4-FFF2-40B4-BE49-F238E27FC236}">
                <a16:creationId xmlns:a16="http://schemas.microsoft.com/office/drawing/2014/main" id="{9142E809-D0CC-4CED-9A3A-70E83260F107}"/>
              </a:ext>
            </a:extLst>
          </p:cNvPr>
          <p:cNvSpPr>
            <a:spLocks noGrp="1"/>
          </p:cNvSpPr>
          <p:nvPr>
            <p:ph type="title"/>
          </p:nvPr>
        </p:nvSpPr>
        <p:spPr/>
        <p:txBody>
          <a:bodyPr/>
          <a:lstStyle/>
          <a:p>
            <a:r>
              <a:rPr lang="en-US" sz="3600" spc="-50" dirty="0">
                <a:ln w="3175">
                  <a:noFill/>
                </a:ln>
                <a:solidFill>
                  <a:srgbClr val="1A1A1A"/>
                </a:solidFill>
                <a:latin typeface="Segoe UI Semibold"/>
                <a:ea typeface="+mn-ea"/>
                <a:cs typeface="Segoe UI" pitchFamily="34" charset="0"/>
              </a:rPr>
              <a:t>Let’s talk about data</a:t>
            </a:r>
          </a:p>
        </p:txBody>
      </p:sp>
      <p:sp>
        <p:nvSpPr>
          <p:cNvPr id="101" name="Isosceles Triangle 100" descr="arrow point">
            <a:extLst>
              <a:ext uri="{FF2B5EF4-FFF2-40B4-BE49-F238E27FC236}">
                <a16:creationId xmlns:a16="http://schemas.microsoft.com/office/drawing/2014/main" id="{5E7C7959-67DB-4855-8812-FA561BF69524}"/>
              </a:ext>
            </a:extLst>
          </p:cNvPr>
          <p:cNvSpPr/>
          <p:nvPr/>
        </p:nvSpPr>
        <p:spPr bwMode="auto">
          <a:xfrm rot="8230952">
            <a:off x="5523110" y="3001926"/>
            <a:ext cx="158963" cy="197247"/>
          </a:xfrm>
          <a:prstGeom prst="triangle">
            <a:avLst/>
          </a:prstGeom>
          <a:solidFill>
            <a:srgbClr val="D83B01"/>
          </a:solidFill>
          <a:ln w="9525" cap="flat" cmpd="sng" algn="ctr">
            <a:solidFill>
              <a:srgbClr val="D83B0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104" name="Group 103">
            <a:extLst>
              <a:ext uri="{FF2B5EF4-FFF2-40B4-BE49-F238E27FC236}">
                <a16:creationId xmlns:a16="http://schemas.microsoft.com/office/drawing/2014/main" id="{78268F0F-F93F-4462-BC8F-F17C84C1FE53}"/>
              </a:ext>
            </a:extLst>
          </p:cNvPr>
          <p:cNvGrpSpPr/>
          <p:nvPr/>
        </p:nvGrpSpPr>
        <p:grpSpPr>
          <a:xfrm>
            <a:off x="5555029" y="1642871"/>
            <a:ext cx="1020792" cy="836962"/>
            <a:chOff x="3805319" y="1977002"/>
            <a:chExt cx="1020792" cy="836962"/>
          </a:xfrm>
        </p:grpSpPr>
        <p:pic>
          <p:nvPicPr>
            <p:cNvPr id="105" name="Graphic 104">
              <a:extLst>
                <a:ext uri="{FF2B5EF4-FFF2-40B4-BE49-F238E27FC236}">
                  <a16:creationId xmlns:a16="http://schemas.microsoft.com/office/drawing/2014/main" id="{0C31CED0-D287-4A01-BE0D-81368CE01F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72815" y="1977002"/>
              <a:ext cx="685800" cy="514350"/>
            </a:xfrm>
            <a:prstGeom prst="rect">
              <a:avLst/>
            </a:prstGeom>
          </p:spPr>
        </p:pic>
        <p:sp>
          <p:nvSpPr>
            <p:cNvPr id="106" name="TextBox 105">
              <a:extLst>
                <a:ext uri="{FF2B5EF4-FFF2-40B4-BE49-F238E27FC236}">
                  <a16:creationId xmlns:a16="http://schemas.microsoft.com/office/drawing/2014/main" id="{8C459A59-0A52-49E9-9E69-C01C7D4BF8E3}"/>
                </a:ext>
              </a:extLst>
            </p:cNvPr>
            <p:cNvSpPr txBox="1"/>
            <p:nvPr/>
          </p:nvSpPr>
          <p:spPr>
            <a:xfrm>
              <a:off x="3805319" y="2506187"/>
              <a:ext cx="1020792"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Power BI</a:t>
              </a:r>
            </a:p>
          </p:txBody>
        </p:sp>
      </p:grpSp>
      <p:grpSp>
        <p:nvGrpSpPr>
          <p:cNvPr id="107" name="Group 106">
            <a:extLst>
              <a:ext uri="{FF2B5EF4-FFF2-40B4-BE49-F238E27FC236}">
                <a16:creationId xmlns:a16="http://schemas.microsoft.com/office/drawing/2014/main" id="{953780EF-E82B-42D9-9E21-6C99A4367125}"/>
              </a:ext>
            </a:extLst>
          </p:cNvPr>
          <p:cNvGrpSpPr/>
          <p:nvPr/>
        </p:nvGrpSpPr>
        <p:grpSpPr>
          <a:xfrm>
            <a:off x="7196195" y="3299919"/>
            <a:ext cx="1156022" cy="803077"/>
            <a:chOff x="7238769" y="2103287"/>
            <a:chExt cx="1156022" cy="803077"/>
          </a:xfrm>
        </p:grpSpPr>
        <p:pic>
          <p:nvPicPr>
            <p:cNvPr id="108" name="Graphic 107">
              <a:extLst>
                <a:ext uri="{FF2B5EF4-FFF2-40B4-BE49-F238E27FC236}">
                  <a16:creationId xmlns:a16="http://schemas.microsoft.com/office/drawing/2014/main" id="{520B0223-9674-44B8-BFFF-7CB223B617E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82722" y="2103287"/>
              <a:ext cx="666750" cy="495300"/>
            </a:xfrm>
            <a:prstGeom prst="rect">
              <a:avLst/>
            </a:prstGeom>
          </p:spPr>
        </p:pic>
        <p:sp>
          <p:nvSpPr>
            <p:cNvPr id="109" name="TextBox 108">
              <a:extLst>
                <a:ext uri="{FF2B5EF4-FFF2-40B4-BE49-F238E27FC236}">
                  <a16:creationId xmlns:a16="http://schemas.microsoft.com/office/drawing/2014/main" id="{7D406CF8-2DDB-48AC-AF60-F2C0E85F4713}"/>
                </a:ext>
              </a:extLst>
            </p:cNvPr>
            <p:cNvSpPr txBox="1"/>
            <p:nvPr/>
          </p:nvSpPr>
          <p:spPr>
            <a:xfrm>
              <a:off x="7238769" y="2598587"/>
              <a:ext cx="1156022" cy="307777"/>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Automate</a:t>
              </a:r>
            </a:p>
          </p:txBody>
        </p:sp>
      </p:grpSp>
      <p:grpSp>
        <p:nvGrpSpPr>
          <p:cNvPr id="110" name="Group 109">
            <a:extLst>
              <a:ext uri="{FF2B5EF4-FFF2-40B4-BE49-F238E27FC236}">
                <a16:creationId xmlns:a16="http://schemas.microsoft.com/office/drawing/2014/main" id="{D9071852-9A71-457A-8138-1B847AB3BFC0}"/>
              </a:ext>
            </a:extLst>
          </p:cNvPr>
          <p:cNvGrpSpPr/>
          <p:nvPr/>
        </p:nvGrpSpPr>
        <p:grpSpPr>
          <a:xfrm>
            <a:off x="3806185" y="3251466"/>
            <a:ext cx="1379865" cy="812602"/>
            <a:chOff x="3468923" y="4902989"/>
            <a:chExt cx="1379865" cy="812602"/>
          </a:xfrm>
        </p:grpSpPr>
        <p:pic>
          <p:nvPicPr>
            <p:cNvPr id="114" name="Graphic 113">
              <a:extLst>
                <a:ext uri="{FF2B5EF4-FFF2-40B4-BE49-F238E27FC236}">
                  <a16:creationId xmlns:a16="http://schemas.microsoft.com/office/drawing/2014/main" id="{8FDB9C53-EE1D-4CAB-A388-8B4FE0252BB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30365" y="4902989"/>
              <a:ext cx="666750" cy="504825"/>
            </a:xfrm>
            <a:prstGeom prst="rect">
              <a:avLst/>
            </a:prstGeom>
          </p:spPr>
        </p:pic>
        <p:sp>
          <p:nvSpPr>
            <p:cNvPr id="115" name="TextBox 114">
              <a:extLst>
                <a:ext uri="{FF2B5EF4-FFF2-40B4-BE49-F238E27FC236}">
                  <a16:creationId xmlns:a16="http://schemas.microsoft.com/office/drawing/2014/main" id="{105C70C2-98D8-44E4-BB84-F1B6736BD7CC}"/>
                </a:ext>
              </a:extLst>
            </p:cNvPr>
            <p:cNvSpPr txBox="1"/>
            <p:nvPr/>
          </p:nvSpPr>
          <p:spPr>
            <a:xfrm>
              <a:off x="3468923" y="5407814"/>
              <a:ext cx="1379865" cy="307777"/>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Power Apps</a:t>
              </a:r>
            </a:p>
          </p:txBody>
        </p:sp>
      </p:grpSp>
      <p:grpSp>
        <p:nvGrpSpPr>
          <p:cNvPr id="122" name="Group 121">
            <a:extLst>
              <a:ext uri="{FF2B5EF4-FFF2-40B4-BE49-F238E27FC236}">
                <a16:creationId xmlns:a16="http://schemas.microsoft.com/office/drawing/2014/main" id="{664FDF44-E52A-43E3-B3A0-561CA0781451}"/>
              </a:ext>
            </a:extLst>
          </p:cNvPr>
          <p:cNvGrpSpPr/>
          <p:nvPr/>
        </p:nvGrpSpPr>
        <p:grpSpPr>
          <a:xfrm>
            <a:off x="5520754" y="4799535"/>
            <a:ext cx="1141338" cy="1044059"/>
            <a:chOff x="3540361" y="5160402"/>
            <a:chExt cx="1141338" cy="1044059"/>
          </a:xfrm>
        </p:grpSpPr>
        <p:sp>
          <p:nvSpPr>
            <p:cNvPr id="125" name="TextBox 124">
              <a:extLst>
                <a:ext uri="{FF2B5EF4-FFF2-40B4-BE49-F238E27FC236}">
                  <a16:creationId xmlns:a16="http://schemas.microsoft.com/office/drawing/2014/main" id="{AAD659B5-E752-4C16-8216-62BCFDD4B91D}"/>
                </a:ext>
              </a:extLst>
            </p:cNvPr>
            <p:cNvSpPr txBox="1"/>
            <p:nvPr/>
          </p:nvSpPr>
          <p:spPr>
            <a:xfrm>
              <a:off x="3540361" y="5896684"/>
              <a:ext cx="1141338"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AI Builder</a:t>
              </a:r>
            </a:p>
          </p:txBody>
        </p:sp>
        <p:pic>
          <p:nvPicPr>
            <p:cNvPr id="126" name="Graphic 125">
              <a:extLst>
                <a:ext uri="{FF2B5EF4-FFF2-40B4-BE49-F238E27FC236}">
                  <a16:creationId xmlns:a16="http://schemas.microsoft.com/office/drawing/2014/main" id="{E2A3F6ED-7E83-4FA5-A730-0D34ACE2FCF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696652" y="5160402"/>
              <a:ext cx="698454" cy="717161"/>
            </a:xfrm>
            <a:prstGeom prst="rect">
              <a:avLst/>
            </a:prstGeom>
          </p:spPr>
        </p:pic>
      </p:grpSp>
      <p:sp>
        <p:nvSpPr>
          <p:cNvPr id="151" name="Engage">
            <a:extLst>
              <a:ext uri="{FF2B5EF4-FFF2-40B4-BE49-F238E27FC236}">
                <a16:creationId xmlns:a16="http://schemas.microsoft.com/office/drawing/2014/main" id="{DC6B16AC-4873-4289-91B1-C5D9F8D76AC0}"/>
              </a:ext>
            </a:extLst>
          </p:cNvPr>
          <p:cNvSpPr txBox="1">
            <a:spLocks/>
          </p:cNvSpPr>
          <p:nvPr/>
        </p:nvSpPr>
        <p:spPr>
          <a:xfrm>
            <a:off x="5796197" y="2715083"/>
            <a:ext cx="588303" cy="276999"/>
          </a:xfrm>
          <a:prstGeom prst="rect">
            <a:avLst/>
          </a:prstGeom>
        </p:spPr>
        <p:txBody>
          <a:bodyPr vert="horz" wrap="none" lIns="0" tIns="0" rIns="0" bIns="0" rtlCol="0" anchor="ctr">
            <a:spAutoFit/>
          </a:bodyPr>
          <a:lstStyle>
            <a:defPPr>
              <a:defRPr lang="en-US"/>
            </a:defPPr>
            <a:lvl1pPr marR="0" indent="0" algn="r" defTabSz="932742" fontAlgn="auto">
              <a:lnSpc>
                <a:spcPct val="100000"/>
              </a:lnSpc>
              <a:spcBef>
                <a:spcPts val="800"/>
              </a:spcBef>
              <a:spcAft>
                <a:spcPts val="0"/>
              </a:spcAft>
              <a:buClrTx/>
              <a:buSzPct val="90000"/>
              <a:buFont typeface="Wingdings" panose="05000000000000000000" pitchFamily="2" charset="2"/>
              <a:buNone/>
              <a:tabLst/>
              <a:defRPr sz="2000" spc="0" baseline="0">
                <a:solidFill>
                  <a:schemeClr val="accent1"/>
                </a:solidFill>
                <a:cs typeface="Segoe UI Semilight" panose="020B0402040204020203" pitchFamily="34"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gradFill>
                  <a:gsLst>
                    <a:gs pos="1250">
                      <a:schemeClr val="tx1"/>
                    </a:gs>
                    <a:gs pos="100000">
                      <a:schemeClr val="tx1"/>
                    </a:gs>
                  </a:gsLst>
                  <a:lin ang="5400000" scaled="0"/>
                </a:gradFill>
              </a:defRPr>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gradFill>
                  <a:gsLst>
                    <a:gs pos="1250">
                      <a:schemeClr val="tx1"/>
                    </a:gs>
                    <a:gs pos="100000">
                      <a:schemeClr val="tx1"/>
                    </a:gs>
                  </a:gsLst>
                  <a:lin ang="5400000" scaled="0"/>
                </a:gradFill>
              </a:defRPr>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gradFill>
                  <a:gsLst>
                    <a:gs pos="1250">
                      <a:schemeClr val="tx1"/>
                    </a:gs>
                    <a:gs pos="100000">
                      <a:schemeClr val="tx1"/>
                    </a:gs>
                  </a:gsLst>
                  <a:lin ang="5400000" scaled="0"/>
                </a:gra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54"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solidFill>
                  <a:srgbClr val="D83B01"/>
                </a:solidFill>
                <a:effectLst/>
                <a:uLnTx/>
                <a:uFillTx/>
                <a:latin typeface="Segoe UI Semibold" panose="020B0702040204020203" pitchFamily="34" charset="0"/>
                <a:ea typeface="+mn-ea"/>
                <a:cs typeface="Segoe UI Semibold" panose="020B0702040204020203" pitchFamily="34" charset="0"/>
              </a:rPr>
              <a:t>Know</a:t>
            </a:r>
          </a:p>
        </p:txBody>
      </p:sp>
      <p:sp>
        <p:nvSpPr>
          <p:cNvPr id="44" name="Isosceles Triangle 43" descr="Arrow point">
            <a:extLst>
              <a:ext uri="{FF2B5EF4-FFF2-40B4-BE49-F238E27FC236}">
                <a16:creationId xmlns:a16="http://schemas.microsoft.com/office/drawing/2014/main" id="{03BAFB41-8673-4F68-A8FF-5D917CD2B631}"/>
              </a:ext>
            </a:extLst>
          </p:cNvPr>
          <p:cNvSpPr/>
          <p:nvPr/>
        </p:nvSpPr>
        <p:spPr bwMode="auto">
          <a:xfrm rot="2813211">
            <a:off x="5526272" y="4012521"/>
            <a:ext cx="158963" cy="197247"/>
          </a:xfrm>
          <a:prstGeom prst="triangle">
            <a:avLst/>
          </a:prstGeom>
          <a:solidFill>
            <a:srgbClr val="D83B01"/>
          </a:solidFill>
          <a:ln w="9525" cap="flat" cmpd="sng" algn="ctr">
            <a:solidFill>
              <a:srgbClr val="D83B0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5" name="Isosceles Triangle 44" descr="arrow point">
            <a:extLst>
              <a:ext uri="{FF2B5EF4-FFF2-40B4-BE49-F238E27FC236}">
                <a16:creationId xmlns:a16="http://schemas.microsoft.com/office/drawing/2014/main" id="{6C7BB34D-D115-42FC-A421-3621440A48B4}"/>
              </a:ext>
            </a:extLst>
          </p:cNvPr>
          <p:cNvSpPr/>
          <p:nvPr/>
        </p:nvSpPr>
        <p:spPr bwMode="auto">
          <a:xfrm rot="13658326">
            <a:off x="6542129" y="3081896"/>
            <a:ext cx="158963" cy="197247"/>
          </a:xfrm>
          <a:prstGeom prst="triangle">
            <a:avLst/>
          </a:prstGeom>
          <a:solidFill>
            <a:srgbClr val="D83B01"/>
          </a:solidFill>
          <a:ln w="9525" cap="flat" cmpd="sng" algn="ctr">
            <a:solidFill>
              <a:srgbClr val="D83B0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6" name="Isosceles Triangle 45" descr="arrow point">
            <a:extLst>
              <a:ext uri="{FF2B5EF4-FFF2-40B4-BE49-F238E27FC236}">
                <a16:creationId xmlns:a16="http://schemas.microsoft.com/office/drawing/2014/main" id="{7D73F7DA-A2CA-4903-A602-DE5B496A3888}"/>
              </a:ext>
            </a:extLst>
          </p:cNvPr>
          <p:cNvSpPr/>
          <p:nvPr/>
        </p:nvSpPr>
        <p:spPr bwMode="auto">
          <a:xfrm rot="19177922">
            <a:off x="6433504" y="4054664"/>
            <a:ext cx="158963" cy="197247"/>
          </a:xfrm>
          <a:prstGeom prst="triangle">
            <a:avLst/>
          </a:prstGeom>
          <a:solidFill>
            <a:srgbClr val="D83B01"/>
          </a:solidFill>
          <a:ln w="9525" cap="flat" cmpd="sng" algn="ctr">
            <a:solidFill>
              <a:srgbClr val="D83B0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49" name="Group 48">
            <a:extLst>
              <a:ext uri="{FF2B5EF4-FFF2-40B4-BE49-F238E27FC236}">
                <a16:creationId xmlns:a16="http://schemas.microsoft.com/office/drawing/2014/main" id="{14A25BB4-912E-4E50-A5BA-2B26A294D382}"/>
              </a:ext>
            </a:extLst>
          </p:cNvPr>
          <p:cNvGrpSpPr/>
          <p:nvPr/>
        </p:nvGrpSpPr>
        <p:grpSpPr>
          <a:xfrm>
            <a:off x="5655674" y="3194813"/>
            <a:ext cx="822960" cy="1283539"/>
            <a:chOff x="5668236" y="2971493"/>
            <a:chExt cx="967690" cy="1480588"/>
          </a:xfrm>
        </p:grpSpPr>
        <p:pic>
          <p:nvPicPr>
            <p:cNvPr id="50" name="Graphic 49">
              <a:extLst>
                <a:ext uri="{FF2B5EF4-FFF2-40B4-BE49-F238E27FC236}">
                  <a16:creationId xmlns:a16="http://schemas.microsoft.com/office/drawing/2014/main" id="{563DCCB0-F0C3-4946-BCB8-6004ACE353B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668236" y="2971493"/>
              <a:ext cx="967690" cy="967690"/>
            </a:xfrm>
            <a:prstGeom prst="rect">
              <a:avLst/>
            </a:prstGeom>
          </p:spPr>
        </p:pic>
        <p:sp>
          <p:nvSpPr>
            <p:cNvPr id="51" name="TextBox 50">
              <a:extLst>
                <a:ext uri="{FF2B5EF4-FFF2-40B4-BE49-F238E27FC236}">
                  <a16:creationId xmlns:a16="http://schemas.microsoft.com/office/drawing/2014/main" id="{364EEC5F-63E9-4CE7-A576-9B57A0AFD3E1}"/>
                </a:ext>
              </a:extLst>
            </p:cNvPr>
            <p:cNvSpPr txBox="1"/>
            <p:nvPr/>
          </p:nvSpPr>
          <p:spPr>
            <a:xfrm>
              <a:off x="5890011" y="4097054"/>
              <a:ext cx="589210" cy="355027"/>
            </a:xfrm>
            <a:prstGeom prst="rect">
              <a:avLst/>
            </a:prstGeom>
            <a:noFill/>
            <a:ln>
              <a:noFill/>
            </a:ln>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DV</a:t>
              </a:r>
            </a:p>
          </p:txBody>
        </p:sp>
      </p:grpSp>
      <p:sp>
        <p:nvSpPr>
          <p:cNvPr id="47" name="TextBox 46">
            <a:extLst>
              <a:ext uri="{FF2B5EF4-FFF2-40B4-BE49-F238E27FC236}">
                <a16:creationId xmlns:a16="http://schemas.microsoft.com/office/drawing/2014/main" id="{04436295-D797-449B-8F16-7153D9E8DC73}"/>
              </a:ext>
            </a:extLst>
          </p:cNvPr>
          <p:cNvSpPr txBox="1"/>
          <p:nvPr/>
        </p:nvSpPr>
        <p:spPr>
          <a:xfrm>
            <a:off x="9227177" y="5381928"/>
            <a:ext cx="1891095" cy="307777"/>
          </a:xfrm>
          <a:prstGeom prst="rect">
            <a:avLst/>
          </a:prstGeom>
          <a:noFill/>
          <a:ln>
            <a:noFill/>
          </a:ln>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Data Verse</a:t>
            </a:r>
          </a:p>
        </p:txBody>
      </p:sp>
    </p:spTree>
    <p:extLst>
      <p:ext uri="{BB962C8B-B14F-4D97-AF65-F5344CB8AC3E}">
        <p14:creationId xmlns:p14="http://schemas.microsoft.com/office/powerpoint/2010/main" val="393780475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p14="http://schemas.microsoft.com/office/powerpoint/2010/main" xmlns:asvg="http://schemas.microsoft.com/office/drawing/2016/SVG/main"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par>
                                <p:cTn id="8" presetID="10" presetClass="entr" presetSubtype="0"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fade">
                                      <p:cBhvr>
                                        <p:cTn id="10" dur="500"/>
                                        <p:tgtEl>
                                          <p:spTgt spid="49"/>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10"/>
                                        </p:tgtEl>
                                        <p:attrNameLst>
                                          <p:attrName>style.visibility</p:attrName>
                                        </p:attrNameLst>
                                      </p:cBhvr>
                                      <p:to>
                                        <p:strVal val="visible"/>
                                      </p:to>
                                    </p:set>
                                    <p:animEffect transition="in" filter="fade">
                                      <p:cBhvr>
                                        <p:cTn id="14" dur="500"/>
                                        <p:tgtEl>
                                          <p:spTgt spid="110"/>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48"/>
                                        </p:tgtEl>
                                        <p:attrNameLst>
                                          <p:attrName>style.visibility</p:attrName>
                                        </p:attrNameLst>
                                      </p:cBhvr>
                                      <p:to>
                                        <p:strVal val="visible"/>
                                      </p:to>
                                    </p:set>
                                    <p:animEffect transition="in" filter="fade">
                                      <p:cBhvr>
                                        <p:cTn id="18" dur="500"/>
                                        <p:tgtEl>
                                          <p:spTgt spid="148"/>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107"/>
                                        </p:tgtEl>
                                        <p:attrNameLst>
                                          <p:attrName>style.visibility</p:attrName>
                                        </p:attrNameLst>
                                      </p:cBhvr>
                                      <p:to>
                                        <p:strVal val="visible"/>
                                      </p:to>
                                    </p:set>
                                    <p:animEffect transition="in" filter="fade">
                                      <p:cBhvr>
                                        <p:cTn id="22" dur="500"/>
                                        <p:tgtEl>
                                          <p:spTgt spid="107"/>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150"/>
                                        </p:tgtEl>
                                        <p:attrNameLst>
                                          <p:attrName>style.visibility</p:attrName>
                                        </p:attrNameLst>
                                      </p:cBhvr>
                                      <p:to>
                                        <p:strVal val="visible"/>
                                      </p:to>
                                    </p:set>
                                    <p:animEffect transition="in" filter="fade">
                                      <p:cBhvr>
                                        <p:cTn id="26" dur="500"/>
                                        <p:tgtEl>
                                          <p:spTgt spid="150"/>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104"/>
                                        </p:tgtEl>
                                        <p:attrNameLst>
                                          <p:attrName>style.visibility</p:attrName>
                                        </p:attrNameLst>
                                      </p:cBhvr>
                                      <p:to>
                                        <p:strVal val="visible"/>
                                      </p:to>
                                    </p:set>
                                    <p:animEffect transition="in" filter="fade">
                                      <p:cBhvr>
                                        <p:cTn id="30" dur="500"/>
                                        <p:tgtEl>
                                          <p:spTgt spid="104"/>
                                        </p:tgtEl>
                                      </p:cBhvr>
                                    </p:animEffect>
                                  </p:childTnLst>
                                </p:cTn>
                              </p:par>
                            </p:childTnLst>
                          </p:cTn>
                        </p:par>
                        <p:par>
                          <p:cTn id="31" fill="hold">
                            <p:stCondLst>
                              <p:cond delay="3000"/>
                            </p:stCondLst>
                            <p:childTnLst>
                              <p:par>
                                <p:cTn id="32" presetID="10" presetClass="entr" presetSubtype="0" fill="hold" grpId="0" nodeType="afterEffect">
                                  <p:stCondLst>
                                    <p:cond delay="0"/>
                                  </p:stCondLst>
                                  <p:childTnLst>
                                    <p:set>
                                      <p:cBhvr>
                                        <p:cTn id="33" dur="1" fill="hold">
                                          <p:stCondLst>
                                            <p:cond delay="0"/>
                                          </p:stCondLst>
                                        </p:cTn>
                                        <p:tgtEl>
                                          <p:spTgt spid="211"/>
                                        </p:tgtEl>
                                        <p:attrNameLst>
                                          <p:attrName>style.visibility</p:attrName>
                                        </p:attrNameLst>
                                      </p:cBhvr>
                                      <p:to>
                                        <p:strVal val="visible"/>
                                      </p:to>
                                    </p:set>
                                    <p:animEffect transition="in" filter="fade">
                                      <p:cBhvr>
                                        <p:cTn id="34" dur="500"/>
                                        <p:tgtEl>
                                          <p:spTgt spid="211"/>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122"/>
                                        </p:tgtEl>
                                        <p:attrNameLst>
                                          <p:attrName>style.visibility</p:attrName>
                                        </p:attrNameLst>
                                      </p:cBhvr>
                                      <p:to>
                                        <p:strVal val="visible"/>
                                      </p:to>
                                    </p:set>
                                    <p:animEffect transition="in" filter="fade">
                                      <p:cBhvr>
                                        <p:cTn id="38" dur="500"/>
                                        <p:tgtEl>
                                          <p:spTgt spid="122"/>
                                        </p:tgtEl>
                                      </p:cBhvr>
                                    </p:animEffect>
                                  </p:childTnLst>
                                </p:cTn>
                              </p:par>
                            </p:childTnLst>
                          </p:cTn>
                        </p:par>
                        <p:par>
                          <p:cTn id="39" fill="hold">
                            <p:stCondLst>
                              <p:cond delay="4000"/>
                            </p:stCondLst>
                            <p:childTnLst>
                              <p:par>
                                <p:cTn id="40" presetID="10" presetClass="entr" presetSubtype="0" fill="hold" grpId="0" nodeType="afterEffect">
                                  <p:stCondLst>
                                    <p:cond delay="0"/>
                                  </p:stCondLst>
                                  <p:childTnLst>
                                    <p:set>
                                      <p:cBhvr>
                                        <p:cTn id="41" dur="1" fill="hold">
                                          <p:stCondLst>
                                            <p:cond delay="0"/>
                                          </p:stCondLst>
                                        </p:cTn>
                                        <p:tgtEl>
                                          <p:spTgt spid="149"/>
                                        </p:tgtEl>
                                        <p:attrNameLst>
                                          <p:attrName>style.visibility</p:attrName>
                                        </p:attrNameLst>
                                      </p:cBhvr>
                                      <p:to>
                                        <p:strVal val="visible"/>
                                      </p:to>
                                    </p:set>
                                    <p:animEffect transition="in" filter="fade">
                                      <p:cBhvr>
                                        <p:cTn id="42" dur="5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149" grpId="0"/>
      <p:bldP spid="150" grpId="0"/>
      <p:bldP spid="211" grpId="0"/>
      <p:bldP spid="15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19246-1C22-48B2-BAE7-A4B8164D5DF8}"/>
              </a:ext>
            </a:extLst>
          </p:cNvPr>
          <p:cNvSpPr>
            <a:spLocks noGrp="1"/>
          </p:cNvSpPr>
          <p:nvPr>
            <p:ph type="title"/>
          </p:nvPr>
        </p:nvSpPr>
        <p:spPr/>
        <p:txBody>
          <a:bodyPr/>
          <a:lstStyle/>
          <a:p>
            <a:r>
              <a:rPr lang="en-US" sz="3600" spc="-50" dirty="0">
                <a:ln w="3175">
                  <a:noFill/>
                </a:ln>
                <a:solidFill>
                  <a:srgbClr val="1A1A1A"/>
                </a:solidFill>
                <a:latin typeface="Segoe UI Semibold"/>
                <a:ea typeface="+mn-ea"/>
                <a:cs typeface="Segoe UI" pitchFamily="34" charset="0"/>
              </a:rPr>
              <a:t>Two Types of Data. . .</a:t>
            </a:r>
          </a:p>
        </p:txBody>
      </p:sp>
      <p:cxnSp>
        <p:nvCxnSpPr>
          <p:cNvPr id="7" name="Straight Connector 6">
            <a:extLst>
              <a:ext uri="{FF2B5EF4-FFF2-40B4-BE49-F238E27FC236}">
                <a16:creationId xmlns:a16="http://schemas.microsoft.com/office/drawing/2014/main" id="{83F0A1E9-B2B7-4226-AC26-78462F26BFB2}"/>
              </a:ext>
            </a:extLst>
          </p:cNvPr>
          <p:cNvCxnSpPr/>
          <p:nvPr/>
        </p:nvCxnSpPr>
        <p:spPr>
          <a:xfrm>
            <a:off x="6096000" y="1715589"/>
            <a:ext cx="0" cy="4197531"/>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B936F44-C0E1-4468-9333-DE718F335B98}"/>
              </a:ext>
            </a:extLst>
          </p:cNvPr>
          <p:cNvGrpSpPr/>
          <p:nvPr/>
        </p:nvGrpSpPr>
        <p:grpSpPr>
          <a:xfrm>
            <a:off x="6996013" y="1836420"/>
            <a:ext cx="3498668" cy="4076699"/>
            <a:chOff x="6844938" y="1836420"/>
            <a:chExt cx="3498668" cy="4076699"/>
          </a:xfrm>
        </p:grpSpPr>
        <p:sp>
          <p:nvSpPr>
            <p:cNvPr id="5" name="TextBox 4">
              <a:extLst>
                <a:ext uri="{FF2B5EF4-FFF2-40B4-BE49-F238E27FC236}">
                  <a16:creationId xmlns:a16="http://schemas.microsoft.com/office/drawing/2014/main" id="{B3991ECF-61A6-41B7-883D-8E5DCCD13BF3}"/>
                </a:ext>
              </a:extLst>
            </p:cNvPr>
            <p:cNvSpPr txBox="1"/>
            <p:nvPr/>
          </p:nvSpPr>
          <p:spPr>
            <a:xfrm flipH="1">
              <a:off x="7236823" y="5605342"/>
              <a:ext cx="2714898" cy="30777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a:ea typeface="+mn-ea"/>
                  <a:cs typeface="+mn-cs"/>
                </a:rPr>
                <a:t>Internal</a:t>
              </a:r>
            </a:p>
          </p:txBody>
        </p:sp>
        <p:pic>
          <p:nvPicPr>
            <p:cNvPr id="9" name="Graphic 8">
              <a:extLst>
                <a:ext uri="{FF2B5EF4-FFF2-40B4-BE49-F238E27FC236}">
                  <a16:creationId xmlns:a16="http://schemas.microsoft.com/office/drawing/2014/main" id="{6305BB34-9CC5-4D95-BA34-C460F2AC78C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4938" y="1836420"/>
              <a:ext cx="3498668" cy="3498668"/>
            </a:xfrm>
            <a:prstGeom prst="rect">
              <a:avLst/>
            </a:prstGeom>
          </p:spPr>
        </p:pic>
      </p:grpSp>
      <p:grpSp>
        <p:nvGrpSpPr>
          <p:cNvPr id="12" name="Group 11">
            <a:extLst>
              <a:ext uri="{FF2B5EF4-FFF2-40B4-BE49-F238E27FC236}">
                <a16:creationId xmlns:a16="http://schemas.microsoft.com/office/drawing/2014/main" id="{A21DA01D-84B6-4D68-A59E-6E31619B7A0A}"/>
              </a:ext>
            </a:extLst>
          </p:cNvPr>
          <p:cNvGrpSpPr/>
          <p:nvPr/>
        </p:nvGrpSpPr>
        <p:grpSpPr>
          <a:xfrm>
            <a:off x="1730860" y="1932069"/>
            <a:ext cx="3312814" cy="3981050"/>
            <a:chOff x="1745193" y="1684876"/>
            <a:chExt cx="3312814" cy="3981050"/>
          </a:xfrm>
        </p:grpSpPr>
        <p:sp>
          <p:nvSpPr>
            <p:cNvPr id="4" name="TextBox 3">
              <a:extLst>
                <a:ext uri="{FF2B5EF4-FFF2-40B4-BE49-F238E27FC236}">
                  <a16:creationId xmlns:a16="http://schemas.microsoft.com/office/drawing/2014/main" id="{1828007D-FB79-430A-8191-DAD69E62F6F8}"/>
                </a:ext>
              </a:extLst>
            </p:cNvPr>
            <p:cNvSpPr txBox="1"/>
            <p:nvPr/>
          </p:nvSpPr>
          <p:spPr>
            <a:xfrm flipH="1">
              <a:off x="2044151" y="5358149"/>
              <a:ext cx="2714898" cy="30777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a:ea typeface="+mn-ea"/>
                  <a:cs typeface="+mn-cs"/>
                </a:rPr>
                <a:t>External</a:t>
              </a:r>
            </a:p>
          </p:txBody>
        </p:sp>
        <p:sp>
          <p:nvSpPr>
            <p:cNvPr id="10" name="Org_ECA6" title="Icon of three boxes in a bracket chart">
              <a:extLst>
                <a:ext uri="{FF2B5EF4-FFF2-40B4-BE49-F238E27FC236}">
                  <a16:creationId xmlns:a16="http://schemas.microsoft.com/office/drawing/2014/main" id="{478F82C6-BCB7-48D9-BAD9-84EDD76A9805}"/>
                </a:ext>
              </a:extLst>
            </p:cNvPr>
            <p:cNvSpPr>
              <a:spLocks noChangeAspect="1" noEditPoints="1"/>
            </p:cNvSpPr>
            <p:nvPr/>
          </p:nvSpPr>
          <p:spPr bwMode="auto">
            <a:xfrm>
              <a:off x="1745193" y="1684876"/>
              <a:ext cx="3312814" cy="3314402"/>
            </a:xfrm>
            <a:custGeom>
              <a:avLst/>
              <a:gdLst>
                <a:gd name="T0" fmla="*/ 1177 w 4117"/>
                <a:gd name="T1" fmla="*/ 4119 h 4119"/>
                <a:gd name="T2" fmla="*/ 0 w 4117"/>
                <a:gd name="T3" fmla="*/ 4119 h 4119"/>
                <a:gd name="T4" fmla="*/ 0 w 4117"/>
                <a:gd name="T5" fmla="*/ 2942 h 4119"/>
                <a:gd name="T6" fmla="*/ 1177 w 4117"/>
                <a:gd name="T7" fmla="*/ 2942 h 4119"/>
                <a:gd name="T8" fmla="*/ 1177 w 4117"/>
                <a:gd name="T9" fmla="*/ 4119 h 4119"/>
                <a:gd name="T10" fmla="*/ 4117 w 4117"/>
                <a:gd name="T11" fmla="*/ 2942 h 4119"/>
                <a:gd name="T12" fmla="*/ 2941 w 4117"/>
                <a:gd name="T13" fmla="*/ 2942 h 4119"/>
                <a:gd name="T14" fmla="*/ 2941 w 4117"/>
                <a:gd name="T15" fmla="*/ 4119 h 4119"/>
                <a:gd name="T16" fmla="*/ 4117 w 4117"/>
                <a:gd name="T17" fmla="*/ 4119 h 4119"/>
                <a:gd name="T18" fmla="*/ 4117 w 4117"/>
                <a:gd name="T19" fmla="*/ 2942 h 4119"/>
                <a:gd name="T20" fmla="*/ 2647 w 4117"/>
                <a:gd name="T21" fmla="*/ 0 h 4119"/>
                <a:gd name="T22" fmla="*/ 1471 w 4117"/>
                <a:gd name="T23" fmla="*/ 0 h 4119"/>
                <a:gd name="T24" fmla="*/ 1471 w 4117"/>
                <a:gd name="T25" fmla="*/ 1177 h 4119"/>
                <a:gd name="T26" fmla="*/ 2647 w 4117"/>
                <a:gd name="T27" fmla="*/ 1177 h 4119"/>
                <a:gd name="T28" fmla="*/ 2647 w 4117"/>
                <a:gd name="T29" fmla="*/ 0 h 4119"/>
                <a:gd name="T30" fmla="*/ 2059 w 4117"/>
                <a:gd name="T31" fmla="*/ 1177 h 4119"/>
                <a:gd name="T32" fmla="*/ 2059 w 4117"/>
                <a:gd name="T33" fmla="*/ 2060 h 4119"/>
                <a:gd name="T34" fmla="*/ 3529 w 4117"/>
                <a:gd name="T35" fmla="*/ 2942 h 4119"/>
                <a:gd name="T36" fmla="*/ 3529 w 4117"/>
                <a:gd name="T37" fmla="*/ 2060 h 4119"/>
                <a:gd name="T38" fmla="*/ 588 w 4117"/>
                <a:gd name="T39" fmla="*/ 2060 h 4119"/>
                <a:gd name="T40" fmla="*/ 588 w 4117"/>
                <a:gd name="T41" fmla="*/ 2942 h 4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117" h="4119">
                  <a:moveTo>
                    <a:pt x="1177" y="4119"/>
                  </a:moveTo>
                  <a:lnTo>
                    <a:pt x="0" y="4119"/>
                  </a:lnTo>
                  <a:lnTo>
                    <a:pt x="0" y="2942"/>
                  </a:lnTo>
                  <a:lnTo>
                    <a:pt x="1177" y="2942"/>
                  </a:lnTo>
                  <a:lnTo>
                    <a:pt x="1177" y="4119"/>
                  </a:lnTo>
                  <a:moveTo>
                    <a:pt x="4117" y="2942"/>
                  </a:moveTo>
                  <a:lnTo>
                    <a:pt x="2941" y="2942"/>
                  </a:lnTo>
                  <a:lnTo>
                    <a:pt x="2941" y="4119"/>
                  </a:lnTo>
                  <a:lnTo>
                    <a:pt x="4117" y="4119"/>
                  </a:lnTo>
                  <a:lnTo>
                    <a:pt x="4117" y="2942"/>
                  </a:lnTo>
                  <a:moveTo>
                    <a:pt x="2647" y="0"/>
                  </a:moveTo>
                  <a:lnTo>
                    <a:pt x="1471" y="0"/>
                  </a:lnTo>
                  <a:lnTo>
                    <a:pt x="1471" y="1177"/>
                  </a:lnTo>
                  <a:lnTo>
                    <a:pt x="2647" y="1177"/>
                  </a:lnTo>
                  <a:lnTo>
                    <a:pt x="2647" y="0"/>
                  </a:lnTo>
                  <a:moveTo>
                    <a:pt x="2059" y="1177"/>
                  </a:moveTo>
                  <a:lnTo>
                    <a:pt x="2059" y="2060"/>
                  </a:lnTo>
                  <a:moveTo>
                    <a:pt x="3529" y="2942"/>
                  </a:moveTo>
                  <a:lnTo>
                    <a:pt x="3529" y="2060"/>
                  </a:lnTo>
                  <a:lnTo>
                    <a:pt x="588" y="2060"/>
                  </a:lnTo>
                  <a:lnTo>
                    <a:pt x="588" y="2942"/>
                  </a:lnTo>
                </a:path>
              </a:pathLst>
            </a:custGeom>
            <a:noFill/>
            <a:ln w="76200" cap="sq">
              <a:solidFill>
                <a:srgbClr val="D83B01"/>
              </a:solidFill>
              <a:prstDash val="solid"/>
              <a:miter lim="800000"/>
              <a:headEnd/>
              <a:tailEnd/>
            </a:ln>
          </p:spPr>
          <p:txBody>
            <a:bodyPr vert="horz" wrap="square" lIns="87845" tIns="43922" rIns="87845" bIns="43922" numCol="1" anchor="t" anchorCtr="0" compatLnSpc="1">
              <a:prstTxWarp prst="textNoShape">
                <a:avLst/>
              </a:prstTxWarp>
            </a:bodyPr>
            <a:lstStyle/>
            <a:p>
              <a:pPr marL="0" marR="0" lvl="0" indent="0" algn="ctr" defTabSz="878380" rtl="0" eaLnBrk="1" fontAlgn="base" latinLnBrk="0" hangingPunct="1">
                <a:lnSpc>
                  <a:spcPct val="100000"/>
                </a:lnSpc>
                <a:spcBef>
                  <a:spcPts val="0"/>
                </a:spcBef>
                <a:spcAft>
                  <a:spcPts val="0"/>
                </a:spcAft>
                <a:buClrTx/>
                <a:buSzTx/>
                <a:buFontTx/>
                <a:buNone/>
                <a:tabLst/>
                <a:defRPr/>
              </a:pPr>
              <a:endParaRPr kumimoji="0" lang="en-US" sz="865" b="0" i="0" u="none" strike="noStrike" kern="120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249736771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19246-1C22-48B2-BAE7-A4B8164D5DF8}"/>
              </a:ext>
            </a:extLst>
          </p:cNvPr>
          <p:cNvSpPr>
            <a:spLocks noGrp="1"/>
          </p:cNvSpPr>
          <p:nvPr>
            <p:ph type="title"/>
          </p:nvPr>
        </p:nvSpPr>
        <p:spPr/>
        <p:txBody>
          <a:bodyPr/>
          <a:lstStyle/>
          <a:p>
            <a:r>
              <a:rPr lang="en-US" sz="3600" spc="-50" dirty="0">
                <a:ln w="3175">
                  <a:noFill/>
                </a:ln>
                <a:solidFill>
                  <a:srgbClr val="1A1A1A"/>
                </a:solidFill>
                <a:latin typeface="Segoe UI Semibold"/>
                <a:ea typeface="+mn-ea"/>
                <a:cs typeface="Segoe UI" pitchFamily="34" charset="0"/>
              </a:rPr>
              <a:t>Two Types of Data. </a:t>
            </a:r>
            <a:r>
              <a:rPr lang="en-US" dirty="0"/>
              <a:t>. .</a:t>
            </a:r>
          </a:p>
        </p:txBody>
      </p:sp>
      <p:cxnSp>
        <p:nvCxnSpPr>
          <p:cNvPr id="7" name="Straight Connector 6">
            <a:extLst>
              <a:ext uri="{FF2B5EF4-FFF2-40B4-BE49-F238E27FC236}">
                <a16:creationId xmlns:a16="http://schemas.microsoft.com/office/drawing/2014/main" id="{83F0A1E9-B2B7-4226-AC26-78462F26BFB2}"/>
              </a:ext>
            </a:extLst>
          </p:cNvPr>
          <p:cNvCxnSpPr/>
          <p:nvPr/>
        </p:nvCxnSpPr>
        <p:spPr>
          <a:xfrm>
            <a:off x="6096000" y="1715589"/>
            <a:ext cx="0" cy="4197531"/>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D9045E30-6640-4474-91B1-90DC77894A50}"/>
              </a:ext>
            </a:extLst>
          </p:cNvPr>
          <p:cNvGrpSpPr/>
          <p:nvPr/>
        </p:nvGrpSpPr>
        <p:grpSpPr>
          <a:xfrm>
            <a:off x="6996013" y="1836420"/>
            <a:ext cx="3498668" cy="4076699"/>
            <a:chOff x="6844938" y="1836420"/>
            <a:chExt cx="3498668" cy="4076699"/>
          </a:xfrm>
        </p:grpSpPr>
        <p:sp>
          <p:nvSpPr>
            <p:cNvPr id="19" name="TextBox 18">
              <a:extLst>
                <a:ext uri="{FF2B5EF4-FFF2-40B4-BE49-F238E27FC236}">
                  <a16:creationId xmlns:a16="http://schemas.microsoft.com/office/drawing/2014/main" id="{41C47B3B-97E9-422F-98F6-0ACF7C4639F8}"/>
                </a:ext>
              </a:extLst>
            </p:cNvPr>
            <p:cNvSpPr txBox="1"/>
            <p:nvPr/>
          </p:nvSpPr>
          <p:spPr>
            <a:xfrm flipH="1">
              <a:off x="7236823" y="5605342"/>
              <a:ext cx="2714898" cy="30777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a:ea typeface="+mn-ea"/>
                  <a:cs typeface="+mn-cs"/>
                </a:rPr>
                <a:t>Data Verse</a:t>
              </a:r>
            </a:p>
          </p:txBody>
        </p:sp>
        <p:pic>
          <p:nvPicPr>
            <p:cNvPr id="20" name="Graphic 19">
              <a:extLst>
                <a:ext uri="{FF2B5EF4-FFF2-40B4-BE49-F238E27FC236}">
                  <a16:creationId xmlns:a16="http://schemas.microsoft.com/office/drawing/2014/main" id="{58A2C791-0D06-4235-96DB-91C12BC693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4938" y="1836420"/>
              <a:ext cx="3498668" cy="3498668"/>
            </a:xfrm>
            <a:prstGeom prst="rect">
              <a:avLst/>
            </a:prstGeom>
          </p:spPr>
        </p:pic>
      </p:grpSp>
      <p:grpSp>
        <p:nvGrpSpPr>
          <p:cNvPr id="21" name="Group 20">
            <a:extLst>
              <a:ext uri="{FF2B5EF4-FFF2-40B4-BE49-F238E27FC236}">
                <a16:creationId xmlns:a16="http://schemas.microsoft.com/office/drawing/2014/main" id="{79B85214-B42D-4BAF-8EF2-FB9B86791D30}"/>
              </a:ext>
            </a:extLst>
          </p:cNvPr>
          <p:cNvGrpSpPr/>
          <p:nvPr/>
        </p:nvGrpSpPr>
        <p:grpSpPr>
          <a:xfrm>
            <a:off x="1730860" y="1932069"/>
            <a:ext cx="3312814" cy="3981050"/>
            <a:chOff x="1745193" y="1684876"/>
            <a:chExt cx="3312814" cy="3981050"/>
          </a:xfrm>
        </p:grpSpPr>
        <p:sp>
          <p:nvSpPr>
            <p:cNvPr id="22" name="TextBox 21">
              <a:extLst>
                <a:ext uri="{FF2B5EF4-FFF2-40B4-BE49-F238E27FC236}">
                  <a16:creationId xmlns:a16="http://schemas.microsoft.com/office/drawing/2014/main" id="{D68FB903-0496-41BF-8126-1D13FCC7E403}"/>
                </a:ext>
              </a:extLst>
            </p:cNvPr>
            <p:cNvSpPr txBox="1"/>
            <p:nvPr/>
          </p:nvSpPr>
          <p:spPr>
            <a:xfrm flipH="1">
              <a:off x="2044151" y="5358149"/>
              <a:ext cx="2714898" cy="30777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a:ea typeface="+mn-ea"/>
                  <a:cs typeface="+mn-cs"/>
                </a:rPr>
                <a:t>Connectors</a:t>
              </a:r>
            </a:p>
          </p:txBody>
        </p:sp>
        <p:sp>
          <p:nvSpPr>
            <p:cNvPr id="23" name="Org_ECA6" title="Icon of three boxes in a bracket chart">
              <a:extLst>
                <a:ext uri="{FF2B5EF4-FFF2-40B4-BE49-F238E27FC236}">
                  <a16:creationId xmlns:a16="http://schemas.microsoft.com/office/drawing/2014/main" id="{43866C1E-2BCF-4492-B418-524E2430813B}"/>
                </a:ext>
              </a:extLst>
            </p:cNvPr>
            <p:cNvSpPr>
              <a:spLocks noChangeAspect="1" noEditPoints="1"/>
            </p:cNvSpPr>
            <p:nvPr/>
          </p:nvSpPr>
          <p:spPr bwMode="auto">
            <a:xfrm>
              <a:off x="1745193" y="1684876"/>
              <a:ext cx="3312814" cy="3314402"/>
            </a:xfrm>
            <a:custGeom>
              <a:avLst/>
              <a:gdLst>
                <a:gd name="T0" fmla="*/ 1177 w 4117"/>
                <a:gd name="T1" fmla="*/ 4119 h 4119"/>
                <a:gd name="T2" fmla="*/ 0 w 4117"/>
                <a:gd name="T3" fmla="*/ 4119 h 4119"/>
                <a:gd name="T4" fmla="*/ 0 w 4117"/>
                <a:gd name="T5" fmla="*/ 2942 h 4119"/>
                <a:gd name="T6" fmla="*/ 1177 w 4117"/>
                <a:gd name="T7" fmla="*/ 2942 h 4119"/>
                <a:gd name="T8" fmla="*/ 1177 w 4117"/>
                <a:gd name="T9" fmla="*/ 4119 h 4119"/>
                <a:gd name="T10" fmla="*/ 4117 w 4117"/>
                <a:gd name="T11" fmla="*/ 2942 h 4119"/>
                <a:gd name="T12" fmla="*/ 2941 w 4117"/>
                <a:gd name="T13" fmla="*/ 2942 h 4119"/>
                <a:gd name="T14" fmla="*/ 2941 w 4117"/>
                <a:gd name="T15" fmla="*/ 4119 h 4119"/>
                <a:gd name="T16" fmla="*/ 4117 w 4117"/>
                <a:gd name="T17" fmla="*/ 4119 h 4119"/>
                <a:gd name="T18" fmla="*/ 4117 w 4117"/>
                <a:gd name="T19" fmla="*/ 2942 h 4119"/>
                <a:gd name="T20" fmla="*/ 2647 w 4117"/>
                <a:gd name="T21" fmla="*/ 0 h 4119"/>
                <a:gd name="T22" fmla="*/ 1471 w 4117"/>
                <a:gd name="T23" fmla="*/ 0 h 4119"/>
                <a:gd name="T24" fmla="*/ 1471 w 4117"/>
                <a:gd name="T25" fmla="*/ 1177 h 4119"/>
                <a:gd name="T26" fmla="*/ 2647 w 4117"/>
                <a:gd name="T27" fmla="*/ 1177 h 4119"/>
                <a:gd name="T28" fmla="*/ 2647 w 4117"/>
                <a:gd name="T29" fmla="*/ 0 h 4119"/>
                <a:gd name="T30" fmla="*/ 2059 w 4117"/>
                <a:gd name="T31" fmla="*/ 1177 h 4119"/>
                <a:gd name="T32" fmla="*/ 2059 w 4117"/>
                <a:gd name="T33" fmla="*/ 2060 h 4119"/>
                <a:gd name="T34" fmla="*/ 3529 w 4117"/>
                <a:gd name="T35" fmla="*/ 2942 h 4119"/>
                <a:gd name="T36" fmla="*/ 3529 w 4117"/>
                <a:gd name="T37" fmla="*/ 2060 h 4119"/>
                <a:gd name="T38" fmla="*/ 588 w 4117"/>
                <a:gd name="T39" fmla="*/ 2060 h 4119"/>
                <a:gd name="T40" fmla="*/ 588 w 4117"/>
                <a:gd name="T41" fmla="*/ 2942 h 4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117" h="4119">
                  <a:moveTo>
                    <a:pt x="1177" y="4119"/>
                  </a:moveTo>
                  <a:lnTo>
                    <a:pt x="0" y="4119"/>
                  </a:lnTo>
                  <a:lnTo>
                    <a:pt x="0" y="2942"/>
                  </a:lnTo>
                  <a:lnTo>
                    <a:pt x="1177" y="2942"/>
                  </a:lnTo>
                  <a:lnTo>
                    <a:pt x="1177" y="4119"/>
                  </a:lnTo>
                  <a:moveTo>
                    <a:pt x="4117" y="2942"/>
                  </a:moveTo>
                  <a:lnTo>
                    <a:pt x="2941" y="2942"/>
                  </a:lnTo>
                  <a:lnTo>
                    <a:pt x="2941" y="4119"/>
                  </a:lnTo>
                  <a:lnTo>
                    <a:pt x="4117" y="4119"/>
                  </a:lnTo>
                  <a:lnTo>
                    <a:pt x="4117" y="2942"/>
                  </a:lnTo>
                  <a:moveTo>
                    <a:pt x="2647" y="0"/>
                  </a:moveTo>
                  <a:lnTo>
                    <a:pt x="1471" y="0"/>
                  </a:lnTo>
                  <a:lnTo>
                    <a:pt x="1471" y="1177"/>
                  </a:lnTo>
                  <a:lnTo>
                    <a:pt x="2647" y="1177"/>
                  </a:lnTo>
                  <a:lnTo>
                    <a:pt x="2647" y="0"/>
                  </a:lnTo>
                  <a:moveTo>
                    <a:pt x="2059" y="1177"/>
                  </a:moveTo>
                  <a:lnTo>
                    <a:pt x="2059" y="2060"/>
                  </a:lnTo>
                  <a:moveTo>
                    <a:pt x="3529" y="2942"/>
                  </a:moveTo>
                  <a:lnTo>
                    <a:pt x="3529" y="2060"/>
                  </a:lnTo>
                  <a:lnTo>
                    <a:pt x="588" y="2060"/>
                  </a:lnTo>
                  <a:lnTo>
                    <a:pt x="588" y="2942"/>
                  </a:lnTo>
                </a:path>
              </a:pathLst>
            </a:custGeom>
            <a:noFill/>
            <a:ln w="76200" cap="sq">
              <a:solidFill>
                <a:srgbClr val="D83B01"/>
              </a:solidFill>
              <a:prstDash val="solid"/>
              <a:miter lim="800000"/>
              <a:headEnd/>
              <a:tailEnd/>
            </a:ln>
          </p:spPr>
          <p:txBody>
            <a:bodyPr vert="horz" wrap="square" lIns="87845" tIns="43922" rIns="87845" bIns="43922" numCol="1" anchor="t" anchorCtr="0" compatLnSpc="1">
              <a:prstTxWarp prst="textNoShape">
                <a:avLst/>
              </a:prstTxWarp>
            </a:bodyPr>
            <a:lstStyle/>
            <a:p>
              <a:pPr marL="0" marR="0" lvl="0" indent="0" algn="ctr" defTabSz="878380" rtl="0" eaLnBrk="1" fontAlgn="base" latinLnBrk="0" hangingPunct="1">
                <a:lnSpc>
                  <a:spcPct val="100000"/>
                </a:lnSpc>
                <a:spcBef>
                  <a:spcPts val="0"/>
                </a:spcBef>
                <a:spcAft>
                  <a:spcPts val="0"/>
                </a:spcAft>
                <a:buClrTx/>
                <a:buSzTx/>
                <a:buFontTx/>
                <a:buNone/>
                <a:tabLst/>
                <a:defRPr/>
              </a:pPr>
              <a:endParaRPr kumimoji="0" lang="en-US" sz="865" b="0" i="0" u="none" strike="noStrike" kern="120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309991562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19246-1C22-48B2-BAE7-A4B8164D5DF8}"/>
              </a:ext>
            </a:extLst>
          </p:cNvPr>
          <p:cNvSpPr>
            <a:spLocks noGrp="1"/>
          </p:cNvSpPr>
          <p:nvPr>
            <p:ph type="title"/>
          </p:nvPr>
        </p:nvSpPr>
        <p:spPr/>
        <p:txBody>
          <a:bodyPr/>
          <a:lstStyle/>
          <a:p>
            <a:r>
              <a:rPr lang="en-US" sz="3600" spc="-50" dirty="0">
                <a:ln w="3175">
                  <a:noFill/>
                </a:ln>
                <a:solidFill>
                  <a:srgbClr val="1A1A1A"/>
                </a:solidFill>
                <a:latin typeface="Segoe UI Semibold"/>
                <a:ea typeface="+mn-ea"/>
                <a:cs typeface="Segoe UI" pitchFamily="34" charset="0"/>
              </a:rPr>
              <a:t>Why external data (Connectors)?</a:t>
            </a:r>
          </a:p>
        </p:txBody>
      </p:sp>
      <p:sp>
        <p:nvSpPr>
          <p:cNvPr id="4" name="TextBox 3">
            <a:extLst>
              <a:ext uri="{FF2B5EF4-FFF2-40B4-BE49-F238E27FC236}">
                <a16:creationId xmlns:a16="http://schemas.microsoft.com/office/drawing/2014/main" id="{1828007D-FB79-430A-8191-DAD69E62F6F8}"/>
              </a:ext>
            </a:extLst>
          </p:cNvPr>
          <p:cNvSpPr txBox="1"/>
          <p:nvPr/>
        </p:nvSpPr>
        <p:spPr>
          <a:xfrm flipH="1">
            <a:off x="2240279" y="5605343"/>
            <a:ext cx="2714898" cy="30777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a:ea typeface="+mn-ea"/>
                <a:cs typeface="+mn-cs"/>
              </a:rPr>
              <a:t>It’s easy</a:t>
            </a:r>
          </a:p>
        </p:txBody>
      </p:sp>
      <p:sp>
        <p:nvSpPr>
          <p:cNvPr id="5" name="TextBox 4">
            <a:extLst>
              <a:ext uri="{FF2B5EF4-FFF2-40B4-BE49-F238E27FC236}">
                <a16:creationId xmlns:a16="http://schemas.microsoft.com/office/drawing/2014/main" id="{B3991ECF-61A6-41B7-883D-8E5DCCD13BF3}"/>
              </a:ext>
            </a:extLst>
          </p:cNvPr>
          <p:cNvSpPr txBox="1"/>
          <p:nvPr/>
        </p:nvSpPr>
        <p:spPr>
          <a:xfrm flipH="1">
            <a:off x="7236823" y="5605342"/>
            <a:ext cx="2714898" cy="30777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a:ea typeface="+mn-ea"/>
                <a:cs typeface="+mn-cs"/>
              </a:rPr>
              <a:t>It’s home</a:t>
            </a:r>
          </a:p>
        </p:txBody>
      </p:sp>
      <p:cxnSp>
        <p:nvCxnSpPr>
          <p:cNvPr id="7" name="Straight Connector 6">
            <a:extLst>
              <a:ext uri="{FF2B5EF4-FFF2-40B4-BE49-F238E27FC236}">
                <a16:creationId xmlns:a16="http://schemas.microsoft.com/office/drawing/2014/main" id="{83F0A1E9-B2B7-4226-AC26-78462F26BFB2}"/>
              </a:ext>
            </a:extLst>
          </p:cNvPr>
          <p:cNvCxnSpPr/>
          <p:nvPr/>
        </p:nvCxnSpPr>
        <p:spPr>
          <a:xfrm>
            <a:off x="6096000" y="1715589"/>
            <a:ext cx="0" cy="4197531"/>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DevUpdate_ECC5" title="Icon of a clock with an arrow around it pointing clockwise">
            <a:extLst>
              <a:ext uri="{FF2B5EF4-FFF2-40B4-BE49-F238E27FC236}">
                <a16:creationId xmlns:a16="http://schemas.microsoft.com/office/drawing/2014/main" id="{97C99796-C0DC-48AB-8299-AFADCB1E7529}"/>
              </a:ext>
            </a:extLst>
          </p:cNvPr>
          <p:cNvSpPr>
            <a:spLocks noChangeAspect="1" noEditPoints="1"/>
          </p:cNvSpPr>
          <p:nvPr/>
        </p:nvSpPr>
        <p:spPr bwMode="auto">
          <a:xfrm>
            <a:off x="2240290" y="2419856"/>
            <a:ext cx="2714887" cy="2715543"/>
          </a:xfrm>
          <a:custGeom>
            <a:avLst/>
            <a:gdLst>
              <a:gd name="T0" fmla="*/ 2500 w 3750"/>
              <a:gd name="T1" fmla="*/ 2750 h 3750"/>
              <a:gd name="T2" fmla="*/ 1750 w 3750"/>
              <a:gd name="T3" fmla="*/ 2000 h 3750"/>
              <a:gd name="T4" fmla="*/ 1750 w 3750"/>
              <a:gd name="T5" fmla="*/ 875 h 3750"/>
              <a:gd name="T6" fmla="*/ 2875 w 3750"/>
              <a:gd name="T7" fmla="*/ 1250 h 3750"/>
              <a:gd name="T8" fmla="*/ 3750 w 3750"/>
              <a:gd name="T9" fmla="*/ 1250 h 3750"/>
              <a:gd name="T10" fmla="*/ 3750 w 3750"/>
              <a:gd name="T11" fmla="*/ 375 h 3750"/>
              <a:gd name="T12" fmla="*/ 3641 w 3750"/>
              <a:gd name="T13" fmla="*/ 1250 h 3750"/>
              <a:gd name="T14" fmla="*/ 1875 w 3750"/>
              <a:gd name="T15" fmla="*/ 0 h 3750"/>
              <a:gd name="T16" fmla="*/ 0 w 3750"/>
              <a:gd name="T17" fmla="*/ 1875 h 3750"/>
              <a:gd name="T18" fmla="*/ 1875 w 3750"/>
              <a:gd name="T19" fmla="*/ 3750 h 3750"/>
              <a:gd name="T20" fmla="*/ 3681 w 3750"/>
              <a:gd name="T21" fmla="*/ 23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50" h="3750">
                <a:moveTo>
                  <a:pt x="2500" y="2750"/>
                </a:moveTo>
                <a:cubicBezTo>
                  <a:pt x="1750" y="2000"/>
                  <a:pt x="1750" y="2000"/>
                  <a:pt x="1750" y="2000"/>
                </a:cubicBezTo>
                <a:cubicBezTo>
                  <a:pt x="1750" y="875"/>
                  <a:pt x="1750" y="875"/>
                  <a:pt x="1750" y="875"/>
                </a:cubicBezTo>
                <a:moveTo>
                  <a:pt x="2875" y="1250"/>
                </a:moveTo>
                <a:cubicBezTo>
                  <a:pt x="3750" y="1250"/>
                  <a:pt x="3750" y="1250"/>
                  <a:pt x="3750" y="1250"/>
                </a:cubicBezTo>
                <a:cubicBezTo>
                  <a:pt x="3750" y="375"/>
                  <a:pt x="3750" y="375"/>
                  <a:pt x="3750" y="375"/>
                </a:cubicBezTo>
                <a:moveTo>
                  <a:pt x="3641" y="1250"/>
                </a:moveTo>
                <a:cubicBezTo>
                  <a:pt x="3383" y="522"/>
                  <a:pt x="2691" y="0"/>
                  <a:pt x="1875" y="0"/>
                </a:cubicBezTo>
                <a:cubicBezTo>
                  <a:pt x="839" y="0"/>
                  <a:pt x="0" y="839"/>
                  <a:pt x="0" y="1875"/>
                </a:cubicBezTo>
                <a:cubicBezTo>
                  <a:pt x="0" y="2911"/>
                  <a:pt x="839" y="3750"/>
                  <a:pt x="1875" y="3750"/>
                </a:cubicBezTo>
                <a:cubicBezTo>
                  <a:pt x="2737" y="3750"/>
                  <a:pt x="3461" y="3167"/>
                  <a:pt x="3681" y="2375"/>
                </a:cubicBezTo>
              </a:path>
            </a:pathLst>
          </a:custGeom>
          <a:noFill/>
          <a:ln w="76200" cap="flat">
            <a:solidFill>
              <a:srgbClr val="D83B0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sp>
        <p:nvSpPr>
          <p:cNvPr id="11" name="house" title="Icon of a house">
            <a:extLst>
              <a:ext uri="{FF2B5EF4-FFF2-40B4-BE49-F238E27FC236}">
                <a16:creationId xmlns:a16="http://schemas.microsoft.com/office/drawing/2014/main" id="{709CD435-7FB5-4BD3-964B-C0FBCD87C493}"/>
              </a:ext>
            </a:extLst>
          </p:cNvPr>
          <p:cNvSpPr>
            <a:spLocks noChangeAspect="1" noEditPoints="1"/>
          </p:cNvSpPr>
          <p:nvPr/>
        </p:nvSpPr>
        <p:spPr bwMode="auto">
          <a:xfrm>
            <a:off x="7065707" y="2219093"/>
            <a:ext cx="3057130" cy="2711972"/>
          </a:xfrm>
          <a:custGeom>
            <a:avLst/>
            <a:gdLst>
              <a:gd name="T0" fmla="*/ 0 w 248"/>
              <a:gd name="T1" fmla="*/ 123 h 220"/>
              <a:gd name="T2" fmla="*/ 124 w 248"/>
              <a:gd name="T3" fmla="*/ 0 h 220"/>
              <a:gd name="T4" fmla="*/ 248 w 248"/>
              <a:gd name="T5" fmla="*/ 123 h 220"/>
              <a:gd name="T6" fmla="*/ 27 w 248"/>
              <a:gd name="T7" fmla="*/ 97 h 220"/>
              <a:gd name="T8" fmla="*/ 27 w 248"/>
              <a:gd name="T9" fmla="*/ 220 h 220"/>
              <a:gd name="T10" fmla="*/ 98 w 248"/>
              <a:gd name="T11" fmla="*/ 220 h 220"/>
              <a:gd name="T12" fmla="*/ 98 w 248"/>
              <a:gd name="T13" fmla="*/ 131 h 220"/>
              <a:gd name="T14" fmla="*/ 152 w 248"/>
              <a:gd name="T15" fmla="*/ 131 h 220"/>
              <a:gd name="T16" fmla="*/ 152 w 248"/>
              <a:gd name="T17" fmla="*/ 220 h 220"/>
              <a:gd name="T18" fmla="*/ 222 w 248"/>
              <a:gd name="T19" fmla="*/ 220 h 220"/>
              <a:gd name="T20" fmla="*/ 222 w 248"/>
              <a:gd name="T21" fmla="*/ 97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8" h="220">
                <a:moveTo>
                  <a:pt x="0" y="123"/>
                </a:moveTo>
                <a:lnTo>
                  <a:pt x="124" y="0"/>
                </a:lnTo>
                <a:lnTo>
                  <a:pt x="248" y="123"/>
                </a:lnTo>
                <a:moveTo>
                  <a:pt x="27" y="97"/>
                </a:moveTo>
                <a:lnTo>
                  <a:pt x="27" y="220"/>
                </a:lnTo>
                <a:lnTo>
                  <a:pt x="98" y="220"/>
                </a:lnTo>
                <a:lnTo>
                  <a:pt x="98" y="131"/>
                </a:lnTo>
                <a:lnTo>
                  <a:pt x="152" y="131"/>
                </a:lnTo>
                <a:lnTo>
                  <a:pt x="152" y="220"/>
                </a:lnTo>
                <a:lnTo>
                  <a:pt x="222" y="220"/>
                </a:lnTo>
                <a:lnTo>
                  <a:pt x="222" y="97"/>
                </a:lnTo>
              </a:path>
            </a:pathLst>
          </a:custGeom>
          <a:noFill/>
          <a:ln w="76200" cap="flat">
            <a:solidFill>
              <a:srgbClr val="D83B0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gradFill>
                <a:gsLst>
                  <a:gs pos="0">
                    <a:srgbClr val="505050"/>
                  </a:gs>
                  <a:gs pos="100000">
                    <a:srgbClr val="505050"/>
                  </a:gs>
                </a:gsLst>
              </a:gradFill>
              <a:effectLst/>
              <a:uLnTx/>
              <a:uFillTx/>
              <a:latin typeface="Segoe UI"/>
              <a:ea typeface="+mn-ea"/>
              <a:cs typeface="+mn-cs"/>
            </a:endParaRPr>
          </a:p>
        </p:txBody>
      </p:sp>
    </p:spTree>
    <p:extLst>
      <p:ext uri="{BB962C8B-B14F-4D97-AF65-F5344CB8AC3E}">
        <p14:creationId xmlns:p14="http://schemas.microsoft.com/office/powerpoint/2010/main" val="147074085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19246-1C22-48B2-BAE7-A4B8164D5DF8}"/>
              </a:ext>
            </a:extLst>
          </p:cNvPr>
          <p:cNvSpPr>
            <a:spLocks noGrp="1"/>
          </p:cNvSpPr>
          <p:nvPr>
            <p:ph type="title"/>
          </p:nvPr>
        </p:nvSpPr>
        <p:spPr/>
        <p:txBody>
          <a:bodyPr/>
          <a:lstStyle/>
          <a:p>
            <a:r>
              <a:rPr lang="en-US" sz="3600" spc="-50" dirty="0">
                <a:ln w="3175">
                  <a:noFill/>
                </a:ln>
                <a:solidFill>
                  <a:srgbClr val="1A1A1A"/>
                </a:solidFill>
                <a:latin typeface="Segoe UI Semibold"/>
                <a:ea typeface="+mn-ea"/>
                <a:cs typeface="Segoe UI" pitchFamily="34" charset="0"/>
              </a:rPr>
              <a:t>Why internal data </a:t>
            </a:r>
            <a:r>
              <a:rPr lang="en-US" spc="-50" dirty="0">
                <a:ln w="3175">
                  <a:noFill/>
                </a:ln>
                <a:solidFill>
                  <a:srgbClr val="1A1A1A"/>
                </a:solidFill>
                <a:latin typeface="Segoe UI Semibold"/>
                <a:ea typeface="+mn-ea"/>
                <a:cs typeface="Segoe UI" pitchFamily="34" charset="0"/>
              </a:rPr>
              <a:t>- </a:t>
            </a:r>
            <a:r>
              <a:rPr lang="en-US" sz="3600" spc="-50" dirty="0">
                <a:ln w="3175">
                  <a:noFill/>
                </a:ln>
                <a:solidFill>
                  <a:srgbClr val="1A1A1A"/>
                </a:solidFill>
                <a:latin typeface="Segoe UI Semibold"/>
                <a:ea typeface="+mn-ea"/>
                <a:cs typeface="Segoe UI" pitchFamily="34" charset="0"/>
              </a:rPr>
              <a:t>Data verse?</a:t>
            </a:r>
          </a:p>
        </p:txBody>
      </p:sp>
      <p:cxnSp>
        <p:nvCxnSpPr>
          <p:cNvPr id="7" name="Straight Connector 6">
            <a:extLst>
              <a:ext uri="{FF2B5EF4-FFF2-40B4-BE49-F238E27FC236}">
                <a16:creationId xmlns:a16="http://schemas.microsoft.com/office/drawing/2014/main" id="{83F0A1E9-B2B7-4226-AC26-78462F26BFB2}"/>
              </a:ext>
            </a:extLst>
          </p:cNvPr>
          <p:cNvCxnSpPr/>
          <p:nvPr/>
        </p:nvCxnSpPr>
        <p:spPr>
          <a:xfrm>
            <a:off x="3822590" y="1680755"/>
            <a:ext cx="0" cy="4197531"/>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914351F-7F9A-4AD8-B82F-DA436E92F270}"/>
              </a:ext>
            </a:extLst>
          </p:cNvPr>
          <p:cNvGrpSpPr/>
          <p:nvPr/>
        </p:nvGrpSpPr>
        <p:grpSpPr>
          <a:xfrm>
            <a:off x="553711" y="2184259"/>
            <a:ext cx="2714898" cy="3694027"/>
            <a:chOff x="228599" y="2184259"/>
            <a:chExt cx="2714898" cy="3694027"/>
          </a:xfrm>
        </p:grpSpPr>
        <p:sp>
          <p:nvSpPr>
            <p:cNvPr id="4" name="TextBox 3">
              <a:extLst>
                <a:ext uri="{FF2B5EF4-FFF2-40B4-BE49-F238E27FC236}">
                  <a16:creationId xmlns:a16="http://schemas.microsoft.com/office/drawing/2014/main" id="{1828007D-FB79-430A-8191-DAD69E62F6F8}"/>
                </a:ext>
              </a:extLst>
            </p:cNvPr>
            <p:cNvSpPr txBox="1"/>
            <p:nvPr/>
          </p:nvSpPr>
          <p:spPr>
            <a:xfrm flipH="1">
              <a:off x="228599" y="5570509"/>
              <a:ext cx="2714898" cy="307777"/>
            </a:xfrm>
            <a:prstGeom prst="rect">
              <a:avLst/>
            </a:prstGeom>
            <a:noFill/>
            <a:ln>
              <a:noFill/>
            </a:ln>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a:ea typeface="+mn-ea"/>
                  <a:cs typeface="+mn-cs"/>
                </a:rPr>
                <a:t>It’s smart</a:t>
              </a:r>
            </a:p>
          </p:txBody>
        </p:sp>
        <p:sp>
          <p:nvSpPr>
            <p:cNvPr id="9" name="Brain_3" title="Icon of a brain">
              <a:extLst>
                <a:ext uri="{FF2B5EF4-FFF2-40B4-BE49-F238E27FC236}">
                  <a16:creationId xmlns:a16="http://schemas.microsoft.com/office/drawing/2014/main" id="{301764B8-A36A-4255-85A8-5A6E4DA63EDB}"/>
                </a:ext>
              </a:extLst>
            </p:cNvPr>
            <p:cNvSpPr>
              <a:spLocks noChangeAspect="1" noEditPoints="1"/>
            </p:cNvSpPr>
            <p:nvPr/>
          </p:nvSpPr>
          <p:spPr bwMode="auto">
            <a:xfrm>
              <a:off x="296912" y="2184259"/>
              <a:ext cx="2522135" cy="2711972"/>
            </a:xfrm>
            <a:custGeom>
              <a:avLst/>
              <a:gdLst>
                <a:gd name="T0" fmla="*/ 68 w 315"/>
                <a:gd name="T1" fmla="*/ 292 h 338"/>
                <a:gd name="T2" fmla="*/ 24 w 315"/>
                <a:gd name="T3" fmla="*/ 231 h 338"/>
                <a:gd name="T4" fmla="*/ 28 w 315"/>
                <a:gd name="T5" fmla="*/ 126 h 338"/>
                <a:gd name="T6" fmla="*/ 68 w 315"/>
                <a:gd name="T7" fmla="*/ 46 h 338"/>
                <a:gd name="T8" fmla="*/ 113 w 315"/>
                <a:gd name="T9" fmla="*/ 0 h 338"/>
                <a:gd name="T10" fmla="*/ 158 w 315"/>
                <a:gd name="T11" fmla="*/ 293 h 338"/>
                <a:gd name="T12" fmla="*/ 248 w 315"/>
                <a:gd name="T13" fmla="*/ 292 h 338"/>
                <a:gd name="T14" fmla="*/ 292 w 315"/>
                <a:gd name="T15" fmla="*/ 231 h 338"/>
                <a:gd name="T16" fmla="*/ 287 w 315"/>
                <a:gd name="T17" fmla="*/ 126 h 338"/>
                <a:gd name="T18" fmla="*/ 248 w 315"/>
                <a:gd name="T19" fmla="*/ 46 h 338"/>
                <a:gd name="T20" fmla="*/ 203 w 315"/>
                <a:gd name="T21" fmla="*/ 0 h 338"/>
                <a:gd name="T22" fmla="*/ 158 w 315"/>
                <a:gd name="T23" fmla="*/ 293 h 338"/>
                <a:gd name="T24" fmla="*/ 90 w 315"/>
                <a:gd name="T25" fmla="*/ 293 h 338"/>
                <a:gd name="T26" fmla="*/ 248 w 315"/>
                <a:gd name="T27" fmla="*/ 293 h 338"/>
                <a:gd name="T28" fmla="*/ 68 w 315"/>
                <a:gd name="T29" fmla="*/ 180 h 338"/>
                <a:gd name="T30" fmla="*/ 90 w 315"/>
                <a:gd name="T31" fmla="*/ 203 h 338"/>
                <a:gd name="T32" fmla="*/ 158 w 315"/>
                <a:gd name="T33" fmla="*/ 225 h 338"/>
                <a:gd name="T34" fmla="*/ 225 w 315"/>
                <a:gd name="T35" fmla="*/ 203 h 338"/>
                <a:gd name="T36" fmla="*/ 248 w 315"/>
                <a:gd name="T37" fmla="*/ 180 h 338"/>
                <a:gd name="T38" fmla="*/ 79 w 315"/>
                <a:gd name="T39" fmla="*/ 90 h 338"/>
                <a:gd name="T40" fmla="*/ 113 w 315"/>
                <a:gd name="T41" fmla="*/ 113 h 338"/>
                <a:gd name="T42" fmla="*/ 135 w 315"/>
                <a:gd name="T43" fmla="*/ 135 h 338"/>
                <a:gd name="T44" fmla="*/ 203 w 315"/>
                <a:gd name="T45" fmla="*/ 113 h 338"/>
                <a:gd name="T46" fmla="*/ 225 w 315"/>
                <a:gd name="T47" fmla="*/ 90 h 338"/>
                <a:gd name="T48" fmla="*/ 24 w 315"/>
                <a:gd name="T49" fmla="*/ 231 h 338"/>
                <a:gd name="T50" fmla="*/ 248 w 315"/>
                <a:gd name="T51" fmla="*/ 248 h 338"/>
                <a:gd name="T52" fmla="*/ 28 w 315"/>
                <a:gd name="T53" fmla="*/ 126 h 338"/>
                <a:gd name="T54" fmla="*/ 243 w 315"/>
                <a:gd name="T55" fmla="*/ 126 h 338"/>
                <a:gd name="T56" fmla="*/ 68 w 315"/>
                <a:gd name="T57" fmla="*/ 45 h 338"/>
                <a:gd name="T58" fmla="*/ 248 w 315"/>
                <a:gd name="T59" fmla="*/ 45 h 338"/>
                <a:gd name="T60" fmla="*/ 135 w 315"/>
                <a:gd name="T61" fmla="*/ 293 h 338"/>
                <a:gd name="T62" fmla="*/ 68 w 315"/>
                <a:gd name="T63" fmla="*/ 293 h 338"/>
                <a:gd name="T64" fmla="*/ 101 w 315"/>
                <a:gd name="T65" fmla="*/ 338 h 338"/>
                <a:gd name="T66" fmla="*/ 158 w 315"/>
                <a:gd name="T67" fmla="*/ 315 h 338"/>
                <a:gd name="T68" fmla="*/ 158 w 315"/>
                <a:gd name="T69" fmla="*/ 293 h 338"/>
                <a:gd name="T70" fmla="*/ 180 w 315"/>
                <a:gd name="T71" fmla="*/ 338 h 338"/>
                <a:gd name="T72" fmla="*/ 248 w 315"/>
                <a:gd name="T73" fmla="*/ 304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5" h="338">
                  <a:moveTo>
                    <a:pt x="68" y="293"/>
                  </a:moveTo>
                  <a:cubicBezTo>
                    <a:pt x="68" y="293"/>
                    <a:pt x="68" y="292"/>
                    <a:pt x="68" y="292"/>
                  </a:cubicBezTo>
                  <a:cubicBezTo>
                    <a:pt x="42" y="289"/>
                    <a:pt x="23" y="268"/>
                    <a:pt x="23" y="242"/>
                  </a:cubicBezTo>
                  <a:cubicBezTo>
                    <a:pt x="23" y="238"/>
                    <a:pt x="23" y="235"/>
                    <a:pt x="24" y="231"/>
                  </a:cubicBezTo>
                  <a:cubicBezTo>
                    <a:pt x="10" y="219"/>
                    <a:pt x="0" y="201"/>
                    <a:pt x="0" y="180"/>
                  </a:cubicBezTo>
                  <a:cubicBezTo>
                    <a:pt x="0" y="158"/>
                    <a:pt x="11" y="138"/>
                    <a:pt x="28" y="126"/>
                  </a:cubicBezTo>
                  <a:cubicBezTo>
                    <a:pt x="25" y="118"/>
                    <a:pt x="23" y="110"/>
                    <a:pt x="23" y="102"/>
                  </a:cubicBezTo>
                  <a:cubicBezTo>
                    <a:pt x="23" y="74"/>
                    <a:pt x="42" y="52"/>
                    <a:pt x="68" y="46"/>
                  </a:cubicBezTo>
                  <a:cubicBezTo>
                    <a:pt x="68" y="46"/>
                    <a:pt x="68" y="46"/>
                    <a:pt x="68" y="45"/>
                  </a:cubicBezTo>
                  <a:cubicBezTo>
                    <a:pt x="68" y="20"/>
                    <a:pt x="88" y="0"/>
                    <a:pt x="113" y="0"/>
                  </a:cubicBezTo>
                  <a:cubicBezTo>
                    <a:pt x="138" y="0"/>
                    <a:pt x="158" y="20"/>
                    <a:pt x="158" y="45"/>
                  </a:cubicBezTo>
                  <a:cubicBezTo>
                    <a:pt x="158" y="293"/>
                    <a:pt x="158" y="293"/>
                    <a:pt x="158" y="293"/>
                  </a:cubicBezTo>
                  <a:moveTo>
                    <a:pt x="248" y="293"/>
                  </a:moveTo>
                  <a:cubicBezTo>
                    <a:pt x="248" y="293"/>
                    <a:pt x="248" y="292"/>
                    <a:pt x="248" y="292"/>
                  </a:cubicBezTo>
                  <a:cubicBezTo>
                    <a:pt x="273" y="289"/>
                    <a:pt x="293" y="268"/>
                    <a:pt x="293" y="242"/>
                  </a:cubicBezTo>
                  <a:cubicBezTo>
                    <a:pt x="293" y="238"/>
                    <a:pt x="292" y="235"/>
                    <a:pt x="292" y="231"/>
                  </a:cubicBezTo>
                  <a:cubicBezTo>
                    <a:pt x="306" y="219"/>
                    <a:pt x="315" y="201"/>
                    <a:pt x="315" y="180"/>
                  </a:cubicBezTo>
                  <a:cubicBezTo>
                    <a:pt x="315" y="158"/>
                    <a:pt x="304" y="138"/>
                    <a:pt x="287" y="126"/>
                  </a:cubicBezTo>
                  <a:cubicBezTo>
                    <a:pt x="291" y="118"/>
                    <a:pt x="293" y="110"/>
                    <a:pt x="293" y="102"/>
                  </a:cubicBezTo>
                  <a:cubicBezTo>
                    <a:pt x="293" y="74"/>
                    <a:pt x="273" y="52"/>
                    <a:pt x="248" y="46"/>
                  </a:cubicBezTo>
                  <a:cubicBezTo>
                    <a:pt x="248" y="46"/>
                    <a:pt x="248" y="46"/>
                    <a:pt x="248" y="45"/>
                  </a:cubicBezTo>
                  <a:cubicBezTo>
                    <a:pt x="248" y="20"/>
                    <a:pt x="228" y="0"/>
                    <a:pt x="203" y="0"/>
                  </a:cubicBezTo>
                  <a:cubicBezTo>
                    <a:pt x="178" y="0"/>
                    <a:pt x="158" y="20"/>
                    <a:pt x="158" y="45"/>
                  </a:cubicBezTo>
                  <a:cubicBezTo>
                    <a:pt x="158" y="293"/>
                    <a:pt x="158" y="293"/>
                    <a:pt x="158" y="293"/>
                  </a:cubicBezTo>
                  <a:moveTo>
                    <a:pt x="68" y="293"/>
                  </a:moveTo>
                  <a:cubicBezTo>
                    <a:pt x="90" y="293"/>
                    <a:pt x="90" y="293"/>
                    <a:pt x="90" y="293"/>
                  </a:cubicBezTo>
                  <a:moveTo>
                    <a:pt x="225" y="293"/>
                  </a:moveTo>
                  <a:cubicBezTo>
                    <a:pt x="248" y="293"/>
                    <a:pt x="248" y="293"/>
                    <a:pt x="248" y="293"/>
                  </a:cubicBezTo>
                  <a:moveTo>
                    <a:pt x="56" y="180"/>
                  </a:moveTo>
                  <a:cubicBezTo>
                    <a:pt x="68" y="180"/>
                    <a:pt x="68" y="180"/>
                    <a:pt x="68" y="180"/>
                  </a:cubicBezTo>
                  <a:cubicBezTo>
                    <a:pt x="80" y="180"/>
                    <a:pt x="90" y="190"/>
                    <a:pt x="90" y="203"/>
                  </a:cubicBezTo>
                  <a:cubicBezTo>
                    <a:pt x="90" y="203"/>
                    <a:pt x="90" y="203"/>
                    <a:pt x="90" y="203"/>
                  </a:cubicBezTo>
                  <a:cubicBezTo>
                    <a:pt x="90" y="215"/>
                    <a:pt x="100" y="225"/>
                    <a:pt x="113" y="225"/>
                  </a:cubicBezTo>
                  <a:cubicBezTo>
                    <a:pt x="158" y="225"/>
                    <a:pt x="158" y="225"/>
                    <a:pt x="158" y="225"/>
                  </a:cubicBezTo>
                  <a:cubicBezTo>
                    <a:pt x="203" y="225"/>
                    <a:pt x="203" y="225"/>
                    <a:pt x="203" y="225"/>
                  </a:cubicBezTo>
                  <a:cubicBezTo>
                    <a:pt x="215" y="225"/>
                    <a:pt x="225" y="215"/>
                    <a:pt x="225" y="203"/>
                  </a:cubicBezTo>
                  <a:cubicBezTo>
                    <a:pt x="225" y="203"/>
                    <a:pt x="225" y="203"/>
                    <a:pt x="225" y="203"/>
                  </a:cubicBezTo>
                  <a:cubicBezTo>
                    <a:pt x="225" y="190"/>
                    <a:pt x="235" y="180"/>
                    <a:pt x="248" y="180"/>
                  </a:cubicBezTo>
                  <a:cubicBezTo>
                    <a:pt x="259" y="180"/>
                    <a:pt x="259" y="180"/>
                    <a:pt x="259" y="180"/>
                  </a:cubicBezTo>
                  <a:moveTo>
                    <a:pt x="79" y="90"/>
                  </a:moveTo>
                  <a:cubicBezTo>
                    <a:pt x="90" y="90"/>
                    <a:pt x="90" y="90"/>
                    <a:pt x="90" y="90"/>
                  </a:cubicBezTo>
                  <a:cubicBezTo>
                    <a:pt x="103" y="90"/>
                    <a:pt x="113" y="100"/>
                    <a:pt x="113" y="113"/>
                  </a:cubicBezTo>
                  <a:cubicBezTo>
                    <a:pt x="113" y="113"/>
                    <a:pt x="113" y="113"/>
                    <a:pt x="113" y="113"/>
                  </a:cubicBezTo>
                  <a:cubicBezTo>
                    <a:pt x="113" y="125"/>
                    <a:pt x="123" y="135"/>
                    <a:pt x="135" y="135"/>
                  </a:cubicBezTo>
                  <a:cubicBezTo>
                    <a:pt x="180" y="135"/>
                    <a:pt x="180" y="135"/>
                    <a:pt x="180" y="135"/>
                  </a:cubicBezTo>
                  <a:cubicBezTo>
                    <a:pt x="193" y="135"/>
                    <a:pt x="203" y="125"/>
                    <a:pt x="203" y="113"/>
                  </a:cubicBezTo>
                  <a:cubicBezTo>
                    <a:pt x="203" y="113"/>
                    <a:pt x="203" y="113"/>
                    <a:pt x="203" y="113"/>
                  </a:cubicBezTo>
                  <a:cubicBezTo>
                    <a:pt x="203" y="100"/>
                    <a:pt x="213" y="90"/>
                    <a:pt x="225" y="90"/>
                  </a:cubicBezTo>
                  <a:cubicBezTo>
                    <a:pt x="236" y="90"/>
                    <a:pt x="236" y="90"/>
                    <a:pt x="236" y="90"/>
                  </a:cubicBezTo>
                  <a:moveTo>
                    <a:pt x="24" y="231"/>
                  </a:moveTo>
                  <a:cubicBezTo>
                    <a:pt x="36" y="242"/>
                    <a:pt x="51" y="248"/>
                    <a:pt x="68" y="248"/>
                  </a:cubicBezTo>
                  <a:moveTo>
                    <a:pt x="248" y="248"/>
                  </a:moveTo>
                  <a:cubicBezTo>
                    <a:pt x="265" y="248"/>
                    <a:pt x="280" y="242"/>
                    <a:pt x="292" y="231"/>
                  </a:cubicBezTo>
                  <a:moveTo>
                    <a:pt x="28" y="126"/>
                  </a:moveTo>
                  <a:cubicBezTo>
                    <a:pt x="73" y="126"/>
                    <a:pt x="73" y="126"/>
                    <a:pt x="73" y="126"/>
                  </a:cubicBezTo>
                  <a:moveTo>
                    <a:pt x="243" y="126"/>
                  </a:moveTo>
                  <a:cubicBezTo>
                    <a:pt x="288" y="126"/>
                    <a:pt x="288" y="126"/>
                    <a:pt x="288" y="126"/>
                  </a:cubicBezTo>
                  <a:moveTo>
                    <a:pt x="68" y="45"/>
                  </a:moveTo>
                  <a:cubicBezTo>
                    <a:pt x="101" y="45"/>
                    <a:pt x="101" y="45"/>
                    <a:pt x="101" y="45"/>
                  </a:cubicBezTo>
                  <a:moveTo>
                    <a:pt x="248" y="45"/>
                  </a:moveTo>
                  <a:cubicBezTo>
                    <a:pt x="214" y="45"/>
                    <a:pt x="214" y="45"/>
                    <a:pt x="214" y="45"/>
                  </a:cubicBezTo>
                  <a:moveTo>
                    <a:pt x="135" y="293"/>
                  </a:moveTo>
                  <a:cubicBezTo>
                    <a:pt x="180" y="293"/>
                    <a:pt x="180" y="293"/>
                    <a:pt x="180" y="293"/>
                  </a:cubicBezTo>
                  <a:moveTo>
                    <a:pt x="68" y="293"/>
                  </a:moveTo>
                  <a:cubicBezTo>
                    <a:pt x="68" y="304"/>
                    <a:pt x="68" y="304"/>
                    <a:pt x="68" y="304"/>
                  </a:cubicBezTo>
                  <a:cubicBezTo>
                    <a:pt x="68" y="323"/>
                    <a:pt x="83" y="338"/>
                    <a:pt x="101" y="338"/>
                  </a:cubicBezTo>
                  <a:cubicBezTo>
                    <a:pt x="135" y="338"/>
                    <a:pt x="135" y="338"/>
                    <a:pt x="135" y="338"/>
                  </a:cubicBezTo>
                  <a:cubicBezTo>
                    <a:pt x="148" y="338"/>
                    <a:pt x="158" y="328"/>
                    <a:pt x="158" y="315"/>
                  </a:cubicBezTo>
                  <a:cubicBezTo>
                    <a:pt x="158" y="293"/>
                    <a:pt x="158" y="293"/>
                    <a:pt x="158" y="293"/>
                  </a:cubicBezTo>
                  <a:moveTo>
                    <a:pt x="158" y="293"/>
                  </a:moveTo>
                  <a:cubicBezTo>
                    <a:pt x="158" y="315"/>
                    <a:pt x="158" y="315"/>
                    <a:pt x="158" y="315"/>
                  </a:cubicBezTo>
                  <a:cubicBezTo>
                    <a:pt x="158" y="328"/>
                    <a:pt x="168" y="338"/>
                    <a:pt x="180" y="338"/>
                  </a:cubicBezTo>
                  <a:cubicBezTo>
                    <a:pt x="214" y="338"/>
                    <a:pt x="214" y="338"/>
                    <a:pt x="214" y="338"/>
                  </a:cubicBezTo>
                  <a:cubicBezTo>
                    <a:pt x="233" y="338"/>
                    <a:pt x="248" y="323"/>
                    <a:pt x="248" y="304"/>
                  </a:cubicBezTo>
                  <a:cubicBezTo>
                    <a:pt x="248" y="293"/>
                    <a:pt x="248" y="293"/>
                    <a:pt x="248" y="293"/>
                  </a:cubicBezTo>
                </a:path>
              </a:pathLst>
            </a:custGeom>
            <a:noFill/>
            <a:ln w="76200" cap="flat">
              <a:solidFill>
                <a:srgbClr val="D83B0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12" name="Straight Connector 11">
            <a:extLst>
              <a:ext uri="{FF2B5EF4-FFF2-40B4-BE49-F238E27FC236}">
                <a16:creationId xmlns:a16="http://schemas.microsoft.com/office/drawing/2014/main" id="{0142FFC8-904F-4985-8883-83C36C3F4E68}"/>
              </a:ext>
            </a:extLst>
          </p:cNvPr>
          <p:cNvCxnSpPr/>
          <p:nvPr/>
        </p:nvCxnSpPr>
        <p:spPr>
          <a:xfrm>
            <a:off x="8360263" y="1680755"/>
            <a:ext cx="0" cy="4197531"/>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41345FF6-13E7-4763-993F-E9754499D859}"/>
              </a:ext>
            </a:extLst>
          </p:cNvPr>
          <p:cNvGrpSpPr/>
          <p:nvPr/>
        </p:nvGrpSpPr>
        <p:grpSpPr>
          <a:xfrm>
            <a:off x="8921025" y="2002453"/>
            <a:ext cx="2714898" cy="3875832"/>
            <a:chOff x="9009074" y="2002453"/>
            <a:chExt cx="2714898" cy="3875832"/>
          </a:xfrm>
        </p:grpSpPr>
        <p:sp>
          <p:nvSpPr>
            <p:cNvPr id="10" name="TextBox 9">
              <a:extLst>
                <a:ext uri="{FF2B5EF4-FFF2-40B4-BE49-F238E27FC236}">
                  <a16:creationId xmlns:a16="http://schemas.microsoft.com/office/drawing/2014/main" id="{9510C5F3-18DF-46A5-9293-F15188461E84}"/>
                </a:ext>
              </a:extLst>
            </p:cNvPr>
            <p:cNvSpPr txBox="1"/>
            <p:nvPr/>
          </p:nvSpPr>
          <p:spPr>
            <a:xfrm flipH="1">
              <a:off x="9009074" y="5570508"/>
              <a:ext cx="2714898" cy="30777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a:ea typeface="+mn-ea"/>
                  <a:cs typeface="+mn-cs"/>
                </a:rPr>
                <a:t>It’s secure</a:t>
              </a:r>
            </a:p>
          </p:txBody>
        </p:sp>
        <p:sp>
          <p:nvSpPr>
            <p:cNvPr id="15" name="Lock" title="Icon of a padlock">
              <a:extLst>
                <a:ext uri="{FF2B5EF4-FFF2-40B4-BE49-F238E27FC236}">
                  <a16:creationId xmlns:a16="http://schemas.microsoft.com/office/drawing/2014/main" id="{DC70160B-9AD5-4123-A775-EA4D65025659}"/>
                </a:ext>
              </a:extLst>
            </p:cNvPr>
            <p:cNvSpPr>
              <a:spLocks noChangeAspect="1" noEditPoints="1"/>
            </p:cNvSpPr>
            <p:nvPr/>
          </p:nvSpPr>
          <p:spPr bwMode="auto">
            <a:xfrm>
              <a:off x="9345846" y="2002453"/>
              <a:ext cx="2041353" cy="2853093"/>
            </a:xfrm>
            <a:custGeom>
              <a:avLst/>
              <a:gdLst>
                <a:gd name="T0" fmla="*/ 239 w 239"/>
                <a:gd name="T1" fmla="*/ 335 h 335"/>
                <a:gd name="T2" fmla="*/ 0 w 239"/>
                <a:gd name="T3" fmla="*/ 335 h 335"/>
                <a:gd name="T4" fmla="*/ 0 w 239"/>
                <a:gd name="T5" fmla="*/ 157 h 335"/>
                <a:gd name="T6" fmla="*/ 239 w 239"/>
                <a:gd name="T7" fmla="*/ 157 h 335"/>
                <a:gd name="T8" fmla="*/ 239 w 239"/>
                <a:gd name="T9" fmla="*/ 335 h 335"/>
                <a:gd name="T10" fmla="*/ 196 w 239"/>
                <a:gd name="T11" fmla="*/ 157 h 335"/>
                <a:gd name="T12" fmla="*/ 196 w 239"/>
                <a:gd name="T13" fmla="*/ 75 h 335"/>
                <a:gd name="T14" fmla="*/ 121 w 239"/>
                <a:gd name="T15" fmla="*/ 0 h 335"/>
                <a:gd name="T16" fmla="*/ 46 w 239"/>
                <a:gd name="T17" fmla="*/ 75 h 335"/>
                <a:gd name="T18" fmla="*/ 46 w 239"/>
                <a:gd name="T19" fmla="*/ 15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9" h="335">
                  <a:moveTo>
                    <a:pt x="239" y="335"/>
                  </a:moveTo>
                  <a:cubicBezTo>
                    <a:pt x="0" y="335"/>
                    <a:pt x="0" y="335"/>
                    <a:pt x="0" y="335"/>
                  </a:cubicBezTo>
                  <a:cubicBezTo>
                    <a:pt x="0" y="157"/>
                    <a:pt x="0" y="157"/>
                    <a:pt x="0" y="157"/>
                  </a:cubicBezTo>
                  <a:cubicBezTo>
                    <a:pt x="239" y="157"/>
                    <a:pt x="239" y="157"/>
                    <a:pt x="239" y="157"/>
                  </a:cubicBezTo>
                  <a:lnTo>
                    <a:pt x="239" y="335"/>
                  </a:lnTo>
                  <a:close/>
                  <a:moveTo>
                    <a:pt x="196" y="157"/>
                  </a:moveTo>
                  <a:cubicBezTo>
                    <a:pt x="196" y="75"/>
                    <a:pt x="196" y="75"/>
                    <a:pt x="196" y="75"/>
                  </a:cubicBezTo>
                  <a:cubicBezTo>
                    <a:pt x="196" y="34"/>
                    <a:pt x="163" y="0"/>
                    <a:pt x="121" y="0"/>
                  </a:cubicBezTo>
                  <a:cubicBezTo>
                    <a:pt x="79" y="0"/>
                    <a:pt x="46" y="34"/>
                    <a:pt x="46" y="75"/>
                  </a:cubicBezTo>
                  <a:cubicBezTo>
                    <a:pt x="46" y="157"/>
                    <a:pt x="46" y="157"/>
                    <a:pt x="46" y="157"/>
                  </a:cubicBezTo>
                </a:path>
              </a:pathLst>
            </a:custGeom>
            <a:noFill/>
            <a:ln w="76200" cap="sq">
              <a:solidFill>
                <a:srgbClr val="D83B0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17" name="Group 16">
            <a:extLst>
              <a:ext uri="{FF2B5EF4-FFF2-40B4-BE49-F238E27FC236}">
                <a16:creationId xmlns:a16="http://schemas.microsoft.com/office/drawing/2014/main" id="{565BCCBF-2F07-45FD-AB31-E64497560956}"/>
              </a:ext>
            </a:extLst>
          </p:cNvPr>
          <p:cNvGrpSpPr/>
          <p:nvPr/>
        </p:nvGrpSpPr>
        <p:grpSpPr>
          <a:xfrm>
            <a:off x="4593315" y="2184259"/>
            <a:ext cx="3009769" cy="3694026"/>
            <a:chOff x="4385843" y="2184259"/>
            <a:chExt cx="3009769" cy="3694026"/>
          </a:xfrm>
        </p:grpSpPr>
        <p:sp>
          <p:nvSpPr>
            <p:cNvPr id="5" name="TextBox 4">
              <a:extLst>
                <a:ext uri="{FF2B5EF4-FFF2-40B4-BE49-F238E27FC236}">
                  <a16:creationId xmlns:a16="http://schemas.microsoft.com/office/drawing/2014/main" id="{B3991ECF-61A6-41B7-883D-8E5DCCD13BF3}"/>
                </a:ext>
              </a:extLst>
            </p:cNvPr>
            <p:cNvSpPr txBox="1"/>
            <p:nvPr/>
          </p:nvSpPr>
          <p:spPr>
            <a:xfrm flipH="1">
              <a:off x="4533279" y="5570508"/>
              <a:ext cx="2714898" cy="307777"/>
            </a:xfrm>
            <a:prstGeom prst="rect">
              <a:avLst/>
            </a:prstGeom>
            <a:noFill/>
            <a:ln>
              <a:noFill/>
            </a:ln>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a:ea typeface="+mn-ea"/>
                  <a:cs typeface="+mn-cs"/>
                </a:rPr>
                <a:t>It scales</a:t>
              </a:r>
            </a:p>
          </p:txBody>
        </p:sp>
        <p:sp>
          <p:nvSpPr>
            <p:cNvPr id="16" name="Chart_E999" title="Icon of a line graph with an arrow at the end pointing up">
              <a:extLst>
                <a:ext uri="{FF2B5EF4-FFF2-40B4-BE49-F238E27FC236}">
                  <a16:creationId xmlns:a16="http://schemas.microsoft.com/office/drawing/2014/main" id="{548B76B8-AF08-4F08-B553-60212E812F51}"/>
                </a:ext>
              </a:extLst>
            </p:cNvPr>
            <p:cNvSpPr>
              <a:spLocks noChangeAspect="1" noEditPoints="1"/>
            </p:cNvSpPr>
            <p:nvPr/>
          </p:nvSpPr>
          <p:spPr bwMode="auto">
            <a:xfrm>
              <a:off x="4385843" y="2184259"/>
              <a:ext cx="3009769" cy="3011894"/>
            </a:xfrm>
            <a:custGeom>
              <a:avLst/>
              <a:gdLst>
                <a:gd name="T0" fmla="*/ 0 w 4245"/>
                <a:gd name="T1" fmla="*/ 0 h 4248"/>
                <a:gd name="T2" fmla="*/ 0 w 4245"/>
                <a:gd name="T3" fmla="*/ 4248 h 4248"/>
                <a:gd name="T4" fmla="*/ 4245 w 4245"/>
                <a:gd name="T5" fmla="*/ 4248 h 4248"/>
                <a:gd name="T6" fmla="*/ 4088 w 4245"/>
                <a:gd name="T7" fmla="*/ 1101 h 4248"/>
                <a:gd name="T8" fmla="*/ 2515 w 4245"/>
                <a:gd name="T9" fmla="*/ 2675 h 4248"/>
                <a:gd name="T10" fmla="*/ 1886 w 4245"/>
                <a:gd name="T11" fmla="*/ 2045 h 4248"/>
                <a:gd name="T12" fmla="*/ 0 w 4245"/>
                <a:gd name="T13" fmla="*/ 3933 h 4248"/>
                <a:gd name="T14" fmla="*/ 4088 w 4245"/>
                <a:gd name="T15" fmla="*/ 2203 h 4248"/>
                <a:gd name="T16" fmla="*/ 4088 w 4245"/>
                <a:gd name="T17" fmla="*/ 1101 h 4248"/>
                <a:gd name="T18" fmla="*/ 2987 w 4245"/>
                <a:gd name="T19" fmla="*/ 1101 h 4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45" h="4248">
                  <a:moveTo>
                    <a:pt x="0" y="0"/>
                  </a:moveTo>
                  <a:lnTo>
                    <a:pt x="0" y="4248"/>
                  </a:lnTo>
                  <a:lnTo>
                    <a:pt x="4245" y="4248"/>
                  </a:lnTo>
                  <a:moveTo>
                    <a:pt x="4088" y="1101"/>
                  </a:moveTo>
                  <a:lnTo>
                    <a:pt x="2515" y="2675"/>
                  </a:lnTo>
                  <a:lnTo>
                    <a:pt x="1886" y="2045"/>
                  </a:lnTo>
                  <a:lnTo>
                    <a:pt x="0" y="3933"/>
                  </a:lnTo>
                  <a:moveTo>
                    <a:pt x="4088" y="2203"/>
                  </a:moveTo>
                  <a:lnTo>
                    <a:pt x="4088" y="1101"/>
                  </a:lnTo>
                  <a:lnTo>
                    <a:pt x="2987" y="1101"/>
                  </a:lnTo>
                </a:path>
              </a:pathLst>
            </a:custGeom>
            <a:noFill/>
            <a:ln w="76200" cap="flat">
              <a:solidFill>
                <a:srgbClr val="D83B0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Tree>
    <p:extLst>
      <p:ext uri="{BB962C8B-B14F-4D97-AF65-F5344CB8AC3E}">
        <p14:creationId xmlns:p14="http://schemas.microsoft.com/office/powerpoint/2010/main" val="201052193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B05E5-1EC8-1E12-25B2-A68A2A62D16D}"/>
              </a:ext>
            </a:extLst>
          </p:cNvPr>
          <p:cNvSpPr>
            <a:spLocks noGrp="1"/>
          </p:cNvSpPr>
          <p:nvPr>
            <p:ph type="title"/>
          </p:nvPr>
        </p:nvSpPr>
        <p:spPr/>
        <p:txBody>
          <a:bodyPr>
            <a:normAutofit fontScale="90000"/>
          </a:bodyPr>
          <a:lstStyle/>
          <a:p>
            <a:r>
              <a:rPr lang="en-US"/>
              <a:t>Benefits of Microsoft Dataverse</a:t>
            </a:r>
          </a:p>
        </p:txBody>
      </p:sp>
      <p:sp>
        <p:nvSpPr>
          <p:cNvPr id="6" name="Oval 5">
            <a:extLst>
              <a:ext uri="{FF2B5EF4-FFF2-40B4-BE49-F238E27FC236}">
                <a16:creationId xmlns:a16="http://schemas.microsoft.com/office/drawing/2014/main" id="{2EC27660-25C1-08CA-5270-A1030FA2D962}"/>
              </a:ext>
              <a:ext uri="{C183D7F6-B498-43B3-948B-1728B52AA6E4}">
                <adec:decorative xmlns:adec="http://schemas.microsoft.com/office/drawing/2017/decorative" val="0"/>
              </a:ext>
            </a:extLst>
          </p:cNvPr>
          <p:cNvSpPr>
            <a:spLocks/>
          </p:cNvSpPr>
          <p:nvPr/>
        </p:nvSpPr>
        <p:spPr bwMode="auto">
          <a:xfrm>
            <a:off x="588963" y="1386768"/>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1</a:t>
            </a:r>
            <a:endParaRPr kumimoji="0" lang="en-IN" sz="24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Text Placeholder 5">
            <a:extLst>
              <a:ext uri="{FF2B5EF4-FFF2-40B4-BE49-F238E27FC236}">
                <a16:creationId xmlns:a16="http://schemas.microsoft.com/office/drawing/2014/main" id="{72ABE29C-FA84-0A76-6BFF-68A035878021}"/>
              </a:ext>
            </a:extLst>
          </p:cNvPr>
          <p:cNvSpPr txBox="1">
            <a:spLocks/>
          </p:cNvSpPr>
          <p:nvPr/>
        </p:nvSpPr>
        <p:spPr>
          <a:xfrm>
            <a:off x="1319213" y="1385206"/>
            <a:ext cx="10280650" cy="553998"/>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a:pPr>
            <a:r>
              <a:rPr kumimoji="0" lang="en-GB" sz="1800" b="1" i="0" u="none" strike="noStrike" kern="1200" cap="none" spc="0" normalizeH="0" baseline="0" noProof="0">
                <a:ln>
                  <a:noFill/>
                </a:ln>
                <a:solidFill>
                  <a:prstClr val="black"/>
                </a:solidFill>
                <a:effectLst/>
                <a:uLnTx/>
                <a:uFillTx/>
                <a:latin typeface="Aptos" panose="02110004020202020204"/>
                <a:ea typeface="+mn-ea"/>
                <a:cs typeface="+mn-cs"/>
              </a:rPr>
              <a:t>Simple to manage</a:t>
            </a:r>
            <a:r>
              <a:rPr kumimoji="0" lang="en-GB" sz="1800" b="0" i="0" u="none" strike="noStrike" kern="1200" cap="none" spc="0" normalizeH="0" baseline="0" noProof="0">
                <a:ln>
                  <a:noFill/>
                </a:ln>
                <a:solidFill>
                  <a:prstClr val="black"/>
                </a:solidFill>
                <a:effectLst/>
                <a:uLnTx/>
                <a:uFillTx/>
                <a:latin typeface="Aptos" panose="02110004020202020204"/>
                <a:ea typeface="+mn-ea"/>
                <a:cs typeface="+mn-cs"/>
              </a:rPr>
              <a:t> – Both the metadata and data are stored in the cloud. You don't need to worry about the details of how they’re stored.</a:t>
            </a:r>
          </a:p>
        </p:txBody>
      </p:sp>
      <p:sp>
        <p:nvSpPr>
          <p:cNvPr id="8" name="Oval 7">
            <a:extLst>
              <a:ext uri="{FF2B5EF4-FFF2-40B4-BE49-F238E27FC236}">
                <a16:creationId xmlns:a16="http://schemas.microsoft.com/office/drawing/2014/main" id="{6B37A042-4FCF-3542-5DD2-B5BFFB42477C}"/>
              </a:ext>
              <a:ext uri="{C183D7F6-B498-43B3-948B-1728B52AA6E4}">
                <adec:decorative xmlns:adec="http://schemas.microsoft.com/office/drawing/2017/decorative" val="0"/>
              </a:ext>
            </a:extLst>
          </p:cNvPr>
          <p:cNvSpPr>
            <a:spLocks/>
          </p:cNvSpPr>
          <p:nvPr/>
        </p:nvSpPr>
        <p:spPr bwMode="auto">
          <a:xfrm>
            <a:off x="588963" y="2250762"/>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2</a:t>
            </a:r>
            <a:endParaRPr kumimoji="0" lang="en-IN" sz="24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 name="Text Placeholder 1">
            <a:extLst>
              <a:ext uri="{FF2B5EF4-FFF2-40B4-BE49-F238E27FC236}">
                <a16:creationId xmlns:a16="http://schemas.microsoft.com/office/drawing/2014/main" id="{38E657A4-6DEA-55A7-40C0-DB0C38F06E7B}"/>
              </a:ext>
            </a:extLst>
          </p:cNvPr>
          <p:cNvSpPr txBox="1">
            <a:spLocks/>
          </p:cNvSpPr>
          <p:nvPr/>
        </p:nvSpPr>
        <p:spPr>
          <a:xfrm>
            <a:off x="1319213" y="2249200"/>
            <a:ext cx="10280650" cy="553998"/>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a:pPr>
            <a:r>
              <a:rPr kumimoji="0" lang="en-GB" sz="1800" b="1" i="0" u="none" strike="noStrike" kern="1200" cap="none" spc="0" normalizeH="0" baseline="0" noProof="0">
                <a:ln>
                  <a:noFill/>
                </a:ln>
                <a:solidFill>
                  <a:prstClr val="black"/>
                </a:solidFill>
                <a:effectLst/>
                <a:uLnTx/>
                <a:uFillTx/>
                <a:latin typeface="Aptos" panose="02110004020202020204"/>
                <a:ea typeface="+mn-ea"/>
                <a:cs typeface="+mn-cs"/>
              </a:rPr>
              <a:t>Helps to secure data </a:t>
            </a:r>
            <a:r>
              <a:rPr kumimoji="0" lang="en-GB" sz="1800" b="0" i="0" u="none" strike="noStrike" kern="1200" cap="none" spc="0" normalizeH="0" baseline="0" noProof="0">
                <a:ln>
                  <a:noFill/>
                </a:ln>
                <a:solidFill>
                  <a:prstClr val="black"/>
                </a:solidFill>
                <a:effectLst/>
                <a:uLnTx/>
                <a:uFillTx/>
                <a:latin typeface="Aptos" panose="02110004020202020204"/>
                <a:ea typeface="+mn-ea"/>
                <a:cs typeface="+mn-cs"/>
              </a:rPr>
              <a:t>– Data is stored so that users can see it only if you grant them access.</a:t>
            </a:r>
            <a:br>
              <a:rPr kumimoji="0" lang="en-GB" sz="1800" b="0" i="0" u="none" strike="noStrike" kern="1200" cap="none" spc="0" normalizeH="0" baseline="0" noProof="0">
                <a:ln>
                  <a:noFill/>
                </a:ln>
                <a:solidFill>
                  <a:prstClr val="black"/>
                </a:solidFill>
                <a:effectLst/>
                <a:uLnTx/>
                <a:uFillTx/>
                <a:latin typeface="Aptos" panose="02110004020202020204"/>
                <a:ea typeface="+mn-ea"/>
                <a:cs typeface="+mn-cs"/>
              </a:rPr>
            </a:br>
            <a:r>
              <a:rPr kumimoji="0" lang="en-GB" sz="1800" b="0" i="0" u="none" strike="noStrike" kern="1200" cap="none" spc="0" normalizeH="0" baseline="0" noProof="0">
                <a:ln>
                  <a:noFill/>
                </a:ln>
                <a:solidFill>
                  <a:prstClr val="black"/>
                </a:solidFill>
                <a:effectLst/>
                <a:uLnTx/>
                <a:uFillTx/>
                <a:latin typeface="Aptos" panose="02110004020202020204"/>
                <a:ea typeface="+mn-ea"/>
                <a:cs typeface="+mn-cs"/>
              </a:rPr>
              <a:t>Role-based security allows you to control access to tables for different users within your organization.</a:t>
            </a:r>
          </a:p>
        </p:txBody>
      </p:sp>
      <p:sp>
        <p:nvSpPr>
          <p:cNvPr id="10" name="Oval 9">
            <a:extLst>
              <a:ext uri="{FF2B5EF4-FFF2-40B4-BE49-F238E27FC236}">
                <a16:creationId xmlns:a16="http://schemas.microsoft.com/office/drawing/2014/main" id="{1618817C-A785-03EF-CD7B-CB432ECED3BC}"/>
              </a:ext>
              <a:ext uri="{C183D7F6-B498-43B3-948B-1728B52AA6E4}">
                <adec:decorative xmlns:adec="http://schemas.microsoft.com/office/drawing/2017/decorative" val="0"/>
              </a:ext>
            </a:extLst>
          </p:cNvPr>
          <p:cNvSpPr>
            <a:spLocks/>
          </p:cNvSpPr>
          <p:nvPr/>
        </p:nvSpPr>
        <p:spPr bwMode="auto">
          <a:xfrm>
            <a:off x="588963" y="3253256"/>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3</a:t>
            </a:r>
            <a:endParaRPr kumimoji="0" lang="en-IN" sz="24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Text Placeholder 2">
            <a:extLst>
              <a:ext uri="{FF2B5EF4-FFF2-40B4-BE49-F238E27FC236}">
                <a16:creationId xmlns:a16="http://schemas.microsoft.com/office/drawing/2014/main" id="{586A7E28-F8F9-FC84-5281-C529A3981B90}"/>
              </a:ext>
            </a:extLst>
          </p:cNvPr>
          <p:cNvSpPr txBox="1">
            <a:spLocks/>
          </p:cNvSpPr>
          <p:nvPr/>
        </p:nvSpPr>
        <p:spPr>
          <a:xfrm>
            <a:off x="1319213" y="3113194"/>
            <a:ext cx="10280650" cy="830997"/>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a:pPr>
            <a:r>
              <a:rPr kumimoji="0" lang="en-GB" sz="1800" b="1" i="0" u="none" strike="noStrike" kern="1200" cap="none" spc="0" normalizeH="0" baseline="0" noProof="0">
                <a:ln>
                  <a:noFill/>
                </a:ln>
                <a:solidFill>
                  <a:prstClr val="black"/>
                </a:solidFill>
                <a:effectLst/>
                <a:uLnTx/>
                <a:uFillTx/>
                <a:latin typeface="Aptos" panose="02110004020202020204"/>
                <a:ea typeface="+mn-ea"/>
                <a:cs typeface="+mn-cs"/>
              </a:rPr>
              <a:t>Access your Dynamics 365 data </a:t>
            </a:r>
            <a:r>
              <a:rPr kumimoji="0" lang="en-GB" sz="1800" b="0" i="0" u="none" strike="noStrike" kern="1200" cap="none" spc="0" normalizeH="0" baseline="0" noProof="0">
                <a:ln>
                  <a:noFill/>
                </a:ln>
                <a:solidFill>
                  <a:prstClr val="black"/>
                </a:solidFill>
                <a:effectLst/>
                <a:uLnTx/>
                <a:uFillTx/>
                <a:latin typeface="Aptos" panose="02110004020202020204"/>
                <a:ea typeface="+mn-ea"/>
                <a:cs typeface="+mn-cs"/>
              </a:rPr>
              <a:t>– Data from your Dynamics 365 applications is also stored within Dataverse, which allows you to quickly build apps that use your Dynamics 365 data and extend your apps by using Power Apps.</a:t>
            </a:r>
          </a:p>
        </p:txBody>
      </p:sp>
      <p:sp>
        <p:nvSpPr>
          <p:cNvPr id="12" name="Oval 11">
            <a:extLst>
              <a:ext uri="{FF2B5EF4-FFF2-40B4-BE49-F238E27FC236}">
                <a16:creationId xmlns:a16="http://schemas.microsoft.com/office/drawing/2014/main" id="{B8896BCA-8608-1861-E589-95506A4626BE}"/>
              </a:ext>
              <a:ext uri="{C183D7F6-B498-43B3-948B-1728B52AA6E4}">
                <adec:decorative xmlns:adec="http://schemas.microsoft.com/office/drawing/2017/decorative" val="0"/>
              </a:ext>
            </a:extLst>
          </p:cNvPr>
          <p:cNvSpPr>
            <a:spLocks/>
          </p:cNvSpPr>
          <p:nvPr/>
        </p:nvSpPr>
        <p:spPr bwMode="auto">
          <a:xfrm>
            <a:off x="588963" y="4117249"/>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4</a:t>
            </a:r>
            <a:endParaRPr kumimoji="0" lang="en-IN" sz="24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Text Placeholder 5">
            <a:extLst>
              <a:ext uri="{FF2B5EF4-FFF2-40B4-BE49-F238E27FC236}">
                <a16:creationId xmlns:a16="http://schemas.microsoft.com/office/drawing/2014/main" id="{0D69442C-26CE-03C9-B3E2-1BADF23755BF}"/>
              </a:ext>
            </a:extLst>
          </p:cNvPr>
          <p:cNvSpPr txBox="1">
            <a:spLocks/>
          </p:cNvSpPr>
          <p:nvPr/>
        </p:nvSpPr>
        <p:spPr>
          <a:xfrm>
            <a:off x="1319213" y="4254187"/>
            <a:ext cx="10280650" cy="276999"/>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a:pPr>
            <a:r>
              <a:rPr kumimoji="0" lang="en-GB" sz="1800" b="1" i="0" u="none" strike="noStrike" kern="1200" cap="none" spc="0" normalizeH="0" baseline="0" noProof="0">
                <a:ln>
                  <a:noFill/>
                </a:ln>
                <a:solidFill>
                  <a:prstClr val="black"/>
                </a:solidFill>
                <a:effectLst/>
                <a:uLnTx/>
                <a:uFillTx/>
                <a:latin typeface="Aptos" panose="02110004020202020204"/>
                <a:ea typeface="+mn-ea"/>
                <a:cs typeface="+mn-cs"/>
              </a:rPr>
              <a:t>Rich metadata </a:t>
            </a:r>
            <a:r>
              <a:rPr kumimoji="0" lang="en-GB" sz="1800" b="0" i="0" u="none" strike="noStrike" kern="1200" cap="none" spc="0" normalizeH="0" baseline="0" noProof="0">
                <a:ln>
                  <a:noFill/>
                </a:ln>
                <a:solidFill>
                  <a:prstClr val="black"/>
                </a:solidFill>
                <a:effectLst/>
                <a:uLnTx/>
                <a:uFillTx/>
                <a:latin typeface="Aptos" panose="02110004020202020204"/>
                <a:ea typeface="+mn-ea"/>
                <a:cs typeface="+mn-cs"/>
              </a:rPr>
              <a:t>– Data types and relationships are used directly within Power Apps.</a:t>
            </a:r>
          </a:p>
        </p:txBody>
      </p:sp>
      <p:sp>
        <p:nvSpPr>
          <p:cNvPr id="14" name="Oval 13">
            <a:extLst>
              <a:ext uri="{FF2B5EF4-FFF2-40B4-BE49-F238E27FC236}">
                <a16:creationId xmlns:a16="http://schemas.microsoft.com/office/drawing/2014/main" id="{76329C0D-9530-CF8E-2B39-0CEFAAC9A81F}"/>
              </a:ext>
              <a:ext uri="{C183D7F6-B498-43B3-948B-1728B52AA6E4}">
                <adec:decorative xmlns:adec="http://schemas.microsoft.com/office/drawing/2017/decorative" val="0"/>
              </a:ext>
            </a:extLst>
          </p:cNvPr>
          <p:cNvSpPr>
            <a:spLocks/>
          </p:cNvSpPr>
          <p:nvPr/>
        </p:nvSpPr>
        <p:spPr bwMode="auto">
          <a:xfrm>
            <a:off x="588963" y="4842744"/>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5</a:t>
            </a:r>
            <a:endParaRPr kumimoji="0" lang="en-IN" sz="24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Text Placeholder 1">
            <a:extLst>
              <a:ext uri="{FF2B5EF4-FFF2-40B4-BE49-F238E27FC236}">
                <a16:creationId xmlns:a16="http://schemas.microsoft.com/office/drawing/2014/main" id="{A3FA510E-1CE6-C58E-7226-AC2057AAA4DD}"/>
              </a:ext>
            </a:extLst>
          </p:cNvPr>
          <p:cNvSpPr txBox="1">
            <a:spLocks/>
          </p:cNvSpPr>
          <p:nvPr/>
        </p:nvSpPr>
        <p:spPr>
          <a:xfrm>
            <a:off x="1319213" y="4841182"/>
            <a:ext cx="10280650" cy="553998"/>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100000"/>
              </a:lnSpc>
              <a:spcBef>
                <a:spcPts val="600"/>
              </a:spcBef>
              <a:spcAft>
                <a:spcPts val="600"/>
              </a:spcAft>
              <a:buClrTx/>
              <a:buSzPct val="90000"/>
              <a:buFont typeface="Arial" panose="020B0604020202020204" pitchFamily="34" charset="0"/>
              <a:buNone/>
              <a:tabLst/>
              <a:defRPr/>
            </a:pPr>
            <a:r>
              <a:rPr kumimoji="0" lang="en-GB" sz="1800" b="1" i="0" u="none" strike="noStrike" kern="1200" cap="none" spc="0" normalizeH="0" baseline="0" noProof="0">
                <a:ln>
                  <a:noFill/>
                </a:ln>
                <a:solidFill>
                  <a:prstClr val="black"/>
                </a:solidFill>
                <a:effectLst/>
                <a:uLnTx/>
                <a:uFillTx/>
                <a:latin typeface="Aptos" panose="02110004020202020204"/>
                <a:ea typeface="+mn-ea"/>
                <a:cs typeface="+mn-cs"/>
              </a:rPr>
              <a:t>Logic and validation </a:t>
            </a:r>
            <a:r>
              <a:rPr kumimoji="0" lang="en-GB" sz="1800" b="0" i="0" u="none" strike="noStrike" kern="1200" cap="none" spc="0" normalizeH="0" baseline="0" noProof="0">
                <a:ln>
                  <a:noFill/>
                </a:ln>
                <a:solidFill>
                  <a:prstClr val="black"/>
                </a:solidFill>
                <a:effectLst/>
                <a:uLnTx/>
                <a:uFillTx/>
                <a:latin typeface="Aptos" panose="02110004020202020204"/>
                <a:ea typeface="+mn-ea"/>
                <a:cs typeface="+mn-cs"/>
              </a:rPr>
              <a:t>– Define calculated columns, business rules, workflows, and business process flows to ensure data quality and drive business processes.</a:t>
            </a:r>
          </a:p>
        </p:txBody>
      </p:sp>
      <p:sp>
        <p:nvSpPr>
          <p:cNvPr id="16" name="Oval 15">
            <a:extLst>
              <a:ext uri="{FF2B5EF4-FFF2-40B4-BE49-F238E27FC236}">
                <a16:creationId xmlns:a16="http://schemas.microsoft.com/office/drawing/2014/main" id="{EE866C9A-EBFA-3E97-F03D-A306D2BD8A11}"/>
              </a:ext>
              <a:ext uri="{C183D7F6-B498-43B3-948B-1728B52AA6E4}">
                <adec:decorative xmlns:adec="http://schemas.microsoft.com/office/drawing/2017/decorative" val="0"/>
              </a:ext>
            </a:extLst>
          </p:cNvPr>
          <p:cNvSpPr>
            <a:spLocks/>
          </p:cNvSpPr>
          <p:nvPr/>
        </p:nvSpPr>
        <p:spPr bwMode="auto">
          <a:xfrm>
            <a:off x="588963" y="5706736"/>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6</a:t>
            </a:r>
            <a:endParaRPr kumimoji="0" lang="en-IN" sz="24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Text Placeholder 2">
            <a:extLst>
              <a:ext uri="{FF2B5EF4-FFF2-40B4-BE49-F238E27FC236}">
                <a16:creationId xmlns:a16="http://schemas.microsoft.com/office/drawing/2014/main" id="{8BD1DDB6-945A-6CBE-1AC7-095B42DCD679}"/>
              </a:ext>
            </a:extLst>
          </p:cNvPr>
          <p:cNvSpPr txBox="1">
            <a:spLocks/>
          </p:cNvSpPr>
          <p:nvPr/>
        </p:nvSpPr>
        <p:spPr>
          <a:xfrm>
            <a:off x="1319213" y="5705174"/>
            <a:ext cx="10280650" cy="553998"/>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GB" sz="1800" b="1" i="0" u="none" strike="noStrike" kern="1200" cap="none" spc="0" normalizeH="0" baseline="0" noProof="0">
                <a:ln>
                  <a:noFill/>
                </a:ln>
                <a:solidFill>
                  <a:prstClr val="black"/>
                </a:solidFill>
                <a:effectLst/>
                <a:uLnTx/>
                <a:uFillTx/>
                <a:latin typeface="Aptos" panose="02110004020202020204"/>
                <a:ea typeface="+mn-ea"/>
                <a:cs typeface="Segoe UI" panose="020B0502040204020203" pitchFamily="34" charset="0"/>
              </a:rPr>
              <a:t>Productivity tools </a:t>
            </a:r>
            <a:r>
              <a:rPr kumimoji="0" lang="en-GB" sz="1800" b="0" i="0" u="none" strike="noStrike" kern="1200" cap="none" spc="0" normalizeH="0" baseline="0" noProof="0">
                <a:ln>
                  <a:noFill/>
                </a:ln>
                <a:solidFill>
                  <a:prstClr val="black"/>
                </a:solidFill>
                <a:effectLst/>
                <a:uLnTx/>
                <a:uFillTx/>
                <a:latin typeface="Aptos" panose="02110004020202020204"/>
                <a:ea typeface="+mn-ea"/>
                <a:cs typeface="+mn-cs"/>
              </a:rPr>
              <a:t>–</a:t>
            </a:r>
            <a:r>
              <a:rPr kumimoji="0" lang="en-GB" sz="1800" b="0" i="0" u="none" strike="noStrike" kern="1200" cap="none" spc="0" normalizeH="0" baseline="0" noProof="0">
                <a:ln>
                  <a:noFill/>
                </a:ln>
                <a:solidFill>
                  <a:prstClr val="black"/>
                </a:solidFill>
                <a:effectLst/>
                <a:uLnTx/>
                <a:uFillTx/>
                <a:latin typeface="Aptos" panose="02110004020202020204"/>
                <a:ea typeface="+mn-ea"/>
                <a:cs typeface="Segoe UI" panose="020B0502040204020203" pitchFamily="34" charset="0"/>
              </a:rPr>
              <a:t> Tables are available within the add-ins for Microsoft Excel to increase productivity and ensure data accessibility.</a:t>
            </a:r>
          </a:p>
        </p:txBody>
      </p:sp>
    </p:spTree>
    <p:extLst>
      <p:ext uri="{BB962C8B-B14F-4D97-AF65-F5344CB8AC3E}">
        <p14:creationId xmlns:p14="http://schemas.microsoft.com/office/powerpoint/2010/main" val="8769406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041070-AC38-E15C-EAD0-64643049E846}"/>
              </a:ext>
            </a:extLst>
          </p:cNvPr>
          <p:cNvSpPr>
            <a:spLocks noGrp="1"/>
          </p:cNvSpPr>
          <p:nvPr>
            <p:ph type="title"/>
          </p:nvPr>
        </p:nvSpPr>
        <p:spPr>
          <a:xfrm>
            <a:off x="588262" y="585216"/>
            <a:ext cx="11011600" cy="492443"/>
          </a:xfrm>
        </p:spPr>
        <p:txBody>
          <a:bodyPr>
            <a:normAutofit fontScale="90000"/>
          </a:bodyPr>
          <a:lstStyle/>
          <a:p>
            <a:r>
              <a:rPr lang="en-GB"/>
              <a:t>Dataverse Defined</a:t>
            </a:r>
            <a:endParaRPr lang="en-US"/>
          </a:p>
        </p:txBody>
      </p:sp>
      <p:sp>
        <p:nvSpPr>
          <p:cNvPr id="4" name="Oval 3">
            <a:extLst>
              <a:ext uri="{FF2B5EF4-FFF2-40B4-BE49-F238E27FC236}">
                <a16:creationId xmlns:a16="http://schemas.microsoft.com/office/drawing/2014/main" id="{92A647EC-12BB-D0B9-82C2-1D3F962AE8CD}"/>
              </a:ext>
              <a:ext uri="{C183D7F6-B498-43B3-948B-1728B52AA6E4}">
                <adec:decorative xmlns:adec="http://schemas.microsoft.com/office/drawing/2017/decorative" val="0"/>
              </a:ext>
            </a:extLst>
          </p:cNvPr>
          <p:cNvSpPr>
            <a:spLocks/>
          </p:cNvSpPr>
          <p:nvPr/>
        </p:nvSpPr>
        <p:spPr bwMode="auto">
          <a:xfrm>
            <a:off x="588963" y="1386766"/>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1</a:t>
            </a:r>
            <a:endParaRPr kumimoji="0" lang="en-IN" sz="24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ext Placeholder 5">
            <a:extLst>
              <a:ext uri="{FF2B5EF4-FFF2-40B4-BE49-F238E27FC236}">
                <a16:creationId xmlns:a16="http://schemas.microsoft.com/office/drawing/2014/main" id="{0957C950-68EA-752C-6E96-D4B16C421C74}"/>
              </a:ext>
            </a:extLst>
          </p:cNvPr>
          <p:cNvSpPr txBox="1">
            <a:spLocks/>
          </p:cNvSpPr>
          <p:nvPr/>
        </p:nvSpPr>
        <p:spPr>
          <a:xfrm>
            <a:off x="1319213" y="1385206"/>
            <a:ext cx="10280650" cy="553998"/>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GB" sz="1800" b="0" i="0" u="none" strike="noStrike" kern="1200" cap="none" spc="0" normalizeH="0" baseline="0" noProof="0">
                <a:ln>
                  <a:noFill/>
                </a:ln>
                <a:solidFill>
                  <a:prstClr val="black"/>
                </a:solidFill>
                <a:effectLst/>
                <a:uLnTx/>
                <a:uFillTx/>
                <a:latin typeface="Aptos" panose="02110004020202020204"/>
                <a:ea typeface="+mn-ea"/>
                <a:cs typeface="Segoe UI" panose="020B0502040204020203" pitchFamily="34" charset="0"/>
              </a:rPr>
              <a:t>A Dataverse database is a single instance of Microsoft Dataverse which stores data in a set of standard and custom data structures called tables.</a:t>
            </a:r>
          </a:p>
        </p:txBody>
      </p:sp>
      <p:sp>
        <p:nvSpPr>
          <p:cNvPr id="6" name="Oval 5">
            <a:extLst>
              <a:ext uri="{FF2B5EF4-FFF2-40B4-BE49-F238E27FC236}">
                <a16:creationId xmlns:a16="http://schemas.microsoft.com/office/drawing/2014/main" id="{0DDF7969-B750-FB90-DBED-2C0EE978B019}"/>
              </a:ext>
              <a:ext uri="{C183D7F6-B498-43B3-948B-1728B52AA6E4}">
                <adec:decorative xmlns:adec="http://schemas.microsoft.com/office/drawing/2017/decorative" val="0"/>
              </a:ext>
            </a:extLst>
          </p:cNvPr>
          <p:cNvSpPr>
            <a:spLocks/>
          </p:cNvSpPr>
          <p:nvPr/>
        </p:nvSpPr>
        <p:spPr bwMode="auto">
          <a:xfrm>
            <a:off x="588963" y="2246493"/>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2</a:t>
            </a:r>
            <a:endParaRPr kumimoji="0" lang="en-IN" sz="24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Text Placeholder 1">
            <a:extLst>
              <a:ext uri="{FF2B5EF4-FFF2-40B4-BE49-F238E27FC236}">
                <a16:creationId xmlns:a16="http://schemas.microsoft.com/office/drawing/2014/main" id="{478C76E8-8337-A0AE-7606-E6210A917B6E}"/>
              </a:ext>
            </a:extLst>
          </p:cNvPr>
          <p:cNvSpPr txBox="1">
            <a:spLocks/>
          </p:cNvSpPr>
          <p:nvPr/>
        </p:nvSpPr>
        <p:spPr>
          <a:xfrm>
            <a:off x="1319213" y="2383432"/>
            <a:ext cx="10280650" cy="276999"/>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GB" sz="1800" b="0" i="0" u="none" strike="noStrike" kern="1200" cap="none" spc="0" normalizeH="0" baseline="0" noProof="0">
                <a:ln>
                  <a:noFill/>
                </a:ln>
                <a:solidFill>
                  <a:prstClr val="black"/>
                </a:solidFill>
                <a:effectLst/>
                <a:uLnTx/>
                <a:uFillTx/>
                <a:latin typeface="Aptos" panose="02110004020202020204"/>
                <a:ea typeface="+mn-ea"/>
                <a:cs typeface="Segoe UI" panose="020B0502040204020203" pitchFamily="34" charset="0"/>
              </a:rPr>
              <a:t>A Dataverse database is scalable and supports both large data sets and complex data models.</a:t>
            </a:r>
          </a:p>
        </p:txBody>
      </p:sp>
      <p:sp>
        <p:nvSpPr>
          <p:cNvPr id="8" name="Oval 7">
            <a:extLst>
              <a:ext uri="{FF2B5EF4-FFF2-40B4-BE49-F238E27FC236}">
                <a16:creationId xmlns:a16="http://schemas.microsoft.com/office/drawing/2014/main" id="{5E3C583E-EE93-2520-E2FD-3EF8FC2715E6}"/>
              </a:ext>
              <a:ext uri="{C183D7F6-B498-43B3-948B-1728B52AA6E4}">
                <adec:decorative xmlns:adec="http://schemas.microsoft.com/office/drawing/2017/decorative" val="0"/>
              </a:ext>
            </a:extLst>
          </p:cNvPr>
          <p:cNvSpPr>
            <a:spLocks/>
          </p:cNvSpPr>
          <p:nvPr/>
        </p:nvSpPr>
        <p:spPr bwMode="auto">
          <a:xfrm>
            <a:off x="588963" y="3106220"/>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3</a:t>
            </a:r>
            <a:endParaRPr kumimoji="0" lang="en-IN" sz="24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Text Placeholder 2">
            <a:extLst>
              <a:ext uri="{FF2B5EF4-FFF2-40B4-BE49-F238E27FC236}">
                <a16:creationId xmlns:a16="http://schemas.microsoft.com/office/drawing/2014/main" id="{256DEA91-3EF3-2D2C-32AC-2072D21065D7}"/>
              </a:ext>
            </a:extLst>
          </p:cNvPr>
          <p:cNvSpPr txBox="1">
            <a:spLocks/>
          </p:cNvSpPr>
          <p:nvPr/>
        </p:nvSpPr>
        <p:spPr>
          <a:xfrm>
            <a:off x="1319213" y="2966160"/>
            <a:ext cx="10280650" cy="830997"/>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GB" sz="1800" b="0" i="0" u="none" strike="noStrike" kern="1200" cap="none" spc="0" normalizeH="0" baseline="0" noProof="0">
                <a:ln>
                  <a:noFill/>
                </a:ln>
                <a:solidFill>
                  <a:prstClr val="black"/>
                </a:solidFill>
                <a:effectLst/>
                <a:uLnTx/>
                <a:uFillTx/>
                <a:latin typeface="Aptos" panose="02110004020202020204"/>
                <a:ea typeface="+mn-ea"/>
                <a:cs typeface="Segoe UI" panose="020B0502040204020203" pitchFamily="34" charset="0"/>
              </a:rPr>
              <a:t>The standard table design in a Microsoft Dataverse database is based upon an open data model standard called Common Data Model. The structure of a Microsoft Dataverse database is based upon the definitions and schema in the Common Data Model.</a:t>
            </a:r>
          </a:p>
        </p:txBody>
      </p:sp>
      <p:sp>
        <p:nvSpPr>
          <p:cNvPr id="10" name="Oval 9">
            <a:extLst>
              <a:ext uri="{FF2B5EF4-FFF2-40B4-BE49-F238E27FC236}">
                <a16:creationId xmlns:a16="http://schemas.microsoft.com/office/drawing/2014/main" id="{168A455E-E051-A0FF-CCEA-255FB2878F6B}"/>
              </a:ext>
              <a:ext uri="{C183D7F6-B498-43B3-948B-1728B52AA6E4}">
                <adec:decorative xmlns:adec="http://schemas.microsoft.com/office/drawing/2017/decorative" val="0"/>
              </a:ext>
            </a:extLst>
          </p:cNvPr>
          <p:cNvSpPr>
            <a:spLocks/>
          </p:cNvSpPr>
          <p:nvPr/>
        </p:nvSpPr>
        <p:spPr bwMode="auto">
          <a:xfrm>
            <a:off x="588963" y="4122328"/>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4</a:t>
            </a:r>
            <a:endParaRPr kumimoji="0" lang="en-IN" sz="24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 name="Text Placeholder 3">
            <a:extLst>
              <a:ext uri="{FF2B5EF4-FFF2-40B4-BE49-F238E27FC236}">
                <a16:creationId xmlns:a16="http://schemas.microsoft.com/office/drawing/2014/main" id="{D2C71B2D-AD4D-EA5C-A409-CE8B41EBE46A}"/>
              </a:ext>
            </a:extLst>
          </p:cNvPr>
          <p:cNvSpPr txBox="1">
            <a:spLocks/>
          </p:cNvSpPr>
          <p:nvPr/>
        </p:nvSpPr>
        <p:spPr>
          <a:xfrm>
            <a:off x="1319213" y="4120768"/>
            <a:ext cx="10280650" cy="553998"/>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GB" sz="1800" b="0" i="0" u="none" strike="noStrike" kern="1200" cap="none" spc="0" normalizeH="0" baseline="0" noProof="0">
                <a:ln>
                  <a:noFill/>
                </a:ln>
                <a:solidFill>
                  <a:prstClr val="black"/>
                </a:solidFill>
                <a:effectLst/>
                <a:uLnTx/>
                <a:uFillTx/>
                <a:latin typeface="Aptos" panose="02110004020202020204"/>
                <a:ea typeface="+mn-ea"/>
                <a:cs typeface="Segoe UI" panose="020B0502040204020203" pitchFamily="34" charset="0"/>
              </a:rPr>
              <a:t>Dataverse contains comprehensive business logic, processing, integration, and security features that aid the building of business solutions.</a:t>
            </a:r>
          </a:p>
        </p:txBody>
      </p:sp>
    </p:spTree>
    <p:extLst>
      <p:ext uri="{BB962C8B-B14F-4D97-AF65-F5344CB8AC3E}">
        <p14:creationId xmlns:p14="http://schemas.microsoft.com/office/powerpoint/2010/main" val="78486153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DE9AEC-1C51-2645-A589-78A4A703A5A7}"/>
              </a:ext>
            </a:extLst>
          </p:cNvPr>
          <p:cNvSpPr>
            <a:spLocks noGrp="1"/>
          </p:cNvSpPr>
          <p:nvPr>
            <p:ph type="title"/>
          </p:nvPr>
        </p:nvSpPr>
        <p:spPr>
          <a:xfrm>
            <a:off x="588261" y="585216"/>
            <a:ext cx="4710689" cy="492443"/>
          </a:xfrm>
        </p:spPr>
        <p:txBody>
          <a:bodyPr>
            <a:normAutofit fontScale="90000"/>
          </a:bodyPr>
          <a:lstStyle/>
          <a:p>
            <a:r>
              <a:rPr lang="en-US"/>
              <a:t>Connectors</a:t>
            </a:r>
          </a:p>
        </p:txBody>
      </p:sp>
      <p:sp>
        <p:nvSpPr>
          <p:cNvPr id="5" name="Text Placeholder 4">
            <a:extLst>
              <a:ext uri="{FF2B5EF4-FFF2-40B4-BE49-F238E27FC236}">
                <a16:creationId xmlns:a16="http://schemas.microsoft.com/office/drawing/2014/main" id="{1105C262-4594-EAB1-564C-B96CE33141B5}"/>
              </a:ext>
            </a:extLst>
          </p:cNvPr>
          <p:cNvSpPr>
            <a:spLocks noGrp="1"/>
          </p:cNvSpPr>
          <p:nvPr>
            <p:ph type="body" sz="quarter" idx="16"/>
          </p:nvPr>
        </p:nvSpPr>
        <p:spPr>
          <a:xfrm>
            <a:off x="584200" y="1219201"/>
            <a:ext cx="5727702" cy="3416320"/>
          </a:xfrm>
        </p:spPr>
        <p:txBody>
          <a:bodyPr wrap="square">
            <a:spAutoFit/>
          </a:bodyPr>
          <a:lstStyle/>
          <a:p>
            <a:pPr>
              <a:spcBef>
                <a:spcPts val="1200"/>
              </a:spcBef>
              <a:spcAft>
                <a:spcPts val="600"/>
              </a:spcAft>
            </a:pPr>
            <a:r>
              <a:rPr lang="en-US" sz="1800" dirty="0">
                <a:latin typeface="+mn-lt"/>
              </a:rPr>
              <a:t>Built-in connectivity to cloud services, files, databases, web APIs, etc. using public connectors</a:t>
            </a:r>
          </a:p>
          <a:p>
            <a:pPr>
              <a:spcBef>
                <a:spcPts val="1200"/>
              </a:spcBef>
              <a:spcAft>
                <a:spcPts val="600"/>
              </a:spcAft>
            </a:pPr>
            <a:r>
              <a:rPr lang="en-US" sz="1800" dirty="0">
                <a:latin typeface="+mn-lt"/>
              </a:rPr>
              <a:t>Seamless hybrid connectivity to on-premises systems via the on-premises data gateway </a:t>
            </a:r>
          </a:p>
          <a:p>
            <a:pPr>
              <a:spcBef>
                <a:spcPts val="1200"/>
              </a:spcBef>
              <a:spcAft>
                <a:spcPts val="600"/>
              </a:spcAft>
            </a:pPr>
            <a:r>
              <a:rPr lang="en-US" sz="1800" dirty="0">
                <a:latin typeface="+mn-lt"/>
              </a:rPr>
              <a:t>Connect to the service with your own security credentials</a:t>
            </a:r>
            <a:br>
              <a:rPr lang="en-US" sz="1800" dirty="0">
                <a:latin typeface="+mn-lt"/>
              </a:rPr>
            </a:br>
            <a:r>
              <a:rPr lang="en-US" sz="1800" dirty="0">
                <a:latin typeface="+mn-lt"/>
              </a:rPr>
              <a:t>Open source</a:t>
            </a:r>
          </a:p>
          <a:p>
            <a:pPr marL="0" lvl="1" indent="0">
              <a:spcBef>
                <a:spcPts val="1200"/>
              </a:spcBef>
              <a:spcAft>
                <a:spcPts val="600"/>
              </a:spcAft>
              <a:buNone/>
            </a:pPr>
            <a:r>
              <a:rPr lang="en-US" sz="1800" dirty="0">
                <a:solidFill>
                  <a:srgbClr val="0078D4"/>
                </a:solidFill>
                <a:hlinkClick r:id="rId2">
                  <a:extLst>
                    <a:ext uri="{A12FA001-AC4F-418D-AE19-62706E023703}">
                      <ahyp:hlinkClr xmlns:ahyp="http://schemas.microsoft.com/office/drawing/2018/hyperlinkcolor" val="tx"/>
                    </a:ext>
                  </a:extLst>
                </a:hlinkClick>
              </a:rPr>
              <a:t>https://github.com/microsoft/PowerPlatformConnectors</a:t>
            </a:r>
            <a:r>
              <a:rPr lang="en-US" sz="1800" dirty="0">
                <a:solidFill>
                  <a:srgbClr val="0078D4"/>
                </a:solidFill>
              </a:rPr>
              <a:t> </a:t>
            </a:r>
            <a:endParaRPr lang="en-AU" sz="1800" dirty="0">
              <a:solidFill>
                <a:srgbClr val="0078D4"/>
              </a:solidFill>
              <a:latin typeface="+mn-lt"/>
            </a:endParaRPr>
          </a:p>
          <a:p>
            <a:pPr>
              <a:spcBef>
                <a:spcPts val="1200"/>
              </a:spcBef>
              <a:spcAft>
                <a:spcPts val="600"/>
              </a:spcAft>
            </a:pPr>
            <a:r>
              <a:rPr lang="en-US" sz="1800" dirty="0">
                <a:latin typeface="+mn-lt"/>
              </a:rPr>
              <a:t>With custom connectors, you can extend the reach for your organization’s APIs to work with Power Platform</a:t>
            </a:r>
          </a:p>
        </p:txBody>
      </p:sp>
      <p:sp>
        <p:nvSpPr>
          <p:cNvPr id="8" name="Rectangle 7">
            <a:extLst>
              <a:ext uri="{FF2B5EF4-FFF2-40B4-BE49-F238E27FC236}">
                <a16:creationId xmlns:a16="http://schemas.microsoft.com/office/drawing/2014/main" id="{5530270F-27BE-7089-342C-B2F7FCF4D95B}"/>
              </a:ext>
            </a:extLst>
          </p:cNvPr>
          <p:cNvSpPr>
            <a:spLocks/>
          </p:cNvSpPr>
          <p:nvPr/>
        </p:nvSpPr>
        <p:spPr bwMode="auto">
          <a:xfrm>
            <a:off x="584200" y="5003798"/>
            <a:ext cx="5727702" cy="92710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rgbClr val="0078D4"/>
                </a:solidFill>
                <a:effectLst/>
                <a:uLnTx/>
                <a:uFillTx/>
                <a:latin typeface="Aptos Display" panose="02110004020202020204"/>
                <a:ea typeface="+mn-ea"/>
                <a:cs typeface="Segoe UI Semibold" panose="020B0702040204020203" pitchFamily="34" charset="0"/>
              </a:rPr>
              <a:t>Over 1,000 published connectors</a:t>
            </a:r>
          </a:p>
        </p:txBody>
      </p:sp>
      <p:pic>
        <p:nvPicPr>
          <p:cNvPr id="7" name="Content Placeholder 12">
            <a:extLst>
              <a:ext uri="{FF2B5EF4-FFF2-40B4-BE49-F238E27FC236}">
                <a16:creationId xmlns:a16="http://schemas.microsoft.com/office/drawing/2014/main" id="{832DF688-AA50-3154-30B6-11E206DF093A}"/>
              </a:ext>
              <a:ext uri="{C183D7F6-B498-43B3-948B-1728B52AA6E4}">
                <adec:decorative xmlns:adec="http://schemas.microsoft.com/office/drawing/2017/decorative" val="1"/>
              </a:ext>
            </a:extLst>
          </p:cNvPr>
          <p:cNvPicPr>
            <a:picLocks noGrp="1" noChangeAspect="1"/>
          </p:cNvPicPr>
          <p:nvPr>
            <p:ph type="pic" sz="quarter" idx="19"/>
          </p:nvPr>
        </p:nvPicPr>
        <p:blipFill rotWithShape="1">
          <a:blip r:embed="rId3"/>
          <a:srcRect l="-903" t="-12284" r="-903" b="-12284"/>
          <a:stretch/>
        </p:blipFill>
        <p:spPr>
          <a:xfrm>
            <a:off x="6464298" y="0"/>
            <a:ext cx="5727702" cy="6858000"/>
          </a:xfrm>
          <a:prstGeom prst="rect">
            <a:avLst/>
          </a:prstGeom>
          <a:solidFill>
            <a:schemeClr val="bg1"/>
          </a:solidFill>
          <a:ln w="38100">
            <a:solidFill>
              <a:srgbClr val="C73ECC"/>
            </a:solidFill>
          </a:ln>
        </p:spPr>
      </p:pic>
    </p:spTree>
    <p:extLst>
      <p:ext uri="{BB962C8B-B14F-4D97-AF65-F5344CB8AC3E}">
        <p14:creationId xmlns:p14="http://schemas.microsoft.com/office/powerpoint/2010/main" val="255339686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1420"/>
                </a:solidFill>
                <a:latin typeface="Georgia" pitchFamily="18" charset="0"/>
                <a:ea typeface="Georgia" pitchFamily="18" charset="-122"/>
                <a:cs typeface="Georgia" pitchFamily="18" charset="-120"/>
              </a:rPr>
              <a:t>Why Dataverse for Code Apps</a:t>
            </a:r>
            <a:endParaRPr lang="en-US" sz="3600" dirty="0"/>
          </a:p>
        </p:txBody>
      </p:sp>
      <p:sp>
        <p:nvSpPr>
          <p:cNvPr id="3" name="Shape 1"/>
          <p:cNvSpPr/>
          <p:nvPr/>
        </p:nvSpPr>
        <p:spPr>
          <a:xfrm>
            <a:off x="812800" y="1722090"/>
            <a:ext cx="3352800" cy="2842220"/>
          </a:xfrm>
          <a:prstGeom prst="roundRect">
            <a:avLst>
              <a:gd name="adj" fmla="val 4468"/>
            </a:avLst>
          </a:prstGeom>
          <a:solidFill>
            <a:srgbClr val="FFFFFF"/>
          </a:solidFill>
          <a:ln/>
        </p:spPr>
        <p:txBody>
          <a:bodyPr/>
          <a:lstStyle/>
          <a:p>
            <a:endParaRPr lang="en-IN"/>
          </a:p>
        </p:txBody>
      </p:sp>
      <p:sp>
        <p:nvSpPr>
          <p:cNvPr id="4" name="Text 2"/>
          <p:cNvSpPr/>
          <p:nvPr/>
        </p:nvSpPr>
        <p:spPr>
          <a:xfrm>
            <a:off x="1117600" y="2026890"/>
            <a:ext cx="282549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742774"/>
                </a:solidFill>
                <a:latin typeface="Arial" pitchFamily="34" charset="0"/>
                <a:ea typeface="Arial" pitchFamily="34" charset="-122"/>
                <a:cs typeface="Arial" pitchFamily="34" charset="-120"/>
              </a:rPr>
              <a:t>1</a:t>
            </a:r>
            <a:endParaRPr lang="en-US" sz="3200" dirty="0"/>
          </a:p>
        </p:txBody>
      </p:sp>
      <p:sp>
        <p:nvSpPr>
          <p:cNvPr id="5" name="Text 3"/>
          <p:cNvSpPr/>
          <p:nvPr/>
        </p:nvSpPr>
        <p:spPr>
          <a:xfrm>
            <a:off x="1117600" y="2722811"/>
            <a:ext cx="282549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1420"/>
                </a:solidFill>
                <a:latin typeface="Arial" pitchFamily="34" charset="0"/>
                <a:ea typeface="Arial" pitchFamily="34" charset="-122"/>
                <a:cs typeface="Arial" pitchFamily="34" charset="-120"/>
              </a:rPr>
              <a:t>Relational tables</a:t>
            </a:r>
            <a:endParaRPr lang="en-US" sz="2000" dirty="0"/>
          </a:p>
        </p:txBody>
      </p:sp>
      <p:sp>
        <p:nvSpPr>
          <p:cNvPr id="6" name="Text 4"/>
          <p:cNvSpPr/>
          <p:nvPr/>
        </p:nvSpPr>
        <p:spPr>
          <a:xfrm>
            <a:off x="1117600" y="3154611"/>
            <a:ext cx="2825496"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4252"/>
                </a:solidFill>
                <a:latin typeface="Arial" pitchFamily="34" charset="0"/>
                <a:ea typeface="Arial" pitchFamily="34" charset="-122"/>
                <a:cs typeface="Arial" pitchFamily="34" charset="-120"/>
              </a:rPr>
              <a:t>Tables, columns, lookups and choices model real business data.</a:t>
            </a:r>
            <a:endParaRPr lang="en-US" sz="1500" dirty="0"/>
          </a:p>
        </p:txBody>
      </p:sp>
      <p:sp>
        <p:nvSpPr>
          <p:cNvPr id="7" name="Shape 5"/>
          <p:cNvSpPr/>
          <p:nvPr/>
        </p:nvSpPr>
        <p:spPr>
          <a:xfrm>
            <a:off x="4419600" y="1722090"/>
            <a:ext cx="3352800" cy="2842220"/>
          </a:xfrm>
          <a:prstGeom prst="roundRect">
            <a:avLst>
              <a:gd name="adj" fmla="val 4468"/>
            </a:avLst>
          </a:prstGeom>
          <a:solidFill>
            <a:srgbClr val="FFFFFF"/>
          </a:solidFill>
          <a:ln/>
        </p:spPr>
        <p:txBody>
          <a:bodyPr/>
          <a:lstStyle/>
          <a:p>
            <a:endParaRPr lang="en-IN"/>
          </a:p>
        </p:txBody>
      </p:sp>
      <p:sp>
        <p:nvSpPr>
          <p:cNvPr id="8" name="Text 6"/>
          <p:cNvSpPr/>
          <p:nvPr/>
        </p:nvSpPr>
        <p:spPr>
          <a:xfrm>
            <a:off x="4724400" y="2026890"/>
            <a:ext cx="282549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742774"/>
                </a:solidFill>
                <a:latin typeface="Arial" pitchFamily="34" charset="0"/>
                <a:ea typeface="Arial" pitchFamily="34" charset="-122"/>
                <a:cs typeface="Arial" pitchFamily="34" charset="-120"/>
              </a:rPr>
              <a:t>2</a:t>
            </a:r>
            <a:endParaRPr lang="en-US" sz="3200" dirty="0"/>
          </a:p>
        </p:txBody>
      </p:sp>
      <p:sp>
        <p:nvSpPr>
          <p:cNvPr id="9" name="Text 7"/>
          <p:cNvSpPr/>
          <p:nvPr/>
        </p:nvSpPr>
        <p:spPr>
          <a:xfrm>
            <a:off x="4724400" y="2722811"/>
            <a:ext cx="282549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1420"/>
                </a:solidFill>
                <a:latin typeface="Arial" pitchFamily="34" charset="0"/>
                <a:ea typeface="Arial" pitchFamily="34" charset="-122"/>
                <a:cs typeface="Arial" pitchFamily="34" charset="-120"/>
              </a:rPr>
              <a:t>Built-in security</a:t>
            </a:r>
            <a:endParaRPr lang="en-US" sz="2000" dirty="0"/>
          </a:p>
        </p:txBody>
      </p:sp>
      <p:sp>
        <p:nvSpPr>
          <p:cNvPr id="10" name="Text 8"/>
          <p:cNvSpPr/>
          <p:nvPr/>
        </p:nvSpPr>
        <p:spPr>
          <a:xfrm>
            <a:off x="4724400" y="3154611"/>
            <a:ext cx="2825496"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4252"/>
                </a:solidFill>
                <a:latin typeface="Arial" pitchFamily="34" charset="0"/>
                <a:ea typeface="Arial" pitchFamily="34" charset="-122"/>
                <a:cs typeface="Arial" pitchFamily="34" charset="-120"/>
              </a:rPr>
              <a:t>Security roles control who can read, create, update and delete rows.</a:t>
            </a:r>
            <a:endParaRPr lang="en-US" sz="1500" dirty="0"/>
          </a:p>
        </p:txBody>
      </p:sp>
      <p:sp>
        <p:nvSpPr>
          <p:cNvPr id="11" name="Shape 9"/>
          <p:cNvSpPr/>
          <p:nvPr/>
        </p:nvSpPr>
        <p:spPr>
          <a:xfrm>
            <a:off x="8026400" y="1722090"/>
            <a:ext cx="3352800" cy="2842220"/>
          </a:xfrm>
          <a:prstGeom prst="roundRect">
            <a:avLst>
              <a:gd name="adj" fmla="val 4468"/>
            </a:avLst>
          </a:prstGeom>
          <a:solidFill>
            <a:srgbClr val="FFFFFF"/>
          </a:solidFill>
          <a:ln/>
        </p:spPr>
        <p:txBody>
          <a:bodyPr/>
          <a:lstStyle/>
          <a:p>
            <a:endParaRPr lang="en-IN"/>
          </a:p>
        </p:txBody>
      </p:sp>
      <p:sp>
        <p:nvSpPr>
          <p:cNvPr id="12" name="Text 10"/>
          <p:cNvSpPr/>
          <p:nvPr/>
        </p:nvSpPr>
        <p:spPr>
          <a:xfrm>
            <a:off x="8331200" y="2026890"/>
            <a:ext cx="282549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742774"/>
                </a:solidFill>
                <a:latin typeface="Arial" pitchFamily="34" charset="0"/>
                <a:ea typeface="Arial" pitchFamily="34" charset="-122"/>
                <a:cs typeface="Arial" pitchFamily="34" charset="-120"/>
              </a:rPr>
              <a:t>3</a:t>
            </a:r>
            <a:endParaRPr lang="en-US" sz="3200" dirty="0"/>
          </a:p>
        </p:txBody>
      </p:sp>
      <p:sp>
        <p:nvSpPr>
          <p:cNvPr id="13" name="Text 11"/>
          <p:cNvSpPr/>
          <p:nvPr/>
        </p:nvSpPr>
        <p:spPr>
          <a:xfrm>
            <a:off x="8331200" y="2722811"/>
            <a:ext cx="2825496"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1420"/>
                </a:solidFill>
                <a:latin typeface="Arial" pitchFamily="34" charset="0"/>
                <a:ea typeface="Arial" pitchFamily="34" charset="-122"/>
                <a:cs typeface="Arial" pitchFamily="34" charset="-120"/>
              </a:rPr>
              <a:t>Shared with the platform</a:t>
            </a:r>
            <a:endParaRPr lang="en-US" sz="2000" dirty="0"/>
          </a:p>
        </p:txBody>
      </p:sp>
      <p:sp>
        <p:nvSpPr>
          <p:cNvPr id="14" name="Text 12"/>
          <p:cNvSpPr/>
          <p:nvPr/>
        </p:nvSpPr>
        <p:spPr>
          <a:xfrm>
            <a:off x="8331200" y="3459411"/>
            <a:ext cx="2825496"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4252"/>
                </a:solidFill>
                <a:latin typeface="Arial" pitchFamily="34" charset="0"/>
                <a:ea typeface="Arial" pitchFamily="34" charset="-122"/>
                <a:cs typeface="Arial" pitchFamily="34" charset="-120"/>
              </a:rPr>
              <a:t>The same data serves canvas apps, model-driven apps, flows and reports.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1420"/>
                </a:solidFill>
                <a:latin typeface="Georgia" pitchFamily="18" charset="0"/>
                <a:ea typeface="Georgia" pitchFamily="18" charset="-122"/>
                <a:cs typeface="Georgia" pitchFamily="18" charset="-120"/>
              </a:rPr>
              <a:t>How the pieces connect</a:t>
            </a:r>
            <a:endParaRPr lang="en-US" sz="3600" dirty="0"/>
          </a:p>
        </p:txBody>
      </p:sp>
      <p:sp>
        <p:nvSpPr>
          <p:cNvPr id="3" name="Shape 1"/>
          <p:cNvSpPr/>
          <p:nvPr/>
        </p:nvSpPr>
        <p:spPr>
          <a:xfrm>
            <a:off x="812800" y="1960811"/>
            <a:ext cx="2159000" cy="1269950"/>
          </a:xfrm>
          <a:prstGeom prst="roundRect">
            <a:avLst>
              <a:gd name="adj" fmla="val 10000"/>
            </a:avLst>
          </a:prstGeom>
          <a:solidFill>
            <a:srgbClr val="742774"/>
          </a:solidFill>
          <a:ln/>
        </p:spPr>
        <p:txBody>
          <a:bodyPr/>
          <a:lstStyle/>
          <a:p>
            <a:endParaRPr lang="en-IN"/>
          </a:p>
        </p:txBody>
      </p:sp>
      <p:sp>
        <p:nvSpPr>
          <p:cNvPr id="4" name="Text 2"/>
          <p:cNvSpPr/>
          <p:nvPr/>
        </p:nvSpPr>
        <p:spPr>
          <a:xfrm>
            <a:off x="1041400" y="2189411"/>
            <a:ext cx="175285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FFFFF"/>
                </a:solidFill>
                <a:latin typeface="Arial" pitchFamily="34" charset="0"/>
                <a:ea typeface="Arial" pitchFamily="34" charset="-122"/>
                <a:cs typeface="Arial" pitchFamily="34" charset="-120"/>
              </a:rPr>
              <a:t>React app</a:t>
            </a:r>
            <a:endParaRPr lang="en-US" sz="1800" dirty="0"/>
          </a:p>
        </p:txBody>
      </p:sp>
      <p:sp>
        <p:nvSpPr>
          <p:cNvPr id="5" name="Text 3"/>
          <p:cNvSpPr/>
          <p:nvPr/>
        </p:nvSpPr>
        <p:spPr>
          <a:xfrm>
            <a:off x="1041400" y="2539901"/>
            <a:ext cx="1752854"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TypeScript UI in your repo</a:t>
            </a:r>
            <a:endParaRPr lang="en-US" sz="1300" dirty="0"/>
          </a:p>
        </p:txBody>
      </p:sp>
      <p:sp>
        <p:nvSpPr>
          <p:cNvPr id="6" name="Text 4"/>
          <p:cNvSpPr/>
          <p:nvPr/>
        </p:nvSpPr>
        <p:spPr>
          <a:xfrm>
            <a:off x="3124200" y="2346871"/>
            <a:ext cx="426720" cy="523230"/>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742774"/>
                </a:solidFill>
                <a:latin typeface="Arial" pitchFamily="34" charset="0"/>
                <a:ea typeface="Arial" pitchFamily="34" charset="-122"/>
                <a:cs typeface="Arial" pitchFamily="34" charset="-120"/>
              </a:rPr>
              <a:t>→</a:t>
            </a:r>
            <a:endParaRPr lang="en-US" sz="2800" dirty="0"/>
          </a:p>
        </p:txBody>
      </p:sp>
      <p:sp>
        <p:nvSpPr>
          <p:cNvPr id="7" name="Shape 5"/>
          <p:cNvSpPr/>
          <p:nvPr/>
        </p:nvSpPr>
        <p:spPr>
          <a:xfrm>
            <a:off x="3632200" y="1823690"/>
            <a:ext cx="2159000" cy="1544241"/>
          </a:xfrm>
          <a:prstGeom prst="roundRect">
            <a:avLst>
              <a:gd name="adj" fmla="val 8224"/>
            </a:avLst>
          </a:prstGeom>
          <a:solidFill>
            <a:srgbClr val="1B1420"/>
          </a:solidFill>
          <a:ln/>
        </p:spPr>
        <p:txBody>
          <a:bodyPr/>
          <a:lstStyle/>
          <a:p>
            <a:endParaRPr lang="en-IN"/>
          </a:p>
        </p:txBody>
      </p:sp>
      <p:sp>
        <p:nvSpPr>
          <p:cNvPr id="8" name="Text 6"/>
          <p:cNvSpPr/>
          <p:nvPr/>
        </p:nvSpPr>
        <p:spPr>
          <a:xfrm>
            <a:off x="3860800" y="2052290"/>
            <a:ext cx="1752854"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FFFFF"/>
                </a:solidFill>
                <a:latin typeface="Arial" pitchFamily="34" charset="0"/>
                <a:ea typeface="Arial" pitchFamily="34" charset="-122"/>
                <a:cs typeface="Arial" pitchFamily="34" charset="-120"/>
              </a:rPr>
              <a:t>Power Apps SDK</a:t>
            </a:r>
            <a:endParaRPr lang="en-US" sz="1800" dirty="0"/>
          </a:p>
        </p:txBody>
      </p:sp>
      <p:sp>
        <p:nvSpPr>
          <p:cNvPr id="9" name="Text 7"/>
          <p:cNvSpPr/>
          <p:nvPr/>
        </p:nvSpPr>
        <p:spPr>
          <a:xfrm>
            <a:off x="3860800" y="2677071"/>
            <a:ext cx="1752854"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Auth and generated typed services</a:t>
            </a:r>
            <a:endParaRPr lang="en-US" sz="1300" dirty="0"/>
          </a:p>
        </p:txBody>
      </p:sp>
      <p:sp>
        <p:nvSpPr>
          <p:cNvPr id="10" name="Text 8"/>
          <p:cNvSpPr/>
          <p:nvPr/>
        </p:nvSpPr>
        <p:spPr>
          <a:xfrm>
            <a:off x="5943600" y="2346871"/>
            <a:ext cx="426720" cy="523230"/>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742774"/>
                </a:solidFill>
                <a:latin typeface="Arial" pitchFamily="34" charset="0"/>
                <a:ea typeface="Arial" pitchFamily="34" charset="-122"/>
                <a:cs typeface="Arial" pitchFamily="34" charset="-120"/>
              </a:rPr>
              <a:t>→</a:t>
            </a:r>
            <a:endParaRPr lang="en-US" sz="2800" dirty="0"/>
          </a:p>
        </p:txBody>
      </p:sp>
      <p:sp>
        <p:nvSpPr>
          <p:cNvPr id="11" name="Shape 9"/>
          <p:cNvSpPr/>
          <p:nvPr/>
        </p:nvSpPr>
        <p:spPr>
          <a:xfrm>
            <a:off x="6451600" y="1960811"/>
            <a:ext cx="2159000" cy="1269950"/>
          </a:xfrm>
          <a:prstGeom prst="roundRect">
            <a:avLst>
              <a:gd name="adj" fmla="val 10000"/>
            </a:avLst>
          </a:prstGeom>
          <a:solidFill>
            <a:srgbClr val="2DA44E"/>
          </a:solidFill>
          <a:ln/>
        </p:spPr>
        <p:txBody>
          <a:bodyPr/>
          <a:lstStyle/>
          <a:p>
            <a:endParaRPr lang="en-IN"/>
          </a:p>
        </p:txBody>
      </p:sp>
      <p:sp>
        <p:nvSpPr>
          <p:cNvPr id="12" name="Text 10"/>
          <p:cNvSpPr/>
          <p:nvPr/>
        </p:nvSpPr>
        <p:spPr>
          <a:xfrm>
            <a:off x="6680200" y="2189411"/>
            <a:ext cx="175285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D1117"/>
                </a:solidFill>
                <a:latin typeface="Arial" pitchFamily="34" charset="0"/>
                <a:ea typeface="Arial" pitchFamily="34" charset="-122"/>
                <a:cs typeface="Arial" pitchFamily="34" charset="-120"/>
              </a:rPr>
              <a:t>Dataverse</a:t>
            </a:r>
            <a:endParaRPr lang="en-US" sz="1800" dirty="0"/>
          </a:p>
        </p:txBody>
      </p:sp>
      <p:sp>
        <p:nvSpPr>
          <p:cNvPr id="13" name="Text 11"/>
          <p:cNvSpPr/>
          <p:nvPr/>
        </p:nvSpPr>
        <p:spPr>
          <a:xfrm>
            <a:off x="6680200" y="2539901"/>
            <a:ext cx="1752854"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D1117"/>
                </a:solidFill>
                <a:latin typeface="Arial" pitchFamily="34" charset="0"/>
                <a:ea typeface="Arial" pitchFamily="34" charset="-122"/>
                <a:cs typeface="Arial" pitchFamily="34" charset="-120"/>
              </a:rPr>
              <a:t>Tables, rows and security</a:t>
            </a:r>
            <a:endParaRPr lang="en-US" sz="1300" dirty="0"/>
          </a:p>
        </p:txBody>
      </p:sp>
      <p:sp>
        <p:nvSpPr>
          <p:cNvPr id="14" name="Text 12"/>
          <p:cNvSpPr/>
          <p:nvPr/>
        </p:nvSpPr>
        <p:spPr>
          <a:xfrm>
            <a:off x="812800" y="3875931"/>
            <a:ext cx="915670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4252"/>
                </a:solidFill>
                <a:latin typeface="Arial" pitchFamily="34" charset="0"/>
                <a:ea typeface="Arial" pitchFamily="34" charset="-122"/>
                <a:cs typeface="Arial" pitchFamily="34" charset="-120"/>
              </a:rPr>
              <a:t>The app runs as the signed-in user, so Dataverse security roles decide what each person can see and change.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B1420"/>
                </a:solidFill>
                <a:latin typeface="Georgia" pitchFamily="18" charset="0"/>
                <a:ea typeface="Georgia" pitchFamily="18" charset="-122"/>
                <a:cs typeface="Georgia" pitchFamily="18" charset="-120"/>
              </a:rPr>
              <a:t>Build workflow</a:t>
            </a:r>
            <a:endParaRPr lang="en-US" sz="3600" dirty="0"/>
          </a:p>
        </p:txBody>
      </p:sp>
      <p:graphicFrame>
        <p:nvGraphicFramePr>
          <p:cNvPr id="3" name="Table 0"/>
          <p:cNvGraphicFramePr>
            <a:graphicFrameLocks noGrp="1"/>
          </p:cNvGraphicFramePr>
          <p:nvPr/>
        </p:nvGraphicFramePr>
        <p:xfrm>
          <a:off x="825500" y="1683990"/>
          <a:ext cx="10553700" cy="3130550"/>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1B1420"/>
                          </a:solidFill>
                          <a:latin typeface="Arial" pitchFamily="34" charset="0"/>
                          <a:ea typeface="Arial" pitchFamily="34" charset="-122"/>
                          <a:cs typeface="Arial" pitchFamily="34" charset="-120"/>
                        </a:rPr>
                        <a:t>Step</a:t>
                      </a:r>
                      <a:endParaRPr lang="en-US" sz="1500" dirty="0">
                        <a:latin typeface="Arial" charset="0"/>
                        <a:ea typeface="Arial" charset="0"/>
                        <a:cs typeface="Arial" charset="0"/>
                      </a:endParaRPr>
                    </a:p>
                  </a:txBody>
                  <a:tcPr marL="66675" marR="66675" marT="66675" marB="66675">
                    <a:lnL w="12700" cap="flat" cmpd="sng" algn="ctr">
                      <a:solidFill>
                        <a:srgbClr val="C4C2C6"/>
                      </a:solidFill>
                      <a:prstDash val="solid"/>
                      <a:round/>
                      <a:headEnd type="none" w="med" len="med"/>
                      <a:tailEnd type="none" w="med" len="med"/>
                    </a:lnL>
                    <a:lnR w="12700" cap="flat" cmpd="sng" algn="ctr">
                      <a:solidFill>
                        <a:srgbClr val="B6B4B8"/>
                      </a:solidFill>
                      <a:prstDash val="solid"/>
                      <a:round/>
                      <a:headEnd type="none" w="med" len="med"/>
                      <a:tailEnd type="none" w="med" len="med"/>
                    </a:lnR>
                    <a:lnT w="12700" cap="flat" cmpd="sng" algn="ctr">
                      <a:solidFill>
                        <a:srgbClr val="C4C2C6"/>
                      </a:solidFill>
                      <a:prstDash val="solid"/>
                      <a:round/>
                      <a:headEnd type="none" w="med" len="med"/>
                      <a:tailEnd type="none" w="med" len="med"/>
                    </a:lnT>
                    <a:lnB w="12700" cap="flat" cmpd="sng" algn="ctr">
                      <a:solidFill>
                        <a:srgbClr val="B6B4B8"/>
                      </a:solidFill>
                      <a:prstDash val="solid"/>
                      <a:round/>
                      <a:headEnd type="none" w="med" len="med"/>
                      <a:tailEnd type="none" w="med" len="med"/>
                    </a:lnB>
                    <a:solidFill>
                      <a:srgbClr val="E4E1E6"/>
                    </a:solidFill>
                  </a:tcPr>
                </a:tc>
                <a:tc>
                  <a:txBody>
                    <a:bodyPr/>
                    <a:lstStyle/>
                    <a:p>
                      <a:pPr marL="0" indent="0">
                        <a:lnSpc>
                          <a:spcPts val="2100"/>
                        </a:lnSpc>
                        <a:buNone/>
                      </a:pPr>
                      <a:r>
                        <a:rPr lang="en-US" sz="1500" b="1" dirty="0">
                          <a:solidFill>
                            <a:srgbClr val="1B1420"/>
                          </a:solidFill>
                          <a:latin typeface="Arial" pitchFamily="34" charset="0"/>
                          <a:ea typeface="Arial" pitchFamily="34" charset="-122"/>
                          <a:cs typeface="Arial" pitchFamily="34" charset="-120"/>
                        </a:rPr>
                        <a:t>What you do</a:t>
                      </a:r>
                      <a:endParaRPr lang="en-US" sz="1500" dirty="0">
                        <a:latin typeface="Arial" charset="0"/>
                        <a:ea typeface="Arial" charset="0"/>
                        <a:cs typeface="Arial" charset="0"/>
                      </a:endParaRPr>
                    </a:p>
                  </a:txBody>
                  <a:tcPr marL="66675" marR="66675" marT="66675" marB="66675">
                    <a:lnL w="12700" cap="flat" cmpd="sng" algn="ctr">
                      <a:solidFill>
                        <a:srgbClr val="B6B4B8"/>
                      </a:solidFill>
                      <a:prstDash val="solid"/>
                      <a:round/>
                      <a:headEnd type="none" w="med" len="med"/>
                      <a:tailEnd type="none" w="med" len="med"/>
                    </a:lnL>
                    <a:lnR w="12700" cap="flat" cmpd="sng" algn="ctr">
                      <a:solidFill>
                        <a:srgbClr val="B6B4B8"/>
                      </a:solidFill>
                      <a:prstDash val="solid"/>
                      <a:round/>
                      <a:headEnd type="none" w="med" len="med"/>
                      <a:tailEnd type="none" w="med" len="med"/>
                    </a:lnR>
                    <a:lnT w="12700" cap="flat" cmpd="sng" algn="ctr">
                      <a:solidFill>
                        <a:srgbClr val="C4C2C6"/>
                      </a:solidFill>
                      <a:prstDash val="solid"/>
                      <a:round/>
                      <a:headEnd type="none" w="med" len="med"/>
                      <a:tailEnd type="none" w="med" len="med"/>
                    </a:lnT>
                    <a:lnB w="12700" cap="flat" cmpd="sng" algn="ctr">
                      <a:solidFill>
                        <a:srgbClr val="B6B4B8"/>
                      </a:solidFill>
                      <a:prstDash val="solid"/>
                      <a:round/>
                      <a:headEnd type="none" w="med" len="med"/>
                      <a:tailEnd type="none" w="med" len="med"/>
                    </a:lnB>
                    <a:solidFill>
                      <a:srgbClr val="E4E1E6"/>
                    </a:solidFill>
                  </a:tcPr>
                </a:tc>
                <a:tc>
                  <a:txBody>
                    <a:bodyPr/>
                    <a:lstStyle/>
                    <a:p>
                      <a:pPr marL="0" indent="0">
                        <a:lnSpc>
                          <a:spcPts val="2100"/>
                        </a:lnSpc>
                        <a:buNone/>
                      </a:pPr>
                      <a:r>
                        <a:rPr lang="en-US" sz="1500" b="1" dirty="0">
                          <a:solidFill>
                            <a:srgbClr val="1B1420"/>
                          </a:solidFill>
                          <a:latin typeface="Arial" pitchFamily="34" charset="0"/>
                          <a:ea typeface="Arial" pitchFamily="34" charset="-122"/>
                          <a:cs typeface="Arial" pitchFamily="34" charset="-120"/>
                        </a:rPr>
                        <a:t>Where Copilot helps</a:t>
                      </a:r>
                      <a:endParaRPr lang="en-US" sz="1500" dirty="0">
                        <a:latin typeface="Arial" charset="0"/>
                        <a:ea typeface="Arial" charset="0"/>
                        <a:cs typeface="Arial" charset="0"/>
                      </a:endParaRPr>
                    </a:p>
                  </a:txBody>
                  <a:tcPr marL="66675" marR="66675" marT="66675" marB="66675">
                    <a:lnL w="12700" cap="flat" cmpd="sng" algn="ctr">
                      <a:solidFill>
                        <a:srgbClr val="B6B4B8"/>
                      </a:solidFill>
                      <a:prstDash val="solid"/>
                      <a:round/>
                      <a:headEnd type="none" w="med" len="med"/>
                      <a:tailEnd type="none" w="med" len="med"/>
                    </a:lnL>
                    <a:lnR w="12700" cap="flat" cmpd="sng" algn="ctr">
                      <a:solidFill>
                        <a:srgbClr val="B6B4B8"/>
                      </a:solidFill>
                      <a:prstDash val="solid"/>
                      <a:round/>
                      <a:headEnd type="none" w="med" len="med"/>
                      <a:tailEnd type="none" w="med" len="med"/>
                    </a:lnR>
                    <a:lnT w="12700" cap="flat" cmpd="sng" algn="ctr">
                      <a:solidFill>
                        <a:srgbClr val="C4C2C6"/>
                      </a:solidFill>
                      <a:prstDash val="solid"/>
                      <a:round/>
                      <a:headEnd type="none" w="med" len="med"/>
                      <a:tailEnd type="none" w="med" len="med"/>
                    </a:lnT>
                    <a:lnB w="12700" cap="flat" cmpd="sng" algn="ctr">
                      <a:solidFill>
                        <a:srgbClr val="B6B4B8"/>
                      </a:solidFill>
                      <a:prstDash val="solid"/>
                      <a:round/>
                      <a:headEnd type="none" w="med" len="med"/>
                      <a:tailEnd type="none" w="med" len="med"/>
                    </a:lnB>
                    <a:solidFill>
                      <a:srgbClr val="E4E1E6"/>
                    </a:solidFill>
                  </a:tcPr>
                </a:tc>
                <a:extLst>
                  <a:ext uri="{0D108BD9-81ED-4DB2-BD59-A6C34878D82A}">
                    <a16:rowId xmlns:a16="http://schemas.microsoft.com/office/drawing/2014/main" val="10000"/>
                  </a:ext>
                </a:extLst>
              </a:tr>
              <a:tr h="679450">
                <a:tc>
                  <a:txBody>
                    <a:bodyPr/>
                    <a:lstStyle/>
                    <a:p>
                      <a:pPr marL="0" indent="0">
                        <a:lnSpc>
                          <a:spcPts val="2100"/>
                        </a:lnSpc>
                        <a:buNone/>
                      </a:pPr>
                      <a:r>
                        <a:rPr lang="en-US" sz="1500" dirty="0">
                          <a:solidFill>
                            <a:srgbClr val="1B1420"/>
                          </a:solidFill>
                          <a:latin typeface="Arial" pitchFamily="34" charset="0"/>
                          <a:ea typeface="Arial" pitchFamily="34" charset="-122"/>
                          <a:cs typeface="Arial" pitchFamily="34" charset="-120"/>
                        </a:rPr>
                        <a:t>1. Model</a:t>
                      </a:r>
                      <a:endParaRPr lang="en-US" sz="1500" dirty="0">
                        <a:latin typeface="Arial" charset="0"/>
                        <a:ea typeface="Arial" charset="0"/>
                        <a:cs typeface="Arial" charset="0"/>
                      </a:endParaRPr>
                    </a:p>
                  </a:txBody>
                  <a:tcPr marL="66675" marR="66675" marT="66675" marB="66675">
                    <a:lnL w="12700" cap="flat" cmpd="sng" algn="ctr">
                      <a:solidFill>
                        <a:srgbClr val="C4C2C6"/>
                      </a:solidFill>
                      <a:prstDash val="solid"/>
                      <a:round/>
                      <a:headEnd type="none" w="med" len="med"/>
                      <a:tailEnd type="none" w="med" len="med"/>
                    </a:lnL>
                    <a:lnR w="12700" cap="flat" cmpd="sng" algn="ctr">
                      <a:solidFill>
                        <a:srgbClr val="C4C2C6"/>
                      </a:solidFill>
                      <a:prstDash val="solid"/>
                      <a:round/>
                      <a:headEnd type="none" w="med" len="med"/>
                      <a:tailEnd type="none" w="med" len="med"/>
                    </a:lnR>
                    <a:lnT w="12700" cap="flat" cmpd="sng" algn="ctr">
                      <a:solidFill>
                        <a:srgbClr val="B6B4B8"/>
                      </a:solidFill>
                      <a:prstDash val="solid"/>
                      <a:round/>
                      <a:headEnd type="none" w="med" len="med"/>
                      <a:tailEnd type="none" w="med" len="med"/>
                    </a:lnT>
                    <a:lnB w="12700" cap="flat" cmpd="sng" algn="ctr">
                      <a:solidFill>
                        <a:srgbClr val="C4C2C6"/>
                      </a:solidFill>
                      <a:prstDash val="solid"/>
                      <a:round/>
                      <a:headEnd type="none" w="med" len="med"/>
                      <a:tailEnd type="none" w="med" len="med"/>
                    </a:lnB>
                  </a:tcPr>
                </a:tc>
                <a:tc>
                  <a:txBody>
                    <a:bodyPr/>
                    <a:lstStyle/>
                    <a:p>
                      <a:pPr marL="0" indent="0">
                        <a:lnSpc>
                          <a:spcPts val="2100"/>
                        </a:lnSpc>
                        <a:buNone/>
                      </a:pPr>
                      <a:r>
                        <a:rPr lang="en-US" sz="1500" dirty="0">
                          <a:solidFill>
                            <a:srgbClr val="1B1420"/>
                          </a:solidFill>
                          <a:latin typeface="Arial" pitchFamily="34" charset="0"/>
                          <a:ea typeface="Arial" pitchFamily="34" charset="-122"/>
                          <a:cs typeface="Arial" pitchFamily="34" charset="-120"/>
                        </a:rPr>
                        <a:t>Create tables and columns in Dataverse</a:t>
                      </a:r>
                      <a:endParaRPr lang="en-US" sz="1500" dirty="0">
                        <a:latin typeface="Arial" charset="0"/>
                        <a:ea typeface="Arial" charset="0"/>
                        <a:cs typeface="Arial" charset="0"/>
                      </a:endParaRPr>
                    </a:p>
                  </a:txBody>
                  <a:tcPr marL="66675" marR="66675" marT="66675" marB="66675">
                    <a:lnL w="12700" cap="flat" cmpd="sng" algn="ctr">
                      <a:solidFill>
                        <a:srgbClr val="C4C2C6"/>
                      </a:solidFill>
                      <a:prstDash val="solid"/>
                      <a:round/>
                      <a:headEnd type="none" w="med" len="med"/>
                      <a:tailEnd type="none" w="med" len="med"/>
                    </a:lnL>
                    <a:lnR w="12700" cap="flat" cmpd="sng" algn="ctr">
                      <a:solidFill>
                        <a:srgbClr val="C4C2C6"/>
                      </a:solidFill>
                      <a:prstDash val="solid"/>
                      <a:round/>
                      <a:headEnd type="none" w="med" len="med"/>
                      <a:tailEnd type="none" w="med" len="med"/>
                    </a:lnR>
                    <a:lnT w="12700" cap="flat" cmpd="sng" algn="ctr">
                      <a:solidFill>
                        <a:srgbClr val="B6B4B8"/>
                      </a:solidFill>
                      <a:prstDash val="solid"/>
                      <a:round/>
                      <a:headEnd type="none" w="med" len="med"/>
                      <a:tailEnd type="none" w="med" len="med"/>
                    </a:lnT>
                    <a:lnB w="12700" cap="flat" cmpd="sng" algn="ctr">
                      <a:solidFill>
                        <a:srgbClr val="C4C2C6"/>
                      </a:solidFill>
                      <a:prstDash val="solid"/>
                      <a:round/>
                      <a:headEnd type="none" w="med" len="med"/>
                      <a:tailEnd type="none" w="med" len="med"/>
                    </a:lnB>
                  </a:tcPr>
                </a:tc>
                <a:tc>
                  <a:txBody>
                    <a:bodyPr/>
                    <a:lstStyle/>
                    <a:p>
                      <a:pPr marL="0" indent="0">
                        <a:lnSpc>
                          <a:spcPts val="2100"/>
                        </a:lnSpc>
                        <a:buNone/>
                      </a:pPr>
                      <a:r>
                        <a:rPr lang="en-US" sz="1500" dirty="0">
                          <a:solidFill>
                            <a:srgbClr val="1B1420"/>
                          </a:solidFill>
                          <a:latin typeface="Arial" pitchFamily="34" charset="0"/>
                          <a:ea typeface="Arial" pitchFamily="34" charset="-122"/>
                          <a:cs typeface="Arial" pitchFamily="34" charset="-120"/>
                        </a:rPr>
                        <a:t>Draft the schema from requirements.md</a:t>
                      </a:r>
                      <a:endParaRPr lang="en-US" sz="1500" dirty="0">
                        <a:latin typeface="Arial" charset="0"/>
                        <a:ea typeface="Arial" charset="0"/>
                        <a:cs typeface="Arial" charset="0"/>
                      </a:endParaRPr>
                    </a:p>
                  </a:txBody>
                  <a:tcPr marL="66675" marR="66675" marT="66675" marB="66675">
                    <a:lnL w="12700" cap="flat" cmpd="sng" algn="ctr">
                      <a:solidFill>
                        <a:srgbClr val="C4C2C6"/>
                      </a:solidFill>
                      <a:prstDash val="solid"/>
                      <a:round/>
                      <a:headEnd type="none" w="med" len="med"/>
                      <a:tailEnd type="none" w="med" len="med"/>
                    </a:lnL>
                    <a:lnR w="12700" cap="flat" cmpd="sng" algn="ctr">
                      <a:solidFill>
                        <a:srgbClr val="C4C2C6"/>
                      </a:solidFill>
                      <a:prstDash val="solid"/>
                      <a:round/>
                      <a:headEnd type="none" w="med" len="med"/>
                      <a:tailEnd type="none" w="med" len="med"/>
                    </a:lnR>
                    <a:lnT w="12700" cap="flat" cmpd="sng" algn="ctr">
                      <a:solidFill>
                        <a:srgbClr val="B6B4B8"/>
                      </a:solidFill>
                      <a:prstDash val="solid"/>
                      <a:round/>
                      <a:headEnd type="none" w="med" len="med"/>
                      <a:tailEnd type="none" w="med" len="med"/>
                    </a:lnT>
                    <a:lnB w="12700" cap="flat" cmpd="sng" algn="ctr">
                      <a:solidFill>
                        <a:srgbClr val="C4C2C6"/>
                      </a:solidFill>
                      <a:prstDash val="solid"/>
                      <a:round/>
                      <a:headEnd type="none" w="med" len="med"/>
                      <a:tailEnd type="none" w="med" len="med"/>
                    </a:lnB>
                  </a:tcPr>
                </a:tc>
                <a:extLst>
                  <a:ext uri="{0D108BD9-81ED-4DB2-BD59-A6C34878D82A}">
                    <a16:rowId xmlns:a16="http://schemas.microsoft.com/office/drawing/2014/main" val="10001"/>
                  </a:ext>
                </a:extLst>
              </a:tr>
              <a:tr h="679450">
                <a:tc>
                  <a:txBody>
                    <a:bodyPr/>
                    <a:lstStyle/>
                    <a:p>
                      <a:pPr marL="0" indent="0">
                        <a:lnSpc>
                          <a:spcPts val="2100"/>
                        </a:lnSpc>
                        <a:buNone/>
                      </a:pPr>
                      <a:r>
                        <a:rPr lang="en-US" sz="1500" dirty="0">
                          <a:solidFill>
                            <a:srgbClr val="1B1420"/>
                          </a:solidFill>
                          <a:latin typeface="Arial" pitchFamily="34" charset="0"/>
                          <a:ea typeface="Arial" pitchFamily="34" charset="-122"/>
                          <a:cs typeface="Arial" pitchFamily="34" charset="-120"/>
                        </a:rPr>
                        <a:t>2. Connect</a:t>
                      </a:r>
                      <a:endParaRPr lang="en-US" sz="1500" dirty="0">
                        <a:latin typeface="Arial" charset="0"/>
                        <a:ea typeface="Arial" charset="0"/>
                        <a:cs typeface="Arial" charset="0"/>
                      </a:endParaRPr>
                    </a:p>
                  </a:txBody>
                  <a:tcPr marL="66675" marR="66675" marT="66675" marB="66675">
                    <a:lnL w="12700" cap="flat" cmpd="sng" algn="ctr">
                      <a:solidFill>
                        <a:srgbClr val="C4C2C6"/>
                      </a:solidFill>
                      <a:prstDash val="solid"/>
                      <a:round/>
                      <a:headEnd type="none" w="med" len="med"/>
                      <a:tailEnd type="none" w="med" len="med"/>
                    </a:lnL>
                    <a:lnR w="12700" cap="flat" cmpd="sng" algn="ctr">
                      <a:solidFill>
                        <a:srgbClr val="C4C2C6"/>
                      </a:solidFill>
                      <a:prstDash val="solid"/>
                      <a:round/>
                      <a:headEnd type="none" w="med" len="med"/>
                      <a:tailEnd type="none" w="med" len="med"/>
                    </a:lnR>
                    <a:lnT w="12700" cap="flat" cmpd="sng" algn="ctr">
                      <a:solidFill>
                        <a:srgbClr val="C4C2C6"/>
                      </a:solidFill>
                      <a:prstDash val="solid"/>
                      <a:round/>
                      <a:headEnd type="none" w="med" len="med"/>
                      <a:tailEnd type="none" w="med" len="med"/>
                    </a:lnT>
                    <a:lnB w="12700" cap="flat" cmpd="sng" algn="ctr">
                      <a:solidFill>
                        <a:srgbClr val="C4C2C6"/>
                      </a:solidFill>
                      <a:prstDash val="solid"/>
                      <a:round/>
                      <a:headEnd type="none" w="med" len="med"/>
                      <a:tailEnd type="none" w="med" len="med"/>
                    </a:lnB>
                  </a:tcPr>
                </a:tc>
                <a:tc>
                  <a:txBody>
                    <a:bodyPr/>
                    <a:lstStyle/>
                    <a:p>
                      <a:pPr marL="0" indent="0">
                        <a:lnSpc>
                          <a:spcPts val="2100"/>
                        </a:lnSpc>
                        <a:buNone/>
                      </a:pPr>
                      <a:r>
                        <a:rPr lang="en-US" sz="1500" dirty="0">
                          <a:solidFill>
                            <a:srgbClr val="1B1420"/>
                          </a:solidFill>
                          <a:latin typeface="Arial" pitchFamily="34" charset="0"/>
                          <a:ea typeface="Arial" pitchFamily="34" charset="-122"/>
                          <a:cs typeface="Arial" pitchFamily="34" charset="-120"/>
                        </a:rPr>
                        <a:t>Add the table as a data source with the pac CLI</a:t>
                      </a:r>
                      <a:endParaRPr lang="en-US" sz="1500" dirty="0">
                        <a:latin typeface="Arial" charset="0"/>
                        <a:ea typeface="Arial" charset="0"/>
                        <a:cs typeface="Arial" charset="0"/>
                      </a:endParaRPr>
                    </a:p>
                  </a:txBody>
                  <a:tcPr marL="66675" marR="66675" marT="66675" marB="66675">
                    <a:lnL w="12700" cap="flat" cmpd="sng" algn="ctr">
                      <a:solidFill>
                        <a:srgbClr val="C4C2C6"/>
                      </a:solidFill>
                      <a:prstDash val="solid"/>
                      <a:round/>
                      <a:headEnd type="none" w="med" len="med"/>
                      <a:tailEnd type="none" w="med" len="med"/>
                    </a:lnL>
                    <a:lnR w="12700" cap="flat" cmpd="sng" algn="ctr">
                      <a:solidFill>
                        <a:srgbClr val="C4C2C6"/>
                      </a:solidFill>
                      <a:prstDash val="solid"/>
                      <a:round/>
                      <a:headEnd type="none" w="med" len="med"/>
                      <a:tailEnd type="none" w="med" len="med"/>
                    </a:lnR>
                    <a:lnT w="12700" cap="flat" cmpd="sng" algn="ctr">
                      <a:solidFill>
                        <a:srgbClr val="C4C2C6"/>
                      </a:solidFill>
                      <a:prstDash val="solid"/>
                      <a:round/>
                      <a:headEnd type="none" w="med" len="med"/>
                      <a:tailEnd type="none" w="med" len="med"/>
                    </a:lnT>
                    <a:lnB w="12700" cap="flat" cmpd="sng" algn="ctr">
                      <a:solidFill>
                        <a:srgbClr val="C4C2C6"/>
                      </a:solidFill>
                      <a:prstDash val="solid"/>
                      <a:round/>
                      <a:headEnd type="none" w="med" len="med"/>
                      <a:tailEnd type="none" w="med" len="med"/>
                    </a:lnB>
                  </a:tcPr>
                </a:tc>
                <a:tc>
                  <a:txBody>
                    <a:bodyPr/>
                    <a:lstStyle/>
                    <a:p>
                      <a:pPr marL="0" indent="0">
                        <a:lnSpc>
                          <a:spcPts val="2100"/>
                        </a:lnSpc>
                        <a:buNone/>
                      </a:pPr>
                      <a:r>
                        <a:rPr lang="en-US" sz="1500" dirty="0">
                          <a:solidFill>
                            <a:srgbClr val="1B1420"/>
                          </a:solidFill>
                          <a:latin typeface="Arial" pitchFamily="34" charset="0"/>
                          <a:ea typeface="Arial" pitchFamily="34" charset="-122"/>
                          <a:cs typeface="Arial" pitchFamily="34" charset="-120"/>
                        </a:rPr>
                        <a:t>Explain generated service types</a:t>
                      </a:r>
                      <a:endParaRPr lang="en-US" sz="1500" dirty="0">
                        <a:latin typeface="Arial" charset="0"/>
                        <a:ea typeface="Arial" charset="0"/>
                        <a:cs typeface="Arial" charset="0"/>
                      </a:endParaRPr>
                    </a:p>
                  </a:txBody>
                  <a:tcPr marL="66675" marR="66675" marT="66675" marB="66675">
                    <a:lnL w="12700" cap="flat" cmpd="sng" algn="ctr">
                      <a:solidFill>
                        <a:srgbClr val="C4C2C6"/>
                      </a:solidFill>
                      <a:prstDash val="solid"/>
                      <a:round/>
                      <a:headEnd type="none" w="med" len="med"/>
                      <a:tailEnd type="none" w="med" len="med"/>
                    </a:lnL>
                    <a:lnR w="12700" cap="flat" cmpd="sng" algn="ctr">
                      <a:solidFill>
                        <a:srgbClr val="C4C2C6"/>
                      </a:solidFill>
                      <a:prstDash val="solid"/>
                      <a:round/>
                      <a:headEnd type="none" w="med" len="med"/>
                      <a:tailEnd type="none" w="med" len="med"/>
                    </a:lnR>
                    <a:lnT w="12700" cap="flat" cmpd="sng" algn="ctr">
                      <a:solidFill>
                        <a:srgbClr val="C4C2C6"/>
                      </a:solidFill>
                      <a:prstDash val="solid"/>
                      <a:round/>
                      <a:headEnd type="none" w="med" len="med"/>
                      <a:tailEnd type="none" w="med" len="med"/>
                    </a:lnT>
                    <a:lnB w="12700" cap="flat" cmpd="sng" algn="ctr">
                      <a:solidFill>
                        <a:srgbClr val="C4C2C6"/>
                      </a:solidFill>
                      <a:prstDash val="solid"/>
                      <a:round/>
                      <a:headEnd type="none" w="med" len="med"/>
                      <a:tailEnd type="none" w="med" len="med"/>
                    </a:lnB>
                  </a:tcPr>
                </a:tc>
                <a:extLst>
                  <a:ext uri="{0D108BD9-81ED-4DB2-BD59-A6C34878D82A}">
                    <a16:rowId xmlns:a16="http://schemas.microsoft.com/office/drawing/2014/main" val="10002"/>
                  </a:ext>
                </a:extLst>
              </a:tr>
              <a:tr h="679450">
                <a:tc>
                  <a:txBody>
                    <a:bodyPr/>
                    <a:lstStyle/>
                    <a:p>
                      <a:pPr marL="0" indent="0">
                        <a:lnSpc>
                          <a:spcPts val="2100"/>
                        </a:lnSpc>
                        <a:buNone/>
                      </a:pPr>
                      <a:r>
                        <a:rPr lang="en-US" sz="1500" dirty="0">
                          <a:solidFill>
                            <a:srgbClr val="1B1420"/>
                          </a:solidFill>
                          <a:latin typeface="Arial" pitchFamily="34" charset="0"/>
                          <a:ea typeface="Arial" pitchFamily="34" charset="-122"/>
                          <a:cs typeface="Arial" pitchFamily="34" charset="-120"/>
                        </a:rPr>
                        <a:t>3. Build</a:t>
                      </a:r>
                      <a:endParaRPr lang="en-US" sz="1500" dirty="0">
                        <a:latin typeface="Arial" charset="0"/>
                        <a:ea typeface="Arial" charset="0"/>
                        <a:cs typeface="Arial" charset="0"/>
                      </a:endParaRPr>
                    </a:p>
                  </a:txBody>
                  <a:tcPr marL="66675" marR="66675" marT="66675" marB="66675">
                    <a:lnL w="12700" cap="flat" cmpd="sng" algn="ctr">
                      <a:solidFill>
                        <a:srgbClr val="C4C2C6"/>
                      </a:solidFill>
                      <a:prstDash val="solid"/>
                      <a:round/>
                      <a:headEnd type="none" w="med" len="med"/>
                      <a:tailEnd type="none" w="med" len="med"/>
                    </a:lnL>
                    <a:lnR w="12700" cap="flat" cmpd="sng" algn="ctr">
                      <a:solidFill>
                        <a:srgbClr val="C4C2C6"/>
                      </a:solidFill>
                      <a:prstDash val="solid"/>
                      <a:round/>
                      <a:headEnd type="none" w="med" len="med"/>
                      <a:tailEnd type="none" w="med" len="med"/>
                    </a:lnR>
                    <a:lnT w="12700" cap="flat" cmpd="sng" algn="ctr">
                      <a:solidFill>
                        <a:srgbClr val="C4C2C6"/>
                      </a:solidFill>
                      <a:prstDash val="solid"/>
                      <a:round/>
                      <a:headEnd type="none" w="med" len="med"/>
                      <a:tailEnd type="none" w="med" len="med"/>
                    </a:lnT>
                    <a:lnB w="12700" cap="flat" cmpd="sng" algn="ctr">
                      <a:solidFill>
                        <a:srgbClr val="C4C2C6"/>
                      </a:solidFill>
                      <a:prstDash val="solid"/>
                      <a:round/>
                      <a:headEnd type="none" w="med" len="med"/>
                      <a:tailEnd type="none" w="med" len="med"/>
                    </a:lnB>
                  </a:tcPr>
                </a:tc>
                <a:tc>
                  <a:txBody>
                    <a:bodyPr/>
                    <a:lstStyle/>
                    <a:p>
                      <a:pPr marL="0" indent="0">
                        <a:lnSpc>
                          <a:spcPts val="2100"/>
                        </a:lnSpc>
                        <a:buNone/>
                      </a:pPr>
                      <a:r>
                        <a:rPr lang="en-US" sz="1500" dirty="0">
                          <a:solidFill>
                            <a:srgbClr val="1B1420"/>
                          </a:solidFill>
                          <a:latin typeface="Arial" pitchFamily="34" charset="0"/>
                          <a:ea typeface="Arial" pitchFamily="34" charset="-122"/>
                          <a:cs typeface="Arial" pitchFamily="34" charset="-120"/>
                        </a:rPr>
                        <a:t>Call typed services from React components</a:t>
                      </a:r>
                      <a:endParaRPr lang="en-US" sz="1500" dirty="0">
                        <a:latin typeface="Arial" charset="0"/>
                        <a:ea typeface="Arial" charset="0"/>
                        <a:cs typeface="Arial" charset="0"/>
                      </a:endParaRPr>
                    </a:p>
                  </a:txBody>
                  <a:tcPr marL="66675" marR="66675" marT="66675" marB="66675">
                    <a:lnL w="12700" cap="flat" cmpd="sng" algn="ctr">
                      <a:solidFill>
                        <a:srgbClr val="C4C2C6"/>
                      </a:solidFill>
                      <a:prstDash val="solid"/>
                      <a:round/>
                      <a:headEnd type="none" w="med" len="med"/>
                      <a:tailEnd type="none" w="med" len="med"/>
                    </a:lnL>
                    <a:lnR w="12700" cap="flat" cmpd="sng" algn="ctr">
                      <a:solidFill>
                        <a:srgbClr val="C4C2C6"/>
                      </a:solidFill>
                      <a:prstDash val="solid"/>
                      <a:round/>
                      <a:headEnd type="none" w="med" len="med"/>
                      <a:tailEnd type="none" w="med" len="med"/>
                    </a:lnR>
                    <a:lnT w="12700" cap="flat" cmpd="sng" algn="ctr">
                      <a:solidFill>
                        <a:srgbClr val="C4C2C6"/>
                      </a:solidFill>
                      <a:prstDash val="solid"/>
                      <a:round/>
                      <a:headEnd type="none" w="med" len="med"/>
                      <a:tailEnd type="none" w="med" len="med"/>
                    </a:lnT>
                    <a:lnB w="12700" cap="flat" cmpd="sng" algn="ctr">
                      <a:solidFill>
                        <a:srgbClr val="C4C2C6"/>
                      </a:solidFill>
                      <a:prstDash val="solid"/>
                      <a:round/>
                      <a:headEnd type="none" w="med" len="med"/>
                      <a:tailEnd type="none" w="med" len="med"/>
                    </a:lnB>
                  </a:tcPr>
                </a:tc>
                <a:tc>
                  <a:txBody>
                    <a:bodyPr/>
                    <a:lstStyle/>
                    <a:p>
                      <a:pPr marL="0" indent="0">
                        <a:lnSpc>
                          <a:spcPts val="2100"/>
                        </a:lnSpc>
                        <a:buNone/>
                      </a:pPr>
                      <a:r>
                        <a:rPr lang="en-US" sz="1500" dirty="0">
                          <a:solidFill>
                            <a:srgbClr val="1B1420"/>
                          </a:solidFill>
                          <a:latin typeface="Arial" pitchFamily="34" charset="0"/>
                          <a:ea typeface="Arial" pitchFamily="34" charset="-122"/>
                          <a:cs typeface="Arial" pitchFamily="34" charset="-120"/>
                        </a:rPr>
                        <a:t>Write forms, lists and hooks</a:t>
                      </a:r>
                      <a:endParaRPr lang="en-US" sz="1500" dirty="0">
                        <a:latin typeface="Arial" charset="0"/>
                        <a:ea typeface="Arial" charset="0"/>
                        <a:cs typeface="Arial" charset="0"/>
                      </a:endParaRPr>
                    </a:p>
                  </a:txBody>
                  <a:tcPr marL="66675" marR="66675" marT="66675" marB="66675">
                    <a:lnL w="12700" cap="flat" cmpd="sng" algn="ctr">
                      <a:solidFill>
                        <a:srgbClr val="C4C2C6"/>
                      </a:solidFill>
                      <a:prstDash val="solid"/>
                      <a:round/>
                      <a:headEnd type="none" w="med" len="med"/>
                      <a:tailEnd type="none" w="med" len="med"/>
                    </a:lnL>
                    <a:lnR w="12700" cap="flat" cmpd="sng" algn="ctr">
                      <a:solidFill>
                        <a:srgbClr val="C4C2C6"/>
                      </a:solidFill>
                      <a:prstDash val="solid"/>
                      <a:round/>
                      <a:headEnd type="none" w="med" len="med"/>
                      <a:tailEnd type="none" w="med" len="med"/>
                    </a:lnR>
                    <a:lnT w="12700" cap="flat" cmpd="sng" algn="ctr">
                      <a:solidFill>
                        <a:srgbClr val="C4C2C6"/>
                      </a:solidFill>
                      <a:prstDash val="solid"/>
                      <a:round/>
                      <a:headEnd type="none" w="med" len="med"/>
                      <a:tailEnd type="none" w="med" len="med"/>
                    </a:lnT>
                    <a:lnB w="12700" cap="flat" cmpd="sng" algn="ctr">
                      <a:solidFill>
                        <a:srgbClr val="C4C2C6"/>
                      </a:solidFill>
                      <a:prstDash val="solid"/>
                      <a:round/>
                      <a:headEnd type="none" w="med" len="med"/>
                      <a:tailEnd type="none" w="med" len="med"/>
                    </a:lnB>
                  </a:tcPr>
                </a:tc>
                <a:extLst>
                  <a:ext uri="{0D108BD9-81ED-4DB2-BD59-A6C34878D82A}">
                    <a16:rowId xmlns:a16="http://schemas.microsoft.com/office/drawing/2014/main" val="10003"/>
                  </a:ext>
                </a:extLst>
              </a:tr>
              <a:tr h="679450">
                <a:tc>
                  <a:txBody>
                    <a:bodyPr/>
                    <a:lstStyle/>
                    <a:p>
                      <a:pPr marL="0" indent="0">
                        <a:lnSpc>
                          <a:spcPts val="2100"/>
                        </a:lnSpc>
                        <a:buNone/>
                      </a:pPr>
                      <a:r>
                        <a:rPr lang="en-US" sz="1500" dirty="0">
                          <a:solidFill>
                            <a:srgbClr val="1B1420"/>
                          </a:solidFill>
                          <a:latin typeface="Arial" pitchFamily="34" charset="0"/>
                          <a:ea typeface="Arial" pitchFamily="34" charset="-122"/>
                          <a:cs typeface="Arial" pitchFamily="34" charset="-120"/>
                        </a:rPr>
                        <a:t>4. Ship</a:t>
                      </a:r>
                      <a:endParaRPr lang="en-US" sz="1500" dirty="0">
                        <a:latin typeface="Arial" charset="0"/>
                        <a:ea typeface="Arial" charset="0"/>
                        <a:cs typeface="Arial" charset="0"/>
                      </a:endParaRPr>
                    </a:p>
                  </a:txBody>
                  <a:tcPr marL="66675" marR="66675" marT="66675" marB="66675">
                    <a:lnL w="12700" cap="flat" cmpd="sng" algn="ctr">
                      <a:solidFill>
                        <a:srgbClr val="C4C2C6"/>
                      </a:solidFill>
                      <a:prstDash val="solid"/>
                      <a:round/>
                      <a:headEnd type="none" w="med" len="med"/>
                      <a:tailEnd type="none" w="med" len="med"/>
                    </a:lnL>
                    <a:lnR w="12700" cap="flat" cmpd="sng" algn="ctr">
                      <a:solidFill>
                        <a:srgbClr val="C4C2C6"/>
                      </a:solidFill>
                      <a:prstDash val="solid"/>
                      <a:round/>
                      <a:headEnd type="none" w="med" len="med"/>
                      <a:tailEnd type="none" w="med" len="med"/>
                    </a:lnR>
                    <a:lnT w="12700" cap="flat" cmpd="sng" algn="ctr">
                      <a:solidFill>
                        <a:srgbClr val="C4C2C6"/>
                      </a:solidFill>
                      <a:prstDash val="solid"/>
                      <a:round/>
                      <a:headEnd type="none" w="med" len="med"/>
                      <a:tailEnd type="none" w="med" len="med"/>
                    </a:lnT>
                    <a:lnB w="12700" cap="flat" cmpd="sng" algn="ctr">
                      <a:solidFill>
                        <a:srgbClr val="C4C2C6"/>
                      </a:solidFill>
                      <a:prstDash val="solid"/>
                      <a:round/>
                      <a:headEnd type="none" w="med" len="med"/>
                      <a:tailEnd type="none" w="med" len="med"/>
                    </a:lnB>
                  </a:tcPr>
                </a:tc>
                <a:tc>
                  <a:txBody>
                    <a:bodyPr/>
                    <a:lstStyle/>
                    <a:p>
                      <a:pPr marL="0" indent="0">
                        <a:lnSpc>
                          <a:spcPts val="2100"/>
                        </a:lnSpc>
                        <a:buNone/>
                      </a:pPr>
                      <a:r>
                        <a:rPr lang="en-US" sz="1500" dirty="0">
                          <a:solidFill>
                            <a:srgbClr val="1B1420"/>
                          </a:solidFill>
                          <a:latin typeface="Arial" pitchFamily="34" charset="0"/>
                          <a:ea typeface="Arial" pitchFamily="34" charset="-122"/>
                          <a:cs typeface="Arial" pitchFamily="34" charset="-120"/>
                        </a:rPr>
                        <a:t>Run locally, then push to your environment</a:t>
                      </a:r>
                      <a:endParaRPr lang="en-US" sz="1500" dirty="0">
                        <a:latin typeface="Arial" charset="0"/>
                        <a:ea typeface="Arial" charset="0"/>
                        <a:cs typeface="Arial" charset="0"/>
                      </a:endParaRPr>
                    </a:p>
                  </a:txBody>
                  <a:tcPr marL="66675" marR="66675" marT="66675" marB="66675">
                    <a:lnL w="12700" cap="flat" cmpd="sng" algn="ctr">
                      <a:solidFill>
                        <a:srgbClr val="C4C2C6"/>
                      </a:solidFill>
                      <a:prstDash val="solid"/>
                      <a:round/>
                      <a:headEnd type="none" w="med" len="med"/>
                      <a:tailEnd type="none" w="med" len="med"/>
                    </a:lnL>
                    <a:lnR w="12700" cap="flat" cmpd="sng" algn="ctr">
                      <a:solidFill>
                        <a:srgbClr val="C4C2C6"/>
                      </a:solidFill>
                      <a:prstDash val="solid"/>
                      <a:round/>
                      <a:headEnd type="none" w="med" len="med"/>
                      <a:tailEnd type="none" w="med" len="med"/>
                    </a:lnR>
                    <a:lnT w="12700" cap="flat" cmpd="sng" algn="ctr">
                      <a:solidFill>
                        <a:srgbClr val="C4C2C6"/>
                      </a:solidFill>
                      <a:prstDash val="solid"/>
                      <a:round/>
                      <a:headEnd type="none" w="med" len="med"/>
                      <a:tailEnd type="none" w="med" len="med"/>
                    </a:lnT>
                    <a:lnB w="12700" cap="flat" cmpd="sng" algn="ctr">
                      <a:solidFill>
                        <a:srgbClr val="C4C2C6"/>
                      </a:solidFill>
                      <a:prstDash val="solid"/>
                      <a:round/>
                      <a:headEnd type="none" w="med" len="med"/>
                      <a:tailEnd type="none" w="med" len="med"/>
                    </a:lnB>
                  </a:tcPr>
                </a:tc>
                <a:tc>
                  <a:txBody>
                    <a:bodyPr/>
                    <a:lstStyle/>
                    <a:p>
                      <a:pPr marL="0" indent="0">
                        <a:lnSpc>
                          <a:spcPts val="2100"/>
                        </a:lnSpc>
                        <a:buNone/>
                      </a:pPr>
                      <a:r>
                        <a:rPr lang="en-US" sz="1500" dirty="0">
                          <a:solidFill>
                            <a:srgbClr val="1B1420"/>
                          </a:solidFill>
                          <a:latin typeface="Arial" pitchFamily="34" charset="0"/>
                          <a:ea typeface="Arial" pitchFamily="34" charset="-122"/>
                          <a:cs typeface="Arial" pitchFamily="34" charset="-120"/>
                        </a:rPr>
                        <a:t>Fix build errors, write scripts</a:t>
                      </a:r>
                      <a:endParaRPr lang="en-US" sz="1500" dirty="0">
                        <a:latin typeface="Arial" charset="0"/>
                        <a:ea typeface="Arial" charset="0"/>
                        <a:cs typeface="Arial" charset="0"/>
                      </a:endParaRPr>
                    </a:p>
                  </a:txBody>
                  <a:tcPr marL="66675" marR="66675" marT="66675" marB="66675">
                    <a:lnL w="12700" cap="flat" cmpd="sng" algn="ctr">
                      <a:solidFill>
                        <a:srgbClr val="C4C2C6"/>
                      </a:solidFill>
                      <a:prstDash val="solid"/>
                      <a:round/>
                      <a:headEnd type="none" w="med" len="med"/>
                      <a:tailEnd type="none" w="med" len="med"/>
                    </a:lnL>
                    <a:lnR w="12700" cap="flat" cmpd="sng" algn="ctr">
                      <a:solidFill>
                        <a:srgbClr val="C4C2C6"/>
                      </a:solidFill>
                      <a:prstDash val="solid"/>
                      <a:round/>
                      <a:headEnd type="none" w="med" len="med"/>
                      <a:tailEnd type="none" w="med" len="med"/>
                    </a:lnR>
                    <a:lnT w="12700" cap="flat" cmpd="sng" algn="ctr">
                      <a:solidFill>
                        <a:srgbClr val="C4C2C6"/>
                      </a:solidFill>
                      <a:prstDash val="solid"/>
                      <a:round/>
                      <a:headEnd type="none" w="med" len="med"/>
                      <a:tailEnd type="none" w="med" len="med"/>
                    </a:lnT>
                    <a:lnB w="12700" cap="flat" cmpd="sng" algn="ctr">
                      <a:solidFill>
                        <a:srgbClr val="C4C2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0E429-1D41-861A-92BC-E190CCFC236E}"/>
              </a:ext>
            </a:extLst>
          </p:cNvPr>
          <p:cNvSpPr>
            <a:spLocks noGrp="1"/>
          </p:cNvSpPr>
          <p:nvPr>
            <p:ph type="title"/>
          </p:nvPr>
        </p:nvSpPr>
        <p:spPr>
          <a:xfrm>
            <a:off x="951914" y="2074363"/>
            <a:ext cx="2752354" cy="2709275"/>
          </a:xfrm>
          <a:prstGeom prst="rect">
            <a:avLst/>
          </a:prstGeom>
          <a:solidFill>
            <a:srgbClr val="7B4571"/>
          </a:solidFill>
          <a:ln>
            <a:solidFill>
              <a:srgbClr val="7B4571"/>
            </a:solidFill>
          </a:ln>
        </p:spPr>
        <p:txBody>
          <a:bodyPr vert="horz" lIns="91440" tIns="45720" rIns="91440" bIns="45720" rtlCol="0" anchor="ctr">
            <a:normAutofit/>
          </a:bodyPr>
          <a:lstStyle/>
          <a:p>
            <a:pPr algn="ctr"/>
            <a:r>
              <a:rPr lang="en-US" sz="2800" b="1" kern="1200">
                <a:solidFill>
                  <a:srgbClr val="FFFFFF"/>
                </a:solidFill>
                <a:latin typeface="+mj-lt"/>
                <a:ea typeface="+mj-ea"/>
                <a:cs typeface="+mj-cs"/>
              </a:rPr>
              <a:t>Solution</a:t>
            </a:r>
          </a:p>
        </p:txBody>
      </p:sp>
      <p:pic>
        <p:nvPicPr>
          <p:cNvPr id="5" name="Picture 4">
            <a:extLst>
              <a:ext uri="{FF2B5EF4-FFF2-40B4-BE49-F238E27FC236}">
                <a16:creationId xmlns:a16="http://schemas.microsoft.com/office/drawing/2014/main" id="{444AD911-74FC-6690-6B79-764BC3E00107}"/>
              </a:ext>
            </a:extLst>
          </p:cNvPr>
          <p:cNvPicPr>
            <a:picLocks noChangeAspect="1"/>
          </p:cNvPicPr>
          <p:nvPr/>
        </p:nvPicPr>
        <p:blipFill>
          <a:blip r:embed="rId3"/>
          <a:stretch>
            <a:fillRect/>
          </a:stretch>
        </p:blipFill>
        <p:spPr>
          <a:xfrm>
            <a:off x="4110665" y="1821537"/>
            <a:ext cx="6804078" cy="3214926"/>
          </a:xfrm>
          <a:prstGeom prst="rect">
            <a:avLst/>
          </a:prstGeom>
        </p:spPr>
      </p:pic>
    </p:spTree>
    <p:extLst>
      <p:ext uri="{BB962C8B-B14F-4D97-AF65-F5344CB8AC3E}">
        <p14:creationId xmlns:p14="http://schemas.microsoft.com/office/powerpoint/2010/main" val="219436473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7132B"/>
        </a:solidFill>
        <a:effectLst/>
      </p:bgPr>
    </p:bg>
    <p:spTree>
      <p:nvGrpSpPr>
        <p:cNvPr id="1" name="">
          <a:extLst>
            <a:ext uri="{FF2B5EF4-FFF2-40B4-BE49-F238E27FC236}">
              <a16:creationId xmlns:a16="http://schemas.microsoft.com/office/drawing/2014/main" id="{7A63B0A8-0986-E192-0E67-D5B612CC04C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0D9483-BA0E-6428-3A83-ECEEA7790D1C}"/>
              </a:ext>
            </a:extLst>
          </p:cNvPr>
          <p:cNvSpPr/>
          <p:nvPr/>
        </p:nvSpPr>
        <p:spPr>
          <a:xfrm>
            <a:off x="812800" y="165487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4B942"/>
                </a:solidFill>
                <a:effectLst/>
                <a:uLnTx/>
                <a:uFillTx/>
                <a:latin typeface="DM Sans" pitchFamily="34" charset="0"/>
                <a:ea typeface="DM Sans" pitchFamily="34" charset="-122"/>
                <a:cs typeface="DM Sans" pitchFamily="34" charset="-120"/>
              </a:rPr>
              <a:t>POWER PLATFORM</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a:extLst>
              <a:ext uri="{FF2B5EF4-FFF2-40B4-BE49-F238E27FC236}">
                <a16:creationId xmlns:a16="http://schemas.microsoft.com/office/drawing/2014/main" id="{050D9C62-A618-BA0D-D9E2-C8ABFA59F23F}"/>
              </a:ext>
            </a:extLst>
          </p:cNvPr>
          <p:cNvSpPr>
            <a:spLocks noGrp="1"/>
          </p:cNvSpPr>
          <p:nvPr>
            <p:ph type="title"/>
          </p:nvPr>
        </p:nvSpPr>
        <p:spPr>
          <a:xfrm>
            <a:off x="812800" y="2157760"/>
            <a:ext cx="10883392" cy="1785541"/>
          </a:xfrm>
          <a:prstGeom prst="rect">
            <a:avLst/>
          </a:prstGeom>
          <a:noFill/>
          <a:ln/>
        </p:spPr>
        <p:txBody>
          <a:bodyPr wrap="square" lIns="0" tIns="0" rIns="0" bIns="0" rtlCol="0" anchor="t">
            <a:normAutofit/>
          </a:bodyPr>
          <a:lstStyle/>
          <a:p>
            <a:pPr>
              <a:lnSpc>
                <a:spcPts val="6930"/>
              </a:lnSpc>
            </a:pPr>
            <a:r>
              <a:rPr lang="en-US" sz="6600" b="1" i="0" dirty="0">
                <a:solidFill>
                  <a:srgbClr val="F4F1FA"/>
                </a:solidFill>
                <a:latin typeface="DM Sans" pitchFamily="34" charset="0"/>
                <a:ea typeface="DM Sans" pitchFamily="34" charset="-122"/>
                <a:cs typeface="DM Sans" pitchFamily="34" charset="-120"/>
              </a:rPr>
              <a:t>Demo</a:t>
            </a:r>
            <a:endParaRPr lang="en-US" sz="6600" b="1" dirty="0">
              <a:solidFill>
                <a:srgbClr val="F4F1FA"/>
              </a:solidFill>
            </a:endParaRPr>
          </a:p>
        </p:txBody>
      </p:sp>
      <p:sp>
        <p:nvSpPr>
          <p:cNvPr id="4" name="Shape 2">
            <a:extLst>
              <a:ext uri="{FF2B5EF4-FFF2-40B4-BE49-F238E27FC236}">
                <a16:creationId xmlns:a16="http://schemas.microsoft.com/office/drawing/2014/main" id="{1AF86D19-A361-74FE-96B3-BEC11A2C9412}"/>
              </a:ext>
            </a:extLst>
          </p:cNvPr>
          <p:cNvSpPr/>
          <p:nvPr/>
        </p:nvSpPr>
        <p:spPr>
          <a:xfrm>
            <a:off x="812800" y="3156601"/>
            <a:ext cx="889000" cy="50800"/>
          </a:xfrm>
          <a:prstGeom prst="roundRect">
            <a:avLst>
              <a:gd name="adj" fmla="val 50000"/>
            </a:avLst>
          </a:prstGeom>
          <a:solidFill>
            <a:srgbClr val="B794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sp>
        <p:nvSpPr>
          <p:cNvPr id="5" name="Text 3">
            <a:extLst>
              <a:ext uri="{FF2B5EF4-FFF2-40B4-BE49-F238E27FC236}">
                <a16:creationId xmlns:a16="http://schemas.microsoft.com/office/drawing/2014/main" id="{C5571311-60DC-186C-A284-A2FC41512B78}"/>
              </a:ext>
            </a:extLst>
          </p:cNvPr>
          <p:cNvSpPr/>
          <p:nvPr/>
        </p:nvSpPr>
        <p:spPr>
          <a:xfrm>
            <a:off x="812799" y="3442939"/>
            <a:ext cx="10626659" cy="1785541"/>
          </a:xfrm>
          <a:prstGeom prst="rect">
            <a:avLst/>
          </a:prstGeom>
          <a:noFill/>
          <a:ln/>
        </p:spPr>
        <p:txBody>
          <a:bodyPr wrap="square" lIns="0" tIns="0" rIns="0" bIns="0" rtlCol="0" anchor="t">
            <a:normAutofit/>
          </a:bodyPr>
          <a:lstStyle/>
          <a:p>
            <a:pPr lvl="0">
              <a:lnSpc>
                <a:spcPts val="2860"/>
              </a:lnSpc>
              <a:defRPr/>
            </a:pPr>
            <a:r>
              <a:rPr lang="en-US" sz="2200" dirty="0">
                <a:solidFill>
                  <a:srgbClr val="B9B2D3"/>
                </a:solidFill>
                <a:latin typeface="DM Sans" pitchFamily="34" charset="0"/>
                <a:ea typeface="DM Sans" pitchFamily="34" charset="-122"/>
                <a:cs typeface="DM Sans" pitchFamily="34" charset="-120"/>
              </a:rPr>
              <a:t>H1. Banking: model a customer-accounts schema</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H2. Insurance: implement policy and claims CRUD with relationships</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H3. Healthcare: enforce validation and row-level access</a:t>
            </a:r>
            <a:endParaRPr kumimoji="0" lang="en-US" sz="2200" b="0" i="0" u="none" strike="noStrike" kern="1200" cap="none" spc="0" normalizeH="0" baseline="0" noProof="0" dirty="0">
              <a:ln>
                <a:noFill/>
              </a:ln>
              <a:solidFill>
                <a:srgbClr val="1E1736"/>
              </a:solidFill>
              <a:effectLst/>
              <a:uLnTx/>
              <a:uFillTx/>
              <a:latin typeface="DM Sans"/>
              <a:ea typeface="+mn-ea"/>
              <a:cs typeface="+mn-cs"/>
            </a:endParaRPr>
          </a:p>
        </p:txBody>
      </p:sp>
      <p:pic>
        <p:nvPicPr>
          <p:cNvPr id="6" name="Image 0" descr="Code">
            <a:extLst>
              <a:ext uri="{FF2B5EF4-FFF2-40B4-BE49-F238E27FC236}">
                <a16:creationId xmlns:a16="http://schemas.microsoft.com/office/drawing/2014/main" id="{1C09DEAB-45E3-DCBC-3F85-A56365A56772}"/>
              </a:ext>
            </a:extLst>
          </p:cNvPr>
          <p:cNvPicPr>
            <a:picLocks noChangeAspect="1"/>
          </p:cNvPicPr>
          <p:nvPr/>
        </p:nvPicPr>
        <p:blipFill>
          <a:blip r:embed="rId3"/>
          <a:srcRect/>
          <a:stretch/>
        </p:blipFill>
        <p:spPr>
          <a:xfrm>
            <a:off x="10363200" y="812800"/>
            <a:ext cx="1016000" cy="1016000"/>
          </a:xfrm>
          <a:prstGeom prst="rect">
            <a:avLst/>
          </a:prstGeom>
        </p:spPr>
      </p:pic>
    </p:spTree>
    <p:extLst>
      <p:ext uri="{BB962C8B-B14F-4D97-AF65-F5344CB8AC3E}">
        <p14:creationId xmlns:p14="http://schemas.microsoft.com/office/powerpoint/2010/main" val="20173002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Power Apps Code Apps Quickstart">
  <a:themeElements>
    <a:clrScheme name="Power Apps Code Apps Quickstart">
      <a:dk1>
        <a:srgbClr val="1E1736"/>
      </a:dk1>
      <a:lt1>
        <a:srgbClr val="F6F4FA"/>
      </a:lt1>
      <a:dk2>
        <a:srgbClr val="544E67"/>
      </a:dk2>
      <a:lt2>
        <a:srgbClr val="E0DEE6"/>
      </a:lt2>
      <a:accent1>
        <a:srgbClr val="6B2FD6"/>
      </a:accent1>
      <a:accent2>
        <a:srgbClr val="F4B942"/>
      </a:accent2>
      <a:accent3>
        <a:srgbClr val="2A2250"/>
      </a:accent3>
      <a:accent4>
        <a:srgbClr val="5A2FAE"/>
      </a:accent4>
      <a:accent5>
        <a:srgbClr val="D9CCF5"/>
      </a:accent5>
      <a:accent6>
        <a:srgbClr val="B794F6"/>
      </a:accent6>
      <a:hlink>
        <a:srgbClr val="0563C1"/>
      </a:hlink>
      <a:folHlink>
        <a:srgbClr val="954F72"/>
      </a:folHlink>
    </a:clrScheme>
    <a:fontScheme name="Power Apps Code Apps Quickstart">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Vibe Coding with GitHub Copilot for Power Apps Code Apps">
  <a:themeElements>
    <a:clrScheme name="Vibe Coding with GitHub Copilot for Power Apps Code Apps">
      <a:dk1>
        <a:srgbClr val="742774"/>
      </a:dk1>
      <a:lt1>
        <a:srgbClr val="F4F1FA"/>
      </a:lt1>
      <a:dk2>
        <a:srgbClr val="945A96"/>
      </a:dk2>
      <a:lt2>
        <a:srgbClr val="E7DDED"/>
      </a:lt2>
      <a:accent1>
        <a:srgbClr val="1B1340"/>
      </a:accent1>
      <a:accent2>
        <a:srgbClr val="E58BFF"/>
      </a:accent2>
      <a:accent3>
        <a:srgbClr val="C98BE0"/>
      </a:accent3>
      <a:accent4>
        <a:srgbClr val="2A52B8"/>
      </a:accent4>
      <a:accent5>
        <a:srgbClr val="D9D3EE"/>
      </a:accent5>
      <a:accent6>
        <a:srgbClr val="9AA0A6"/>
      </a:accent6>
      <a:hlink>
        <a:srgbClr val="0563C1"/>
      </a:hlink>
      <a:folHlink>
        <a:srgbClr val="954F72"/>
      </a:folHlink>
    </a:clrScheme>
    <a:fontScheme name="Vibe Coding with GitHub Copilot for Power Apps Code Apps">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1080</TotalTime>
  <Words>1959</Words>
  <Application>Microsoft Office PowerPoint</Application>
  <PresentationFormat>Widescreen</PresentationFormat>
  <Paragraphs>185</Paragraphs>
  <Slides>18</Slides>
  <Notes>11</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18</vt:i4>
      </vt:variant>
    </vt:vector>
  </HeadingPairs>
  <TitlesOfParts>
    <vt:vector size="34" baseType="lpstr">
      <vt:lpstr>Aptos</vt:lpstr>
      <vt:lpstr>Aptos Display</vt:lpstr>
      <vt:lpstr>Arial</vt:lpstr>
      <vt:lpstr>Consolas</vt:lpstr>
      <vt:lpstr>DM Sans</vt:lpstr>
      <vt:lpstr>Georgia</vt:lpstr>
      <vt:lpstr>Segoe UI</vt:lpstr>
      <vt:lpstr>Segoe UI (Body)</vt:lpstr>
      <vt:lpstr>Segoe UI Semibold</vt:lpstr>
      <vt:lpstr>Segoe UI Semilight</vt:lpstr>
      <vt:lpstr>SegoeUI</vt:lpstr>
      <vt:lpstr>Wingdings</vt:lpstr>
      <vt:lpstr>Office Theme</vt:lpstr>
      <vt:lpstr>Power Apps Code Apps Quickstart</vt:lpstr>
      <vt:lpstr>Vibe Coding with GitHub Copilot for Power Apps Code Apps</vt:lpstr>
      <vt:lpstr>1_Office Theme</vt:lpstr>
      <vt:lpstr>Enterprise Apps &amp; Agents </vt:lpstr>
      <vt:lpstr>Dataverse</vt:lpstr>
      <vt:lpstr>PowerPoint Presentation</vt:lpstr>
      <vt:lpstr>Let’s talk about data</vt:lpstr>
      <vt:lpstr>Let’s talk about data</vt:lpstr>
      <vt:lpstr>Let’s talk about data</vt:lpstr>
      <vt:lpstr>Two Types of Data. . .</vt:lpstr>
      <vt:lpstr>Two Types of Data. . .</vt:lpstr>
      <vt:lpstr>Why external data (Connectors)?</vt:lpstr>
      <vt:lpstr>Why internal data - Data verse?</vt:lpstr>
      <vt:lpstr>Benefits of Microsoft Dataverse</vt:lpstr>
      <vt:lpstr>Dataverse Defined</vt:lpstr>
      <vt:lpstr>Connectors</vt:lpstr>
      <vt:lpstr>Why Dataverse for Code Apps</vt:lpstr>
      <vt:lpstr>How the pieces connect</vt:lpstr>
      <vt:lpstr>Build workflow</vt:lpstr>
      <vt:lpstr>Solution</vt:lpstr>
      <vt:lpstr>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Jenkins NS</dc:creator>
  <cp:lastModifiedBy>Jenkins NS</cp:lastModifiedBy>
  <cp:revision>1</cp:revision>
  <dcterms:created xsi:type="dcterms:W3CDTF">2026-05-23T19:27:32Z</dcterms:created>
  <dcterms:modified xsi:type="dcterms:W3CDTF">2026-10-28T20:04:10Z</dcterms:modified>
</cp:coreProperties>
</file>