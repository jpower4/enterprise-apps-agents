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80" r:id="rId2"/>
    <p:sldMasterId id="2147483684" r:id="rId3"/>
  </p:sldMasterIdLst>
  <p:notesMasterIdLst>
    <p:notesMasterId r:id="rId20"/>
  </p:notesMasterIdLst>
  <p:sldIdLst>
    <p:sldId id="2147479557" r:id="rId4"/>
    <p:sldId id="256" r:id="rId5"/>
    <p:sldId id="258" r:id="rId6"/>
    <p:sldId id="259" r:id="rId7"/>
    <p:sldId id="2147479602" r:id="rId8"/>
    <p:sldId id="260" r:id="rId9"/>
    <p:sldId id="261" r:id="rId10"/>
    <p:sldId id="262" r:id="rId11"/>
    <p:sldId id="263" r:id="rId12"/>
    <p:sldId id="264" r:id="rId13"/>
    <p:sldId id="265" r:id="rId14"/>
    <p:sldId id="267" r:id="rId15"/>
    <p:sldId id="268" r:id="rId16"/>
    <p:sldId id="266" r:id="rId17"/>
    <p:sldId id="2147479601" r:id="rId18"/>
    <p:sldId id="2142533481"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7132B"/>
    <a:srgbClr val="1B13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5087783-BA59-4BF9-AF06-0D08442361EA}" v="8" dt="2026-10-29T16:18:11.418"/>
  </p1510:revLst>
</p1510:revInfo>
</file>

<file path=ppt/tableStyles.xml><?xml version="1.0" encoding="utf-8"?>
<a:tblStyleLst xmlns:a="http://schemas.openxmlformats.org/drawingml/2006/main" def="{5C22544A-7EE6-4342-B048-85BDC9FD1C3A}">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15" autoAdjust="0"/>
    <p:restoredTop sz="79126" autoAdjust="0"/>
  </p:normalViewPr>
  <p:slideViewPr>
    <p:cSldViewPr snapToGrid="0">
      <p:cViewPr varScale="1">
        <p:scale>
          <a:sx n="69" d="100"/>
          <a:sy n="69" d="100"/>
        </p:scale>
        <p:origin x="39" y="29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microsoft.com/office/2015/10/relationships/revisionInfo" Target="revisionInfo.xml"/><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nkins NS" userId="8bdba4d2-1367-40cf-ad35-f59b31261896" providerId="ADAL" clId="{589DD08C-61DE-4FF6-B5A3-AEEE15003728}"/>
    <pc:docChg chg="delSld modSld sldOrd">
      <pc:chgData name="Jenkins NS" userId="8bdba4d2-1367-40cf-ad35-f59b31261896" providerId="ADAL" clId="{589DD08C-61DE-4FF6-B5A3-AEEE15003728}" dt="2026-10-22T20:53:47.113" v="2"/>
      <pc:docMkLst>
        <pc:docMk/>
      </pc:docMkLst>
      <pc:sldChg chg="del">
        <pc:chgData name="Jenkins NS" userId="8bdba4d2-1367-40cf-ad35-f59b31261896" providerId="ADAL" clId="{589DD08C-61DE-4FF6-B5A3-AEEE15003728}" dt="2026-10-22T20:53:43.579" v="0" actId="47"/>
        <pc:sldMkLst>
          <pc:docMk/>
          <pc:sldMk cId="0" sldId="263"/>
        </pc:sldMkLst>
      </pc:sldChg>
      <pc:sldChg chg="del">
        <pc:chgData name="Jenkins NS" userId="8bdba4d2-1367-40cf-ad35-f59b31261896" providerId="ADAL" clId="{589DD08C-61DE-4FF6-B5A3-AEEE15003728}" dt="2026-10-22T20:53:43.579" v="0" actId="47"/>
        <pc:sldMkLst>
          <pc:docMk/>
          <pc:sldMk cId="0" sldId="264"/>
        </pc:sldMkLst>
      </pc:sldChg>
      <pc:sldChg chg="del">
        <pc:chgData name="Jenkins NS" userId="8bdba4d2-1367-40cf-ad35-f59b31261896" providerId="ADAL" clId="{589DD08C-61DE-4FF6-B5A3-AEEE15003728}" dt="2026-10-22T20:53:43.579" v="0" actId="47"/>
        <pc:sldMkLst>
          <pc:docMk/>
          <pc:sldMk cId="0" sldId="2147479588"/>
        </pc:sldMkLst>
      </pc:sldChg>
      <pc:sldChg chg="del">
        <pc:chgData name="Jenkins NS" userId="8bdba4d2-1367-40cf-ad35-f59b31261896" providerId="ADAL" clId="{589DD08C-61DE-4FF6-B5A3-AEEE15003728}" dt="2026-10-22T20:53:43.579" v="0" actId="47"/>
        <pc:sldMkLst>
          <pc:docMk/>
          <pc:sldMk cId="0" sldId="2147479589"/>
        </pc:sldMkLst>
      </pc:sldChg>
      <pc:sldChg chg="del">
        <pc:chgData name="Jenkins NS" userId="8bdba4d2-1367-40cf-ad35-f59b31261896" providerId="ADAL" clId="{589DD08C-61DE-4FF6-B5A3-AEEE15003728}" dt="2026-10-22T20:53:43.579" v="0" actId="47"/>
        <pc:sldMkLst>
          <pc:docMk/>
          <pc:sldMk cId="0" sldId="2147479590"/>
        </pc:sldMkLst>
      </pc:sldChg>
      <pc:sldChg chg="del">
        <pc:chgData name="Jenkins NS" userId="8bdba4d2-1367-40cf-ad35-f59b31261896" providerId="ADAL" clId="{589DD08C-61DE-4FF6-B5A3-AEEE15003728}" dt="2026-10-22T20:53:43.579" v="0" actId="47"/>
        <pc:sldMkLst>
          <pc:docMk/>
          <pc:sldMk cId="0" sldId="2147479591"/>
        </pc:sldMkLst>
      </pc:sldChg>
      <pc:sldChg chg="del">
        <pc:chgData name="Jenkins NS" userId="8bdba4d2-1367-40cf-ad35-f59b31261896" providerId="ADAL" clId="{589DD08C-61DE-4FF6-B5A3-AEEE15003728}" dt="2026-10-22T20:53:43.579" v="0" actId="47"/>
        <pc:sldMkLst>
          <pc:docMk/>
          <pc:sldMk cId="172466689" sldId="2147479598"/>
        </pc:sldMkLst>
      </pc:sldChg>
      <pc:sldChg chg="ord">
        <pc:chgData name="Jenkins NS" userId="8bdba4d2-1367-40cf-ad35-f59b31261896" providerId="ADAL" clId="{589DD08C-61DE-4FF6-B5A3-AEEE15003728}" dt="2026-10-22T20:53:47.113" v="2"/>
        <pc:sldMkLst>
          <pc:docMk/>
          <pc:sldMk cId="1525641040" sldId="2147479603"/>
        </pc:sldMkLst>
      </pc:sldChg>
    </pc:docChg>
  </pc:docChgLst>
  <pc:docChgLst>
    <pc:chgData name="Jenkins NS" userId="8bdba4d2-1367-40cf-ad35-f59b31261896" providerId="ADAL" clId="{9DF06EC0-6773-4754-B5CF-3A86373E55DF}"/>
    <pc:docChg chg="undo custSel addSld delSld modSld sldOrd modMainMaster">
      <pc:chgData name="Jenkins NS" userId="8bdba4d2-1367-40cf-ad35-f59b31261896" providerId="ADAL" clId="{9DF06EC0-6773-4754-B5CF-3A86373E55DF}" dt="2026-10-22T17:16:18.362" v="499" actId="20577"/>
      <pc:docMkLst>
        <pc:docMk/>
      </pc:docMkLst>
      <pc:sldChg chg="modSp add del mod">
        <pc:chgData name="Jenkins NS" userId="8bdba4d2-1367-40cf-ad35-f59b31261896" providerId="ADAL" clId="{9DF06EC0-6773-4754-B5CF-3A86373E55DF}" dt="2026-10-21T19:54:46.195" v="300"/>
        <pc:sldMkLst>
          <pc:docMk/>
          <pc:sldMk cId="0" sldId="256"/>
        </pc:sldMkLst>
        <pc:spChg chg="mod">
          <ac:chgData name="Jenkins NS" userId="8bdba4d2-1367-40cf-ad35-f59b31261896" providerId="ADAL" clId="{9DF06EC0-6773-4754-B5CF-3A86373E55DF}" dt="2026-10-21T19:26:48.705" v="5" actId="6549"/>
          <ac:spMkLst>
            <pc:docMk/>
            <pc:sldMk cId="0" sldId="256"/>
            <ac:spMk id="2" creationId="{00000000-0000-0000-0000-000000000000}"/>
          </ac:spMkLst>
        </pc:spChg>
      </pc:sldChg>
      <pc:sldChg chg="modSp add mod">
        <pc:chgData name="Jenkins NS" userId="8bdba4d2-1367-40cf-ad35-f59b31261896" providerId="ADAL" clId="{9DF06EC0-6773-4754-B5CF-3A86373E55DF}" dt="2026-10-21T19:44:54.496" v="293" actId="123"/>
        <pc:sldMkLst>
          <pc:docMk/>
          <pc:sldMk cId="0" sldId="257"/>
        </pc:sldMkLst>
      </pc:sldChg>
      <pc:sldChg chg="add">
        <pc:chgData name="Jenkins NS" userId="8bdba4d2-1367-40cf-ad35-f59b31261896" providerId="ADAL" clId="{9DF06EC0-6773-4754-B5CF-3A86373E55DF}" dt="2026-10-21T19:44:09.197" v="292"/>
        <pc:sldMkLst>
          <pc:docMk/>
          <pc:sldMk cId="0" sldId="258"/>
        </pc:sldMkLst>
      </pc:sldChg>
      <pc:sldChg chg="add">
        <pc:chgData name="Jenkins NS" userId="8bdba4d2-1367-40cf-ad35-f59b31261896" providerId="ADAL" clId="{9DF06EC0-6773-4754-B5CF-3A86373E55DF}" dt="2026-10-21T19:44:09.197" v="292"/>
        <pc:sldMkLst>
          <pc:docMk/>
          <pc:sldMk cId="0" sldId="259"/>
        </pc:sldMkLst>
      </pc:sldChg>
      <pc:sldChg chg="add">
        <pc:chgData name="Jenkins NS" userId="8bdba4d2-1367-40cf-ad35-f59b31261896" providerId="ADAL" clId="{9DF06EC0-6773-4754-B5CF-3A86373E55DF}" dt="2026-10-21T19:44:09.197" v="292"/>
        <pc:sldMkLst>
          <pc:docMk/>
          <pc:sldMk cId="0" sldId="260"/>
        </pc:sldMkLst>
      </pc:sldChg>
      <pc:sldChg chg="add">
        <pc:chgData name="Jenkins NS" userId="8bdba4d2-1367-40cf-ad35-f59b31261896" providerId="ADAL" clId="{9DF06EC0-6773-4754-B5CF-3A86373E55DF}" dt="2026-10-21T19:44:09.197" v="292"/>
        <pc:sldMkLst>
          <pc:docMk/>
          <pc:sldMk cId="0" sldId="261"/>
        </pc:sldMkLst>
      </pc:sldChg>
      <pc:sldChg chg="add">
        <pc:chgData name="Jenkins NS" userId="8bdba4d2-1367-40cf-ad35-f59b31261896" providerId="ADAL" clId="{9DF06EC0-6773-4754-B5CF-3A86373E55DF}" dt="2026-10-21T19:44:09.197" v="292"/>
        <pc:sldMkLst>
          <pc:docMk/>
          <pc:sldMk cId="0" sldId="262"/>
        </pc:sldMkLst>
      </pc:sldChg>
      <pc:sldChg chg="delSp modSp add del mod setBg">
        <pc:chgData name="Jenkins NS" userId="8bdba4d2-1367-40cf-ad35-f59b31261896" providerId="ADAL" clId="{9DF06EC0-6773-4754-B5CF-3A86373E55DF}" dt="2026-10-21T20:11:07.284" v="355" actId="478"/>
        <pc:sldMkLst>
          <pc:docMk/>
          <pc:sldMk cId="0" sldId="263"/>
        </pc:sldMkLst>
      </pc:sldChg>
      <pc:sldChg chg="delSp modSp add del mod setBg">
        <pc:chgData name="Jenkins NS" userId="8bdba4d2-1367-40cf-ad35-f59b31261896" providerId="ADAL" clId="{9DF06EC0-6773-4754-B5CF-3A86373E55DF}" dt="2026-10-21T20:11:34.235" v="359"/>
        <pc:sldMkLst>
          <pc:docMk/>
          <pc:sldMk cId="0" sldId="264"/>
        </pc:sldMkLst>
      </pc:sldChg>
      <pc:sldChg chg="add del setBg">
        <pc:chgData name="Jenkins NS" userId="8bdba4d2-1367-40cf-ad35-f59b31261896" providerId="ADAL" clId="{9DF06EC0-6773-4754-B5CF-3A86373E55DF}" dt="2026-10-21T22:16:56.748" v="401"/>
        <pc:sldMkLst>
          <pc:docMk/>
          <pc:sldMk cId="0" sldId="265"/>
        </pc:sldMkLst>
      </pc:sldChg>
      <pc:sldChg chg="delSp modSp mod ord">
        <pc:chgData name="Jenkins NS" userId="8bdba4d2-1367-40cf-ad35-f59b31261896" providerId="ADAL" clId="{9DF06EC0-6773-4754-B5CF-3A86373E55DF}" dt="2026-10-21T19:43:22.468" v="290" actId="1076"/>
        <pc:sldMkLst>
          <pc:docMk/>
          <pc:sldMk cId="101198574" sldId="1611"/>
        </pc:sldMkLst>
      </pc:sldChg>
      <pc:sldChg chg="add del">
        <pc:chgData name="Jenkins NS" userId="8bdba4d2-1367-40cf-ad35-f59b31261896" providerId="ADAL" clId="{9DF06EC0-6773-4754-B5CF-3A86373E55DF}" dt="2026-10-21T22:20:53.660" v="422"/>
        <pc:sldMkLst>
          <pc:docMk/>
          <pc:sldMk cId="2497367714" sldId="2044"/>
        </pc:sldMkLst>
      </pc:sldChg>
      <pc:sldChg chg="add del">
        <pc:chgData name="Jenkins NS" userId="8bdba4d2-1367-40cf-ad35-f59b31261896" providerId="ADAL" clId="{9DF06EC0-6773-4754-B5CF-3A86373E55DF}" dt="2026-10-21T22:20:53.660" v="422"/>
        <pc:sldMkLst>
          <pc:docMk/>
          <pc:sldMk cId="3099915628" sldId="2045"/>
        </pc:sldMkLst>
      </pc:sldChg>
      <pc:sldChg chg="add">
        <pc:chgData name="Jenkins NS" userId="8bdba4d2-1367-40cf-ad35-f59b31261896" providerId="ADAL" clId="{9DF06EC0-6773-4754-B5CF-3A86373E55DF}" dt="2026-10-21T22:21:05.484" v="423"/>
        <pc:sldMkLst>
          <pc:docMk/>
          <pc:sldMk cId="1470740852" sldId="2047"/>
        </pc:sldMkLst>
      </pc:sldChg>
      <pc:sldChg chg="modSp add mod">
        <pc:chgData name="Jenkins NS" userId="8bdba4d2-1367-40cf-ad35-f59b31261896" providerId="ADAL" clId="{9DF06EC0-6773-4754-B5CF-3A86373E55DF}" dt="2026-10-21T22:21:20.971" v="430" actId="20577"/>
        <pc:sldMkLst>
          <pc:docMk/>
          <pc:sldMk cId="2010521932" sldId="2048"/>
        </pc:sldMkLst>
      </pc:sldChg>
      <pc:sldChg chg="del">
        <pc:chgData name="Jenkins NS" userId="8bdba4d2-1367-40cf-ad35-f59b31261896" providerId="ADAL" clId="{9DF06EC0-6773-4754-B5CF-3A86373E55DF}" dt="2026-10-21T19:24:49.810" v="0" actId="47"/>
        <pc:sldMkLst>
          <pc:docMk/>
          <pc:sldMk cId="3432255962" sldId="4611"/>
        </pc:sldMkLst>
      </pc:sldChg>
      <pc:sldChg chg="add del">
        <pc:chgData name="Jenkins NS" userId="8bdba4d2-1367-40cf-ad35-f59b31261896" providerId="ADAL" clId="{9DF06EC0-6773-4754-B5CF-3A86373E55DF}" dt="2026-10-21T22:20:53.660" v="422"/>
        <pc:sldMkLst>
          <pc:docMk/>
          <pc:sldMk cId="254325681" sldId="10819"/>
        </pc:sldMkLst>
      </pc:sldChg>
      <pc:sldChg chg="add del">
        <pc:chgData name="Jenkins NS" userId="8bdba4d2-1367-40cf-ad35-f59b31261896" providerId="ADAL" clId="{9DF06EC0-6773-4754-B5CF-3A86373E55DF}" dt="2026-10-21T22:20:53.660" v="422"/>
        <pc:sldMkLst>
          <pc:docMk/>
          <pc:sldMk cId="220853581" sldId="2076136495"/>
        </pc:sldMkLst>
      </pc:sldChg>
      <pc:sldChg chg="add del">
        <pc:chgData name="Jenkins NS" userId="8bdba4d2-1367-40cf-ad35-f59b31261896" providerId="ADAL" clId="{9DF06EC0-6773-4754-B5CF-3A86373E55DF}" dt="2026-10-21T22:20:53.660" v="422"/>
        <pc:sldMkLst>
          <pc:docMk/>
          <pc:sldMk cId="3937804750" sldId="2076136496"/>
        </pc:sldMkLst>
      </pc:sldChg>
      <pc:sldChg chg="del">
        <pc:chgData name="Jenkins NS" userId="8bdba4d2-1367-40cf-ad35-f59b31261896" providerId="ADAL" clId="{9DF06EC0-6773-4754-B5CF-3A86373E55DF}" dt="2026-10-21T19:24:49.810" v="0" actId="47"/>
        <pc:sldMkLst>
          <pc:docMk/>
          <pc:sldMk cId="1609509673" sldId="2076137798"/>
        </pc:sldMkLst>
      </pc:sldChg>
      <pc:sldChg chg="modSp add mod">
        <pc:chgData name="Jenkins NS" userId="8bdba4d2-1367-40cf-ad35-f59b31261896" providerId="ADAL" clId="{9DF06EC0-6773-4754-B5CF-3A86373E55DF}" dt="2026-10-21T19:27:40.114" v="38" actId="20577"/>
        <pc:sldMkLst>
          <pc:docMk/>
          <pc:sldMk cId="0" sldId="2142533482"/>
        </pc:sldMkLst>
      </pc:sldChg>
      <pc:sldChg chg="addSp delSp modSp add mod">
        <pc:chgData name="Jenkins NS" userId="8bdba4d2-1367-40cf-ad35-f59b31261896" providerId="ADAL" clId="{9DF06EC0-6773-4754-B5CF-3A86373E55DF}" dt="2026-10-22T17:11:01.115" v="471" actId="20577"/>
        <pc:sldMkLst>
          <pc:docMk/>
          <pc:sldMk cId="4060601304" sldId="2147479557"/>
        </pc:sldMkLst>
        <pc:spChg chg="mod">
          <ac:chgData name="Jenkins NS" userId="8bdba4d2-1367-40cf-ad35-f59b31261896" providerId="ADAL" clId="{9DF06EC0-6773-4754-B5CF-3A86373E55DF}" dt="2026-10-22T17:11:01.115" v="471" actId="20577"/>
          <ac:spMkLst>
            <pc:docMk/>
            <pc:sldMk cId="4060601304" sldId="2147479557"/>
            <ac:spMk id="6" creationId="{A3E08FA2-C73F-A01D-C334-4FAC0DB0C177}"/>
          </ac:spMkLst>
        </pc:spChg>
        <pc:spChg chg="add mod">
          <ac:chgData name="Jenkins NS" userId="8bdba4d2-1367-40cf-ad35-f59b31261896" providerId="ADAL" clId="{9DF06EC0-6773-4754-B5CF-3A86373E55DF}" dt="2026-10-21T20:07:12.837" v="328" actId="14100"/>
          <ac:spMkLst>
            <pc:docMk/>
            <pc:sldMk cId="4060601304" sldId="2147479557"/>
            <ac:spMk id="11" creationId="{14201019-6AD5-8165-776C-55816BE8B289}"/>
          </ac:spMkLst>
        </pc:spChg>
        <pc:spChg chg="add mod">
          <ac:chgData name="Jenkins NS" userId="8bdba4d2-1367-40cf-ad35-f59b31261896" providerId="ADAL" clId="{9DF06EC0-6773-4754-B5CF-3A86373E55DF}" dt="2026-10-22T17:10:48.335" v="468" actId="1076"/>
          <ac:spMkLst>
            <pc:docMk/>
            <pc:sldMk cId="4060601304" sldId="2147479557"/>
            <ac:spMk id="13" creationId="{FBBF71FA-8F76-EC43-39ED-B9EB4ACE33D2}"/>
          </ac:spMkLst>
        </pc:spChg>
        <pc:spChg chg="add mod">
          <ac:chgData name="Jenkins NS" userId="8bdba4d2-1367-40cf-ad35-f59b31261896" providerId="ADAL" clId="{9DF06EC0-6773-4754-B5CF-3A86373E55DF}" dt="2026-10-21T20:07:10.525" v="327" actId="14100"/>
          <ac:spMkLst>
            <pc:docMk/>
            <pc:sldMk cId="4060601304" sldId="2147479557"/>
            <ac:spMk id="14" creationId="{89775C04-67D4-DEBA-335E-62C26F4E3ED8}"/>
          </ac:spMkLst>
        </pc:spChg>
      </pc:sldChg>
      <pc:sldChg chg="delSp modSp add mod">
        <pc:chgData name="Jenkins NS" userId="8bdba4d2-1367-40cf-ad35-f59b31261896" providerId="ADAL" clId="{9DF06EC0-6773-4754-B5CF-3A86373E55DF}" dt="2026-10-21T19:43:29.848" v="291" actId="113"/>
        <pc:sldMkLst>
          <pc:docMk/>
          <pc:sldMk cId="1451565363" sldId="2147479572"/>
        </pc:sldMkLst>
      </pc:sldChg>
      <pc:sldChg chg="add del modNotesTx">
        <pc:chgData name="Jenkins NS" userId="8bdba4d2-1367-40cf-ad35-f59b31261896" providerId="ADAL" clId="{9DF06EC0-6773-4754-B5CF-3A86373E55DF}" dt="2026-10-21T19:57:56.902" v="308" actId="20577"/>
        <pc:sldMkLst>
          <pc:docMk/>
          <pc:sldMk cId="0" sldId="2147479573"/>
        </pc:sldMkLst>
      </pc:sldChg>
      <pc:sldChg chg="add del">
        <pc:chgData name="Jenkins NS" userId="8bdba4d2-1367-40cf-ad35-f59b31261896" providerId="ADAL" clId="{9DF06EC0-6773-4754-B5CF-3A86373E55DF}" dt="2026-10-21T19:55:04.156" v="303"/>
        <pc:sldMkLst>
          <pc:docMk/>
          <pc:sldMk cId="0" sldId="2147479574"/>
        </pc:sldMkLst>
      </pc:sldChg>
      <pc:sldChg chg="add del">
        <pc:chgData name="Jenkins NS" userId="8bdba4d2-1367-40cf-ad35-f59b31261896" providerId="ADAL" clId="{9DF06EC0-6773-4754-B5CF-3A86373E55DF}" dt="2026-10-21T19:55:04.156" v="303"/>
        <pc:sldMkLst>
          <pc:docMk/>
          <pc:sldMk cId="0" sldId="2147479575"/>
        </pc:sldMkLst>
      </pc:sldChg>
      <pc:sldChg chg="add del">
        <pc:chgData name="Jenkins NS" userId="8bdba4d2-1367-40cf-ad35-f59b31261896" providerId="ADAL" clId="{9DF06EC0-6773-4754-B5CF-3A86373E55DF}" dt="2026-10-21T19:55:04.156" v="303"/>
        <pc:sldMkLst>
          <pc:docMk/>
          <pc:sldMk cId="0" sldId="2147479576"/>
        </pc:sldMkLst>
      </pc:sldChg>
      <pc:sldChg chg="add del">
        <pc:chgData name="Jenkins NS" userId="8bdba4d2-1367-40cf-ad35-f59b31261896" providerId="ADAL" clId="{9DF06EC0-6773-4754-B5CF-3A86373E55DF}" dt="2026-10-21T19:55:04.156" v="303"/>
        <pc:sldMkLst>
          <pc:docMk/>
          <pc:sldMk cId="0" sldId="2147479577"/>
        </pc:sldMkLst>
      </pc:sldChg>
      <pc:sldChg chg="add">
        <pc:chgData name="Jenkins NS" userId="8bdba4d2-1367-40cf-ad35-f59b31261896" providerId="ADAL" clId="{9DF06EC0-6773-4754-B5CF-3A86373E55DF}" dt="2026-10-21T19:55:55.468" v="304"/>
        <pc:sldMkLst>
          <pc:docMk/>
          <pc:sldMk cId="0" sldId="2147479578"/>
        </pc:sldMkLst>
      </pc:sldChg>
      <pc:sldChg chg="addSp modSp add del mod setBg">
        <pc:chgData name="Jenkins NS" userId="8bdba4d2-1367-40cf-ad35-f59b31261896" providerId="ADAL" clId="{9DF06EC0-6773-4754-B5CF-3A86373E55DF}" dt="2026-10-21T20:12:56.506" v="377"/>
        <pc:sldMkLst>
          <pc:docMk/>
          <pc:sldMk cId="0" sldId="2147479579"/>
        </pc:sldMkLst>
      </pc:sldChg>
      <pc:sldChg chg="delSp add del mod setBg">
        <pc:chgData name="Jenkins NS" userId="8bdba4d2-1367-40cf-ad35-f59b31261896" providerId="ADAL" clId="{9DF06EC0-6773-4754-B5CF-3A86373E55DF}" dt="2026-10-21T20:10:06.987" v="342" actId="478"/>
        <pc:sldMkLst>
          <pc:docMk/>
          <pc:sldMk cId="0" sldId="2147479580"/>
        </pc:sldMkLst>
      </pc:sldChg>
      <pc:sldChg chg="delSp add del mod setBg">
        <pc:chgData name="Jenkins NS" userId="8bdba4d2-1367-40cf-ad35-f59b31261896" providerId="ADAL" clId="{9DF06EC0-6773-4754-B5CF-3A86373E55DF}" dt="2026-10-21T20:10:14.773" v="344" actId="478"/>
        <pc:sldMkLst>
          <pc:docMk/>
          <pc:sldMk cId="0" sldId="2147479581"/>
        </pc:sldMkLst>
      </pc:sldChg>
      <pc:sldChg chg="delSp add del mod setBg">
        <pc:chgData name="Jenkins NS" userId="8bdba4d2-1367-40cf-ad35-f59b31261896" providerId="ADAL" clId="{9DF06EC0-6773-4754-B5CF-3A86373E55DF}" dt="2026-10-21T20:10:28.364" v="346" actId="478"/>
        <pc:sldMkLst>
          <pc:docMk/>
          <pc:sldMk cId="0" sldId="2147479582"/>
        </pc:sldMkLst>
      </pc:sldChg>
      <pc:sldChg chg="delSp add del mod setBg">
        <pc:chgData name="Jenkins NS" userId="8bdba4d2-1367-40cf-ad35-f59b31261896" providerId="ADAL" clId="{9DF06EC0-6773-4754-B5CF-3A86373E55DF}" dt="2026-10-21T20:10:35.216" v="348" actId="478"/>
        <pc:sldMkLst>
          <pc:docMk/>
          <pc:sldMk cId="0" sldId="2147479583"/>
        </pc:sldMkLst>
      </pc:sldChg>
      <pc:sldChg chg="delSp add del mod setBg">
        <pc:chgData name="Jenkins NS" userId="8bdba4d2-1367-40cf-ad35-f59b31261896" providerId="ADAL" clId="{9DF06EC0-6773-4754-B5CF-3A86373E55DF}" dt="2026-10-21T20:10:43.160" v="350" actId="478"/>
        <pc:sldMkLst>
          <pc:docMk/>
          <pc:sldMk cId="0" sldId="2147479584"/>
        </pc:sldMkLst>
      </pc:sldChg>
      <pc:sldChg chg="delSp add del mod setBg">
        <pc:chgData name="Jenkins NS" userId="8bdba4d2-1367-40cf-ad35-f59b31261896" providerId="ADAL" clId="{9DF06EC0-6773-4754-B5CF-3A86373E55DF}" dt="2026-10-21T20:10:50.318" v="352" actId="478"/>
        <pc:sldMkLst>
          <pc:docMk/>
          <pc:sldMk cId="0" sldId="2147479585"/>
        </pc:sldMkLst>
      </pc:sldChg>
      <pc:sldChg chg="add setBg">
        <pc:chgData name="Jenkins NS" userId="8bdba4d2-1367-40cf-ad35-f59b31261896" providerId="ADAL" clId="{9DF06EC0-6773-4754-B5CF-3A86373E55DF}" dt="2026-10-21T20:18:07.696" v="378"/>
        <pc:sldMkLst>
          <pc:docMk/>
          <pc:sldMk cId="0" sldId="2147479586"/>
        </pc:sldMkLst>
      </pc:sldChg>
      <pc:sldChg chg="add setBg">
        <pc:chgData name="Jenkins NS" userId="8bdba4d2-1367-40cf-ad35-f59b31261896" providerId="ADAL" clId="{9DF06EC0-6773-4754-B5CF-3A86373E55DF}" dt="2026-10-21T20:20:00.238" v="379"/>
        <pc:sldMkLst>
          <pc:docMk/>
          <pc:sldMk cId="0" sldId="2147479587"/>
        </pc:sldMkLst>
      </pc:sldChg>
      <pc:sldChg chg="add del setBg">
        <pc:chgData name="Jenkins NS" userId="8bdba4d2-1367-40cf-ad35-f59b31261896" providerId="ADAL" clId="{9DF06EC0-6773-4754-B5CF-3A86373E55DF}" dt="2026-10-21T21:02:59.884" v="382"/>
        <pc:sldMkLst>
          <pc:docMk/>
          <pc:sldMk cId="0" sldId="2147479588"/>
        </pc:sldMkLst>
      </pc:sldChg>
      <pc:sldChg chg="add del setBg">
        <pc:chgData name="Jenkins NS" userId="8bdba4d2-1367-40cf-ad35-f59b31261896" providerId="ADAL" clId="{9DF06EC0-6773-4754-B5CF-3A86373E55DF}" dt="2026-10-21T21:02:59.884" v="382"/>
        <pc:sldMkLst>
          <pc:docMk/>
          <pc:sldMk cId="0" sldId="2147479589"/>
        </pc:sldMkLst>
      </pc:sldChg>
      <pc:sldChg chg="add del setBg">
        <pc:chgData name="Jenkins NS" userId="8bdba4d2-1367-40cf-ad35-f59b31261896" providerId="ADAL" clId="{9DF06EC0-6773-4754-B5CF-3A86373E55DF}" dt="2026-10-21T21:02:59.884" v="382"/>
        <pc:sldMkLst>
          <pc:docMk/>
          <pc:sldMk cId="0" sldId="2147479590"/>
        </pc:sldMkLst>
      </pc:sldChg>
      <pc:sldChg chg="add del setBg">
        <pc:chgData name="Jenkins NS" userId="8bdba4d2-1367-40cf-ad35-f59b31261896" providerId="ADAL" clId="{9DF06EC0-6773-4754-B5CF-3A86373E55DF}" dt="2026-10-21T21:02:59.884" v="382"/>
        <pc:sldMkLst>
          <pc:docMk/>
          <pc:sldMk cId="0" sldId="2147479591"/>
        </pc:sldMkLst>
      </pc:sldChg>
      <pc:sldChg chg="new del">
        <pc:chgData name="Jenkins NS" userId="8bdba4d2-1367-40cf-ad35-f59b31261896" providerId="ADAL" clId="{9DF06EC0-6773-4754-B5CF-3A86373E55DF}" dt="2026-10-21T22:16:08.350" v="400" actId="47"/>
        <pc:sldMkLst>
          <pc:docMk/>
          <pc:sldMk cId="3883104394" sldId="2147479592"/>
        </pc:sldMkLst>
      </pc:sldChg>
      <pc:sldChg chg="add del setBg">
        <pc:chgData name="Jenkins NS" userId="8bdba4d2-1367-40cf-ad35-f59b31261896" providerId="ADAL" clId="{9DF06EC0-6773-4754-B5CF-3A86373E55DF}" dt="2026-10-21T22:04:57.361" v="385"/>
        <pc:sldMkLst>
          <pc:docMk/>
          <pc:sldMk cId="2518512813" sldId="2147479593"/>
        </pc:sldMkLst>
      </pc:sldChg>
      <pc:sldChg chg="modSp add mod">
        <pc:chgData name="Jenkins NS" userId="8bdba4d2-1367-40cf-ad35-f59b31261896" providerId="ADAL" clId="{9DF06EC0-6773-4754-B5CF-3A86373E55DF}" dt="2026-10-22T17:16:18.362" v="499" actId="20577"/>
        <pc:sldMkLst>
          <pc:docMk/>
          <pc:sldMk cId="2979084665" sldId="2147479593"/>
        </pc:sldMkLst>
      </pc:sldChg>
      <pc:sldChg chg="add setBg">
        <pc:chgData name="Jenkins NS" userId="8bdba4d2-1367-40cf-ad35-f59b31261896" providerId="ADAL" clId="{9DF06EC0-6773-4754-B5CF-3A86373E55DF}" dt="2026-10-21T22:16:56.748" v="401"/>
        <pc:sldMkLst>
          <pc:docMk/>
          <pc:sldMk cId="0" sldId="2147479594"/>
        </pc:sldMkLst>
      </pc:sldChg>
      <pc:sldChg chg="add setBg">
        <pc:chgData name="Jenkins NS" userId="8bdba4d2-1367-40cf-ad35-f59b31261896" providerId="ADAL" clId="{9DF06EC0-6773-4754-B5CF-3A86373E55DF}" dt="2026-10-21T22:16:56.748" v="401"/>
        <pc:sldMkLst>
          <pc:docMk/>
          <pc:sldMk cId="0" sldId="2147479595"/>
        </pc:sldMkLst>
      </pc:sldChg>
      <pc:sldChg chg="add setBg">
        <pc:chgData name="Jenkins NS" userId="8bdba4d2-1367-40cf-ad35-f59b31261896" providerId="ADAL" clId="{9DF06EC0-6773-4754-B5CF-3A86373E55DF}" dt="2026-10-21T22:16:56.748" v="401"/>
        <pc:sldMkLst>
          <pc:docMk/>
          <pc:sldMk cId="0" sldId="2147479596"/>
        </pc:sldMkLst>
      </pc:sldChg>
      <pc:sldChg chg="add setBg">
        <pc:chgData name="Jenkins NS" userId="8bdba4d2-1367-40cf-ad35-f59b31261896" providerId="ADAL" clId="{9DF06EC0-6773-4754-B5CF-3A86373E55DF}" dt="2026-10-21T22:16:56.748" v="401"/>
        <pc:sldMkLst>
          <pc:docMk/>
          <pc:sldMk cId="0" sldId="2147479597"/>
        </pc:sldMkLst>
      </pc:sldChg>
      <pc:sldChg chg="modSp add mod">
        <pc:chgData name="Jenkins NS" userId="8bdba4d2-1367-40cf-ad35-f59b31261896" providerId="ADAL" clId="{9DF06EC0-6773-4754-B5CF-3A86373E55DF}" dt="2026-10-21T22:18:25.005" v="419" actId="20577"/>
        <pc:sldMkLst>
          <pc:docMk/>
          <pc:sldMk cId="172466689" sldId="2147479598"/>
        </pc:sldMkLst>
      </pc:sldChg>
      <pc:sldChg chg="add del setBg">
        <pc:chgData name="Jenkins NS" userId="8bdba4d2-1367-40cf-ad35-f59b31261896" providerId="ADAL" clId="{9DF06EC0-6773-4754-B5CF-3A86373E55DF}" dt="2026-10-21T22:17:12.637" v="403"/>
        <pc:sldMkLst>
          <pc:docMk/>
          <pc:sldMk cId="4256308337" sldId="2147479598"/>
        </pc:sldMkLst>
      </pc:sldChg>
      <pc:sldChg chg="modSp add mod">
        <pc:chgData name="Jenkins NS" userId="8bdba4d2-1367-40cf-ad35-f59b31261896" providerId="ADAL" clId="{9DF06EC0-6773-4754-B5CF-3A86373E55DF}" dt="2026-10-21T22:22:47.759" v="439" actId="20577"/>
        <pc:sldMkLst>
          <pc:docMk/>
          <pc:sldMk cId="2017300280" sldId="2147479599"/>
        </pc:sldMkLst>
      </pc:sldChg>
      <pc:sldChg chg="add del setBg">
        <pc:chgData name="Jenkins NS" userId="8bdba4d2-1367-40cf-ad35-f59b31261896" providerId="ADAL" clId="{9DF06EC0-6773-4754-B5CF-3A86373E55DF}" dt="2026-10-21T22:22:14.279" v="432"/>
        <pc:sldMkLst>
          <pc:docMk/>
          <pc:sldMk cId="2452211979" sldId="2147479599"/>
        </pc:sldMkLst>
      </pc:sldChg>
      <pc:sldChg chg="add del setBg">
        <pc:chgData name="Jenkins NS" userId="8bdba4d2-1367-40cf-ad35-f59b31261896" providerId="ADAL" clId="{9DF06EC0-6773-4754-B5CF-3A86373E55DF}" dt="2026-10-21T22:24:27.815" v="441"/>
        <pc:sldMkLst>
          <pc:docMk/>
          <pc:sldMk cId="1005218666" sldId="2147479600"/>
        </pc:sldMkLst>
      </pc:sldChg>
      <pc:sldChg chg="new add del">
        <pc:chgData name="Jenkins NS" userId="8bdba4d2-1367-40cf-ad35-f59b31261896" providerId="ADAL" clId="{9DF06EC0-6773-4754-B5CF-3A86373E55DF}" dt="2026-10-22T17:13:06.375" v="491" actId="47"/>
        <pc:sldMkLst>
          <pc:docMk/>
          <pc:sldMk cId="3382622447" sldId="2147479600"/>
        </pc:sldMkLst>
      </pc:sldChg>
      <pc:sldChg chg="modSp add mod">
        <pc:chgData name="Jenkins NS" userId="8bdba4d2-1367-40cf-ad35-f59b31261896" providerId="ADAL" clId="{9DF06EC0-6773-4754-B5CF-3A86373E55DF}" dt="2026-10-21T22:25:14.296" v="451" actId="20577"/>
        <pc:sldMkLst>
          <pc:docMk/>
          <pc:sldMk cId="703889543" sldId="2147479601"/>
        </pc:sldMkLst>
        <pc:spChg chg="mod">
          <ac:chgData name="Jenkins NS" userId="8bdba4d2-1367-40cf-ad35-f59b31261896" providerId="ADAL" clId="{9DF06EC0-6773-4754-B5CF-3A86373E55DF}" dt="2026-10-21T22:25:14.296" v="451" actId="20577"/>
          <ac:spMkLst>
            <pc:docMk/>
            <pc:sldMk cId="703889543" sldId="2147479601"/>
            <ac:spMk id="5" creationId="{18C41326-B7FB-9658-C24D-5FC0275137C8}"/>
          </ac:spMkLst>
        </pc:spChg>
      </pc:sldChg>
      <pc:sldChg chg="add del setBg">
        <pc:chgData name="Jenkins NS" userId="8bdba4d2-1367-40cf-ad35-f59b31261896" providerId="ADAL" clId="{9DF06EC0-6773-4754-B5CF-3A86373E55DF}" dt="2026-10-21T22:24:33.809" v="444"/>
        <pc:sldMkLst>
          <pc:docMk/>
          <pc:sldMk cId="3924843271" sldId="2147479601"/>
        </pc:sldMkLst>
      </pc:sldChg>
      <pc:sldChg chg="add del setBg">
        <pc:chgData name="Jenkins NS" userId="8bdba4d2-1367-40cf-ad35-f59b31261896" providerId="ADAL" clId="{9DF06EC0-6773-4754-B5CF-3A86373E55DF}" dt="2026-10-21T22:26:56.772" v="453"/>
        <pc:sldMkLst>
          <pc:docMk/>
          <pc:sldMk cId="1945903011" sldId="2147479602"/>
        </pc:sldMkLst>
      </pc:sldChg>
      <pc:sldChg chg="modSp add mod">
        <pc:chgData name="Jenkins NS" userId="8bdba4d2-1367-40cf-ad35-f59b31261896" providerId="ADAL" clId="{9DF06EC0-6773-4754-B5CF-3A86373E55DF}" dt="2026-10-21T22:27:40.341" v="466" actId="20577"/>
        <pc:sldMkLst>
          <pc:docMk/>
          <pc:sldMk cId="3585144251" sldId="2147479602"/>
        </pc:sldMkLst>
      </pc:sldChg>
      <pc:sldChg chg="modSp add mod">
        <pc:chgData name="Jenkins NS" userId="8bdba4d2-1367-40cf-ad35-f59b31261896" providerId="ADAL" clId="{9DF06EC0-6773-4754-B5CF-3A86373E55DF}" dt="2026-10-22T17:12:25.880" v="489" actId="20577"/>
        <pc:sldMkLst>
          <pc:docMk/>
          <pc:sldMk cId="1525641040" sldId="2147479603"/>
        </pc:sldMkLst>
      </pc:sldChg>
      <pc:sldChg chg="add del setBg">
        <pc:chgData name="Jenkins NS" userId="8bdba4d2-1367-40cf-ad35-f59b31261896" providerId="ADAL" clId="{9DF06EC0-6773-4754-B5CF-3A86373E55DF}" dt="2026-10-22T17:11:52.663" v="473"/>
        <pc:sldMkLst>
          <pc:docMk/>
          <pc:sldMk cId="2190472783" sldId="2147479603"/>
        </pc:sldMkLst>
      </pc:sldChg>
      <pc:sldChg chg="del">
        <pc:chgData name="Jenkins NS" userId="8bdba4d2-1367-40cf-ad35-f59b31261896" providerId="ADAL" clId="{9DF06EC0-6773-4754-B5CF-3A86373E55DF}" dt="2026-10-21T19:24:49.810" v="0" actId="47"/>
        <pc:sldMkLst>
          <pc:docMk/>
          <pc:sldMk cId="2757716487" sldId="2147479799"/>
        </pc:sldMkLst>
      </pc:sldChg>
      <pc:sldChg chg="addSp delSp del mod">
        <pc:chgData name="Jenkins NS" userId="8bdba4d2-1367-40cf-ad35-f59b31261896" providerId="ADAL" clId="{9DF06EC0-6773-4754-B5CF-3A86373E55DF}" dt="2026-10-21T19:26:58.624" v="6" actId="47"/>
        <pc:sldMkLst>
          <pc:docMk/>
          <pc:sldMk cId="443657415" sldId="2147479840"/>
        </pc:sldMkLst>
      </pc:sldChg>
      <pc:sldChg chg="del">
        <pc:chgData name="Jenkins NS" userId="8bdba4d2-1367-40cf-ad35-f59b31261896" providerId="ADAL" clId="{9DF06EC0-6773-4754-B5CF-3A86373E55DF}" dt="2026-10-21T19:24:49.810" v="0" actId="47"/>
        <pc:sldMkLst>
          <pc:docMk/>
          <pc:sldMk cId="1255394937" sldId="2147479841"/>
        </pc:sldMkLst>
      </pc:sldChg>
      <pc:sldChg chg="del">
        <pc:chgData name="Jenkins NS" userId="8bdba4d2-1367-40cf-ad35-f59b31261896" providerId="ADAL" clId="{9DF06EC0-6773-4754-B5CF-3A86373E55DF}" dt="2026-10-21T19:24:49.810" v="0" actId="47"/>
        <pc:sldMkLst>
          <pc:docMk/>
          <pc:sldMk cId="2539303801" sldId="2147479842"/>
        </pc:sldMkLst>
      </pc:sldChg>
      <pc:sldChg chg="del">
        <pc:chgData name="Jenkins NS" userId="8bdba4d2-1367-40cf-ad35-f59b31261896" providerId="ADAL" clId="{9DF06EC0-6773-4754-B5CF-3A86373E55DF}" dt="2026-10-21T19:24:49.810" v="0" actId="47"/>
        <pc:sldMkLst>
          <pc:docMk/>
          <pc:sldMk cId="1417025154" sldId="2147479843"/>
        </pc:sldMkLst>
      </pc:sldChg>
      <pc:sldChg chg="del">
        <pc:chgData name="Jenkins NS" userId="8bdba4d2-1367-40cf-ad35-f59b31261896" providerId="ADAL" clId="{9DF06EC0-6773-4754-B5CF-3A86373E55DF}" dt="2026-10-21T19:24:49.810" v="0" actId="47"/>
        <pc:sldMkLst>
          <pc:docMk/>
          <pc:sldMk cId="2116133330" sldId="2147479844"/>
        </pc:sldMkLst>
      </pc:sldChg>
      <pc:sldChg chg="del">
        <pc:chgData name="Jenkins NS" userId="8bdba4d2-1367-40cf-ad35-f59b31261896" providerId="ADAL" clId="{9DF06EC0-6773-4754-B5CF-3A86373E55DF}" dt="2026-10-21T19:24:49.810" v="0" actId="47"/>
        <pc:sldMkLst>
          <pc:docMk/>
          <pc:sldMk cId="2469809988" sldId="2147479846"/>
        </pc:sldMkLst>
      </pc:sldChg>
      <pc:sldChg chg="del">
        <pc:chgData name="Jenkins NS" userId="8bdba4d2-1367-40cf-ad35-f59b31261896" providerId="ADAL" clId="{9DF06EC0-6773-4754-B5CF-3A86373E55DF}" dt="2026-10-21T19:24:49.810" v="0" actId="47"/>
        <pc:sldMkLst>
          <pc:docMk/>
          <pc:sldMk cId="3601658480" sldId="2147479847"/>
        </pc:sldMkLst>
      </pc:sldChg>
      <pc:sldChg chg="del">
        <pc:chgData name="Jenkins NS" userId="8bdba4d2-1367-40cf-ad35-f59b31261896" providerId="ADAL" clId="{9DF06EC0-6773-4754-B5CF-3A86373E55DF}" dt="2026-10-21T19:24:49.810" v="0" actId="47"/>
        <pc:sldMkLst>
          <pc:docMk/>
          <pc:sldMk cId="3060551369" sldId="2147479848"/>
        </pc:sldMkLst>
      </pc:sldChg>
      <pc:sldChg chg="del">
        <pc:chgData name="Jenkins NS" userId="8bdba4d2-1367-40cf-ad35-f59b31261896" providerId="ADAL" clId="{9DF06EC0-6773-4754-B5CF-3A86373E55DF}" dt="2026-10-21T19:24:49.810" v="0" actId="47"/>
        <pc:sldMkLst>
          <pc:docMk/>
          <pc:sldMk cId="2299311412" sldId="2147479849"/>
        </pc:sldMkLst>
      </pc:sldChg>
      <pc:sldChg chg="del">
        <pc:chgData name="Jenkins NS" userId="8bdba4d2-1367-40cf-ad35-f59b31261896" providerId="ADAL" clId="{9DF06EC0-6773-4754-B5CF-3A86373E55DF}" dt="2026-10-21T19:24:49.810" v="0" actId="47"/>
        <pc:sldMkLst>
          <pc:docMk/>
          <pc:sldMk cId="2913441092" sldId="2147479850"/>
        </pc:sldMkLst>
      </pc:sldChg>
      <pc:sldChg chg="del">
        <pc:chgData name="Jenkins NS" userId="8bdba4d2-1367-40cf-ad35-f59b31261896" providerId="ADAL" clId="{9DF06EC0-6773-4754-B5CF-3A86373E55DF}" dt="2026-10-21T19:24:49.810" v="0" actId="47"/>
        <pc:sldMkLst>
          <pc:docMk/>
          <pc:sldMk cId="1857919815" sldId="2147479851"/>
        </pc:sldMkLst>
      </pc:sldChg>
      <pc:sldChg chg="del">
        <pc:chgData name="Jenkins NS" userId="8bdba4d2-1367-40cf-ad35-f59b31261896" providerId="ADAL" clId="{9DF06EC0-6773-4754-B5CF-3A86373E55DF}" dt="2026-10-21T19:24:49.810" v="0" actId="47"/>
        <pc:sldMkLst>
          <pc:docMk/>
          <pc:sldMk cId="1986496337" sldId="2147479852"/>
        </pc:sldMkLst>
      </pc:sldChg>
      <pc:sldChg chg="del">
        <pc:chgData name="Jenkins NS" userId="8bdba4d2-1367-40cf-ad35-f59b31261896" providerId="ADAL" clId="{9DF06EC0-6773-4754-B5CF-3A86373E55DF}" dt="2026-10-21T19:24:49.810" v="0" actId="47"/>
        <pc:sldMkLst>
          <pc:docMk/>
          <pc:sldMk cId="2698521699" sldId="2147479853"/>
        </pc:sldMkLst>
      </pc:sldChg>
      <pc:sldChg chg="del">
        <pc:chgData name="Jenkins NS" userId="8bdba4d2-1367-40cf-ad35-f59b31261896" providerId="ADAL" clId="{9DF06EC0-6773-4754-B5CF-3A86373E55DF}" dt="2026-10-21T19:24:49.810" v="0" actId="47"/>
        <pc:sldMkLst>
          <pc:docMk/>
          <pc:sldMk cId="839841890" sldId="2147479854"/>
        </pc:sldMkLst>
      </pc:sldChg>
      <pc:sldChg chg="del">
        <pc:chgData name="Jenkins NS" userId="8bdba4d2-1367-40cf-ad35-f59b31261896" providerId="ADAL" clId="{9DF06EC0-6773-4754-B5CF-3A86373E55DF}" dt="2026-10-21T19:24:49.810" v="0" actId="47"/>
        <pc:sldMkLst>
          <pc:docMk/>
          <pc:sldMk cId="3721048510" sldId="2147479856"/>
        </pc:sldMkLst>
      </pc:sldChg>
      <pc:sldChg chg="del">
        <pc:chgData name="Jenkins NS" userId="8bdba4d2-1367-40cf-ad35-f59b31261896" providerId="ADAL" clId="{9DF06EC0-6773-4754-B5CF-3A86373E55DF}" dt="2026-10-21T19:24:49.810" v="0" actId="47"/>
        <pc:sldMkLst>
          <pc:docMk/>
          <pc:sldMk cId="240024171" sldId="2147479857"/>
        </pc:sldMkLst>
      </pc:sldChg>
      <pc:sldChg chg="del">
        <pc:chgData name="Jenkins NS" userId="8bdba4d2-1367-40cf-ad35-f59b31261896" providerId="ADAL" clId="{9DF06EC0-6773-4754-B5CF-3A86373E55DF}" dt="2026-10-21T19:24:49.810" v="0" actId="47"/>
        <pc:sldMkLst>
          <pc:docMk/>
          <pc:sldMk cId="3174271723" sldId="2147479858"/>
        </pc:sldMkLst>
      </pc:sldChg>
      <pc:sldChg chg="del">
        <pc:chgData name="Jenkins NS" userId="8bdba4d2-1367-40cf-ad35-f59b31261896" providerId="ADAL" clId="{9DF06EC0-6773-4754-B5CF-3A86373E55DF}" dt="2026-10-21T19:24:49.810" v="0" actId="47"/>
        <pc:sldMkLst>
          <pc:docMk/>
          <pc:sldMk cId="4002067369" sldId="2147479859"/>
        </pc:sldMkLst>
      </pc:sldChg>
      <pc:sldChg chg="del">
        <pc:chgData name="Jenkins NS" userId="8bdba4d2-1367-40cf-ad35-f59b31261896" providerId="ADAL" clId="{9DF06EC0-6773-4754-B5CF-3A86373E55DF}" dt="2026-10-21T19:24:49.810" v="0" actId="47"/>
        <pc:sldMkLst>
          <pc:docMk/>
          <pc:sldMk cId="1376940060" sldId="2147479860"/>
        </pc:sldMkLst>
      </pc:sldChg>
      <pc:sldChg chg="del">
        <pc:chgData name="Jenkins NS" userId="8bdba4d2-1367-40cf-ad35-f59b31261896" providerId="ADAL" clId="{9DF06EC0-6773-4754-B5CF-3A86373E55DF}" dt="2026-10-21T19:24:49.810" v="0" actId="47"/>
        <pc:sldMkLst>
          <pc:docMk/>
          <pc:sldMk cId="4232437191" sldId="2147479861"/>
        </pc:sldMkLst>
      </pc:sldChg>
      <pc:sldChg chg="del">
        <pc:chgData name="Jenkins NS" userId="8bdba4d2-1367-40cf-ad35-f59b31261896" providerId="ADAL" clId="{9DF06EC0-6773-4754-B5CF-3A86373E55DF}" dt="2026-10-21T19:24:49.810" v="0" actId="47"/>
        <pc:sldMkLst>
          <pc:docMk/>
          <pc:sldMk cId="4071593474" sldId="2147479862"/>
        </pc:sldMkLst>
      </pc:sldChg>
      <pc:sldChg chg="del">
        <pc:chgData name="Jenkins NS" userId="8bdba4d2-1367-40cf-ad35-f59b31261896" providerId="ADAL" clId="{9DF06EC0-6773-4754-B5CF-3A86373E55DF}" dt="2026-10-21T19:24:49.810" v="0" actId="47"/>
        <pc:sldMkLst>
          <pc:docMk/>
          <pc:sldMk cId="3159384829" sldId="2147479863"/>
        </pc:sldMkLst>
      </pc:sldChg>
      <pc:sldChg chg="del">
        <pc:chgData name="Jenkins NS" userId="8bdba4d2-1367-40cf-ad35-f59b31261896" providerId="ADAL" clId="{9DF06EC0-6773-4754-B5CF-3A86373E55DF}" dt="2026-10-21T19:24:49.810" v="0" actId="47"/>
        <pc:sldMkLst>
          <pc:docMk/>
          <pc:sldMk cId="1944675638" sldId="2147479864"/>
        </pc:sldMkLst>
      </pc:sldChg>
      <pc:sldChg chg="del">
        <pc:chgData name="Jenkins NS" userId="8bdba4d2-1367-40cf-ad35-f59b31261896" providerId="ADAL" clId="{9DF06EC0-6773-4754-B5CF-3A86373E55DF}" dt="2026-10-21T19:24:49.810" v="0" actId="47"/>
        <pc:sldMkLst>
          <pc:docMk/>
          <pc:sldMk cId="1909484383" sldId="2147479865"/>
        </pc:sldMkLst>
      </pc:sldChg>
      <pc:sldChg chg="del">
        <pc:chgData name="Jenkins NS" userId="8bdba4d2-1367-40cf-ad35-f59b31261896" providerId="ADAL" clId="{9DF06EC0-6773-4754-B5CF-3A86373E55DF}" dt="2026-10-21T19:24:49.810" v="0" actId="47"/>
        <pc:sldMkLst>
          <pc:docMk/>
          <pc:sldMk cId="3616058983" sldId="2147479867"/>
        </pc:sldMkLst>
      </pc:sldChg>
      <pc:sldChg chg="del">
        <pc:chgData name="Jenkins NS" userId="8bdba4d2-1367-40cf-ad35-f59b31261896" providerId="ADAL" clId="{9DF06EC0-6773-4754-B5CF-3A86373E55DF}" dt="2026-10-21T19:24:49.810" v="0" actId="47"/>
        <pc:sldMkLst>
          <pc:docMk/>
          <pc:sldMk cId="1768514159" sldId="2147479868"/>
        </pc:sldMkLst>
      </pc:sldChg>
      <pc:sldChg chg="del">
        <pc:chgData name="Jenkins NS" userId="8bdba4d2-1367-40cf-ad35-f59b31261896" providerId="ADAL" clId="{9DF06EC0-6773-4754-B5CF-3A86373E55DF}" dt="2026-10-21T19:24:49.810" v="0" actId="47"/>
        <pc:sldMkLst>
          <pc:docMk/>
          <pc:sldMk cId="1289337424" sldId="2147479869"/>
        </pc:sldMkLst>
      </pc:sldChg>
      <pc:sldChg chg="del">
        <pc:chgData name="Jenkins NS" userId="8bdba4d2-1367-40cf-ad35-f59b31261896" providerId="ADAL" clId="{9DF06EC0-6773-4754-B5CF-3A86373E55DF}" dt="2026-10-21T19:24:49.810" v="0" actId="47"/>
        <pc:sldMkLst>
          <pc:docMk/>
          <pc:sldMk cId="1201138058" sldId="2147479870"/>
        </pc:sldMkLst>
      </pc:sldChg>
      <pc:sldChg chg="del">
        <pc:chgData name="Jenkins NS" userId="8bdba4d2-1367-40cf-ad35-f59b31261896" providerId="ADAL" clId="{9DF06EC0-6773-4754-B5CF-3A86373E55DF}" dt="2026-10-21T19:24:49.810" v="0" actId="47"/>
        <pc:sldMkLst>
          <pc:docMk/>
          <pc:sldMk cId="1445421501" sldId="2147479871"/>
        </pc:sldMkLst>
      </pc:sldChg>
      <pc:sldChg chg="del">
        <pc:chgData name="Jenkins NS" userId="8bdba4d2-1367-40cf-ad35-f59b31261896" providerId="ADAL" clId="{9DF06EC0-6773-4754-B5CF-3A86373E55DF}" dt="2026-10-21T19:24:49.810" v="0" actId="47"/>
        <pc:sldMkLst>
          <pc:docMk/>
          <pc:sldMk cId="1946713896" sldId="2147479872"/>
        </pc:sldMkLst>
      </pc:sldChg>
      <pc:sldChg chg="del">
        <pc:chgData name="Jenkins NS" userId="8bdba4d2-1367-40cf-ad35-f59b31261896" providerId="ADAL" clId="{9DF06EC0-6773-4754-B5CF-3A86373E55DF}" dt="2026-10-21T19:24:49.810" v="0" actId="47"/>
        <pc:sldMkLst>
          <pc:docMk/>
          <pc:sldMk cId="3845978286" sldId="2147479873"/>
        </pc:sldMkLst>
      </pc:sldChg>
      <pc:sldChg chg="del">
        <pc:chgData name="Jenkins NS" userId="8bdba4d2-1367-40cf-ad35-f59b31261896" providerId="ADAL" clId="{9DF06EC0-6773-4754-B5CF-3A86373E55DF}" dt="2026-10-21T19:24:49.810" v="0" actId="47"/>
        <pc:sldMkLst>
          <pc:docMk/>
          <pc:sldMk cId="3921530110" sldId="2147479874"/>
        </pc:sldMkLst>
      </pc:sldChg>
      <pc:sldChg chg="del">
        <pc:chgData name="Jenkins NS" userId="8bdba4d2-1367-40cf-ad35-f59b31261896" providerId="ADAL" clId="{9DF06EC0-6773-4754-B5CF-3A86373E55DF}" dt="2026-10-21T19:24:49.810" v="0" actId="47"/>
        <pc:sldMkLst>
          <pc:docMk/>
          <pc:sldMk cId="1928758105" sldId="2147479875"/>
        </pc:sldMkLst>
      </pc:sldChg>
      <pc:sldChg chg="del">
        <pc:chgData name="Jenkins NS" userId="8bdba4d2-1367-40cf-ad35-f59b31261896" providerId="ADAL" clId="{9DF06EC0-6773-4754-B5CF-3A86373E55DF}" dt="2026-10-21T19:24:49.810" v="0" actId="47"/>
        <pc:sldMkLst>
          <pc:docMk/>
          <pc:sldMk cId="2989117112" sldId="2147479876"/>
        </pc:sldMkLst>
      </pc:sldChg>
      <pc:sldChg chg="del">
        <pc:chgData name="Jenkins NS" userId="8bdba4d2-1367-40cf-ad35-f59b31261896" providerId="ADAL" clId="{9DF06EC0-6773-4754-B5CF-3A86373E55DF}" dt="2026-10-21T19:24:49.810" v="0" actId="47"/>
        <pc:sldMkLst>
          <pc:docMk/>
          <pc:sldMk cId="500862897" sldId="2147479881"/>
        </pc:sldMkLst>
      </pc:sldChg>
      <pc:sldChg chg="del">
        <pc:chgData name="Jenkins NS" userId="8bdba4d2-1367-40cf-ad35-f59b31261896" providerId="ADAL" clId="{9DF06EC0-6773-4754-B5CF-3A86373E55DF}" dt="2026-10-21T19:24:49.810" v="0" actId="47"/>
        <pc:sldMkLst>
          <pc:docMk/>
          <pc:sldMk cId="53487717" sldId="2147479882"/>
        </pc:sldMkLst>
      </pc:sldChg>
      <pc:sldChg chg="del">
        <pc:chgData name="Jenkins NS" userId="8bdba4d2-1367-40cf-ad35-f59b31261896" providerId="ADAL" clId="{9DF06EC0-6773-4754-B5CF-3A86373E55DF}" dt="2026-10-21T19:24:49.810" v="0" actId="47"/>
        <pc:sldMkLst>
          <pc:docMk/>
          <pc:sldMk cId="2016397542" sldId="2147479883"/>
        </pc:sldMkLst>
      </pc:sldChg>
      <pc:sldChg chg="del">
        <pc:chgData name="Jenkins NS" userId="8bdba4d2-1367-40cf-ad35-f59b31261896" providerId="ADAL" clId="{9DF06EC0-6773-4754-B5CF-3A86373E55DF}" dt="2026-10-21T19:24:49.810" v="0" actId="47"/>
        <pc:sldMkLst>
          <pc:docMk/>
          <pc:sldMk cId="94038164" sldId="2147479884"/>
        </pc:sldMkLst>
      </pc:sldChg>
      <pc:sldChg chg="del">
        <pc:chgData name="Jenkins NS" userId="8bdba4d2-1367-40cf-ad35-f59b31261896" providerId="ADAL" clId="{9DF06EC0-6773-4754-B5CF-3A86373E55DF}" dt="2026-10-21T19:24:49.810" v="0" actId="47"/>
        <pc:sldMkLst>
          <pc:docMk/>
          <pc:sldMk cId="4129616098" sldId="2147479885"/>
        </pc:sldMkLst>
      </pc:sldChg>
      <pc:sldChg chg="del">
        <pc:chgData name="Jenkins NS" userId="8bdba4d2-1367-40cf-ad35-f59b31261896" providerId="ADAL" clId="{9DF06EC0-6773-4754-B5CF-3A86373E55DF}" dt="2026-10-21T19:24:49.810" v="0" actId="47"/>
        <pc:sldMkLst>
          <pc:docMk/>
          <pc:sldMk cId="3730370468" sldId="2147479886"/>
        </pc:sldMkLst>
      </pc:sldChg>
      <pc:sldMasterChg chg="delSldLayout modSldLayout">
        <pc:chgData name="Jenkins NS" userId="8bdba4d2-1367-40cf-ad35-f59b31261896" providerId="ADAL" clId="{9DF06EC0-6773-4754-B5CF-3A86373E55DF}" dt="2026-10-22T17:10:37.795" v="467" actId="478"/>
        <pc:sldMasterMkLst>
          <pc:docMk/>
          <pc:sldMasterMk cId="975404246" sldId="2147483648"/>
        </pc:sldMasterMkLst>
        <pc:sldLayoutChg chg="del">
          <pc:chgData name="Jenkins NS" userId="8bdba4d2-1367-40cf-ad35-f59b31261896" providerId="ADAL" clId="{9DF06EC0-6773-4754-B5CF-3A86373E55DF}" dt="2026-10-21T19:26:58.624" v="6" actId="47"/>
          <pc:sldLayoutMkLst>
            <pc:docMk/>
            <pc:sldMasterMk cId="975404246" sldId="2147483648"/>
            <pc:sldLayoutMk cId="256598807" sldId="2147483661"/>
          </pc:sldLayoutMkLst>
        </pc:sldLayoutChg>
        <pc:sldLayoutChg chg="del">
          <pc:chgData name="Jenkins NS" userId="8bdba4d2-1367-40cf-ad35-f59b31261896" providerId="ADAL" clId="{9DF06EC0-6773-4754-B5CF-3A86373E55DF}" dt="2026-10-21T19:24:49.810" v="0" actId="47"/>
          <pc:sldLayoutMkLst>
            <pc:docMk/>
            <pc:sldMasterMk cId="975404246" sldId="2147483648"/>
            <pc:sldLayoutMk cId="3653122893" sldId="2147483662"/>
          </pc:sldLayoutMkLst>
        </pc:sldLayoutChg>
        <pc:sldLayoutChg chg="del">
          <pc:chgData name="Jenkins NS" userId="8bdba4d2-1367-40cf-ad35-f59b31261896" providerId="ADAL" clId="{9DF06EC0-6773-4754-B5CF-3A86373E55DF}" dt="2026-10-21T19:24:49.810" v="0" actId="47"/>
          <pc:sldLayoutMkLst>
            <pc:docMk/>
            <pc:sldMasterMk cId="975404246" sldId="2147483648"/>
            <pc:sldLayoutMk cId="4214976935" sldId="2147483663"/>
          </pc:sldLayoutMkLst>
        </pc:sldLayoutChg>
        <pc:sldLayoutChg chg="del">
          <pc:chgData name="Jenkins NS" userId="8bdba4d2-1367-40cf-ad35-f59b31261896" providerId="ADAL" clId="{9DF06EC0-6773-4754-B5CF-3A86373E55DF}" dt="2026-10-21T19:24:49.810" v="0" actId="47"/>
          <pc:sldLayoutMkLst>
            <pc:docMk/>
            <pc:sldMasterMk cId="975404246" sldId="2147483648"/>
            <pc:sldLayoutMk cId="3508414380" sldId="2147483664"/>
          </pc:sldLayoutMkLst>
        </pc:sldLayoutChg>
        <pc:sldLayoutChg chg="del">
          <pc:chgData name="Jenkins NS" userId="8bdba4d2-1367-40cf-ad35-f59b31261896" providerId="ADAL" clId="{9DF06EC0-6773-4754-B5CF-3A86373E55DF}" dt="2026-10-21T19:24:49.810" v="0" actId="47"/>
          <pc:sldLayoutMkLst>
            <pc:docMk/>
            <pc:sldMasterMk cId="975404246" sldId="2147483648"/>
            <pc:sldLayoutMk cId="2072214709" sldId="2147483665"/>
          </pc:sldLayoutMkLst>
        </pc:sldLayoutChg>
        <pc:sldLayoutChg chg="del">
          <pc:chgData name="Jenkins NS" userId="8bdba4d2-1367-40cf-ad35-f59b31261896" providerId="ADAL" clId="{9DF06EC0-6773-4754-B5CF-3A86373E55DF}" dt="2026-10-21T19:27:09.496" v="8" actId="47"/>
          <pc:sldLayoutMkLst>
            <pc:docMk/>
            <pc:sldMasterMk cId="975404246" sldId="2147483648"/>
            <pc:sldLayoutMk cId="2095695488" sldId="2147483667"/>
          </pc:sldLayoutMkLst>
        </pc:sldLayoutChg>
        <pc:sldLayoutChg chg="addSp delSp modSp mod setBg">
          <pc:chgData name="Jenkins NS" userId="8bdba4d2-1367-40cf-ad35-f59b31261896" providerId="ADAL" clId="{9DF06EC0-6773-4754-B5CF-3A86373E55DF}" dt="2026-10-22T17:10:37.795" v="467" actId="478"/>
          <pc:sldLayoutMkLst>
            <pc:docMk/>
            <pc:sldMasterMk cId="975404246" sldId="2147483648"/>
            <pc:sldLayoutMk cId="3241650075" sldId="2147483672"/>
          </pc:sldLayoutMkLst>
          <pc:spChg chg="mod">
            <ac:chgData name="Jenkins NS" userId="8bdba4d2-1367-40cf-ad35-f59b31261896" providerId="ADAL" clId="{9DF06EC0-6773-4754-B5CF-3A86373E55DF}" dt="2026-10-21T19:35:35.446" v="224" actId="207"/>
            <ac:spMkLst>
              <pc:docMk/>
              <pc:sldMasterMk cId="975404246" sldId="2147483648"/>
              <pc:sldLayoutMk cId="3241650075" sldId="2147483672"/>
              <ac:spMk id="3" creationId="{3E21C31D-925C-53B5-2E40-C54FF245B41E}"/>
            </ac:spMkLst>
          </pc:spChg>
          <pc:picChg chg="add mod">
            <ac:chgData name="Jenkins NS" userId="8bdba4d2-1367-40cf-ad35-f59b31261896" providerId="ADAL" clId="{9DF06EC0-6773-4754-B5CF-3A86373E55DF}" dt="2026-10-21T19:36:16.316" v="233" actId="1076"/>
            <ac:picMkLst>
              <pc:docMk/>
              <pc:sldMasterMk cId="975404246" sldId="2147483648"/>
              <pc:sldLayoutMk cId="3241650075" sldId="2147483672"/>
              <ac:picMk id="11" creationId="{8A5D0B54-3E0F-E277-0472-C5E542E53F7F}"/>
            </ac:picMkLst>
          </pc:picChg>
          <pc:picChg chg="add mod ord">
            <ac:chgData name="Jenkins NS" userId="8bdba4d2-1367-40cf-ad35-f59b31261896" providerId="ADAL" clId="{9DF06EC0-6773-4754-B5CF-3A86373E55DF}" dt="2026-10-21T19:49:27.186" v="299" actId="167"/>
            <ac:picMkLst>
              <pc:docMk/>
              <pc:sldMasterMk cId="975404246" sldId="2147483648"/>
              <pc:sldLayoutMk cId="3241650075" sldId="2147483672"/>
              <ac:picMk id="15" creationId="{2209A0BE-5901-98D7-4EDE-74D107C3A727}"/>
            </ac:picMkLst>
          </pc:picChg>
        </pc:sldLayoutChg>
      </pc:sldMasterChg>
      <pc:sldMasterChg chg="modSldLayout">
        <pc:chgData name="Jenkins NS" userId="8bdba4d2-1367-40cf-ad35-f59b31261896" providerId="ADAL" clId="{9DF06EC0-6773-4754-B5CF-3A86373E55DF}" dt="2026-10-21T19:48:26.160" v="294" actId="207"/>
        <pc:sldMasterMkLst>
          <pc:docMk/>
          <pc:sldMasterMk cId="2391316343" sldId="2147483668"/>
        </pc:sldMasterMkLst>
        <pc:sldLayoutChg chg="modSp mod">
          <pc:chgData name="Jenkins NS" userId="8bdba4d2-1367-40cf-ad35-f59b31261896" providerId="ADAL" clId="{9DF06EC0-6773-4754-B5CF-3A86373E55DF}" dt="2026-10-21T19:48:26.160" v="294" actId="207"/>
          <pc:sldLayoutMkLst>
            <pc:docMk/>
            <pc:sldMasterMk cId="2391316343" sldId="2147483668"/>
            <pc:sldLayoutMk cId="1798594045" sldId="2147483670"/>
          </pc:sldLayoutMkLst>
        </pc:sldLayoutChg>
      </pc:sldMasterChg>
    </pc:docChg>
  </pc:docChgLst>
  <pc:docChgLst>
    <pc:chgData name="Jenkins NS" userId="8bdba4d2-1367-40cf-ad35-f59b31261896" providerId="ADAL" clId="{ACFFAC28-C693-429F-A17E-A86F3FBA7AC3}"/>
    <pc:docChg chg="undo custSel addSld delSld modSld sldOrd">
      <pc:chgData name="Jenkins NS" userId="8bdba4d2-1367-40cf-ad35-f59b31261896" providerId="ADAL" clId="{ACFFAC28-C693-429F-A17E-A86F3FBA7AC3}" dt="2026-09-25T04:11:23.975" v="10" actId="47"/>
      <pc:docMkLst>
        <pc:docMk/>
      </pc:docMkLst>
      <pc:sldChg chg="add del">
        <pc:chgData name="Jenkins NS" userId="8bdba4d2-1367-40cf-ad35-f59b31261896" providerId="ADAL" clId="{ACFFAC28-C693-429F-A17E-A86F3FBA7AC3}" dt="2026-09-25T04:11:23.975" v="10" actId="47"/>
        <pc:sldMkLst>
          <pc:docMk/>
          <pc:sldMk cId="443657415" sldId="2147479840"/>
        </pc:sldMkLst>
      </pc:sldChg>
      <pc:sldChg chg="addSp new mod ord">
        <pc:chgData name="Jenkins NS" userId="8bdba4d2-1367-40cf-ad35-f59b31261896" providerId="ADAL" clId="{ACFFAC28-C693-429F-A17E-A86F3FBA7AC3}" dt="2026-09-25T04:05:29.152" v="8"/>
        <pc:sldMkLst>
          <pc:docMk/>
          <pc:sldMk cId="94038164" sldId="2147479884"/>
        </pc:sldMkLst>
      </pc:sldChg>
      <pc:sldChg chg="addSp new mod">
        <pc:chgData name="Jenkins NS" userId="8bdba4d2-1367-40cf-ad35-f59b31261896" providerId="ADAL" clId="{ACFFAC28-C693-429F-A17E-A86F3FBA7AC3}" dt="2026-09-25T04:03:52.664" v="3" actId="22"/>
        <pc:sldMkLst>
          <pc:docMk/>
          <pc:sldMk cId="4129616098" sldId="2147479885"/>
        </pc:sldMkLst>
      </pc:sldChg>
      <pc:sldChg chg="addSp new mod">
        <pc:chgData name="Jenkins NS" userId="8bdba4d2-1367-40cf-ad35-f59b31261896" providerId="ADAL" clId="{ACFFAC28-C693-429F-A17E-A86F3FBA7AC3}" dt="2026-09-25T04:05:24.117" v="6" actId="22"/>
        <pc:sldMkLst>
          <pc:docMk/>
          <pc:sldMk cId="3730370468" sldId="2147479886"/>
        </pc:sldMkLst>
      </pc:sldChg>
      <pc:sldMasterChg chg="addSldLayout delSldLayout">
        <pc:chgData name="Jenkins NS" userId="8bdba4d2-1367-40cf-ad35-f59b31261896" providerId="ADAL" clId="{ACFFAC28-C693-429F-A17E-A86F3FBA7AC3}" dt="2026-09-25T04:11:23.975" v="10" actId="47"/>
        <pc:sldMasterMkLst>
          <pc:docMk/>
          <pc:sldMasterMk cId="975404246" sldId="2147483648"/>
        </pc:sldMasterMkLst>
        <pc:sldLayoutChg chg="add del">
          <pc:chgData name="Jenkins NS" userId="8bdba4d2-1367-40cf-ad35-f59b31261896" providerId="ADAL" clId="{ACFFAC28-C693-429F-A17E-A86F3FBA7AC3}" dt="2026-09-25T04:11:23.975" v="10" actId="47"/>
          <pc:sldLayoutMkLst>
            <pc:docMk/>
            <pc:sldMasterMk cId="975404246" sldId="2147483648"/>
            <pc:sldLayoutMk cId="256598807" sldId="2147483661"/>
          </pc:sldLayoutMkLst>
        </pc:sldLayoutChg>
      </pc:sldMasterChg>
    </pc:docChg>
  </pc:docChgLst>
  <pc:docChgLst>
    <pc:chgData name="Jenkins NS" userId="8bdba4d2-1367-40cf-ad35-f59b31261896" providerId="ADAL" clId="{35087783-BA59-4BF9-AF06-0D08442361EA}"/>
    <pc:docChg chg="undo custSel addSld delSld modSld delMainMaster">
      <pc:chgData name="Jenkins NS" userId="8bdba4d2-1367-40cf-ad35-f59b31261896" providerId="ADAL" clId="{35087783-BA59-4BF9-AF06-0D08442361EA}" dt="2026-10-29T16:18:11.418" v="53"/>
      <pc:docMkLst>
        <pc:docMk/>
      </pc:docMkLst>
      <pc:sldChg chg="delSp add mod">
        <pc:chgData name="Jenkins NS" userId="8bdba4d2-1367-40cf-ad35-f59b31261896" providerId="ADAL" clId="{35087783-BA59-4BF9-AF06-0D08442361EA}" dt="2026-10-23T05:34:19.614" v="37" actId="478"/>
        <pc:sldMkLst>
          <pc:docMk/>
          <pc:sldMk cId="0" sldId="256"/>
        </pc:sldMkLst>
      </pc:sldChg>
      <pc:sldChg chg="add">
        <pc:chgData name="Jenkins NS" userId="8bdba4d2-1367-40cf-ad35-f59b31261896" providerId="ADAL" clId="{35087783-BA59-4BF9-AF06-0D08442361EA}" dt="2026-10-23T05:35:11.336" v="38"/>
        <pc:sldMkLst>
          <pc:docMk/>
          <pc:sldMk cId="0" sldId="258"/>
        </pc:sldMkLst>
      </pc:sldChg>
      <pc:sldChg chg="addSp delSp add mod">
        <pc:chgData name="Jenkins NS" userId="8bdba4d2-1367-40cf-ad35-f59b31261896" providerId="ADAL" clId="{35087783-BA59-4BF9-AF06-0D08442361EA}" dt="2026-10-29T16:17:41.521" v="47" actId="22"/>
        <pc:sldMkLst>
          <pc:docMk/>
          <pc:sldMk cId="0" sldId="259"/>
        </pc:sldMkLst>
        <pc:picChg chg="add del">
          <ac:chgData name="Jenkins NS" userId="8bdba4d2-1367-40cf-ad35-f59b31261896" providerId="ADAL" clId="{35087783-BA59-4BF9-AF06-0D08442361EA}" dt="2026-10-29T16:17:41.521" v="47" actId="22"/>
          <ac:picMkLst>
            <pc:docMk/>
            <pc:sldMk cId="0" sldId="259"/>
            <ac:picMk id="17" creationId="{02FD7C88-EDA8-FBE8-6AD9-2BF1C7FE9564}"/>
          </ac:picMkLst>
        </pc:picChg>
      </pc:sldChg>
      <pc:sldChg chg="add">
        <pc:chgData name="Jenkins NS" userId="8bdba4d2-1367-40cf-ad35-f59b31261896" providerId="ADAL" clId="{35087783-BA59-4BF9-AF06-0D08442361EA}" dt="2026-10-23T05:35:11.336" v="38"/>
        <pc:sldMkLst>
          <pc:docMk/>
          <pc:sldMk cId="0" sldId="260"/>
        </pc:sldMkLst>
      </pc:sldChg>
      <pc:sldChg chg="add">
        <pc:chgData name="Jenkins NS" userId="8bdba4d2-1367-40cf-ad35-f59b31261896" providerId="ADAL" clId="{35087783-BA59-4BF9-AF06-0D08442361EA}" dt="2026-10-23T05:35:11.336" v="38"/>
        <pc:sldMkLst>
          <pc:docMk/>
          <pc:sldMk cId="0" sldId="261"/>
        </pc:sldMkLst>
      </pc:sldChg>
      <pc:sldChg chg="add">
        <pc:chgData name="Jenkins NS" userId="8bdba4d2-1367-40cf-ad35-f59b31261896" providerId="ADAL" clId="{35087783-BA59-4BF9-AF06-0D08442361EA}" dt="2026-10-23T05:35:11.336" v="38"/>
        <pc:sldMkLst>
          <pc:docMk/>
          <pc:sldMk cId="0" sldId="262"/>
        </pc:sldMkLst>
      </pc:sldChg>
      <pc:sldChg chg="add">
        <pc:chgData name="Jenkins NS" userId="8bdba4d2-1367-40cf-ad35-f59b31261896" providerId="ADAL" clId="{35087783-BA59-4BF9-AF06-0D08442361EA}" dt="2026-10-23T05:35:11.336" v="38"/>
        <pc:sldMkLst>
          <pc:docMk/>
          <pc:sldMk cId="0" sldId="263"/>
        </pc:sldMkLst>
      </pc:sldChg>
      <pc:sldChg chg="add">
        <pc:chgData name="Jenkins NS" userId="8bdba4d2-1367-40cf-ad35-f59b31261896" providerId="ADAL" clId="{35087783-BA59-4BF9-AF06-0D08442361EA}" dt="2026-10-23T05:35:11.336" v="38"/>
        <pc:sldMkLst>
          <pc:docMk/>
          <pc:sldMk cId="0" sldId="264"/>
        </pc:sldMkLst>
      </pc:sldChg>
      <pc:sldChg chg="addSp delSp modSp add del mod">
        <pc:chgData name="Jenkins NS" userId="8bdba4d2-1367-40cf-ad35-f59b31261896" providerId="ADAL" clId="{35087783-BA59-4BF9-AF06-0D08442361EA}" dt="2026-10-23T05:36:10.265" v="41" actId="20577"/>
        <pc:sldMkLst>
          <pc:docMk/>
          <pc:sldMk cId="0" sldId="265"/>
        </pc:sldMkLst>
        <pc:spChg chg="mod">
          <ac:chgData name="Jenkins NS" userId="8bdba4d2-1367-40cf-ad35-f59b31261896" providerId="ADAL" clId="{35087783-BA59-4BF9-AF06-0D08442361EA}" dt="2026-10-23T05:36:10.265" v="41" actId="20577"/>
          <ac:spMkLst>
            <pc:docMk/>
            <pc:sldMk cId="0" sldId="265"/>
            <ac:spMk id="2" creationId="{00000000-0000-0000-0000-000000000000}"/>
          </ac:spMkLst>
        </pc:spChg>
        <pc:spChg chg="add del">
          <ac:chgData name="Jenkins NS" userId="8bdba4d2-1367-40cf-ad35-f59b31261896" providerId="ADAL" clId="{35087783-BA59-4BF9-AF06-0D08442361EA}" dt="2026-10-22T20:56:16.192" v="18" actId="478"/>
          <ac:spMkLst>
            <pc:docMk/>
            <pc:sldMk cId="0" sldId="265"/>
            <ac:spMk id="3" creationId="{00000000-0000-0000-0000-000000000000}"/>
          </ac:spMkLst>
        </pc:spChg>
        <pc:spChg chg="add del">
          <ac:chgData name="Jenkins NS" userId="8bdba4d2-1367-40cf-ad35-f59b31261896" providerId="ADAL" clId="{35087783-BA59-4BF9-AF06-0D08442361EA}" dt="2026-10-22T20:56:16.410" v="19" actId="478"/>
          <ac:spMkLst>
            <pc:docMk/>
            <pc:sldMk cId="0" sldId="265"/>
            <ac:spMk id="4" creationId="{00000000-0000-0000-0000-000000000000}"/>
          </ac:spMkLst>
        </pc:spChg>
      </pc:sldChg>
      <pc:sldChg chg="delSp add del mod setBg">
        <pc:chgData name="Jenkins NS" userId="8bdba4d2-1367-40cf-ad35-f59b31261896" providerId="ADAL" clId="{35087783-BA59-4BF9-AF06-0D08442361EA}" dt="2026-10-23T05:37:00.241" v="45" actId="478"/>
        <pc:sldMkLst>
          <pc:docMk/>
          <pc:sldMk cId="0" sldId="266"/>
        </pc:sldMkLst>
      </pc:sldChg>
      <pc:sldChg chg="add">
        <pc:chgData name="Jenkins NS" userId="8bdba4d2-1367-40cf-ad35-f59b31261896" providerId="ADAL" clId="{35087783-BA59-4BF9-AF06-0D08442361EA}" dt="2026-10-23T05:35:56.582" v="40"/>
        <pc:sldMkLst>
          <pc:docMk/>
          <pc:sldMk cId="0" sldId="267"/>
        </pc:sldMkLst>
      </pc:sldChg>
      <pc:sldChg chg="add">
        <pc:chgData name="Jenkins NS" userId="8bdba4d2-1367-40cf-ad35-f59b31261896" providerId="ADAL" clId="{35087783-BA59-4BF9-AF06-0D08442361EA}" dt="2026-10-23T05:35:56.582" v="40"/>
        <pc:sldMkLst>
          <pc:docMk/>
          <pc:sldMk cId="0" sldId="268"/>
        </pc:sldMkLst>
      </pc:sldChg>
      <pc:sldChg chg="del">
        <pc:chgData name="Jenkins NS" userId="8bdba4d2-1367-40cf-ad35-f59b31261896" providerId="ADAL" clId="{35087783-BA59-4BF9-AF06-0D08442361EA}" dt="2026-10-22T20:54:52.392" v="0" actId="47"/>
        <pc:sldMkLst>
          <pc:docMk/>
          <pc:sldMk cId="2497367714" sldId="2044"/>
        </pc:sldMkLst>
      </pc:sldChg>
      <pc:sldChg chg="del">
        <pc:chgData name="Jenkins NS" userId="8bdba4d2-1367-40cf-ad35-f59b31261896" providerId="ADAL" clId="{35087783-BA59-4BF9-AF06-0D08442361EA}" dt="2026-10-22T20:54:52.392" v="0" actId="47"/>
        <pc:sldMkLst>
          <pc:docMk/>
          <pc:sldMk cId="3099915628" sldId="2045"/>
        </pc:sldMkLst>
      </pc:sldChg>
      <pc:sldChg chg="del">
        <pc:chgData name="Jenkins NS" userId="8bdba4d2-1367-40cf-ad35-f59b31261896" providerId="ADAL" clId="{35087783-BA59-4BF9-AF06-0D08442361EA}" dt="2026-10-22T20:54:52.392" v="0" actId="47"/>
        <pc:sldMkLst>
          <pc:docMk/>
          <pc:sldMk cId="1470740852" sldId="2047"/>
        </pc:sldMkLst>
      </pc:sldChg>
      <pc:sldChg chg="del">
        <pc:chgData name="Jenkins NS" userId="8bdba4d2-1367-40cf-ad35-f59b31261896" providerId="ADAL" clId="{35087783-BA59-4BF9-AF06-0D08442361EA}" dt="2026-10-22T20:54:52.392" v="0" actId="47"/>
        <pc:sldMkLst>
          <pc:docMk/>
          <pc:sldMk cId="2010521932" sldId="2048"/>
        </pc:sldMkLst>
      </pc:sldChg>
      <pc:sldChg chg="del">
        <pc:chgData name="Jenkins NS" userId="8bdba4d2-1367-40cf-ad35-f59b31261896" providerId="ADAL" clId="{35087783-BA59-4BF9-AF06-0D08442361EA}" dt="2026-10-22T20:54:52.392" v="0" actId="47"/>
        <pc:sldMkLst>
          <pc:docMk/>
          <pc:sldMk cId="254325681" sldId="10819"/>
        </pc:sldMkLst>
      </pc:sldChg>
      <pc:sldChg chg="del">
        <pc:chgData name="Jenkins NS" userId="8bdba4d2-1367-40cf-ad35-f59b31261896" providerId="ADAL" clId="{35087783-BA59-4BF9-AF06-0D08442361EA}" dt="2026-10-22T20:54:52.392" v="0" actId="47"/>
        <pc:sldMkLst>
          <pc:docMk/>
          <pc:sldMk cId="220853581" sldId="2076136495"/>
        </pc:sldMkLst>
      </pc:sldChg>
      <pc:sldChg chg="del">
        <pc:chgData name="Jenkins NS" userId="8bdba4d2-1367-40cf-ad35-f59b31261896" providerId="ADAL" clId="{35087783-BA59-4BF9-AF06-0D08442361EA}" dt="2026-10-22T20:54:52.392" v="0" actId="47"/>
        <pc:sldMkLst>
          <pc:docMk/>
          <pc:sldMk cId="3937804750" sldId="2076136496"/>
        </pc:sldMkLst>
      </pc:sldChg>
      <pc:sldChg chg="del">
        <pc:chgData name="Jenkins NS" userId="8bdba4d2-1367-40cf-ad35-f59b31261896" providerId="ADAL" clId="{35087783-BA59-4BF9-AF06-0D08442361EA}" dt="2026-10-22T20:54:52.392" v="0" actId="47"/>
        <pc:sldMkLst>
          <pc:docMk/>
          <pc:sldMk cId="0" sldId="2147479594"/>
        </pc:sldMkLst>
      </pc:sldChg>
      <pc:sldChg chg="addSp delSp modSp del mod">
        <pc:chgData name="Jenkins NS" userId="8bdba4d2-1367-40cf-ad35-f59b31261896" providerId="ADAL" clId="{35087783-BA59-4BF9-AF06-0D08442361EA}" dt="2026-10-22T20:56:24.818" v="35" actId="47"/>
        <pc:sldMkLst>
          <pc:docMk/>
          <pc:sldMk cId="0" sldId="2147479595"/>
        </pc:sldMkLst>
      </pc:sldChg>
      <pc:sldChg chg="addSp delSp modSp del mod">
        <pc:chgData name="Jenkins NS" userId="8bdba4d2-1367-40cf-ad35-f59b31261896" providerId="ADAL" clId="{35087783-BA59-4BF9-AF06-0D08442361EA}" dt="2026-10-22T20:56:24.818" v="35" actId="47"/>
        <pc:sldMkLst>
          <pc:docMk/>
          <pc:sldMk cId="0" sldId="2147479596"/>
        </pc:sldMkLst>
      </pc:sldChg>
      <pc:sldChg chg="addSp delSp modSp del mod">
        <pc:chgData name="Jenkins NS" userId="8bdba4d2-1367-40cf-ad35-f59b31261896" providerId="ADAL" clId="{35087783-BA59-4BF9-AF06-0D08442361EA}" dt="2026-10-22T20:56:24.818" v="35" actId="47"/>
        <pc:sldMkLst>
          <pc:docMk/>
          <pc:sldMk cId="0" sldId="2147479597"/>
        </pc:sldMkLst>
      </pc:sldChg>
      <pc:sldChg chg="del">
        <pc:chgData name="Jenkins NS" userId="8bdba4d2-1367-40cf-ad35-f59b31261896" providerId="ADAL" clId="{35087783-BA59-4BF9-AF06-0D08442361EA}" dt="2026-10-22T20:54:52.392" v="0" actId="47"/>
        <pc:sldMkLst>
          <pc:docMk/>
          <pc:sldMk cId="2017300280" sldId="2147479599"/>
        </pc:sldMkLst>
      </pc:sldChg>
      <pc:sldChg chg="add del">
        <pc:chgData name="Jenkins NS" userId="8bdba4d2-1367-40cf-ad35-f59b31261896" providerId="ADAL" clId="{35087783-BA59-4BF9-AF06-0D08442361EA}" dt="2026-10-23T05:35:15.489" v="39" actId="47"/>
        <pc:sldMkLst>
          <pc:docMk/>
          <pc:sldMk cId="3382622447" sldId="2147479600"/>
        </pc:sldMkLst>
      </pc:sldChg>
      <pc:sldChg chg="add del">
        <pc:chgData name="Jenkins NS" userId="8bdba4d2-1367-40cf-ad35-f59b31261896" providerId="ADAL" clId="{35087783-BA59-4BF9-AF06-0D08442361EA}" dt="2026-10-22T20:56:20.943" v="34" actId="47"/>
        <pc:sldMkLst>
          <pc:docMk/>
          <pc:sldMk cId="703889543" sldId="2147479601"/>
        </pc:sldMkLst>
      </pc:sldChg>
      <pc:sldChg chg="addSp delSp modSp new mod">
        <pc:chgData name="Jenkins NS" userId="8bdba4d2-1367-40cf-ad35-f59b31261896" providerId="ADAL" clId="{35087783-BA59-4BF9-AF06-0D08442361EA}" dt="2026-10-29T16:18:11.418" v="53"/>
        <pc:sldMkLst>
          <pc:docMk/>
          <pc:sldMk cId="1180975732" sldId="2147479602"/>
        </pc:sldMkLst>
        <pc:spChg chg="del">
          <ac:chgData name="Jenkins NS" userId="8bdba4d2-1367-40cf-ad35-f59b31261896" providerId="ADAL" clId="{35087783-BA59-4BF9-AF06-0D08442361EA}" dt="2026-10-29T16:17:49.160" v="50" actId="478"/>
          <ac:spMkLst>
            <pc:docMk/>
            <pc:sldMk cId="1180975732" sldId="2147479602"/>
            <ac:spMk id="2" creationId="{B2357A66-9BF1-1646-4BA7-18AB0FABB786}"/>
          </ac:spMkLst>
        </pc:spChg>
        <pc:spChg chg="del">
          <ac:chgData name="Jenkins NS" userId="8bdba4d2-1367-40cf-ad35-f59b31261896" providerId="ADAL" clId="{35087783-BA59-4BF9-AF06-0D08442361EA}" dt="2026-10-29T16:17:46.412" v="49" actId="478"/>
          <ac:spMkLst>
            <pc:docMk/>
            <pc:sldMk cId="1180975732" sldId="2147479602"/>
            <ac:spMk id="3" creationId="{C38A323C-D964-16F6-2EB2-CFF7F4F8A5D8}"/>
          </ac:spMkLst>
        </pc:spChg>
        <pc:picChg chg="add mod">
          <ac:chgData name="Jenkins NS" userId="8bdba4d2-1367-40cf-ad35-f59b31261896" providerId="ADAL" clId="{35087783-BA59-4BF9-AF06-0D08442361EA}" dt="2026-10-29T16:18:11.418" v="53"/>
          <ac:picMkLst>
            <pc:docMk/>
            <pc:sldMk cId="1180975732" sldId="2147479602"/>
            <ac:picMk id="5" creationId="{0C8C7931-518A-C091-DED7-851DF9ED915B}"/>
          </ac:picMkLst>
        </pc:picChg>
      </pc:sldChg>
      <pc:sldChg chg="del">
        <pc:chgData name="Jenkins NS" userId="8bdba4d2-1367-40cf-ad35-f59b31261896" providerId="ADAL" clId="{35087783-BA59-4BF9-AF06-0D08442361EA}" dt="2026-10-22T20:56:24.818" v="35" actId="47"/>
        <pc:sldMkLst>
          <pc:docMk/>
          <pc:sldMk cId="3585144251" sldId="2147479602"/>
        </pc:sldMkLst>
      </pc:sldChg>
      <pc:sldChg chg="del">
        <pc:chgData name="Jenkins NS" userId="8bdba4d2-1367-40cf-ad35-f59b31261896" providerId="ADAL" clId="{35087783-BA59-4BF9-AF06-0D08442361EA}" dt="2026-10-22T20:54:52.392" v="0" actId="47"/>
        <pc:sldMkLst>
          <pc:docMk/>
          <pc:sldMk cId="1525641040" sldId="2147479603"/>
        </pc:sldMkLst>
      </pc:sldChg>
      <pc:sldMasterChg chg="del delSldLayout">
        <pc:chgData name="Jenkins NS" userId="8bdba4d2-1367-40cf-ad35-f59b31261896" providerId="ADAL" clId="{35087783-BA59-4BF9-AF06-0D08442361EA}" dt="2026-10-22T20:56:24.818" v="35" actId="47"/>
        <pc:sldMasterMkLst>
          <pc:docMk/>
          <pc:sldMasterMk cId="2494316984" sldId="2147483684"/>
        </pc:sldMasterMkLst>
        <pc:sldLayoutChg chg="del">
          <pc:chgData name="Jenkins NS" userId="8bdba4d2-1367-40cf-ad35-f59b31261896" providerId="ADAL" clId="{35087783-BA59-4BF9-AF06-0D08442361EA}" dt="2026-10-22T20:56:24.818" v="35" actId="47"/>
          <pc:sldLayoutMkLst>
            <pc:docMk/>
            <pc:sldMasterMk cId="2494316984" sldId="2147483684"/>
            <pc:sldLayoutMk cId="380069328" sldId="2147483685"/>
          </pc:sldLayoutMkLst>
        </pc:sldLayoutChg>
        <pc:sldLayoutChg chg="del">
          <pc:chgData name="Jenkins NS" userId="8bdba4d2-1367-40cf-ad35-f59b31261896" providerId="ADAL" clId="{35087783-BA59-4BF9-AF06-0D08442361EA}" dt="2026-10-22T20:56:24.818" v="35" actId="47"/>
          <pc:sldLayoutMkLst>
            <pc:docMk/>
            <pc:sldMasterMk cId="2494316984" sldId="2147483684"/>
            <pc:sldLayoutMk cId="3599421431" sldId="2147483686"/>
          </pc:sldLayoutMkLst>
        </pc:sldLayoutChg>
        <pc:sldLayoutChg chg="del">
          <pc:chgData name="Jenkins NS" userId="8bdba4d2-1367-40cf-ad35-f59b31261896" providerId="ADAL" clId="{35087783-BA59-4BF9-AF06-0D08442361EA}" dt="2026-10-22T20:56:24.818" v="35" actId="47"/>
          <pc:sldLayoutMkLst>
            <pc:docMk/>
            <pc:sldMasterMk cId="2494316984" sldId="2147483684"/>
            <pc:sldLayoutMk cId="636360322" sldId="2147483687"/>
          </pc:sldLayoutMkLst>
        </pc:sldLayoutChg>
        <pc:sldLayoutChg chg="del">
          <pc:chgData name="Jenkins NS" userId="8bdba4d2-1367-40cf-ad35-f59b31261896" providerId="ADAL" clId="{35087783-BA59-4BF9-AF06-0D08442361EA}" dt="2026-10-22T20:54:52.392" v="0" actId="47"/>
          <pc:sldLayoutMkLst>
            <pc:docMk/>
            <pc:sldMasterMk cId="2494316984" sldId="2147483684"/>
            <pc:sldLayoutMk cId="2641358860" sldId="2147483688"/>
          </pc:sldLayoutMkLst>
        </pc:sldLayoutChg>
        <pc:sldLayoutChg chg="del">
          <pc:chgData name="Jenkins NS" userId="8bdba4d2-1367-40cf-ad35-f59b31261896" providerId="ADAL" clId="{35087783-BA59-4BF9-AF06-0D08442361EA}" dt="2026-10-22T20:54:52.392" v="0" actId="47"/>
          <pc:sldLayoutMkLst>
            <pc:docMk/>
            <pc:sldMasterMk cId="2494316984" sldId="2147483684"/>
            <pc:sldLayoutMk cId="274860342" sldId="2147483689"/>
          </pc:sldLayoutMkLst>
        </pc:sldLayoutChg>
        <pc:sldLayoutChg chg="del">
          <pc:chgData name="Jenkins NS" userId="8bdba4d2-1367-40cf-ad35-f59b31261896" providerId="ADAL" clId="{35087783-BA59-4BF9-AF06-0D08442361EA}" dt="2026-10-22T20:54:52.392" v="0" actId="47"/>
          <pc:sldLayoutMkLst>
            <pc:docMk/>
            <pc:sldMasterMk cId="2494316984" sldId="2147483684"/>
            <pc:sldLayoutMk cId="1877322716" sldId="2147483690"/>
          </pc:sldLayoutMkLst>
        </pc:sldLayoutChg>
        <pc:sldLayoutChg chg="del">
          <pc:chgData name="Jenkins NS" userId="8bdba4d2-1367-40cf-ad35-f59b31261896" providerId="ADAL" clId="{35087783-BA59-4BF9-AF06-0D08442361EA}" dt="2026-10-22T20:54:52.392" v="0" actId="47"/>
          <pc:sldLayoutMkLst>
            <pc:docMk/>
            <pc:sldMasterMk cId="2494316984" sldId="2147483684"/>
            <pc:sldLayoutMk cId="2466656009" sldId="2147483691"/>
          </pc:sldLayoutMkLst>
        </pc:sldLayoutChg>
        <pc:sldLayoutChg chg="del">
          <pc:chgData name="Jenkins NS" userId="8bdba4d2-1367-40cf-ad35-f59b31261896" providerId="ADAL" clId="{35087783-BA59-4BF9-AF06-0D08442361EA}" dt="2026-10-22T20:54:52.392" v="0" actId="47"/>
          <pc:sldLayoutMkLst>
            <pc:docMk/>
            <pc:sldMasterMk cId="2494316984" sldId="2147483684"/>
            <pc:sldLayoutMk cId="3392665190" sldId="2147483692"/>
          </pc:sldLayoutMkLst>
        </pc:sldLayoutChg>
      </pc:sldMasterChg>
    </pc:docChg>
  </pc:docChgLst>
  <pc:docChgLst>
    <pc:chgData name="Jenkins NS" userId="8bdba4d2-1367-40cf-ad35-f59b31261896" providerId="ADAL" clId="{F58680DD-FFF5-4D2B-B065-F48D10CC8C0D}"/>
    <pc:docChg chg="delSld delMainMaster">
      <pc:chgData name="Jenkins NS" userId="8bdba4d2-1367-40cf-ad35-f59b31261896" providerId="ADAL" clId="{F58680DD-FFF5-4D2B-B065-F48D10CC8C0D}" dt="2026-10-22T20:52:21.654" v="0" actId="47"/>
      <pc:docMkLst>
        <pc:docMk/>
      </pc:docMkLst>
      <pc:sldChg chg="del">
        <pc:chgData name="Jenkins NS" userId="8bdba4d2-1367-40cf-ad35-f59b31261896" providerId="ADAL" clId="{F58680DD-FFF5-4D2B-B065-F48D10CC8C0D}" dt="2026-10-22T20:52:21.654" v="0" actId="47"/>
        <pc:sldMkLst>
          <pc:docMk/>
          <pc:sldMk cId="0" sldId="256"/>
        </pc:sldMkLst>
      </pc:sldChg>
      <pc:sldChg chg="del">
        <pc:chgData name="Jenkins NS" userId="8bdba4d2-1367-40cf-ad35-f59b31261896" providerId="ADAL" clId="{F58680DD-FFF5-4D2B-B065-F48D10CC8C0D}" dt="2026-10-22T20:52:21.654" v="0" actId="47"/>
        <pc:sldMkLst>
          <pc:docMk/>
          <pc:sldMk cId="0" sldId="257"/>
        </pc:sldMkLst>
      </pc:sldChg>
      <pc:sldChg chg="del">
        <pc:chgData name="Jenkins NS" userId="8bdba4d2-1367-40cf-ad35-f59b31261896" providerId="ADAL" clId="{F58680DD-FFF5-4D2B-B065-F48D10CC8C0D}" dt="2026-10-22T20:52:21.654" v="0" actId="47"/>
        <pc:sldMkLst>
          <pc:docMk/>
          <pc:sldMk cId="0" sldId="258"/>
        </pc:sldMkLst>
      </pc:sldChg>
      <pc:sldChg chg="del">
        <pc:chgData name="Jenkins NS" userId="8bdba4d2-1367-40cf-ad35-f59b31261896" providerId="ADAL" clId="{F58680DD-FFF5-4D2B-B065-F48D10CC8C0D}" dt="2026-10-22T20:52:21.654" v="0" actId="47"/>
        <pc:sldMkLst>
          <pc:docMk/>
          <pc:sldMk cId="0" sldId="259"/>
        </pc:sldMkLst>
      </pc:sldChg>
      <pc:sldChg chg="del">
        <pc:chgData name="Jenkins NS" userId="8bdba4d2-1367-40cf-ad35-f59b31261896" providerId="ADAL" clId="{F58680DD-FFF5-4D2B-B065-F48D10CC8C0D}" dt="2026-10-22T20:52:21.654" v="0" actId="47"/>
        <pc:sldMkLst>
          <pc:docMk/>
          <pc:sldMk cId="0" sldId="260"/>
        </pc:sldMkLst>
      </pc:sldChg>
      <pc:sldChg chg="del">
        <pc:chgData name="Jenkins NS" userId="8bdba4d2-1367-40cf-ad35-f59b31261896" providerId="ADAL" clId="{F58680DD-FFF5-4D2B-B065-F48D10CC8C0D}" dt="2026-10-22T20:52:21.654" v="0" actId="47"/>
        <pc:sldMkLst>
          <pc:docMk/>
          <pc:sldMk cId="0" sldId="261"/>
        </pc:sldMkLst>
      </pc:sldChg>
      <pc:sldChg chg="del">
        <pc:chgData name="Jenkins NS" userId="8bdba4d2-1367-40cf-ad35-f59b31261896" providerId="ADAL" clId="{F58680DD-FFF5-4D2B-B065-F48D10CC8C0D}" dt="2026-10-22T20:52:21.654" v="0" actId="47"/>
        <pc:sldMkLst>
          <pc:docMk/>
          <pc:sldMk cId="0" sldId="262"/>
        </pc:sldMkLst>
      </pc:sldChg>
      <pc:sldChg chg="del">
        <pc:chgData name="Jenkins NS" userId="8bdba4d2-1367-40cf-ad35-f59b31261896" providerId="ADAL" clId="{F58680DD-FFF5-4D2B-B065-F48D10CC8C0D}" dt="2026-10-22T20:52:21.654" v="0" actId="47"/>
        <pc:sldMkLst>
          <pc:docMk/>
          <pc:sldMk cId="101198574" sldId="1611"/>
        </pc:sldMkLst>
      </pc:sldChg>
      <pc:sldChg chg="del">
        <pc:chgData name="Jenkins NS" userId="8bdba4d2-1367-40cf-ad35-f59b31261896" providerId="ADAL" clId="{F58680DD-FFF5-4D2B-B065-F48D10CC8C0D}" dt="2026-10-22T20:52:21.654" v="0" actId="47"/>
        <pc:sldMkLst>
          <pc:docMk/>
          <pc:sldMk cId="0" sldId="2142533482"/>
        </pc:sldMkLst>
      </pc:sldChg>
      <pc:sldChg chg="del">
        <pc:chgData name="Jenkins NS" userId="8bdba4d2-1367-40cf-ad35-f59b31261896" providerId="ADAL" clId="{F58680DD-FFF5-4D2B-B065-F48D10CC8C0D}" dt="2026-10-22T20:52:21.654" v="0" actId="47"/>
        <pc:sldMkLst>
          <pc:docMk/>
          <pc:sldMk cId="1451565363" sldId="2147479572"/>
        </pc:sldMkLst>
      </pc:sldChg>
      <pc:sldChg chg="del">
        <pc:chgData name="Jenkins NS" userId="8bdba4d2-1367-40cf-ad35-f59b31261896" providerId="ADAL" clId="{F58680DD-FFF5-4D2B-B065-F48D10CC8C0D}" dt="2026-10-22T20:52:21.654" v="0" actId="47"/>
        <pc:sldMkLst>
          <pc:docMk/>
          <pc:sldMk cId="0" sldId="2147479573"/>
        </pc:sldMkLst>
      </pc:sldChg>
      <pc:sldChg chg="del">
        <pc:chgData name="Jenkins NS" userId="8bdba4d2-1367-40cf-ad35-f59b31261896" providerId="ADAL" clId="{F58680DD-FFF5-4D2B-B065-F48D10CC8C0D}" dt="2026-10-22T20:52:21.654" v="0" actId="47"/>
        <pc:sldMkLst>
          <pc:docMk/>
          <pc:sldMk cId="0" sldId="2147479574"/>
        </pc:sldMkLst>
      </pc:sldChg>
      <pc:sldChg chg="del">
        <pc:chgData name="Jenkins NS" userId="8bdba4d2-1367-40cf-ad35-f59b31261896" providerId="ADAL" clId="{F58680DD-FFF5-4D2B-B065-F48D10CC8C0D}" dt="2026-10-22T20:52:21.654" v="0" actId="47"/>
        <pc:sldMkLst>
          <pc:docMk/>
          <pc:sldMk cId="0" sldId="2147479575"/>
        </pc:sldMkLst>
      </pc:sldChg>
      <pc:sldChg chg="del">
        <pc:chgData name="Jenkins NS" userId="8bdba4d2-1367-40cf-ad35-f59b31261896" providerId="ADAL" clId="{F58680DD-FFF5-4D2B-B065-F48D10CC8C0D}" dt="2026-10-22T20:52:21.654" v="0" actId="47"/>
        <pc:sldMkLst>
          <pc:docMk/>
          <pc:sldMk cId="0" sldId="2147479576"/>
        </pc:sldMkLst>
      </pc:sldChg>
      <pc:sldChg chg="del">
        <pc:chgData name="Jenkins NS" userId="8bdba4d2-1367-40cf-ad35-f59b31261896" providerId="ADAL" clId="{F58680DD-FFF5-4D2B-B065-F48D10CC8C0D}" dt="2026-10-22T20:52:21.654" v="0" actId="47"/>
        <pc:sldMkLst>
          <pc:docMk/>
          <pc:sldMk cId="0" sldId="2147479577"/>
        </pc:sldMkLst>
      </pc:sldChg>
      <pc:sldChg chg="del">
        <pc:chgData name="Jenkins NS" userId="8bdba4d2-1367-40cf-ad35-f59b31261896" providerId="ADAL" clId="{F58680DD-FFF5-4D2B-B065-F48D10CC8C0D}" dt="2026-10-22T20:52:21.654" v="0" actId="47"/>
        <pc:sldMkLst>
          <pc:docMk/>
          <pc:sldMk cId="0" sldId="2147479578"/>
        </pc:sldMkLst>
      </pc:sldChg>
      <pc:sldChg chg="del">
        <pc:chgData name="Jenkins NS" userId="8bdba4d2-1367-40cf-ad35-f59b31261896" providerId="ADAL" clId="{F58680DD-FFF5-4D2B-B065-F48D10CC8C0D}" dt="2026-10-22T20:52:21.654" v="0" actId="47"/>
        <pc:sldMkLst>
          <pc:docMk/>
          <pc:sldMk cId="0" sldId="2147479579"/>
        </pc:sldMkLst>
      </pc:sldChg>
      <pc:sldChg chg="del">
        <pc:chgData name="Jenkins NS" userId="8bdba4d2-1367-40cf-ad35-f59b31261896" providerId="ADAL" clId="{F58680DD-FFF5-4D2B-B065-F48D10CC8C0D}" dt="2026-10-22T20:52:21.654" v="0" actId="47"/>
        <pc:sldMkLst>
          <pc:docMk/>
          <pc:sldMk cId="0" sldId="2147479580"/>
        </pc:sldMkLst>
      </pc:sldChg>
      <pc:sldChg chg="del">
        <pc:chgData name="Jenkins NS" userId="8bdba4d2-1367-40cf-ad35-f59b31261896" providerId="ADAL" clId="{F58680DD-FFF5-4D2B-B065-F48D10CC8C0D}" dt="2026-10-22T20:52:21.654" v="0" actId="47"/>
        <pc:sldMkLst>
          <pc:docMk/>
          <pc:sldMk cId="0" sldId="2147479581"/>
        </pc:sldMkLst>
      </pc:sldChg>
      <pc:sldChg chg="del">
        <pc:chgData name="Jenkins NS" userId="8bdba4d2-1367-40cf-ad35-f59b31261896" providerId="ADAL" clId="{F58680DD-FFF5-4D2B-B065-F48D10CC8C0D}" dt="2026-10-22T20:52:21.654" v="0" actId="47"/>
        <pc:sldMkLst>
          <pc:docMk/>
          <pc:sldMk cId="0" sldId="2147479582"/>
        </pc:sldMkLst>
      </pc:sldChg>
      <pc:sldChg chg="del">
        <pc:chgData name="Jenkins NS" userId="8bdba4d2-1367-40cf-ad35-f59b31261896" providerId="ADAL" clId="{F58680DD-FFF5-4D2B-B065-F48D10CC8C0D}" dt="2026-10-22T20:52:21.654" v="0" actId="47"/>
        <pc:sldMkLst>
          <pc:docMk/>
          <pc:sldMk cId="0" sldId="2147479583"/>
        </pc:sldMkLst>
      </pc:sldChg>
      <pc:sldChg chg="del">
        <pc:chgData name="Jenkins NS" userId="8bdba4d2-1367-40cf-ad35-f59b31261896" providerId="ADAL" clId="{F58680DD-FFF5-4D2B-B065-F48D10CC8C0D}" dt="2026-10-22T20:52:21.654" v="0" actId="47"/>
        <pc:sldMkLst>
          <pc:docMk/>
          <pc:sldMk cId="0" sldId="2147479584"/>
        </pc:sldMkLst>
      </pc:sldChg>
      <pc:sldChg chg="del">
        <pc:chgData name="Jenkins NS" userId="8bdba4d2-1367-40cf-ad35-f59b31261896" providerId="ADAL" clId="{F58680DD-FFF5-4D2B-B065-F48D10CC8C0D}" dt="2026-10-22T20:52:21.654" v="0" actId="47"/>
        <pc:sldMkLst>
          <pc:docMk/>
          <pc:sldMk cId="0" sldId="2147479585"/>
        </pc:sldMkLst>
      </pc:sldChg>
      <pc:sldChg chg="del">
        <pc:chgData name="Jenkins NS" userId="8bdba4d2-1367-40cf-ad35-f59b31261896" providerId="ADAL" clId="{F58680DD-FFF5-4D2B-B065-F48D10CC8C0D}" dt="2026-10-22T20:52:21.654" v="0" actId="47"/>
        <pc:sldMkLst>
          <pc:docMk/>
          <pc:sldMk cId="0" sldId="2147479586"/>
        </pc:sldMkLst>
      </pc:sldChg>
      <pc:sldChg chg="del">
        <pc:chgData name="Jenkins NS" userId="8bdba4d2-1367-40cf-ad35-f59b31261896" providerId="ADAL" clId="{F58680DD-FFF5-4D2B-B065-F48D10CC8C0D}" dt="2026-10-22T20:52:21.654" v="0" actId="47"/>
        <pc:sldMkLst>
          <pc:docMk/>
          <pc:sldMk cId="0" sldId="2147479587"/>
        </pc:sldMkLst>
      </pc:sldChg>
      <pc:sldChg chg="del">
        <pc:chgData name="Jenkins NS" userId="8bdba4d2-1367-40cf-ad35-f59b31261896" providerId="ADAL" clId="{F58680DD-FFF5-4D2B-B065-F48D10CC8C0D}" dt="2026-10-22T20:52:21.654" v="0" actId="47"/>
        <pc:sldMkLst>
          <pc:docMk/>
          <pc:sldMk cId="2979084665" sldId="2147479593"/>
        </pc:sldMkLst>
      </pc:sldChg>
      <pc:sldMasterChg chg="delSldLayout">
        <pc:chgData name="Jenkins NS" userId="8bdba4d2-1367-40cf-ad35-f59b31261896" providerId="ADAL" clId="{F58680DD-FFF5-4D2B-B065-F48D10CC8C0D}" dt="2026-10-22T20:52:21.654" v="0" actId="47"/>
        <pc:sldMasterMkLst>
          <pc:docMk/>
          <pc:sldMasterMk cId="975404246" sldId="2147483648"/>
        </pc:sldMasterMkLst>
        <pc:sldLayoutChg chg="del">
          <pc:chgData name="Jenkins NS" userId="8bdba4d2-1367-40cf-ad35-f59b31261896" providerId="ADAL" clId="{F58680DD-FFF5-4D2B-B065-F48D10CC8C0D}" dt="2026-10-22T20:52:21.654" v="0" actId="47"/>
          <pc:sldLayoutMkLst>
            <pc:docMk/>
            <pc:sldMasterMk cId="975404246" sldId="2147483648"/>
            <pc:sldLayoutMk cId="216699640" sldId="2147483660"/>
          </pc:sldLayoutMkLst>
        </pc:sldLayoutChg>
        <pc:sldLayoutChg chg="del">
          <pc:chgData name="Jenkins NS" userId="8bdba4d2-1367-40cf-ad35-f59b31261896" providerId="ADAL" clId="{F58680DD-FFF5-4D2B-B065-F48D10CC8C0D}" dt="2026-10-22T20:52:21.654" v="0" actId="47"/>
          <pc:sldLayoutMkLst>
            <pc:docMk/>
            <pc:sldMasterMk cId="975404246" sldId="2147483648"/>
            <pc:sldLayoutMk cId="2861898254" sldId="2147483673"/>
          </pc:sldLayoutMkLst>
        </pc:sldLayoutChg>
      </pc:sldMasterChg>
      <pc:sldMasterChg chg="del delSldLayout">
        <pc:chgData name="Jenkins NS" userId="8bdba4d2-1367-40cf-ad35-f59b31261896" providerId="ADAL" clId="{F58680DD-FFF5-4D2B-B065-F48D10CC8C0D}" dt="2026-10-22T20:52:21.654" v="0" actId="47"/>
        <pc:sldMasterMkLst>
          <pc:docMk/>
          <pc:sldMasterMk cId="2391316343" sldId="2147483668"/>
        </pc:sldMasterMkLst>
        <pc:sldLayoutChg chg="del">
          <pc:chgData name="Jenkins NS" userId="8bdba4d2-1367-40cf-ad35-f59b31261896" providerId="ADAL" clId="{F58680DD-FFF5-4D2B-B065-F48D10CC8C0D}" dt="2026-10-22T20:52:21.654" v="0" actId="47"/>
          <pc:sldLayoutMkLst>
            <pc:docMk/>
            <pc:sldMasterMk cId="2391316343" sldId="2147483668"/>
            <pc:sldLayoutMk cId="1317201455" sldId="2147483669"/>
          </pc:sldLayoutMkLst>
        </pc:sldLayoutChg>
        <pc:sldLayoutChg chg="del">
          <pc:chgData name="Jenkins NS" userId="8bdba4d2-1367-40cf-ad35-f59b31261896" providerId="ADAL" clId="{F58680DD-FFF5-4D2B-B065-F48D10CC8C0D}" dt="2026-10-22T20:52:21.654" v="0" actId="47"/>
          <pc:sldLayoutMkLst>
            <pc:docMk/>
            <pc:sldMasterMk cId="2391316343" sldId="2147483668"/>
            <pc:sldLayoutMk cId="1798594045" sldId="2147483670"/>
          </pc:sldLayoutMkLst>
        </pc:sldLayoutChg>
        <pc:sldLayoutChg chg="del">
          <pc:chgData name="Jenkins NS" userId="8bdba4d2-1367-40cf-ad35-f59b31261896" providerId="ADAL" clId="{F58680DD-FFF5-4D2B-B065-F48D10CC8C0D}" dt="2026-10-22T20:52:21.654" v="0" actId="47"/>
          <pc:sldLayoutMkLst>
            <pc:docMk/>
            <pc:sldMasterMk cId="2391316343" sldId="2147483668"/>
            <pc:sldLayoutMk cId="3284760538" sldId="2147483671"/>
          </pc:sldLayoutMkLst>
        </pc:sldLayoutChg>
        <pc:sldLayoutChg chg="del">
          <pc:chgData name="Jenkins NS" userId="8bdba4d2-1367-40cf-ad35-f59b31261896" providerId="ADAL" clId="{F58680DD-FFF5-4D2B-B065-F48D10CC8C0D}" dt="2026-10-22T20:52:21.654" v="0" actId="47"/>
          <pc:sldLayoutMkLst>
            <pc:docMk/>
            <pc:sldMasterMk cId="2391316343" sldId="2147483668"/>
            <pc:sldLayoutMk cId="902464598" sldId="2147483674"/>
          </pc:sldLayoutMkLst>
        </pc:sldLayoutChg>
        <pc:sldLayoutChg chg="del">
          <pc:chgData name="Jenkins NS" userId="8bdba4d2-1367-40cf-ad35-f59b31261896" providerId="ADAL" clId="{F58680DD-FFF5-4D2B-B065-F48D10CC8C0D}" dt="2026-10-22T20:52:21.654" v="0" actId="47"/>
          <pc:sldLayoutMkLst>
            <pc:docMk/>
            <pc:sldMasterMk cId="2391316343" sldId="2147483668"/>
            <pc:sldLayoutMk cId="2154374152" sldId="2147483683"/>
          </pc:sldLayoutMkLst>
        </pc:sldLayoutChg>
      </pc:sldMasterChg>
      <pc:sldMasterChg chg="del delSldLayout">
        <pc:chgData name="Jenkins NS" userId="8bdba4d2-1367-40cf-ad35-f59b31261896" providerId="ADAL" clId="{F58680DD-FFF5-4D2B-B065-F48D10CC8C0D}" dt="2026-10-22T20:52:21.654" v="0" actId="47"/>
        <pc:sldMasterMkLst>
          <pc:docMk/>
          <pc:sldMasterMk cId="4035815384" sldId="2147483675"/>
        </pc:sldMasterMkLst>
        <pc:sldLayoutChg chg="del">
          <pc:chgData name="Jenkins NS" userId="8bdba4d2-1367-40cf-ad35-f59b31261896" providerId="ADAL" clId="{F58680DD-FFF5-4D2B-B065-F48D10CC8C0D}" dt="2026-10-22T20:52:21.654" v="0" actId="47"/>
          <pc:sldLayoutMkLst>
            <pc:docMk/>
            <pc:sldMasterMk cId="4035815384" sldId="2147483675"/>
            <pc:sldLayoutMk cId="3493966669" sldId="2147483676"/>
          </pc:sldLayoutMkLst>
        </pc:sldLayoutChg>
        <pc:sldLayoutChg chg="del">
          <pc:chgData name="Jenkins NS" userId="8bdba4d2-1367-40cf-ad35-f59b31261896" providerId="ADAL" clId="{F58680DD-FFF5-4D2B-B065-F48D10CC8C0D}" dt="2026-10-22T20:52:21.654" v="0" actId="47"/>
          <pc:sldLayoutMkLst>
            <pc:docMk/>
            <pc:sldMasterMk cId="4035815384" sldId="2147483675"/>
            <pc:sldLayoutMk cId="4045809490" sldId="2147483677"/>
          </pc:sldLayoutMkLst>
        </pc:sldLayoutChg>
        <pc:sldLayoutChg chg="del">
          <pc:chgData name="Jenkins NS" userId="8bdba4d2-1367-40cf-ad35-f59b31261896" providerId="ADAL" clId="{F58680DD-FFF5-4D2B-B065-F48D10CC8C0D}" dt="2026-10-22T20:52:21.654" v="0" actId="47"/>
          <pc:sldLayoutMkLst>
            <pc:docMk/>
            <pc:sldMasterMk cId="4035815384" sldId="2147483675"/>
            <pc:sldLayoutMk cId="2633174446" sldId="2147483678"/>
          </pc:sldLayoutMkLst>
        </pc:sldLayoutChg>
        <pc:sldLayoutChg chg="del">
          <pc:chgData name="Jenkins NS" userId="8bdba4d2-1367-40cf-ad35-f59b31261896" providerId="ADAL" clId="{F58680DD-FFF5-4D2B-B065-F48D10CC8C0D}" dt="2026-10-22T20:52:21.654" v="0" actId="47"/>
          <pc:sldLayoutMkLst>
            <pc:docMk/>
            <pc:sldMasterMk cId="4035815384" sldId="2147483675"/>
            <pc:sldLayoutMk cId="3224269921" sldId="2147483679"/>
          </pc:sldLayoutMkLst>
        </pc:sldLayoutChg>
      </pc:sldMasterChg>
    </pc:docChg>
  </pc:docChgLst>
  <pc:docChgLst>
    <pc:chgData name="Jenkins NS" userId="8bdba4d2-1367-40cf-ad35-f59b31261896" providerId="ADAL" clId="{86724140-930D-4C35-BABC-84C9C3BBEAD0}"/>
    <pc:docChg chg="undo custSel addSld delSld modSld sldOrd modMainMaster">
      <pc:chgData name="Jenkins NS" userId="8bdba4d2-1367-40cf-ad35-f59b31261896" providerId="ADAL" clId="{86724140-930D-4C35-BABC-84C9C3BBEAD0}" dt="2026-05-26T05:17:18.055" v="2383" actId="729"/>
      <pc:docMkLst>
        <pc:docMk/>
      </pc:docMkLst>
      <pc:sldChg chg="modSp del">
        <pc:chgData name="Jenkins NS" userId="8bdba4d2-1367-40cf-ad35-f59b31261896" providerId="ADAL" clId="{86724140-930D-4C35-BABC-84C9C3BBEAD0}" dt="2026-05-23T19:49:51.326" v="46" actId="47"/>
        <pc:sldMkLst>
          <pc:docMk/>
          <pc:sldMk cId="2130413274" sldId="256"/>
        </pc:sldMkLst>
      </pc:sldChg>
      <pc:sldChg chg="addSp modSp mod modNotesTx">
        <pc:chgData name="Jenkins NS" userId="8bdba4d2-1367-40cf-ad35-f59b31261896" providerId="ADAL" clId="{86724140-930D-4C35-BABC-84C9C3BBEAD0}" dt="2026-05-23T19:59:00.290" v="85"/>
        <pc:sldMkLst>
          <pc:docMk/>
          <pc:sldMk cId="101198574" sldId="1611"/>
        </pc:sldMkLst>
      </pc:sldChg>
      <pc:sldChg chg="add del">
        <pc:chgData name="Jenkins NS" userId="8bdba4d2-1367-40cf-ad35-f59b31261896" providerId="ADAL" clId="{86724140-930D-4C35-BABC-84C9C3BBEAD0}" dt="2026-05-23T21:41:59.056" v="946" actId="47"/>
        <pc:sldMkLst>
          <pc:docMk/>
          <pc:sldMk cId="1954936120" sldId="1821"/>
        </pc:sldMkLst>
      </pc:sldChg>
      <pc:sldChg chg="modSp add del mod">
        <pc:chgData name="Jenkins NS" userId="8bdba4d2-1367-40cf-ad35-f59b31261896" providerId="ADAL" clId="{86724140-930D-4C35-BABC-84C9C3BBEAD0}" dt="2026-05-23T20:15:26.909" v="237" actId="27636"/>
        <pc:sldMkLst>
          <pc:docMk/>
          <pc:sldMk cId="3432255962" sldId="4611"/>
        </pc:sldMkLst>
      </pc:sldChg>
      <pc:sldChg chg="add del">
        <pc:chgData name="Jenkins NS" userId="8bdba4d2-1367-40cf-ad35-f59b31261896" providerId="ADAL" clId="{86724140-930D-4C35-BABC-84C9C3BBEAD0}" dt="2026-05-23T20:16:58.475" v="241" actId="2696"/>
        <pc:sldMkLst>
          <pc:docMk/>
          <pc:sldMk cId="1547118278" sldId="2076137145"/>
        </pc:sldMkLst>
      </pc:sldChg>
      <pc:sldChg chg="modSp add mod">
        <pc:chgData name="Jenkins NS" userId="8bdba4d2-1367-40cf-ad35-f59b31261896" providerId="ADAL" clId="{86724140-930D-4C35-BABC-84C9C3BBEAD0}" dt="2026-05-23T21:18:35.296" v="710" actId="20577"/>
        <pc:sldMkLst>
          <pc:docMk/>
          <pc:sldMk cId="1609509673" sldId="2076137798"/>
        </pc:sldMkLst>
      </pc:sldChg>
      <pc:sldChg chg="addSp modSp add mod">
        <pc:chgData name="Jenkins NS" userId="8bdba4d2-1367-40cf-ad35-f59b31261896" providerId="ADAL" clId="{86724140-930D-4C35-BABC-84C9C3BBEAD0}" dt="2026-05-23T21:52:58.723" v="1095"/>
        <pc:sldMkLst>
          <pc:docMk/>
          <pc:sldMk cId="2655586065" sldId="2142533481"/>
        </pc:sldMkLst>
      </pc:sldChg>
      <pc:sldChg chg="addSp delSp add mod ord modNotesTx">
        <pc:chgData name="Jenkins NS" userId="8bdba4d2-1367-40cf-ad35-f59b31261896" providerId="ADAL" clId="{86724140-930D-4C35-BABC-84C9C3BBEAD0}" dt="2026-05-24T14:58:29.467" v="1431" actId="20577"/>
        <pc:sldMkLst>
          <pc:docMk/>
          <pc:sldMk cId="2757716487" sldId="2147479799"/>
        </pc:sldMkLst>
      </pc:sldChg>
      <pc:sldChg chg="addSp delSp modSp add mod">
        <pc:chgData name="Jenkins NS" userId="8bdba4d2-1367-40cf-ad35-f59b31261896" providerId="ADAL" clId="{86724140-930D-4C35-BABC-84C9C3BBEAD0}" dt="2026-05-23T20:07:22.464" v="219" actId="1076"/>
        <pc:sldMkLst>
          <pc:docMk/>
          <pc:sldMk cId="443657415" sldId="2147479840"/>
        </pc:sldMkLst>
      </pc:sldChg>
      <pc:sldChg chg="addSp delSp modSp new mod ord modClrScheme chgLayout">
        <pc:chgData name="Jenkins NS" userId="8bdba4d2-1367-40cf-ad35-f59b31261896" providerId="ADAL" clId="{86724140-930D-4C35-BABC-84C9C3BBEAD0}" dt="2026-05-23T21:24:05.420" v="759"/>
        <pc:sldMkLst>
          <pc:docMk/>
          <pc:sldMk cId="1255394937" sldId="2147479841"/>
        </pc:sldMkLst>
      </pc:sldChg>
      <pc:sldChg chg="new del">
        <pc:chgData name="Jenkins NS" userId="8bdba4d2-1367-40cf-ad35-f59b31261896" providerId="ADAL" clId="{86724140-930D-4C35-BABC-84C9C3BBEAD0}" dt="2026-05-23T19:54:40.834" v="78" actId="680"/>
        <pc:sldMkLst>
          <pc:docMk/>
          <pc:sldMk cId="3062387772" sldId="2147479841"/>
        </pc:sldMkLst>
      </pc:sldChg>
      <pc:sldChg chg="addSp delSp modSp new mod ord modClrScheme chgLayout">
        <pc:chgData name="Jenkins NS" userId="8bdba4d2-1367-40cf-ad35-f59b31261896" providerId="ADAL" clId="{86724140-930D-4C35-BABC-84C9C3BBEAD0}" dt="2026-05-23T20:15:36.198" v="239"/>
        <pc:sldMkLst>
          <pc:docMk/>
          <pc:sldMk cId="2539303801" sldId="2147479842"/>
        </pc:sldMkLst>
      </pc:sldChg>
      <pc:sldChg chg="addSp delSp modSp add mod ord">
        <pc:chgData name="Jenkins NS" userId="8bdba4d2-1367-40cf-ad35-f59b31261896" providerId="ADAL" clId="{86724140-930D-4C35-BABC-84C9C3BBEAD0}" dt="2026-05-23T21:35:56.377" v="825"/>
        <pc:sldMkLst>
          <pc:docMk/>
          <pc:sldMk cId="1417025154" sldId="2147479843"/>
        </pc:sldMkLst>
      </pc:sldChg>
      <pc:sldChg chg="new del">
        <pc:chgData name="Jenkins NS" userId="8bdba4d2-1367-40cf-ad35-f59b31261896" providerId="ADAL" clId="{86724140-930D-4C35-BABC-84C9C3BBEAD0}" dt="2026-05-23T20:27:18.194" v="244" actId="680"/>
        <pc:sldMkLst>
          <pc:docMk/>
          <pc:sldMk cId="1926549188" sldId="2147479843"/>
        </pc:sldMkLst>
      </pc:sldChg>
      <pc:sldChg chg="new del">
        <pc:chgData name="Jenkins NS" userId="8bdba4d2-1367-40cf-ad35-f59b31261896" providerId="ADAL" clId="{86724140-930D-4C35-BABC-84C9C3BBEAD0}" dt="2026-05-23T20:27:23.080" v="246" actId="2696"/>
        <pc:sldMkLst>
          <pc:docMk/>
          <pc:sldMk cId="2209595075" sldId="2147479843"/>
        </pc:sldMkLst>
      </pc:sldChg>
      <pc:sldChg chg="addSp delSp modSp new del mod">
        <pc:chgData name="Jenkins NS" userId="8bdba4d2-1367-40cf-ad35-f59b31261896" providerId="ADAL" clId="{86724140-930D-4C35-BABC-84C9C3BBEAD0}" dt="2026-05-23T20:17:23.393" v="242" actId="47"/>
        <pc:sldMkLst>
          <pc:docMk/>
          <pc:sldMk cId="3281185304" sldId="2147479843"/>
        </pc:sldMkLst>
      </pc:sldChg>
      <pc:sldChg chg="addSp delSp modSp add mod ord">
        <pc:chgData name="Jenkins NS" userId="8bdba4d2-1367-40cf-ad35-f59b31261896" providerId="ADAL" clId="{86724140-930D-4C35-BABC-84C9C3BBEAD0}" dt="2026-05-23T21:35:59.645" v="827"/>
        <pc:sldMkLst>
          <pc:docMk/>
          <pc:sldMk cId="2116133330" sldId="2147479844"/>
        </pc:sldMkLst>
      </pc:sldChg>
      <pc:sldChg chg="new del">
        <pc:chgData name="Jenkins NS" userId="8bdba4d2-1367-40cf-ad35-f59b31261896" providerId="ADAL" clId="{86724140-930D-4C35-BABC-84C9C3BBEAD0}" dt="2026-05-23T21:21:17.170" v="714" actId="680"/>
        <pc:sldMkLst>
          <pc:docMk/>
          <pc:sldMk cId="663198952" sldId="2147479845"/>
        </pc:sldMkLst>
      </pc:sldChg>
      <pc:sldChg chg="addSp delSp modSp new del mod">
        <pc:chgData name="Jenkins NS" userId="8bdba4d2-1367-40cf-ad35-f59b31261896" providerId="ADAL" clId="{86724140-930D-4C35-BABC-84C9C3BBEAD0}" dt="2026-05-23T21:14:04.189" v="702" actId="47"/>
        <pc:sldMkLst>
          <pc:docMk/>
          <pc:sldMk cId="3346862844" sldId="2147479845"/>
        </pc:sldMkLst>
      </pc:sldChg>
      <pc:sldChg chg="addSp delSp modSp add del mod setBg modClrScheme chgLayout">
        <pc:chgData name="Jenkins NS" userId="8bdba4d2-1367-40cf-ad35-f59b31261896" providerId="ADAL" clId="{86724140-930D-4C35-BABC-84C9C3BBEAD0}" dt="2026-05-23T21:31:52.557" v="800" actId="47"/>
        <pc:sldMkLst>
          <pc:docMk/>
          <pc:sldMk cId="3473577390" sldId="2147479845"/>
        </pc:sldMkLst>
      </pc:sldChg>
      <pc:sldChg chg="addSp delSp modSp add mod ord modClrScheme chgLayout">
        <pc:chgData name="Jenkins NS" userId="8bdba4d2-1367-40cf-ad35-f59b31261896" providerId="ADAL" clId="{86724140-930D-4C35-BABC-84C9C3BBEAD0}" dt="2026-05-23T21:32:37.884" v="816" actId="26606"/>
        <pc:sldMkLst>
          <pc:docMk/>
          <pc:sldMk cId="2469809988" sldId="2147479846"/>
        </pc:sldMkLst>
      </pc:sldChg>
      <pc:sldChg chg="delSp modSp add mod modNotesTx">
        <pc:chgData name="Jenkins NS" userId="8bdba4d2-1367-40cf-ad35-f59b31261896" providerId="ADAL" clId="{86724140-930D-4C35-BABC-84C9C3BBEAD0}" dt="2026-05-24T15:01:41.104" v="1433" actId="20577"/>
        <pc:sldMkLst>
          <pc:docMk/>
          <pc:sldMk cId="3601658480" sldId="2147479847"/>
        </pc:sldMkLst>
      </pc:sldChg>
      <pc:sldChg chg="delSp modSp add mod">
        <pc:chgData name="Jenkins NS" userId="8bdba4d2-1367-40cf-ad35-f59b31261896" providerId="ADAL" clId="{86724140-930D-4C35-BABC-84C9C3BBEAD0}" dt="2026-05-23T21:40:00.329" v="893" actId="20577"/>
        <pc:sldMkLst>
          <pc:docMk/>
          <pc:sldMk cId="3060551369" sldId="2147479848"/>
        </pc:sldMkLst>
      </pc:sldChg>
      <pc:sldChg chg="modSp add mod">
        <pc:chgData name="Jenkins NS" userId="8bdba4d2-1367-40cf-ad35-f59b31261896" providerId="ADAL" clId="{86724140-930D-4C35-BABC-84C9C3BBEAD0}" dt="2026-05-23T21:41:29.204" v="934" actId="20577"/>
        <pc:sldMkLst>
          <pc:docMk/>
          <pc:sldMk cId="2299311412" sldId="2147479849"/>
        </pc:sldMkLst>
      </pc:sldChg>
      <pc:sldChg chg="delSp modSp add mod modNotesTx">
        <pc:chgData name="Jenkins NS" userId="8bdba4d2-1367-40cf-ad35-f59b31261896" providerId="ADAL" clId="{86724140-930D-4C35-BABC-84C9C3BBEAD0}" dt="2026-05-24T15:01:35.730" v="1432" actId="20577"/>
        <pc:sldMkLst>
          <pc:docMk/>
          <pc:sldMk cId="2913441092" sldId="2147479850"/>
        </pc:sldMkLst>
      </pc:sldChg>
      <pc:sldChg chg="delSp modSp add mod">
        <pc:chgData name="Jenkins NS" userId="8bdba4d2-1367-40cf-ad35-f59b31261896" providerId="ADAL" clId="{86724140-930D-4C35-BABC-84C9C3BBEAD0}" dt="2026-05-23T21:44:25.435" v="973" actId="478"/>
        <pc:sldMkLst>
          <pc:docMk/>
          <pc:sldMk cId="1857919815" sldId="2147479851"/>
        </pc:sldMkLst>
      </pc:sldChg>
      <pc:sldChg chg="delSp modSp add mod">
        <pc:chgData name="Jenkins NS" userId="8bdba4d2-1367-40cf-ad35-f59b31261896" providerId="ADAL" clId="{86724140-930D-4C35-BABC-84C9C3BBEAD0}" dt="2026-05-23T21:45:30.892" v="989" actId="478"/>
        <pc:sldMkLst>
          <pc:docMk/>
          <pc:sldMk cId="1986496337" sldId="2147479852"/>
        </pc:sldMkLst>
      </pc:sldChg>
      <pc:sldChg chg="delSp modSp add mod">
        <pc:chgData name="Jenkins NS" userId="8bdba4d2-1367-40cf-ad35-f59b31261896" providerId="ADAL" clId="{86724140-930D-4C35-BABC-84C9C3BBEAD0}" dt="2026-05-23T21:46:30.116" v="1000" actId="478"/>
        <pc:sldMkLst>
          <pc:docMk/>
          <pc:sldMk cId="2698521699" sldId="2147479853"/>
        </pc:sldMkLst>
      </pc:sldChg>
      <pc:sldChg chg="delSp modSp add mod">
        <pc:chgData name="Jenkins NS" userId="8bdba4d2-1367-40cf-ad35-f59b31261896" providerId="ADAL" clId="{86724140-930D-4C35-BABC-84C9C3BBEAD0}" dt="2026-05-23T21:47:30.527" v="1009" actId="478"/>
        <pc:sldMkLst>
          <pc:docMk/>
          <pc:sldMk cId="839841890" sldId="2147479854"/>
        </pc:sldMkLst>
      </pc:sldChg>
      <pc:sldChg chg="delSp modSp add del mod">
        <pc:chgData name="Jenkins NS" userId="8bdba4d2-1367-40cf-ad35-f59b31261896" providerId="ADAL" clId="{86724140-930D-4C35-BABC-84C9C3BBEAD0}" dt="2026-05-25T17:31:27.806" v="2117" actId="47"/>
        <pc:sldMkLst>
          <pc:docMk/>
          <pc:sldMk cId="2589922906" sldId="2147479855"/>
        </pc:sldMkLst>
      </pc:sldChg>
      <pc:sldChg chg="addSp delSp modSp add mod">
        <pc:chgData name="Jenkins NS" userId="8bdba4d2-1367-40cf-ad35-f59b31261896" providerId="ADAL" clId="{86724140-930D-4C35-BABC-84C9C3BBEAD0}" dt="2026-05-24T15:43:00.465" v="1439" actId="108"/>
        <pc:sldMkLst>
          <pc:docMk/>
          <pc:sldMk cId="3721048510" sldId="2147479856"/>
        </pc:sldMkLst>
      </pc:sldChg>
      <pc:sldChg chg="addSp delSp modSp add mod">
        <pc:chgData name="Jenkins NS" userId="8bdba4d2-1367-40cf-ad35-f59b31261896" providerId="ADAL" clId="{86724140-930D-4C35-BABC-84C9C3BBEAD0}" dt="2026-05-24T11:08:24.331" v="1284" actId="27636"/>
        <pc:sldMkLst>
          <pc:docMk/>
          <pc:sldMk cId="240024171" sldId="2147479857"/>
        </pc:sldMkLst>
      </pc:sldChg>
      <pc:sldChg chg="addSp delSp modSp add mod">
        <pc:chgData name="Jenkins NS" userId="8bdba4d2-1367-40cf-ad35-f59b31261896" providerId="ADAL" clId="{86724140-930D-4C35-BABC-84C9C3BBEAD0}" dt="2026-05-24T11:20:00.227" v="1350" actId="14100"/>
        <pc:sldMkLst>
          <pc:docMk/>
          <pc:sldMk cId="3174271723" sldId="2147479858"/>
        </pc:sldMkLst>
      </pc:sldChg>
      <pc:sldChg chg="addSp delSp modSp add mod modClrScheme modAnim chgLayout">
        <pc:chgData name="Jenkins NS" userId="8bdba4d2-1367-40cf-ad35-f59b31261896" providerId="ADAL" clId="{86724140-930D-4C35-BABC-84C9C3BBEAD0}" dt="2026-05-25T06:35:28.909" v="1630" actId="1076"/>
        <pc:sldMkLst>
          <pc:docMk/>
          <pc:sldMk cId="4002067369" sldId="2147479859"/>
        </pc:sldMkLst>
      </pc:sldChg>
      <pc:sldChg chg="addSp delSp modSp add mod">
        <pc:chgData name="Jenkins NS" userId="8bdba4d2-1367-40cf-ad35-f59b31261896" providerId="ADAL" clId="{86724140-930D-4C35-BABC-84C9C3BBEAD0}" dt="2026-05-24T16:37:00.925" v="1547" actId="14100"/>
        <pc:sldMkLst>
          <pc:docMk/>
          <pc:sldMk cId="1376940060" sldId="2147479860"/>
        </pc:sldMkLst>
      </pc:sldChg>
      <pc:sldChg chg="addSp delSp modSp add mod modNotesTx">
        <pc:chgData name="Jenkins NS" userId="8bdba4d2-1367-40cf-ad35-f59b31261896" providerId="ADAL" clId="{86724140-930D-4C35-BABC-84C9C3BBEAD0}" dt="2026-05-24T16:42:05.036" v="1576" actId="20577"/>
        <pc:sldMkLst>
          <pc:docMk/>
          <pc:sldMk cId="4232437191" sldId="2147479861"/>
        </pc:sldMkLst>
      </pc:sldChg>
      <pc:sldChg chg="addSp delSp modSp add mod modNotesTx">
        <pc:chgData name="Jenkins NS" userId="8bdba4d2-1367-40cf-ad35-f59b31261896" providerId="ADAL" clId="{86724140-930D-4C35-BABC-84C9C3BBEAD0}" dt="2026-05-24T16:45:46.884" v="1605" actId="20577"/>
        <pc:sldMkLst>
          <pc:docMk/>
          <pc:sldMk cId="4071593474" sldId="2147479862"/>
        </pc:sldMkLst>
      </pc:sldChg>
      <pc:sldChg chg="modSp add mod">
        <pc:chgData name="Jenkins NS" userId="8bdba4d2-1367-40cf-ad35-f59b31261896" providerId="ADAL" clId="{86724140-930D-4C35-BABC-84C9C3BBEAD0}" dt="2026-05-24T16:47:44.519" v="1616" actId="113"/>
        <pc:sldMkLst>
          <pc:docMk/>
          <pc:sldMk cId="3159384829" sldId="2147479863"/>
        </pc:sldMkLst>
      </pc:sldChg>
      <pc:sldChg chg="addSp delSp modSp add mod modShow modNotesTx">
        <pc:chgData name="Jenkins NS" userId="8bdba4d2-1367-40cf-ad35-f59b31261896" providerId="ADAL" clId="{86724140-930D-4C35-BABC-84C9C3BBEAD0}" dt="2026-05-25T13:43:33.014" v="1829" actId="20577"/>
        <pc:sldMkLst>
          <pc:docMk/>
          <pc:sldMk cId="1944675638" sldId="2147479864"/>
        </pc:sldMkLst>
      </pc:sldChg>
      <pc:sldChg chg="addSp delSp modSp add mod modShow">
        <pc:chgData name="Jenkins NS" userId="8bdba4d2-1367-40cf-ad35-f59b31261896" providerId="ADAL" clId="{86724140-930D-4C35-BABC-84C9C3BBEAD0}" dt="2026-05-26T05:16:50.093" v="2381" actId="729"/>
        <pc:sldMkLst>
          <pc:docMk/>
          <pc:sldMk cId="1909484383" sldId="2147479865"/>
        </pc:sldMkLst>
      </pc:sldChg>
      <pc:sldChg chg="modSp add del mod modShow">
        <pc:chgData name="Jenkins NS" userId="8bdba4d2-1367-40cf-ad35-f59b31261896" providerId="ADAL" clId="{86724140-930D-4C35-BABC-84C9C3BBEAD0}" dt="2026-05-25T17:18:10.006" v="1863" actId="47"/>
        <pc:sldMkLst>
          <pc:docMk/>
          <pc:sldMk cId="1120118714" sldId="2147479866"/>
        </pc:sldMkLst>
      </pc:sldChg>
      <pc:sldChg chg="addSp delSp modSp add mod modShow">
        <pc:chgData name="Jenkins NS" userId="8bdba4d2-1367-40cf-ad35-f59b31261896" providerId="ADAL" clId="{86724140-930D-4C35-BABC-84C9C3BBEAD0}" dt="2026-05-26T05:16:50.093" v="2381" actId="729"/>
        <pc:sldMkLst>
          <pc:docMk/>
          <pc:sldMk cId="3616058983" sldId="2147479867"/>
        </pc:sldMkLst>
      </pc:sldChg>
      <pc:sldChg chg="addSp delSp modSp add mod modShow modNotesTx">
        <pc:chgData name="Jenkins NS" userId="8bdba4d2-1367-40cf-ad35-f59b31261896" providerId="ADAL" clId="{86724140-930D-4C35-BABC-84C9C3BBEAD0}" dt="2026-05-26T05:16:50.093" v="2381" actId="729"/>
        <pc:sldMkLst>
          <pc:docMk/>
          <pc:sldMk cId="1768514159" sldId="2147479868"/>
        </pc:sldMkLst>
      </pc:sldChg>
      <pc:sldChg chg="addSp delSp modSp add mod modShow">
        <pc:chgData name="Jenkins NS" userId="8bdba4d2-1367-40cf-ad35-f59b31261896" providerId="ADAL" clId="{86724140-930D-4C35-BABC-84C9C3BBEAD0}" dt="2026-05-26T05:17:12.928" v="2382" actId="729"/>
        <pc:sldMkLst>
          <pc:docMk/>
          <pc:sldMk cId="1289337424" sldId="2147479869"/>
        </pc:sldMkLst>
      </pc:sldChg>
      <pc:sldChg chg="delSp modSp add mod modShow">
        <pc:chgData name="Jenkins NS" userId="8bdba4d2-1367-40cf-ad35-f59b31261896" providerId="ADAL" clId="{86724140-930D-4C35-BABC-84C9C3BBEAD0}" dt="2026-05-26T05:17:12.928" v="2382" actId="729"/>
        <pc:sldMkLst>
          <pc:docMk/>
          <pc:sldMk cId="1201138058" sldId="2147479870"/>
        </pc:sldMkLst>
      </pc:sldChg>
      <pc:sldChg chg="addSp delSp modSp add mod modShow">
        <pc:chgData name="Jenkins NS" userId="8bdba4d2-1367-40cf-ad35-f59b31261896" providerId="ADAL" clId="{86724140-930D-4C35-BABC-84C9C3BBEAD0}" dt="2026-05-26T05:17:12.928" v="2382" actId="729"/>
        <pc:sldMkLst>
          <pc:docMk/>
          <pc:sldMk cId="1445421501" sldId="2147479871"/>
        </pc:sldMkLst>
      </pc:sldChg>
      <pc:sldChg chg="addSp delSp modSp add mod ord modShow">
        <pc:chgData name="Jenkins NS" userId="8bdba4d2-1367-40cf-ad35-f59b31261896" providerId="ADAL" clId="{86724140-930D-4C35-BABC-84C9C3BBEAD0}" dt="2026-05-26T05:17:12.928" v="2382" actId="729"/>
        <pc:sldMkLst>
          <pc:docMk/>
          <pc:sldMk cId="1946713896" sldId="2147479872"/>
        </pc:sldMkLst>
      </pc:sldChg>
      <pc:sldChg chg="addSp delSp modSp add mod modNotesTx">
        <pc:chgData name="Jenkins NS" userId="8bdba4d2-1367-40cf-ad35-f59b31261896" providerId="ADAL" clId="{86724140-930D-4C35-BABC-84C9C3BBEAD0}" dt="2026-05-25T17:49:06.014" v="2276" actId="1076"/>
        <pc:sldMkLst>
          <pc:docMk/>
          <pc:sldMk cId="3845978286" sldId="2147479873"/>
        </pc:sldMkLst>
      </pc:sldChg>
      <pc:sldChg chg="addSp delSp modSp add mod modShow">
        <pc:chgData name="Jenkins NS" userId="8bdba4d2-1367-40cf-ad35-f59b31261896" providerId="ADAL" clId="{86724140-930D-4C35-BABC-84C9C3BBEAD0}" dt="2026-05-26T05:17:18.055" v="2383" actId="729"/>
        <pc:sldMkLst>
          <pc:docMk/>
          <pc:sldMk cId="3921530110" sldId="2147479874"/>
        </pc:sldMkLst>
      </pc:sldChg>
      <pc:sldChg chg="addSp delSp modSp add mod modShow">
        <pc:chgData name="Jenkins NS" userId="8bdba4d2-1367-40cf-ad35-f59b31261896" providerId="ADAL" clId="{86724140-930D-4C35-BABC-84C9C3BBEAD0}" dt="2026-05-26T05:17:18.055" v="2383" actId="729"/>
        <pc:sldMkLst>
          <pc:docMk/>
          <pc:sldMk cId="1928758105" sldId="2147479875"/>
        </pc:sldMkLst>
      </pc:sldChg>
      <pc:sldChg chg="addSp delSp modSp add mod modClrScheme modShow chgLayout">
        <pc:chgData name="Jenkins NS" userId="8bdba4d2-1367-40cf-ad35-f59b31261896" providerId="ADAL" clId="{86724140-930D-4C35-BABC-84C9C3BBEAD0}" dt="2026-05-26T05:17:18.055" v="2383" actId="729"/>
        <pc:sldMkLst>
          <pc:docMk/>
          <pc:sldMk cId="2989117112" sldId="2147479876"/>
        </pc:sldMkLst>
      </pc:sldChg>
      <pc:sldChg chg="modSp add del mod modShow">
        <pc:chgData name="Jenkins NS" userId="8bdba4d2-1367-40cf-ad35-f59b31261896" providerId="ADAL" clId="{86724140-930D-4C35-BABC-84C9C3BBEAD0}" dt="2026-05-25T17:31:27.806" v="2117" actId="47"/>
        <pc:sldMkLst>
          <pc:docMk/>
          <pc:sldMk cId="3727375696" sldId="2147479877"/>
        </pc:sldMkLst>
      </pc:sldChg>
      <pc:sldChg chg="modSp add del mod modShow">
        <pc:chgData name="Jenkins NS" userId="8bdba4d2-1367-40cf-ad35-f59b31261896" providerId="ADAL" clId="{86724140-930D-4C35-BABC-84C9C3BBEAD0}" dt="2026-05-25T17:31:27.806" v="2117" actId="47"/>
        <pc:sldMkLst>
          <pc:docMk/>
          <pc:sldMk cId="1535454412" sldId="2147479878"/>
        </pc:sldMkLst>
      </pc:sldChg>
      <pc:sldChg chg="modSp add del mod modShow">
        <pc:chgData name="Jenkins NS" userId="8bdba4d2-1367-40cf-ad35-f59b31261896" providerId="ADAL" clId="{86724140-930D-4C35-BABC-84C9C3BBEAD0}" dt="2026-05-25T17:31:27.806" v="2117" actId="47"/>
        <pc:sldMkLst>
          <pc:docMk/>
          <pc:sldMk cId="4186248873" sldId="2147479879"/>
        </pc:sldMkLst>
      </pc:sldChg>
      <pc:sldChg chg="modSp add del mod modShow">
        <pc:chgData name="Jenkins NS" userId="8bdba4d2-1367-40cf-ad35-f59b31261896" providerId="ADAL" clId="{86724140-930D-4C35-BABC-84C9C3BBEAD0}" dt="2026-05-25T17:31:27.806" v="2117" actId="47"/>
        <pc:sldMkLst>
          <pc:docMk/>
          <pc:sldMk cId="2430713855" sldId="2147479880"/>
        </pc:sldMkLst>
      </pc:sldChg>
      <pc:sldChg chg="addSp delSp modSp add mod">
        <pc:chgData name="Jenkins NS" userId="8bdba4d2-1367-40cf-ad35-f59b31261896" providerId="ADAL" clId="{86724140-930D-4C35-BABC-84C9C3BBEAD0}" dt="2026-05-24T11:30:19.536" v="1386" actId="113"/>
        <pc:sldMkLst>
          <pc:docMk/>
          <pc:sldMk cId="500862897" sldId="2147479881"/>
        </pc:sldMkLst>
      </pc:sldChg>
      <pc:sldChg chg="addSp modSp add del mod">
        <pc:chgData name="Jenkins NS" userId="8bdba4d2-1367-40cf-ad35-f59b31261896" providerId="ADAL" clId="{86724140-930D-4C35-BABC-84C9C3BBEAD0}" dt="2026-05-23T21:53:11.985" v="1106" actId="47"/>
        <pc:sldMkLst>
          <pc:docMk/>
          <pc:sldMk cId="2411157597" sldId="2147479881"/>
        </pc:sldMkLst>
      </pc:sldChg>
      <pc:sldChg chg="addSp delSp modSp add mod modNotesTx">
        <pc:chgData name="Jenkins NS" userId="8bdba4d2-1367-40cf-ad35-f59b31261896" providerId="ADAL" clId="{86724140-930D-4C35-BABC-84C9C3BBEAD0}" dt="2026-05-24T11:14:41.009" v="1331" actId="20577"/>
        <pc:sldMkLst>
          <pc:docMk/>
          <pc:sldMk cId="53487717" sldId="2147479882"/>
        </pc:sldMkLst>
      </pc:sldChg>
      <pc:sldChg chg="addSp delSp modSp add del mod">
        <pc:chgData name="Jenkins NS" userId="8bdba4d2-1367-40cf-ad35-f59b31261896" providerId="ADAL" clId="{86724140-930D-4C35-BABC-84C9C3BBEAD0}" dt="2026-05-24T15:58:05.076" v="1515" actId="2696"/>
        <pc:sldMkLst>
          <pc:docMk/>
          <pc:sldMk cId="882095621" sldId="2147479883"/>
        </pc:sldMkLst>
      </pc:sldChg>
      <pc:sldChg chg="new del">
        <pc:chgData name="Jenkins NS" userId="8bdba4d2-1367-40cf-ad35-f59b31261896" providerId="ADAL" clId="{86724140-930D-4C35-BABC-84C9C3BBEAD0}" dt="2026-05-24T15:53:18.018" v="1441" actId="47"/>
        <pc:sldMkLst>
          <pc:docMk/>
          <pc:sldMk cId="1469914124" sldId="2147479883"/>
        </pc:sldMkLst>
      </pc:sldChg>
      <pc:sldChg chg="add">
        <pc:chgData name="Jenkins NS" userId="8bdba4d2-1367-40cf-ad35-f59b31261896" providerId="ADAL" clId="{86724140-930D-4C35-BABC-84C9C3BBEAD0}" dt="2026-05-24T15:58:10.209" v="1516"/>
        <pc:sldMkLst>
          <pc:docMk/>
          <pc:sldMk cId="2016397542" sldId="2147479883"/>
        </pc:sldMkLst>
      </pc:sldChg>
      <pc:sldMasterChg chg="addSp modSp mod delSldLayout modSldLayout">
        <pc:chgData name="Jenkins NS" userId="8bdba4d2-1367-40cf-ad35-f59b31261896" providerId="ADAL" clId="{86724140-930D-4C35-BABC-84C9C3BBEAD0}" dt="2026-05-23T21:52:52.257" v="1093" actId="21"/>
        <pc:sldMasterMkLst>
          <pc:docMk/>
          <pc:sldMasterMk cId="975404246" sldId="2147483648"/>
        </pc:sldMasterMkLst>
        <pc:sldLayoutChg chg="addSp delSp modSp mod">
          <pc:chgData name="Jenkins NS" userId="8bdba4d2-1367-40cf-ad35-f59b31261896" providerId="ADAL" clId="{86724140-930D-4C35-BABC-84C9C3BBEAD0}" dt="2026-05-23T19:52:15.497" v="76" actId="14100"/>
          <pc:sldLayoutMkLst>
            <pc:docMk/>
            <pc:sldMasterMk cId="975404246" sldId="2147483648"/>
            <pc:sldLayoutMk cId="256598807" sldId="2147483661"/>
          </pc:sldLayoutMkLst>
        </pc:sldLayoutChg>
        <pc:sldLayoutChg chg="del">
          <pc:chgData name="Jenkins NS" userId="8bdba4d2-1367-40cf-ad35-f59b31261896" providerId="ADAL" clId="{86724140-930D-4C35-BABC-84C9C3BBEAD0}" dt="2026-05-23T20:16:58.475" v="241" actId="2696"/>
          <pc:sldLayoutMkLst>
            <pc:docMk/>
            <pc:sldMasterMk cId="975404246" sldId="2147483648"/>
            <pc:sldLayoutMk cId="2037691366" sldId="2147483664"/>
          </pc:sldLayoutMkLst>
        </pc:sldLayoutChg>
        <pc:sldLayoutChg chg="addSp delSp modSp mod">
          <pc:chgData name="Jenkins NS" userId="8bdba4d2-1367-40cf-ad35-f59b31261896" providerId="ADAL" clId="{86724140-930D-4C35-BABC-84C9C3BBEAD0}" dt="2026-05-23T21:52:52.257" v="1093" actId="21"/>
          <pc:sldLayoutMkLst>
            <pc:docMk/>
            <pc:sldMasterMk cId="975404246" sldId="2147483648"/>
            <pc:sldLayoutMk cId="3053062433" sldId="2147483666"/>
          </pc:sldLayoutMkLst>
        </pc:sldLayoutChg>
        <pc:sldLayoutChg chg="addSp delSp modSp mod">
          <pc:chgData name="Jenkins NS" userId="8bdba4d2-1367-40cf-ad35-f59b31261896" providerId="ADAL" clId="{86724140-930D-4C35-BABC-84C9C3BBEAD0}" dt="2026-05-23T21:50:48.585" v="1081" actId="20577"/>
          <pc:sldLayoutMkLst>
            <pc:docMk/>
            <pc:sldMasterMk cId="975404246" sldId="2147483648"/>
            <pc:sldLayoutMk cId="971479772" sldId="2147483667"/>
          </pc:sldLayoutMkLst>
        </pc:sldLayoutChg>
      </pc:sldMasterChg>
      <pc:sldMasterChg chg="modSldLayout">
        <pc:chgData name="Jenkins NS" userId="8bdba4d2-1367-40cf-ad35-f59b31261896" providerId="ADAL" clId="{86724140-930D-4C35-BABC-84C9C3BBEAD0}" dt="2026-05-23T21:52:41.997" v="1089"/>
        <pc:sldMasterMkLst>
          <pc:docMk/>
          <pc:sldMasterMk cId="231774467" sldId="2147483667"/>
        </pc:sldMasterMkLst>
        <pc:sldLayoutChg chg="setBg">
          <pc:chgData name="Jenkins NS" userId="8bdba4d2-1367-40cf-ad35-f59b31261896" providerId="ADAL" clId="{86724140-930D-4C35-BABC-84C9C3BBEAD0}" dt="2026-05-23T21:52:41.997" v="1089"/>
          <pc:sldLayoutMkLst>
            <pc:docMk/>
            <pc:sldMasterMk cId="231774467" sldId="2147483667"/>
            <pc:sldLayoutMk cId="1460977657" sldId="2147483679"/>
          </pc:sldLayoutMkLst>
        </pc:sldLayoutChg>
        <pc:sldLayoutChg chg="setBg">
          <pc:chgData name="Jenkins NS" userId="8bdba4d2-1367-40cf-ad35-f59b31261896" providerId="ADAL" clId="{86724140-930D-4C35-BABC-84C9C3BBEAD0}" dt="2026-05-23T21:52:41.997" v="1089"/>
          <pc:sldLayoutMkLst>
            <pc:docMk/>
            <pc:sldMasterMk cId="231774467" sldId="2147483667"/>
            <pc:sldLayoutMk cId="3452113115" sldId="2147483680"/>
          </pc:sldLayoutMkLst>
        </pc:sldLayoutChg>
        <pc:sldLayoutChg chg="setBg">
          <pc:chgData name="Jenkins NS" userId="8bdba4d2-1367-40cf-ad35-f59b31261896" providerId="ADAL" clId="{86724140-930D-4C35-BABC-84C9C3BBEAD0}" dt="2026-05-23T21:52:41.997" v="1089"/>
          <pc:sldLayoutMkLst>
            <pc:docMk/>
            <pc:sldMasterMk cId="231774467" sldId="2147483667"/>
            <pc:sldLayoutMk cId="3280105292" sldId="2147483684"/>
          </pc:sldLayoutMkLst>
        </pc:sldLayoutChg>
        <pc:sldLayoutChg chg="setBg">
          <pc:chgData name="Jenkins NS" userId="8bdba4d2-1367-40cf-ad35-f59b31261896" providerId="ADAL" clId="{86724140-930D-4C35-BABC-84C9C3BBEAD0}" dt="2026-05-23T21:52:41.997" v="1089"/>
          <pc:sldLayoutMkLst>
            <pc:docMk/>
            <pc:sldMasterMk cId="231774467" sldId="2147483667"/>
            <pc:sldLayoutMk cId="1185868674" sldId="2147483685"/>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68FD0E-F9ED-4497-A478-7758BBAF08B6}" type="datetimeFigureOut">
              <a:rPr lang="en-IN" smtClean="0"/>
              <a:t>29-10-2026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36ECCD-459E-4D13-A6B6-046BCD2EEA82}" type="slidenum">
              <a:rPr lang="en-IN" smtClean="0"/>
              <a:t>‹#›</a:t>
            </a:fld>
            <a:endParaRPr lang="en-IN"/>
          </a:p>
        </p:txBody>
      </p:sp>
    </p:spTree>
    <p:extLst>
      <p:ext uri="{BB962C8B-B14F-4D97-AF65-F5344CB8AC3E}">
        <p14:creationId xmlns:p14="http://schemas.microsoft.com/office/powerpoint/2010/main" val="40013900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session is built for makers who are new to AI Builder: about 60 to 90 minutes with two short hands-on labs. Replace the presenter name and date on this slide. Assumed audience: Power Apps and Power Automate makers and business analysts. Licensing details change often, so confirm the credits slide against Microsoft’s current licensing guide before you present.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makers get Azure AI capabilities through the same low-code surfaces they already use. The three pills are the three building blocks we will return to: prebuilt models, custom models, and prompts built on large language models.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models and prompts can be reused across all three. Makers manage them from the AI hub in the Power Apps or Power Automate maker portals.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rows top to bottom. Document and text processing are the most common starting points for business scenarios. Prompts are the newest addition and are where Microsoft is concentrating its investment.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 models need labelled training data and time to train and test, so they cost more effort. Testing prebuilt or custom models in the maker portals does not consume credits.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Documents can be structured, like invoices, or unstructured, like resumes. Automating extraction speeds up tedious manual work and reduces errors. Demo idea: drop a sample invoice into a SharePoint library and show the extracted fields in the flow run history.</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prompt is a natural-language instruction that tells a large language model what to do. Prompts are solution-aware, so they can be moved between environments with your other components. In Copilot Studio you can also add a prompt as a tool inside an agent. Menu names may shift slightly between releases.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Prompts are cheaper and faster to start with, but output can vary and may need validation or post-processing. Models are the safer choice for repeatable, accuracy-critical production scenarios. The platform is shifting toward prompts, and prebuilt document models are also available as editable prompt templates.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pattern most teams start with: trigger, extract, validate, approve, record. Step 3 is optional and shows how models and prompts can be combined. Keep a human at step 4 for anything with financial impact.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Microsoft Learn licensing pages and the Microsoft 365 message center notices on the end of AI Builder capacity packs. Existing AI Builder credits remain until they expire. Credit rates per action are in the Power Platform Licensing Guide; check it for current numbers before presenting, as rates and plans change. Admins can allow or block drawing on Copilot Credit capacity per environment in the Power Platform admin center.</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Makers remain responsible for making sure their prompts and models follow responsible AI practices and internal governance standards. If a model generates content that is not relevant to the use case, adjust the prompt. Check the current list of available regions on Microsoft Learn.</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participants three sample emails of different lengths, one of them with no action items, so they see how the prompt behaves on edge cases. Encourage them to add an example of the desired output format to the prompt and compare results. Time estimate is a suggestion; adjust it for your group.</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63D4D-0C09-B9BB-B665-5571CCBDDD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D1B8E3-5C5D-3E3B-25DE-8D2BA75558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F1E734-85B5-9E5E-62F7-279B6E19A8AC}"/>
              </a:ext>
            </a:extLst>
          </p:cNvPr>
          <p:cNvSpPr>
            <a:spLocks noGrp="1"/>
          </p:cNvSpPr>
          <p:nvPr>
            <p:ph type="body" idx="1"/>
          </p:nvPr>
        </p:nvSpPr>
        <p:spPr/>
        <p:txBody>
          <a:bodyPr/>
          <a:lstStyle/>
          <a:p>
            <a:r>
              <a:rPr lang="en-US" dirty="0"/>
              <a:t>Welcome. This deck walks through what you need before building your first Power Apps Code App, then the six commands that take you from a starter template to a deployed app.</a:t>
            </a:r>
          </a:p>
        </p:txBody>
      </p:sp>
      <p:sp>
        <p:nvSpPr>
          <p:cNvPr id="4" name="Slide Number Placeholder 3">
            <a:extLst>
              <a:ext uri="{FF2B5EF4-FFF2-40B4-BE49-F238E27FC236}">
                <a16:creationId xmlns:a16="http://schemas.microsoft.com/office/drawing/2014/main" id="{ACD8DBEC-D460-2BF6-0702-DACF0D60DBE3}"/>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909349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8F165-8D9D-4515-889F-BA0AEA68465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53940F9-0028-9225-04D1-069E5DED2F3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C779A46-5438-097D-1A7F-481673DAC4B3}"/>
              </a:ext>
            </a:extLst>
          </p:cNvPr>
          <p:cNvSpPr>
            <a:spLocks noGrp="1"/>
          </p:cNvSpPr>
          <p:nvPr>
            <p:ph type="dt" sz="half" idx="10"/>
          </p:nvPr>
        </p:nvSpPr>
        <p:spPr/>
        <p:txBody>
          <a:bodyPr/>
          <a:lstStyle/>
          <a:p>
            <a:fld id="{A9C7556D-DCD1-4FB9-8695-8902D801681B}" type="datetimeFigureOut">
              <a:rPr lang="en-IN" smtClean="0"/>
              <a:t>29-10-2026</a:t>
            </a:fld>
            <a:endParaRPr lang="en-IN"/>
          </a:p>
        </p:txBody>
      </p:sp>
      <p:sp>
        <p:nvSpPr>
          <p:cNvPr id="5" name="Footer Placeholder 4">
            <a:extLst>
              <a:ext uri="{FF2B5EF4-FFF2-40B4-BE49-F238E27FC236}">
                <a16:creationId xmlns:a16="http://schemas.microsoft.com/office/drawing/2014/main" id="{075CB448-28B4-0D7C-594A-5934BD18E9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238BB6-1795-F5D4-E662-C4DF6815C0DF}"/>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3694704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C0997-EC82-509E-D5FD-A6AFDF025D0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BF3B250-E464-BD5A-30A0-7CF4DDA3CD8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9D9D64E-D31E-D4C7-5FD6-4BB8F053B36C}"/>
              </a:ext>
            </a:extLst>
          </p:cNvPr>
          <p:cNvSpPr>
            <a:spLocks noGrp="1"/>
          </p:cNvSpPr>
          <p:nvPr>
            <p:ph type="dt" sz="half" idx="10"/>
          </p:nvPr>
        </p:nvSpPr>
        <p:spPr/>
        <p:txBody>
          <a:bodyPr/>
          <a:lstStyle/>
          <a:p>
            <a:fld id="{A9C7556D-DCD1-4FB9-8695-8902D801681B}" type="datetimeFigureOut">
              <a:rPr lang="en-IN" smtClean="0"/>
              <a:t>29-10-2026</a:t>
            </a:fld>
            <a:endParaRPr lang="en-IN"/>
          </a:p>
        </p:txBody>
      </p:sp>
      <p:sp>
        <p:nvSpPr>
          <p:cNvPr id="5" name="Footer Placeholder 4">
            <a:extLst>
              <a:ext uri="{FF2B5EF4-FFF2-40B4-BE49-F238E27FC236}">
                <a16:creationId xmlns:a16="http://schemas.microsoft.com/office/drawing/2014/main" id="{D0621EB8-601B-2E13-462C-F59C50443F0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211FC2A-19BF-E4E0-64F6-2518BD7C146B}"/>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8295401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8B6BD-1F14-8B49-3A15-4ADA04FD897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D05B048-BB23-4E6C-FB4E-D7CF1B75AED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47D5A56-3266-83B1-C602-979EE3CD3FC0}"/>
              </a:ext>
            </a:extLst>
          </p:cNvPr>
          <p:cNvSpPr>
            <a:spLocks noGrp="1"/>
          </p:cNvSpPr>
          <p:nvPr>
            <p:ph type="dt" sz="half" idx="10"/>
          </p:nvPr>
        </p:nvSpPr>
        <p:spPr/>
        <p:txBody>
          <a:bodyPr/>
          <a:lstStyle/>
          <a:p>
            <a:fld id="{A9C7556D-DCD1-4FB9-8695-8902D801681B}" type="datetimeFigureOut">
              <a:rPr lang="en-IN" smtClean="0"/>
              <a:t>29-10-2026</a:t>
            </a:fld>
            <a:endParaRPr lang="en-IN"/>
          </a:p>
        </p:txBody>
      </p:sp>
      <p:sp>
        <p:nvSpPr>
          <p:cNvPr id="5" name="Footer Placeholder 4">
            <a:extLst>
              <a:ext uri="{FF2B5EF4-FFF2-40B4-BE49-F238E27FC236}">
                <a16:creationId xmlns:a16="http://schemas.microsoft.com/office/drawing/2014/main" id="{7310D7B0-2400-A2D1-81F6-ABB4637A21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728A2CA-19E1-C2EC-607C-8B5E839220C1}"/>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8511993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BA6CE-7C35-1851-9BF5-D723607B6F0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5B64AEE-1F0B-5528-0AFF-D3BC8C81FC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9256975-0B7E-C156-00DD-AF5A1F79C9D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844797C-9088-30D6-5EC9-A92BBF28C622}"/>
              </a:ext>
            </a:extLst>
          </p:cNvPr>
          <p:cNvSpPr>
            <a:spLocks noGrp="1"/>
          </p:cNvSpPr>
          <p:nvPr>
            <p:ph type="dt" sz="half" idx="10"/>
          </p:nvPr>
        </p:nvSpPr>
        <p:spPr/>
        <p:txBody>
          <a:bodyPr/>
          <a:lstStyle/>
          <a:p>
            <a:fld id="{A9C7556D-DCD1-4FB9-8695-8902D801681B}" type="datetimeFigureOut">
              <a:rPr lang="en-IN" smtClean="0"/>
              <a:t>29-10-2026</a:t>
            </a:fld>
            <a:endParaRPr lang="en-IN"/>
          </a:p>
        </p:txBody>
      </p:sp>
      <p:sp>
        <p:nvSpPr>
          <p:cNvPr id="6" name="Footer Placeholder 5">
            <a:extLst>
              <a:ext uri="{FF2B5EF4-FFF2-40B4-BE49-F238E27FC236}">
                <a16:creationId xmlns:a16="http://schemas.microsoft.com/office/drawing/2014/main" id="{18889674-1EBB-1DD2-D796-7D7918D1CCB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B08C580-DB95-F43B-6825-0288D3C89D56}"/>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27060700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781893-FEAC-6D90-4F3C-9E139ACAE82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80E1180-109B-6F4E-496A-0B2BFED8BF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0A5F991-49FD-0EA4-0562-8DF9E039FE1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FF88BF2-70DC-8CF3-151F-54549B03E7A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DDF2767-E0BE-407C-8A2D-B8A0A3DDFC5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EAB1D1B-08B2-13C8-73AB-49B88140F975}"/>
              </a:ext>
            </a:extLst>
          </p:cNvPr>
          <p:cNvSpPr>
            <a:spLocks noGrp="1"/>
          </p:cNvSpPr>
          <p:nvPr>
            <p:ph type="dt" sz="half" idx="10"/>
          </p:nvPr>
        </p:nvSpPr>
        <p:spPr/>
        <p:txBody>
          <a:bodyPr/>
          <a:lstStyle/>
          <a:p>
            <a:fld id="{A9C7556D-DCD1-4FB9-8695-8902D801681B}" type="datetimeFigureOut">
              <a:rPr lang="en-IN" smtClean="0"/>
              <a:t>29-10-2026</a:t>
            </a:fld>
            <a:endParaRPr lang="en-IN"/>
          </a:p>
        </p:txBody>
      </p:sp>
      <p:sp>
        <p:nvSpPr>
          <p:cNvPr id="8" name="Footer Placeholder 7">
            <a:extLst>
              <a:ext uri="{FF2B5EF4-FFF2-40B4-BE49-F238E27FC236}">
                <a16:creationId xmlns:a16="http://schemas.microsoft.com/office/drawing/2014/main" id="{5C5A0493-528A-9C56-4E7D-276877AB65F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F2708C5-7D6B-9C3F-5CE8-FEEB74FC7B34}"/>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14958480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69C30-038A-B1D5-0500-5BB3C8D24E3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FBF7AF6-A47F-5C05-5A7F-B991FD31CA7F}"/>
              </a:ext>
            </a:extLst>
          </p:cNvPr>
          <p:cNvSpPr>
            <a:spLocks noGrp="1"/>
          </p:cNvSpPr>
          <p:nvPr>
            <p:ph type="dt" sz="half" idx="10"/>
          </p:nvPr>
        </p:nvSpPr>
        <p:spPr/>
        <p:txBody>
          <a:bodyPr/>
          <a:lstStyle/>
          <a:p>
            <a:fld id="{A9C7556D-DCD1-4FB9-8695-8902D801681B}" type="datetimeFigureOut">
              <a:rPr lang="en-IN" smtClean="0"/>
              <a:t>29-10-2026</a:t>
            </a:fld>
            <a:endParaRPr lang="en-IN"/>
          </a:p>
        </p:txBody>
      </p:sp>
      <p:sp>
        <p:nvSpPr>
          <p:cNvPr id="4" name="Footer Placeholder 3">
            <a:extLst>
              <a:ext uri="{FF2B5EF4-FFF2-40B4-BE49-F238E27FC236}">
                <a16:creationId xmlns:a16="http://schemas.microsoft.com/office/drawing/2014/main" id="{7D864406-817F-B9E0-D448-020CC03AD69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6E056FC-A8BE-1255-87B1-BE206423BC38}"/>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28483549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C33E897-CFB2-DA33-D337-DB9D3B09B37A}"/>
              </a:ext>
            </a:extLst>
          </p:cNvPr>
          <p:cNvSpPr>
            <a:spLocks noGrp="1"/>
          </p:cNvSpPr>
          <p:nvPr>
            <p:ph type="dt" sz="half" idx="10"/>
          </p:nvPr>
        </p:nvSpPr>
        <p:spPr/>
        <p:txBody>
          <a:bodyPr/>
          <a:lstStyle/>
          <a:p>
            <a:fld id="{A9C7556D-DCD1-4FB9-8695-8902D801681B}" type="datetimeFigureOut">
              <a:rPr lang="en-IN" smtClean="0"/>
              <a:t>29-10-2026</a:t>
            </a:fld>
            <a:endParaRPr lang="en-IN"/>
          </a:p>
        </p:txBody>
      </p:sp>
      <p:sp>
        <p:nvSpPr>
          <p:cNvPr id="3" name="Footer Placeholder 2">
            <a:extLst>
              <a:ext uri="{FF2B5EF4-FFF2-40B4-BE49-F238E27FC236}">
                <a16:creationId xmlns:a16="http://schemas.microsoft.com/office/drawing/2014/main" id="{CF55C180-4ED0-57BF-400E-D6D47DA3375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9958082-4873-A3A3-48D4-1BF07B5D9F31}"/>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618305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2045F-F229-2094-1F35-344018413E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4CE3DB0-A738-0890-6334-61628D8BBF0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B0926F5-697C-80FD-B7AE-CC6E2E11D8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E77CF8-9030-B147-E01C-1D0CE876D776}"/>
              </a:ext>
            </a:extLst>
          </p:cNvPr>
          <p:cNvSpPr>
            <a:spLocks noGrp="1"/>
          </p:cNvSpPr>
          <p:nvPr>
            <p:ph type="dt" sz="half" idx="10"/>
          </p:nvPr>
        </p:nvSpPr>
        <p:spPr/>
        <p:txBody>
          <a:bodyPr/>
          <a:lstStyle/>
          <a:p>
            <a:fld id="{A9C7556D-DCD1-4FB9-8695-8902D801681B}" type="datetimeFigureOut">
              <a:rPr lang="en-IN" smtClean="0"/>
              <a:t>29-10-2026</a:t>
            </a:fld>
            <a:endParaRPr lang="en-IN"/>
          </a:p>
        </p:txBody>
      </p:sp>
      <p:sp>
        <p:nvSpPr>
          <p:cNvPr id="6" name="Footer Placeholder 5">
            <a:extLst>
              <a:ext uri="{FF2B5EF4-FFF2-40B4-BE49-F238E27FC236}">
                <a16:creationId xmlns:a16="http://schemas.microsoft.com/office/drawing/2014/main" id="{E34C9A39-7BCB-E2E8-814F-D0AB3DAD1D1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B6942DA-6A0C-60F4-9DFE-33E6834F9367}"/>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1832696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D9DF1-8451-878A-B413-E2ED951B57F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20041F3-D5D8-3DAA-5272-F7231BBBE0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DAF443A-878C-424C-00C1-897B25442F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245A1BC-DE58-F080-5AE9-9EF112CFABF3}"/>
              </a:ext>
            </a:extLst>
          </p:cNvPr>
          <p:cNvSpPr>
            <a:spLocks noGrp="1"/>
          </p:cNvSpPr>
          <p:nvPr>
            <p:ph type="dt" sz="half" idx="10"/>
          </p:nvPr>
        </p:nvSpPr>
        <p:spPr/>
        <p:txBody>
          <a:bodyPr/>
          <a:lstStyle/>
          <a:p>
            <a:fld id="{A9C7556D-DCD1-4FB9-8695-8902D801681B}" type="datetimeFigureOut">
              <a:rPr lang="en-IN" smtClean="0"/>
              <a:t>29-10-2026</a:t>
            </a:fld>
            <a:endParaRPr lang="en-IN"/>
          </a:p>
        </p:txBody>
      </p:sp>
      <p:sp>
        <p:nvSpPr>
          <p:cNvPr id="6" name="Footer Placeholder 5">
            <a:extLst>
              <a:ext uri="{FF2B5EF4-FFF2-40B4-BE49-F238E27FC236}">
                <a16:creationId xmlns:a16="http://schemas.microsoft.com/office/drawing/2014/main" id="{BFED6DB8-7FA3-A8C8-3F99-46182A95E3A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F3CBB71-CCA8-D8B7-9A32-D41B1850086D}"/>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19806193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F1096-78DB-A4EC-E4AA-9E1B8FC948B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3AD9311-8B75-960C-1DBF-B4FFAADEB0A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D2B36F8-937A-1ED6-0C16-E48C3A425BD3}"/>
              </a:ext>
            </a:extLst>
          </p:cNvPr>
          <p:cNvSpPr>
            <a:spLocks noGrp="1"/>
          </p:cNvSpPr>
          <p:nvPr>
            <p:ph type="dt" sz="half" idx="10"/>
          </p:nvPr>
        </p:nvSpPr>
        <p:spPr/>
        <p:txBody>
          <a:bodyPr/>
          <a:lstStyle/>
          <a:p>
            <a:fld id="{A9C7556D-DCD1-4FB9-8695-8902D801681B}" type="datetimeFigureOut">
              <a:rPr lang="en-IN" smtClean="0"/>
              <a:t>29-10-2026</a:t>
            </a:fld>
            <a:endParaRPr lang="en-IN"/>
          </a:p>
        </p:txBody>
      </p:sp>
      <p:sp>
        <p:nvSpPr>
          <p:cNvPr id="5" name="Footer Placeholder 4">
            <a:extLst>
              <a:ext uri="{FF2B5EF4-FFF2-40B4-BE49-F238E27FC236}">
                <a16:creationId xmlns:a16="http://schemas.microsoft.com/office/drawing/2014/main" id="{A0E2CF41-4EC6-C06F-1FA4-C9C078EEF7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959869-82FA-4F70-A632-CACF8AB166D5}"/>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17572313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C15008D-2B74-E743-FFE2-470CECB852E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8D2B4CF-9B71-6B33-B978-A4E9A0B0CDE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1E81F2D-B816-52CF-8C2E-40BEE5CC833C}"/>
              </a:ext>
            </a:extLst>
          </p:cNvPr>
          <p:cNvSpPr>
            <a:spLocks noGrp="1"/>
          </p:cNvSpPr>
          <p:nvPr>
            <p:ph type="dt" sz="half" idx="10"/>
          </p:nvPr>
        </p:nvSpPr>
        <p:spPr/>
        <p:txBody>
          <a:bodyPr/>
          <a:lstStyle/>
          <a:p>
            <a:fld id="{A9C7556D-DCD1-4FB9-8695-8902D801681B}" type="datetimeFigureOut">
              <a:rPr lang="en-IN" smtClean="0"/>
              <a:t>29-10-2026</a:t>
            </a:fld>
            <a:endParaRPr lang="en-IN"/>
          </a:p>
        </p:txBody>
      </p:sp>
      <p:sp>
        <p:nvSpPr>
          <p:cNvPr id="5" name="Footer Placeholder 4">
            <a:extLst>
              <a:ext uri="{FF2B5EF4-FFF2-40B4-BE49-F238E27FC236}">
                <a16:creationId xmlns:a16="http://schemas.microsoft.com/office/drawing/2014/main" id="{BB2E1050-E902-FD5D-18B8-D928E038A9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B8AFCD0-FD25-07F5-9946-9086EB44A0A4}"/>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25981429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losing slide_with Logo">
    <p:bg>
      <p:bgPr>
        <a:solidFill>
          <a:srgbClr val="E8E6DF"/>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12577"/>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Tree>
    <p:extLst>
      <p:ext uri="{BB962C8B-B14F-4D97-AF65-F5344CB8AC3E}">
        <p14:creationId xmlns:p14="http://schemas.microsoft.com/office/powerpoint/2010/main" val="3053062433"/>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bg>
      <p:bgPr>
        <a:solidFill>
          <a:srgbClr val="002060"/>
        </a:solidFill>
        <a:effectLst/>
      </p:bgPr>
    </p:bg>
    <p:spTree>
      <p:nvGrpSpPr>
        <p:cNvPr id="1" name=""/>
        <p:cNvGrpSpPr/>
        <p:nvPr/>
      </p:nvGrpSpPr>
      <p:grpSpPr>
        <a:xfrm>
          <a:off x="0" y="0"/>
          <a:ext cx="0" cy="0"/>
          <a:chOff x="0" y="0"/>
          <a:chExt cx="0" cy="0"/>
        </a:xfrm>
      </p:grpSpPr>
      <p:pic>
        <p:nvPicPr>
          <p:cNvPr id="15" name="Picture 14" descr="A computer keyboard with a light on it&#10;&#10;AI-generated content may be incorrect.">
            <a:extLst>
              <a:ext uri="{FF2B5EF4-FFF2-40B4-BE49-F238E27FC236}">
                <a16:creationId xmlns:a16="http://schemas.microsoft.com/office/drawing/2014/main" id="{2209A0BE-5901-98D7-4EDE-74D107C3A727}"/>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569912" y="3548520"/>
            <a:ext cx="5686955" cy="1111586"/>
          </a:xfrm>
          <a:noFill/>
        </p:spPr>
        <p:txBody>
          <a:bodyPr wrap="square" lIns="0" tIns="0" rIns="0" bIns="0" anchor="b" anchorCtr="0">
            <a:spAutoFit/>
          </a:bodyPr>
          <a:lstStyle>
            <a:lvl1pPr>
              <a:defRPr sz="4000" b="0" i="0" spc="-50" baseline="0">
                <a:solidFill>
                  <a:schemeClr val="bg1"/>
                </a:solidFill>
                <a:latin typeface="+mn-lt"/>
                <a:cs typeface="Segoe UI" panose="020B0502040204020203" pitchFamily="34" charset="0"/>
              </a:defRPr>
            </a:lvl1pPr>
          </a:lstStyle>
          <a:p>
            <a:r>
              <a:rPr lang="en-US" dirty="0"/>
              <a:t>Event name or </a:t>
            </a:r>
            <a:br>
              <a:rPr lang="en-US" dirty="0"/>
            </a:br>
            <a:r>
              <a:rPr lang="en-US" dirty="0"/>
              <a:t>presentation title </a:t>
            </a:r>
          </a:p>
        </p:txBody>
      </p:sp>
      <p:sp>
        <p:nvSpPr>
          <p:cNvPr id="6" name="Text Placeholder 4">
            <a:extLst>
              <a:ext uri="{FF2B5EF4-FFF2-40B4-BE49-F238E27FC236}">
                <a16:creationId xmlns:a16="http://schemas.microsoft.com/office/drawing/2014/main" id="{1DDA2A08-4E66-0E3E-D138-C376487FF5F2}"/>
              </a:ext>
            </a:extLst>
          </p:cNvPr>
          <p:cNvSpPr>
            <a:spLocks noGrp="1"/>
          </p:cNvSpPr>
          <p:nvPr>
            <p:ph type="body" sz="quarter" idx="13" hasCustomPrompt="1"/>
          </p:nvPr>
        </p:nvSpPr>
        <p:spPr>
          <a:xfrm>
            <a:off x="4756150"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Date</a:t>
            </a:r>
          </a:p>
        </p:txBody>
      </p:sp>
      <p:sp>
        <p:nvSpPr>
          <p:cNvPr id="5" name="Footer Placeholder 10">
            <a:extLst>
              <a:ext uri="{FF2B5EF4-FFF2-40B4-BE49-F238E27FC236}">
                <a16:creationId xmlns:a16="http://schemas.microsoft.com/office/drawing/2014/main" id="{44253EDB-56F0-1036-A65B-02ABC067A9E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pic>
        <p:nvPicPr>
          <p:cNvPr id="11" name="Picture 10" descr="A black and white logo&#10;&#10;AI-generated content may be incorrect.">
            <a:extLst>
              <a:ext uri="{FF2B5EF4-FFF2-40B4-BE49-F238E27FC236}">
                <a16:creationId xmlns:a16="http://schemas.microsoft.com/office/drawing/2014/main" id="{8A5D0B54-3E0F-E277-0472-C5E542E53F7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011246" y="6006922"/>
            <a:ext cx="3180754" cy="828321"/>
          </a:xfrm>
          <a:prstGeom prst="rect">
            <a:avLst/>
          </a:prstGeom>
        </p:spPr>
      </p:pic>
    </p:spTree>
    <p:extLst>
      <p:ext uri="{BB962C8B-B14F-4D97-AF65-F5344CB8AC3E}">
        <p14:creationId xmlns:p14="http://schemas.microsoft.com/office/powerpoint/2010/main" val="324165007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background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447030"/>
          </a:xfrm>
          <a:prstGeom prst="rect">
            <a:avLst/>
          </a:prstGeom>
          <a:noFill/>
          <a:ln/>
        </p:spPr>
        <p:txBody>
          <a:bodyPr wrap="square" lIns="0" tIns="0" rIns="0" bIns="0" rtlCol="0" anchor="t"/>
          <a:lstStyle>
            <a:lvl1pPr marL="0" indent="0" algn="l">
              <a:lnSpc>
                <a:spcPct val="115000"/>
              </a:lnSpc>
              <a:buNone/>
              <a:defRPr lang="en-US" sz="3200" dirty="0">
                <a:solidFill>
                  <a:srgbClr val="F6F4EE"/>
                </a:solidFill>
                <a:latin typeface="DM Sans" pitchFamily="34" charset="0"/>
                <a:ea typeface="DM Sans" pitchFamily="34" charset="-122"/>
                <a:cs typeface="DM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54150"/>
            <a:ext cx="10566400" cy="4191050"/>
          </a:xfrm>
          <a:prstGeom prst="rect">
            <a:avLst/>
          </a:prstGeom>
          <a:noFill/>
          <a:ln/>
        </p:spPr>
        <p:txBody>
          <a:bodyPr wrap="square" lIns="0" tIns="0" rIns="0" bIns="0" rtlCol="0" anchor="t"/>
          <a:lstStyle>
            <a:lvl1pPr marL="0" indent="0" algn="l">
              <a:lnSpc>
                <a:spcPct val="140000"/>
              </a:lnSpc>
              <a:buNone/>
              <a:defRPr lang="en-US" sz="1600" dirty="0">
                <a:solidFill>
                  <a:srgbClr val="F6F4EE"/>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5055757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04121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F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37890"/>
            <a:ext cx="10566400" cy="525760"/>
          </a:xfrm>
          <a:prstGeom prst="rect">
            <a:avLst/>
          </a:prstGeom>
          <a:noFill/>
          <a:ln/>
        </p:spPr>
        <p:txBody>
          <a:bodyPr wrap="square" lIns="0" tIns="0" rIns="0" bIns="0" rtlCol="0" anchor="t"/>
          <a:lstStyle>
            <a:lvl1pPr marL="0" indent="0" algn="l">
              <a:lnSpc>
                <a:spcPct val="115000"/>
              </a:lnSpc>
              <a:buNone/>
              <a:defRPr lang="en-US" sz="3600" dirty="0">
                <a:solidFill>
                  <a:srgbClr val="1E1736"/>
                </a:solidFill>
                <a:latin typeface="DM Sans" pitchFamily="34" charset="0"/>
                <a:ea typeface="DM Sans" pitchFamily="34" charset="-122"/>
                <a:cs typeface="DM Sans"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68450"/>
            <a:ext cx="10566400" cy="4076750"/>
          </a:xfrm>
          <a:prstGeom prst="rect">
            <a:avLst/>
          </a:prstGeom>
          <a:noFill/>
          <a:ln/>
        </p:spPr>
        <p:txBody>
          <a:bodyPr wrap="square" lIns="0" tIns="0" rIns="0" bIns="0" rtlCol="0" anchor="t"/>
          <a:lstStyle>
            <a:lvl1pPr marL="0" indent="0" algn="l">
              <a:lnSpc>
                <a:spcPct val="140000"/>
              </a:lnSpc>
              <a:buNone/>
              <a:defRPr lang="en-US" sz="1600" dirty="0">
                <a:solidFill>
                  <a:srgbClr val="1E1736"/>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19110947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808632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5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447030"/>
          </a:xfrm>
          <a:prstGeom prst="rect">
            <a:avLst/>
          </a:prstGeom>
          <a:noFill/>
          <a:ln/>
        </p:spPr>
        <p:txBody>
          <a:bodyPr wrap="square" lIns="0" tIns="0" rIns="0" bIns="0" rtlCol="0" anchor="t"/>
          <a:lstStyle>
            <a:lvl1pPr marL="0" indent="0" algn="l">
              <a:lnSpc>
                <a:spcPct val="115000"/>
              </a:lnSpc>
              <a:buNone/>
              <a:defRPr lang="en-US" sz="3200" dirty="0">
                <a:solidFill>
                  <a:srgbClr val="1D1A33"/>
                </a:solidFill>
                <a:latin typeface="DM Sans" pitchFamily="34" charset="0"/>
                <a:ea typeface="DM Sans" pitchFamily="34" charset="-122"/>
                <a:cs typeface="DM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54150"/>
            <a:ext cx="10566400" cy="4191050"/>
          </a:xfrm>
          <a:prstGeom prst="rect">
            <a:avLst/>
          </a:prstGeom>
          <a:noFill/>
          <a:ln/>
        </p:spPr>
        <p:txBody>
          <a:bodyPr wrap="square" lIns="0" tIns="0" rIns="0" bIns="0" rtlCol="0" anchor="t"/>
          <a:lstStyle>
            <a:lvl1pPr marL="0" indent="0" algn="l">
              <a:lnSpc>
                <a:spcPct val="140000"/>
              </a:lnSpc>
              <a:buNone/>
              <a:defRPr lang="en-US" sz="1600" dirty="0">
                <a:solidFill>
                  <a:srgbClr val="1D1A33"/>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184957147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background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447030"/>
          </a:xfrm>
          <a:prstGeom prst="rect">
            <a:avLst/>
          </a:prstGeom>
          <a:noFill/>
          <a:ln/>
        </p:spPr>
        <p:txBody>
          <a:bodyPr wrap="square" lIns="0" tIns="0" rIns="0" bIns="0" rtlCol="0" anchor="t"/>
          <a:lstStyle>
            <a:lvl1pPr marL="0" indent="0" algn="l">
              <a:lnSpc>
                <a:spcPct val="115000"/>
              </a:lnSpc>
              <a:buNone/>
              <a:defRPr lang="en-US" sz="3200" dirty="0">
                <a:solidFill>
                  <a:srgbClr val="F6F4EE"/>
                </a:solidFill>
                <a:latin typeface="DM Sans" pitchFamily="34" charset="0"/>
                <a:ea typeface="DM Sans" pitchFamily="34" charset="-122"/>
                <a:cs typeface="DM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54150"/>
            <a:ext cx="10566400" cy="4191050"/>
          </a:xfrm>
          <a:prstGeom prst="rect">
            <a:avLst/>
          </a:prstGeom>
          <a:noFill/>
          <a:ln/>
        </p:spPr>
        <p:txBody>
          <a:bodyPr wrap="square" lIns="0" tIns="0" rIns="0" bIns="0" rtlCol="0" anchor="t"/>
          <a:lstStyle>
            <a:lvl1pPr marL="0" indent="0" algn="l">
              <a:lnSpc>
                <a:spcPct val="140000"/>
              </a:lnSpc>
              <a:buNone/>
              <a:defRPr lang="en-US" sz="1600" dirty="0">
                <a:solidFill>
                  <a:srgbClr val="F6F4EE"/>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198978486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background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447030"/>
          </a:xfrm>
          <a:prstGeom prst="rect">
            <a:avLst/>
          </a:prstGeom>
          <a:noFill/>
          <a:ln/>
        </p:spPr>
        <p:txBody>
          <a:bodyPr wrap="square" lIns="0" tIns="0" rIns="0" bIns="0" rtlCol="0" anchor="t"/>
          <a:lstStyle>
            <a:lvl1pPr marL="0" indent="0" algn="l">
              <a:lnSpc>
                <a:spcPct val="115000"/>
              </a:lnSpc>
              <a:buNone/>
              <a:defRPr lang="en-US" sz="3200" dirty="0">
                <a:solidFill>
                  <a:srgbClr val="F6F4EE"/>
                </a:solidFill>
                <a:latin typeface="DM Sans" pitchFamily="34" charset="0"/>
                <a:ea typeface="DM Sans" pitchFamily="34" charset="-122"/>
                <a:cs typeface="DM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54150"/>
            <a:ext cx="10566400" cy="4191050"/>
          </a:xfrm>
          <a:prstGeom prst="rect">
            <a:avLst/>
          </a:prstGeom>
          <a:noFill/>
          <a:ln/>
        </p:spPr>
        <p:txBody>
          <a:bodyPr wrap="square" lIns="0" tIns="0" rIns="0" bIns="0" rtlCol="0" anchor="t"/>
          <a:lstStyle>
            <a:lvl1pPr marL="0" indent="0" algn="l">
              <a:lnSpc>
                <a:spcPct val="140000"/>
              </a:lnSpc>
              <a:buNone/>
              <a:defRPr lang="en-US" sz="1600" dirty="0">
                <a:solidFill>
                  <a:srgbClr val="F6F4EE"/>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7492623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slideLayout" Target="../slideLayouts/slideLayout18.xml"/><Relationship Id="rId1" Type="http://schemas.openxmlformats.org/officeDocument/2006/relationships/slideLayout" Target="../slideLayouts/slideLayout17.xml"/><Relationship Id="rId5" Type="http://schemas.openxmlformats.org/officeDocument/2006/relationships/theme" Target="../theme/theme3.xml"/><Relationship Id="rId4"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02B0D1A-32E8-67F9-A188-996B18EE8D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08E0871-ECB8-D049-C3D0-D31EF4BF020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EE89ADB-51B1-E4AB-3050-DD95921D650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9C7556D-DCD1-4FB9-8695-8902D801681B}" type="datetimeFigureOut">
              <a:rPr lang="en-IN" smtClean="0"/>
              <a:t>29-10-2026</a:t>
            </a:fld>
            <a:endParaRPr lang="en-IN"/>
          </a:p>
        </p:txBody>
      </p:sp>
      <p:sp>
        <p:nvSpPr>
          <p:cNvPr id="5" name="Footer Placeholder 4">
            <a:extLst>
              <a:ext uri="{FF2B5EF4-FFF2-40B4-BE49-F238E27FC236}">
                <a16:creationId xmlns:a16="http://schemas.microsoft.com/office/drawing/2014/main" id="{A8BF81C2-E1FB-0DED-7F1F-A7008054FF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66A2AA29-C22B-AA1C-80C8-54D152C775A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583C048-5E84-480F-9458-845209AF2791}" type="slidenum">
              <a:rPr lang="en-IN" smtClean="0"/>
              <a:t>‹#›</a:t>
            </a:fld>
            <a:endParaRPr lang="en-IN"/>
          </a:p>
        </p:txBody>
      </p:sp>
      <p:pic>
        <p:nvPicPr>
          <p:cNvPr id="11" name="Picture 10" descr="A black and white logo&#10;&#10;AI-generated content may be incorrect.">
            <a:extLst>
              <a:ext uri="{FF2B5EF4-FFF2-40B4-BE49-F238E27FC236}">
                <a16:creationId xmlns:a16="http://schemas.microsoft.com/office/drawing/2014/main" id="{134DF221-F45B-91B9-E563-659E39B20729}"/>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10789920" y="6492875"/>
            <a:ext cx="1402080" cy="365125"/>
          </a:xfrm>
          <a:prstGeom prst="rect">
            <a:avLst/>
          </a:prstGeom>
        </p:spPr>
      </p:pic>
    </p:spTree>
    <p:extLst>
      <p:ext uri="{BB962C8B-B14F-4D97-AF65-F5344CB8AC3E}">
        <p14:creationId xmlns:p14="http://schemas.microsoft.com/office/powerpoint/2010/main" val="9754042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6" r:id="rId12"/>
    <p:sldLayoutId id="2147483672" r:id="rId13"/>
    <p:sldLayoutId id="2147483683"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6F4F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37890"/>
            <a:ext cx="10566400" cy="525760"/>
          </a:xfrm>
          <a:prstGeom prst="rect">
            <a:avLst/>
          </a:prstGeom>
          <a:noFill/>
          <a:ln/>
        </p:spPr>
        <p:txBody>
          <a:bodyPr wrap="square" lIns="0" tIns="0" rIns="0" bIns="0" rtlCol="0" anchor="t"/>
          <a:lstStyle>
            <a:lvl1pPr marL="0" indent="0" algn="l">
              <a:lnSpc>
                <a:spcPct val="115000"/>
              </a:lnSpc>
              <a:buNone/>
              <a:defRPr lang="en-US" sz="3600" dirty="0">
                <a:solidFill>
                  <a:srgbClr val="1E1736"/>
                </a:solidFill>
                <a:latin typeface="DM Sans" pitchFamily="34" charset="0"/>
                <a:ea typeface="DM Sans" pitchFamily="34" charset="-122"/>
                <a:cs typeface="DM Sans"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68450"/>
            <a:ext cx="10566400" cy="4076750"/>
          </a:xfrm>
          <a:prstGeom prst="rect">
            <a:avLst/>
          </a:prstGeom>
          <a:noFill/>
          <a:ln/>
        </p:spPr>
        <p:txBody>
          <a:bodyPr wrap="square" lIns="0" tIns="0" rIns="0" bIns="0" rtlCol="0" anchor="t"/>
          <a:lstStyle>
            <a:lvl1pPr marL="0" indent="0" algn="l">
              <a:lnSpc>
                <a:spcPct val="140000"/>
              </a:lnSpc>
              <a:buNone/>
              <a:defRPr lang="en-US" sz="1600" dirty="0">
                <a:solidFill>
                  <a:srgbClr val="1E1736"/>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2380756685"/>
      </p:ext>
    </p:extLst>
  </p:cSld>
  <p:clrMap bg1="lt1" tx1="dk1" bg2="lt2" tx2="dk2" accent1="accent1" accent2="accent2" accent3="accent3" accent4="accent4" accent5="accent5" accent6="accent6" hlink="hlink" folHlink="folHlink"/>
  <p:sldLayoutIdLst>
    <p:sldLayoutId id="2147483681" r:id="rId1"/>
    <p:sldLayoutId id="2147483682"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447030"/>
          </a:xfrm>
          <a:prstGeom prst="rect">
            <a:avLst/>
          </a:prstGeom>
          <a:noFill/>
          <a:ln/>
        </p:spPr>
        <p:txBody>
          <a:bodyPr wrap="square" lIns="0" tIns="0" rIns="0" bIns="0" rtlCol="0" anchor="t"/>
          <a:lstStyle>
            <a:lvl1pPr marL="0" indent="0" algn="l">
              <a:lnSpc>
                <a:spcPct val="115000"/>
              </a:lnSpc>
              <a:buNone/>
              <a:defRPr lang="en-US" sz="3200" dirty="0">
                <a:solidFill>
                  <a:srgbClr val="1D1A33"/>
                </a:solidFill>
                <a:latin typeface="DM Sans" pitchFamily="34" charset="0"/>
                <a:ea typeface="DM Sans" pitchFamily="34" charset="-122"/>
                <a:cs typeface="DM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54150"/>
            <a:ext cx="10566400" cy="4191050"/>
          </a:xfrm>
          <a:prstGeom prst="rect">
            <a:avLst/>
          </a:prstGeom>
          <a:noFill/>
          <a:ln/>
        </p:spPr>
        <p:txBody>
          <a:bodyPr wrap="square" lIns="0" tIns="0" rIns="0" bIns="0" rtlCol="0" anchor="t"/>
          <a:lstStyle>
            <a:lvl1pPr marL="0" indent="0" algn="l">
              <a:lnSpc>
                <a:spcPct val="140000"/>
              </a:lnSpc>
              <a:buNone/>
              <a:defRPr lang="en-US" sz="1600" dirty="0">
                <a:solidFill>
                  <a:srgbClr val="1D1A33"/>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252781441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8.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3E08FA2-C73F-A01D-C334-4FAC0DB0C177}"/>
              </a:ext>
            </a:extLst>
          </p:cNvPr>
          <p:cNvSpPr>
            <a:spLocks noGrp="1"/>
          </p:cNvSpPr>
          <p:nvPr>
            <p:ph type="title"/>
          </p:nvPr>
        </p:nvSpPr>
        <p:spPr>
          <a:xfrm>
            <a:off x="0" y="1403496"/>
            <a:ext cx="6957391" cy="2385781"/>
          </a:xfrm>
        </p:spPr>
        <p:txBody>
          <a:bodyPr/>
          <a:lstStyle/>
          <a:p>
            <a:pPr algn="ctr"/>
            <a:r>
              <a:rPr lang="en-US" sz="6600" b="1" dirty="0">
                <a:solidFill>
                  <a:srgbClr val="F4F1FA"/>
                </a:solidFill>
                <a:latin typeface="DM Sans" pitchFamily="34" charset="0"/>
              </a:rPr>
              <a:t>Enterprise Apps &amp; Agents</a:t>
            </a:r>
            <a:br>
              <a:rPr lang="en-US" dirty="0"/>
            </a:br>
            <a:endParaRPr lang="en-US" dirty="0"/>
          </a:p>
        </p:txBody>
      </p:sp>
      <p:sp>
        <p:nvSpPr>
          <p:cNvPr id="11" name="TextBox 10">
            <a:extLst>
              <a:ext uri="{FF2B5EF4-FFF2-40B4-BE49-F238E27FC236}">
                <a16:creationId xmlns:a16="http://schemas.microsoft.com/office/drawing/2014/main" id="{14201019-6AD5-8165-776C-55816BE8B289}"/>
              </a:ext>
            </a:extLst>
          </p:cNvPr>
          <p:cNvSpPr txBox="1"/>
          <p:nvPr/>
        </p:nvSpPr>
        <p:spPr>
          <a:xfrm>
            <a:off x="388730" y="4138157"/>
            <a:ext cx="6343374" cy="1107996"/>
          </a:xfrm>
          <a:prstGeom prst="rect">
            <a:avLst/>
          </a:prstGeom>
          <a:noFill/>
        </p:spPr>
        <p:txBody>
          <a:bodyPr wrap="square">
            <a:spAutoFit/>
          </a:bodyPr>
          <a:lstStyle/>
          <a:p>
            <a:pPr algn="ctr"/>
            <a:r>
              <a:rPr lang="en-US" sz="2200" dirty="0">
                <a:solidFill>
                  <a:srgbClr val="B9B2D3"/>
                </a:solidFill>
                <a:latin typeface="DM Sans" pitchFamily="34" charset="0"/>
              </a:rPr>
              <a:t>Enterprise Code App → Dataverse → AI Builder → Copilot Studio Agent → Governed Automation → Capstone Project</a:t>
            </a:r>
            <a:endParaRPr lang="en-IN" sz="2200" dirty="0">
              <a:solidFill>
                <a:srgbClr val="B9B2D3"/>
              </a:solidFill>
              <a:latin typeface="DM Sans" pitchFamily="34" charset="0"/>
            </a:endParaRPr>
          </a:p>
        </p:txBody>
      </p:sp>
      <p:sp>
        <p:nvSpPr>
          <p:cNvPr id="13" name="Text 0">
            <a:extLst>
              <a:ext uri="{FF2B5EF4-FFF2-40B4-BE49-F238E27FC236}">
                <a16:creationId xmlns:a16="http://schemas.microsoft.com/office/drawing/2014/main" id="{FBBF71FA-8F76-EC43-39ED-B9EB4ACE33D2}"/>
              </a:ext>
            </a:extLst>
          </p:cNvPr>
          <p:cNvSpPr/>
          <p:nvPr/>
        </p:nvSpPr>
        <p:spPr>
          <a:xfrm>
            <a:off x="316482" y="1077338"/>
            <a:ext cx="5607879" cy="326158"/>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4B942"/>
                </a:solidFill>
                <a:latin typeface="DM Sans" pitchFamily="34" charset="0"/>
                <a:ea typeface="DM Sans" pitchFamily="34" charset="-122"/>
                <a:cs typeface="DM Sans" pitchFamily="34" charset="-120"/>
              </a:rPr>
              <a:t>POWER PLATFORM</a:t>
            </a:r>
            <a:endParaRPr lang="en-US" sz="1400" dirty="0"/>
          </a:p>
        </p:txBody>
      </p:sp>
      <p:sp>
        <p:nvSpPr>
          <p:cNvPr id="14" name="Shape 2">
            <a:extLst>
              <a:ext uri="{FF2B5EF4-FFF2-40B4-BE49-F238E27FC236}">
                <a16:creationId xmlns:a16="http://schemas.microsoft.com/office/drawing/2014/main" id="{89775C04-67D4-DEBA-335E-62C26F4E3ED8}"/>
              </a:ext>
            </a:extLst>
          </p:cNvPr>
          <p:cNvSpPr/>
          <p:nvPr/>
        </p:nvSpPr>
        <p:spPr>
          <a:xfrm>
            <a:off x="388730" y="3913400"/>
            <a:ext cx="1884017" cy="55626"/>
          </a:xfrm>
          <a:prstGeom prst="roundRect">
            <a:avLst>
              <a:gd name="adj" fmla="val 50000"/>
            </a:avLst>
          </a:prstGeom>
          <a:solidFill>
            <a:srgbClr val="B794F6"/>
          </a:solidFill>
          <a:ln/>
        </p:spPr>
        <p:txBody>
          <a:bodyPr/>
          <a:lstStyle/>
          <a:p>
            <a:endParaRPr lang="en-IN"/>
          </a:p>
        </p:txBody>
      </p:sp>
    </p:spTree>
    <p:extLst>
      <p:ext uri="{BB962C8B-B14F-4D97-AF65-F5344CB8AC3E}">
        <p14:creationId xmlns:p14="http://schemas.microsoft.com/office/powerpoint/2010/main" val="4060601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2B84B"/>
                </a:solidFill>
                <a:latin typeface="DM Sans" pitchFamily="34" charset="0"/>
                <a:ea typeface="DM Sans" pitchFamily="34" charset="-122"/>
                <a:cs typeface="DM Sans" pitchFamily="34" charset="-120"/>
              </a:rPr>
              <a:t>POWER PLATFORM · TRAINING</a:t>
            </a:r>
            <a:endParaRPr lang="en-US" sz="1200" dirty="0"/>
          </a:p>
        </p:txBody>
      </p:sp>
      <p:sp>
        <p:nvSpPr>
          <p:cNvPr id="3" name="Text 1"/>
          <p:cNvSpPr>
            <a:spLocks noGrp="1"/>
          </p:cNvSpPr>
          <p:nvPr>
            <p:ph type="title"/>
          </p:nvPr>
        </p:nvSpPr>
        <p:spPr>
          <a:xfrm>
            <a:off x="812800" y="2648000"/>
            <a:ext cx="10883392" cy="985490"/>
          </a:xfrm>
          <a:prstGeom prst="rect">
            <a:avLst/>
          </a:prstGeom>
          <a:noFill/>
          <a:ln/>
        </p:spPr>
        <p:txBody>
          <a:bodyPr wrap="square" lIns="0" tIns="0" rIns="0" bIns="0" rtlCol="0" anchor="t">
            <a:normAutofit/>
          </a:bodyPr>
          <a:lstStyle/>
          <a:p>
            <a:pPr marL="0" indent="0" algn="l">
              <a:lnSpc>
                <a:spcPts val="7560"/>
              </a:lnSpc>
              <a:buNone/>
            </a:pPr>
            <a:r>
              <a:rPr lang="en-US" sz="7200" b="1" i="0" dirty="0">
                <a:solidFill>
                  <a:srgbClr val="F6F4EE"/>
                </a:solidFill>
                <a:latin typeface="DM Sans" pitchFamily="34" charset="0"/>
                <a:ea typeface="DM Sans" pitchFamily="34" charset="-122"/>
                <a:cs typeface="DM Sans" pitchFamily="34" charset="-120"/>
              </a:rPr>
              <a:t>AI Builder</a:t>
            </a:r>
            <a:endParaRPr lang="en-US" sz="7200" dirty="0"/>
          </a:p>
        </p:txBody>
      </p:sp>
      <p:sp>
        <p:nvSpPr>
          <p:cNvPr id="4" name="Text 2"/>
          <p:cNvSpPr/>
          <p:nvPr/>
        </p:nvSpPr>
        <p:spPr>
          <a:xfrm>
            <a:off x="812800" y="3811290"/>
            <a:ext cx="9144000" cy="38859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C9C4E8"/>
                </a:solidFill>
                <a:latin typeface="DM Sans" pitchFamily="34" charset="0"/>
                <a:ea typeface="DM Sans" pitchFamily="34" charset="-122"/>
                <a:cs typeface="DM Sans" pitchFamily="34" charset="-120"/>
              </a:rPr>
              <a:t>Add AI to your apps, flows and agents without writing code</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6122B"/>
        </a:solidFill>
        <a:effectLst/>
      </p:bgPr>
    </p:bg>
    <p:spTree>
      <p:nvGrpSpPr>
        <p:cNvPr id="1" name=""/>
        <p:cNvGrpSpPr/>
        <p:nvPr/>
      </p:nvGrpSpPr>
      <p:grpSpPr>
        <a:xfrm>
          <a:off x="0" y="0"/>
          <a:ext cx="0" cy="0"/>
          <a:chOff x="0" y="0"/>
          <a:chExt cx="0" cy="0"/>
        </a:xfrm>
      </p:grpSpPr>
      <p:sp>
        <p:nvSpPr>
          <p:cNvPr id="2" name="Text 0"/>
          <p:cNvSpPr/>
          <p:nvPr/>
        </p:nvSpPr>
        <p:spPr>
          <a:xfrm>
            <a:off x="812800" y="1760240"/>
            <a:ext cx="10883392"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0" cap="none" spc="150" normalizeH="0" baseline="0" noProof="0" dirty="0">
                <a:ln>
                  <a:noFill/>
                </a:ln>
                <a:solidFill>
                  <a:srgbClr val="F2B84B"/>
                </a:solidFill>
                <a:effectLst/>
                <a:uLnTx/>
                <a:uFillTx/>
                <a:latin typeface="DM Sans" pitchFamily="34" charset="0"/>
                <a:ea typeface="DM Sans" pitchFamily="34" charset="-122"/>
                <a:cs typeface="DM Sans" pitchFamily="34" charset="-120"/>
              </a:rPr>
              <a:t>WHAT IS AI BUILDER</a:t>
            </a:r>
            <a:endParaRPr kumimoji="0" lang="en-US" sz="1200" b="0" i="0" u="none" strike="noStrike" kern="1200" cap="none" spc="0" normalizeH="0" baseline="0" noProof="0" dirty="0">
              <a:ln>
                <a:noFill/>
              </a:ln>
              <a:solidFill>
                <a:srgbClr val="1D1A33"/>
              </a:solidFill>
              <a:effectLst/>
              <a:uLnTx/>
              <a:uFillTx/>
              <a:latin typeface="DM Sans"/>
              <a:ea typeface="+mn-ea"/>
              <a:cs typeface="+mn-cs"/>
            </a:endParaRPr>
          </a:p>
        </p:txBody>
      </p:sp>
      <p:sp>
        <p:nvSpPr>
          <p:cNvPr id="3" name="Text 1"/>
          <p:cNvSpPr>
            <a:spLocks noGrp="1"/>
          </p:cNvSpPr>
          <p:nvPr>
            <p:ph type="title"/>
          </p:nvPr>
        </p:nvSpPr>
        <p:spPr>
          <a:xfrm>
            <a:off x="812800" y="2278360"/>
            <a:ext cx="9810750" cy="1143000"/>
          </a:xfrm>
          <a:prstGeom prst="rect">
            <a:avLst/>
          </a:prstGeom>
          <a:noFill/>
          <a:ln/>
        </p:spPr>
        <p:txBody>
          <a:bodyPr wrap="square" lIns="0" tIns="0" rIns="0" bIns="0" rtlCol="0" anchor="t">
            <a:normAutofit/>
          </a:bodyPr>
          <a:lstStyle/>
          <a:p>
            <a:pPr marL="0" indent="0" algn="l">
              <a:lnSpc>
                <a:spcPts val="4400"/>
              </a:lnSpc>
              <a:buNone/>
            </a:pPr>
            <a:r>
              <a:rPr lang="en-US" sz="4000" b="1" i="0" dirty="0">
                <a:solidFill>
                  <a:srgbClr val="F6F4EE"/>
                </a:solidFill>
                <a:latin typeface="DM Sans" pitchFamily="34" charset="0"/>
                <a:ea typeface="DM Sans" pitchFamily="34" charset="-122"/>
                <a:cs typeface="DM Sans" pitchFamily="34" charset="-120"/>
              </a:rPr>
              <a:t>Microsoft AI for makers, with no data science required</a:t>
            </a:r>
            <a:endParaRPr lang="en-US" sz="4000" dirty="0"/>
          </a:p>
        </p:txBody>
      </p:sp>
      <p:sp>
        <p:nvSpPr>
          <p:cNvPr id="4" name="Text 2"/>
          <p:cNvSpPr/>
          <p:nvPr/>
        </p:nvSpPr>
        <p:spPr>
          <a:xfrm>
            <a:off x="812800" y="3700760"/>
            <a:ext cx="9156700" cy="6654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52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9C4E8"/>
                </a:solidFill>
                <a:effectLst/>
                <a:uLnTx/>
                <a:uFillTx/>
                <a:latin typeface="DM Sans" pitchFamily="34" charset="0"/>
                <a:ea typeface="DM Sans" pitchFamily="34" charset="-122"/>
                <a:cs typeface="DM Sans" pitchFamily="34" charset="-120"/>
              </a:rPr>
              <a:t>AI Builder is a Power Platform capability that gives your apps, flows and agents access to Microsoft AI, including GPT and document intelligence models.</a:t>
            </a:r>
            <a:endParaRPr kumimoji="0" lang="en-US" sz="1800" b="0" i="0" u="none" strike="noStrike" kern="1200" cap="none" spc="0" normalizeH="0" baseline="0" noProof="0" dirty="0">
              <a:ln>
                <a:noFill/>
              </a:ln>
              <a:solidFill>
                <a:srgbClr val="1D1A33"/>
              </a:solidFill>
              <a:effectLst/>
              <a:uLnTx/>
              <a:uFillTx/>
              <a:latin typeface="DM Sans"/>
              <a:ea typeface="+mn-ea"/>
              <a:cs typeface="+mn-cs"/>
            </a:endParaRPr>
          </a:p>
        </p:txBody>
      </p:sp>
      <p:sp>
        <p:nvSpPr>
          <p:cNvPr id="5" name="Text 3"/>
          <p:cNvSpPr/>
          <p:nvPr/>
        </p:nvSpPr>
        <p:spPr>
          <a:xfrm>
            <a:off x="812800" y="4645620"/>
            <a:ext cx="1776065" cy="452090"/>
          </a:xfrm>
          <a:prstGeom prst="roundRect">
            <a:avLst>
              <a:gd name="adj" fmla="val 50000"/>
            </a:avLst>
          </a:prstGeom>
          <a:solidFill>
            <a:srgbClr val="A99BFF"/>
          </a:solidFill>
          <a:ln/>
        </p:spPr>
        <p:txBody>
          <a:bodyPr wrap="none" lIns="0" tIns="0" rIns="0" bIns="0" rtlCol="0" anchor="ctr">
            <a:normAutofit/>
          </a:bodyPr>
          <a:lstStyle/>
          <a:p>
            <a:pPr marL="0" marR="0" lvl="0" indent="0" algn="ctr" defTabSz="914400" rtl="0" eaLnBrk="1" fontAlgn="auto" latinLnBrk="0" hangingPunct="1">
              <a:lnSpc>
                <a:spcPts val="196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6122B"/>
                </a:solidFill>
                <a:effectLst/>
                <a:uLnTx/>
                <a:uFillTx/>
                <a:latin typeface="DM Sans" pitchFamily="34" charset="0"/>
                <a:ea typeface="DM Sans" pitchFamily="34" charset="-122"/>
                <a:cs typeface="DM Sans" pitchFamily="34" charset="-120"/>
              </a:rPr>
              <a:t>Prebuilt models</a:t>
            </a:r>
            <a:endParaRPr kumimoji="0" lang="en-US" sz="1400" b="0" i="0" u="none" strike="noStrike" kern="1200" cap="none" spc="0" normalizeH="0" baseline="0" noProof="0" dirty="0">
              <a:ln>
                <a:noFill/>
              </a:ln>
              <a:solidFill>
                <a:srgbClr val="1D1A33"/>
              </a:solidFill>
              <a:effectLst/>
              <a:uLnTx/>
              <a:uFillTx/>
              <a:latin typeface="DM Sans"/>
              <a:ea typeface="+mn-ea"/>
              <a:cs typeface="+mn-cs"/>
            </a:endParaRPr>
          </a:p>
        </p:txBody>
      </p:sp>
      <p:sp>
        <p:nvSpPr>
          <p:cNvPr id="6" name="Text 4"/>
          <p:cNvSpPr/>
          <p:nvPr/>
        </p:nvSpPr>
        <p:spPr>
          <a:xfrm>
            <a:off x="2741265" y="4645620"/>
            <a:ext cx="1772493" cy="452090"/>
          </a:xfrm>
          <a:prstGeom prst="roundRect">
            <a:avLst>
              <a:gd name="adj" fmla="val 50000"/>
            </a:avLst>
          </a:prstGeom>
          <a:solidFill>
            <a:srgbClr val="A99BFF"/>
          </a:solidFill>
          <a:ln/>
        </p:spPr>
        <p:txBody>
          <a:bodyPr wrap="none" lIns="0" tIns="0" rIns="0" bIns="0" rtlCol="0" anchor="ctr">
            <a:normAutofit/>
          </a:bodyPr>
          <a:lstStyle/>
          <a:p>
            <a:pPr marL="0" marR="0" lvl="0" indent="0" algn="ctr" defTabSz="914400" rtl="0" eaLnBrk="1" fontAlgn="auto" latinLnBrk="0" hangingPunct="1">
              <a:lnSpc>
                <a:spcPts val="196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6122B"/>
                </a:solidFill>
                <a:effectLst/>
                <a:uLnTx/>
                <a:uFillTx/>
                <a:latin typeface="DM Sans" pitchFamily="34" charset="0"/>
                <a:ea typeface="DM Sans" pitchFamily="34" charset="-122"/>
                <a:cs typeface="DM Sans" pitchFamily="34" charset="-120"/>
              </a:rPr>
              <a:t>Custom models</a:t>
            </a:r>
            <a:endParaRPr kumimoji="0" lang="en-US" sz="1400" b="0" i="0" u="none" strike="noStrike" kern="1200" cap="none" spc="0" normalizeH="0" baseline="0" noProof="0" dirty="0">
              <a:ln>
                <a:noFill/>
              </a:ln>
              <a:solidFill>
                <a:srgbClr val="1D1A33"/>
              </a:solidFill>
              <a:effectLst/>
              <a:uLnTx/>
              <a:uFillTx/>
              <a:latin typeface="DM Sans"/>
              <a:ea typeface="+mn-ea"/>
              <a:cs typeface="+mn-cs"/>
            </a:endParaRPr>
          </a:p>
        </p:txBody>
      </p:sp>
      <p:sp>
        <p:nvSpPr>
          <p:cNvPr id="7" name="Text 5"/>
          <p:cNvSpPr/>
          <p:nvPr/>
        </p:nvSpPr>
        <p:spPr>
          <a:xfrm>
            <a:off x="4666159" y="4645620"/>
            <a:ext cx="1146820" cy="452090"/>
          </a:xfrm>
          <a:prstGeom prst="roundRect">
            <a:avLst>
              <a:gd name="adj" fmla="val 50000"/>
            </a:avLst>
          </a:prstGeom>
          <a:solidFill>
            <a:srgbClr val="F2B84B"/>
          </a:solidFill>
          <a:ln/>
        </p:spPr>
        <p:txBody>
          <a:bodyPr wrap="none" lIns="0" tIns="0" rIns="0" bIns="0" rtlCol="0" anchor="ctr">
            <a:normAutofit/>
          </a:bodyPr>
          <a:lstStyle/>
          <a:p>
            <a:pPr marL="0" marR="0" lvl="0" indent="0" algn="ctr" defTabSz="914400" rtl="0" eaLnBrk="1" fontAlgn="auto" latinLnBrk="0" hangingPunct="1">
              <a:lnSpc>
                <a:spcPts val="196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6122B"/>
                </a:solidFill>
                <a:effectLst/>
                <a:uLnTx/>
                <a:uFillTx/>
                <a:latin typeface="DM Sans" pitchFamily="34" charset="0"/>
                <a:ea typeface="DM Sans" pitchFamily="34" charset="-122"/>
                <a:cs typeface="DM Sans" pitchFamily="34" charset="-120"/>
              </a:rPr>
              <a:t>Prompts</a:t>
            </a:r>
            <a:endParaRPr kumimoji="0" lang="en-US" sz="1400" b="0" i="0" u="none" strike="noStrike" kern="1200" cap="none" spc="0" normalizeH="0" baseline="0" noProof="0" dirty="0">
              <a:ln>
                <a:noFill/>
              </a:ln>
              <a:solidFill>
                <a:srgbClr val="1D1A33"/>
              </a:solidFill>
              <a:effectLst/>
              <a:uLnTx/>
              <a:uFillTx/>
              <a:latin typeface="DM Sans"/>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0" cap="none" spc="150" normalizeH="0" baseline="0" noProof="0" dirty="0">
                <a:ln>
                  <a:noFill/>
                </a:ln>
                <a:solidFill>
                  <a:srgbClr val="5A45D1"/>
                </a:solidFill>
                <a:effectLst/>
                <a:uLnTx/>
                <a:uFillTx/>
                <a:latin typeface="DM Sans" pitchFamily="34" charset="0"/>
                <a:ea typeface="DM Sans" pitchFamily="34" charset="-122"/>
                <a:cs typeface="DM Sans" pitchFamily="34" charset="-120"/>
              </a:rPr>
              <a:t>WHERE IT FITS</a:t>
            </a:r>
            <a:endParaRPr kumimoji="0" lang="en-US" sz="1200" b="0" i="0" u="none" strike="noStrike" kern="1200" cap="none" spc="0" normalizeH="0" baseline="0" noProof="0" dirty="0">
              <a:ln>
                <a:noFill/>
              </a:ln>
              <a:solidFill>
                <a:srgbClr val="1D1A33"/>
              </a:solidFill>
              <a:effectLst/>
              <a:uLnTx/>
              <a:uFillTx/>
              <a:latin typeface="DM Sans"/>
              <a:ea typeface="+mn-ea"/>
              <a:cs typeface="+mn-cs"/>
            </a:endParaRPr>
          </a:p>
        </p:txBody>
      </p:sp>
      <p:sp>
        <p:nvSpPr>
          <p:cNvPr id="3" name="Text 1"/>
          <p:cNvSpPr>
            <a:spLocks noGrp="1"/>
          </p:cNvSpPr>
          <p:nvPr>
            <p:ph type="title"/>
          </p:nvPr>
        </p:nvSpPr>
        <p:spPr>
          <a:xfrm>
            <a:off x="812800" y="11023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D1A33"/>
                </a:solidFill>
                <a:latin typeface="DM Sans" pitchFamily="34" charset="0"/>
                <a:ea typeface="DM Sans" pitchFamily="34" charset="-122"/>
                <a:cs typeface="DM Sans" pitchFamily="34" charset="-120"/>
              </a:rPr>
              <a:t>One capability, three places to use it</a:t>
            </a:r>
            <a:endParaRPr lang="en-US" sz="3200" dirty="0"/>
          </a:p>
        </p:txBody>
      </p:sp>
      <p:sp>
        <p:nvSpPr>
          <p:cNvPr id="4" name="Shape 2"/>
          <p:cNvSpPr/>
          <p:nvPr/>
        </p:nvSpPr>
        <p:spPr>
          <a:xfrm>
            <a:off x="815975" y="1908125"/>
            <a:ext cx="3380284" cy="2393801"/>
          </a:xfrm>
          <a:prstGeom prst="roundRect">
            <a:avLst>
              <a:gd name="adj" fmla="val 5173"/>
            </a:avLst>
          </a:prstGeom>
          <a:solidFill>
            <a:srgbClr val="FFFEFB"/>
          </a:solidFill>
          <a:ln w="6350">
            <a:solidFill>
              <a:srgbClr val="E2DED3"/>
            </a:solidFill>
            <a:prstDash val="solid"/>
          </a:ln>
        </p:spPr>
        <p:txBody>
          <a:bodyPr/>
          <a:lstStyle/>
          <a:p>
            <a:endParaRPr lang="en-IN"/>
          </a:p>
        </p:txBody>
      </p:sp>
      <p:pic>
        <p:nvPicPr>
          <p:cNvPr id="5" name="Image 0" descr="Home"/>
          <p:cNvPicPr>
            <a:picLocks noChangeAspect="1"/>
          </p:cNvPicPr>
          <p:nvPr/>
        </p:nvPicPr>
        <p:blipFill>
          <a:blip r:embed="rId3"/>
          <a:srcRect/>
          <a:stretch/>
        </p:blipFill>
        <p:spPr>
          <a:xfrm>
            <a:off x="1073150" y="2165300"/>
            <a:ext cx="355600" cy="355600"/>
          </a:xfrm>
          <a:prstGeom prst="rect">
            <a:avLst/>
          </a:prstGeom>
        </p:spPr>
      </p:pic>
      <p:sp>
        <p:nvSpPr>
          <p:cNvPr id="6" name="Text 3"/>
          <p:cNvSpPr/>
          <p:nvPr/>
        </p:nvSpPr>
        <p:spPr>
          <a:xfrm>
            <a:off x="1073150" y="2647900"/>
            <a:ext cx="2951912" cy="2996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16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D1A33"/>
                </a:solidFill>
                <a:effectLst/>
                <a:uLnTx/>
                <a:uFillTx/>
                <a:latin typeface="DM Sans" pitchFamily="34" charset="0"/>
                <a:ea typeface="DM Sans" pitchFamily="34" charset="-122"/>
                <a:cs typeface="DM Sans" pitchFamily="34" charset="-120"/>
              </a:rPr>
              <a:t>Power Apps</a:t>
            </a:r>
            <a:endParaRPr kumimoji="0" lang="en-US" sz="1800" b="0" i="0" u="none" strike="noStrike" kern="1200" cap="none" spc="0" normalizeH="0" baseline="0" noProof="0" dirty="0">
              <a:ln>
                <a:noFill/>
              </a:ln>
              <a:solidFill>
                <a:srgbClr val="1D1A33"/>
              </a:solidFill>
              <a:effectLst/>
              <a:uLnTx/>
              <a:uFillTx/>
              <a:latin typeface="DM Sans"/>
              <a:ea typeface="+mn-ea"/>
              <a:cs typeface="+mn-cs"/>
            </a:endParaRPr>
          </a:p>
        </p:txBody>
      </p:sp>
      <p:sp>
        <p:nvSpPr>
          <p:cNvPr id="7" name="Text 4"/>
          <p:cNvSpPr/>
          <p:nvPr/>
        </p:nvSpPr>
        <p:spPr>
          <a:xfrm>
            <a:off x="1073150" y="3049191"/>
            <a:ext cx="2951912" cy="1020961"/>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4F4C66"/>
                </a:solidFill>
                <a:effectLst/>
                <a:uLnTx/>
                <a:uFillTx/>
                <a:latin typeface="DM Sans" pitchFamily="34" charset="0"/>
                <a:ea typeface="DM Sans" pitchFamily="34" charset="-122"/>
                <a:cs typeface="DM Sans" pitchFamily="34" charset="-120"/>
              </a:rPr>
              <a:t>Add AI components to screens, such as document and business card readers, or call prompts from your app.</a:t>
            </a:r>
            <a:endParaRPr kumimoji="0" lang="en-US" sz="1400" b="0" i="0" u="none" strike="noStrike" kern="1200" cap="none" spc="0" normalizeH="0" baseline="0" noProof="0" dirty="0">
              <a:ln>
                <a:noFill/>
              </a:ln>
              <a:solidFill>
                <a:srgbClr val="1D1A33"/>
              </a:solidFill>
              <a:effectLst/>
              <a:uLnTx/>
              <a:uFillTx/>
              <a:latin typeface="DM Sans"/>
              <a:ea typeface="+mn-ea"/>
              <a:cs typeface="+mn-cs"/>
            </a:endParaRPr>
          </a:p>
        </p:txBody>
      </p:sp>
      <p:sp>
        <p:nvSpPr>
          <p:cNvPr id="8" name="Shape 5"/>
          <p:cNvSpPr/>
          <p:nvPr/>
        </p:nvSpPr>
        <p:spPr>
          <a:xfrm>
            <a:off x="4405809" y="1908125"/>
            <a:ext cx="3380333" cy="2393801"/>
          </a:xfrm>
          <a:prstGeom prst="roundRect">
            <a:avLst>
              <a:gd name="adj" fmla="val 5173"/>
            </a:avLst>
          </a:prstGeom>
          <a:solidFill>
            <a:srgbClr val="FFFEFB"/>
          </a:solidFill>
          <a:ln w="6350">
            <a:solidFill>
              <a:srgbClr val="E2DED3"/>
            </a:solidFill>
            <a:prstDash val="solid"/>
          </a:ln>
        </p:spPr>
        <p:txBody>
          <a:bodyPr/>
          <a:lstStyle/>
          <a:p>
            <a:endParaRPr lang="en-IN"/>
          </a:p>
        </p:txBody>
      </p:sp>
      <p:pic>
        <p:nvPicPr>
          <p:cNvPr id="9" name="Image 1" descr="Lightning"/>
          <p:cNvPicPr>
            <a:picLocks noChangeAspect="1"/>
          </p:cNvPicPr>
          <p:nvPr/>
        </p:nvPicPr>
        <p:blipFill>
          <a:blip r:embed="rId4"/>
          <a:srcRect/>
          <a:stretch/>
        </p:blipFill>
        <p:spPr>
          <a:xfrm>
            <a:off x="4662984" y="2165300"/>
            <a:ext cx="355600" cy="355600"/>
          </a:xfrm>
          <a:prstGeom prst="rect">
            <a:avLst/>
          </a:prstGeom>
        </p:spPr>
      </p:pic>
      <p:sp>
        <p:nvSpPr>
          <p:cNvPr id="10" name="Text 6"/>
          <p:cNvSpPr/>
          <p:nvPr/>
        </p:nvSpPr>
        <p:spPr>
          <a:xfrm>
            <a:off x="4662984" y="2647900"/>
            <a:ext cx="2951963" cy="2996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16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D1A33"/>
                </a:solidFill>
                <a:effectLst/>
                <a:uLnTx/>
                <a:uFillTx/>
                <a:latin typeface="DM Sans" pitchFamily="34" charset="0"/>
                <a:ea typeface="DM Sans" pitchFamily="34" charset="-122"/>
                <a:cs typeface="DM Sans" pitchFamily="34" charset="-120"/>
              </a:rPr>
              <a:t>Power Automate</a:t>
            </a:r>
            <a:endParaRPr kumimoji="0" lang="en-US" sz="1800" b="0" i="0" u="none" strike="noStrike" kern="1200" cap="none" spc="0" normalizeH="0" baseline="0" noProof="0" dirty="0">
              <a:ln>
                <a:noFill/>
              </a:ln>
              <a:solidFill>
                <a:srgbClr val="1D1A33"/>
              </a:solidFill>
              <a:effectLst/>
              <a:uLnTx/>
              <a:uFillTx/>
              <a:latin typeface="DM Sans"/>
              <a:ea typeface="+mn-ea"/>
              <a:cs typeface="+mn-cs"/>
            </a:endParaRPr>
          </a:p>
        </p:txBody>
      </p:sp>
      <p:sp>
        <p:nvSpPr>
          <p:cNvPr id="11" name="Text 7"/>
          <p:cNvSpPr/>
          <p:nvPr/>
        </p:nvSpPr>
        <p:spPr>
          <a:xfrm>
            <a:off x="4662984" y="3049191"/>
            <a:ext cx="2951963" cy="772071"/>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4F4C66"/>
                </a:solidFill>
                <a:effectLst/>
                <a:uLnTx/>
                <a:uFillTx/>
                <a:latin typeface="DM Sans" pitchFamily="34" charset="0"/>
                <a:ea typeface="DM Sans" pitchFamily="34" charset="-122"/>
                <a:cs typeface="DM Sans" pitchFamily="34" charset="-120"/>
              </a:rPr>
              <a:t>Add AI Builder actions to flows to extract, classify or generate content, then act on the result.</a:t>
            </a:r>
            <a:endParaRPr kumimoji="0" lang="en-US" sz="1400" b="0" i="0" u="none" strike="noStrike" kern="1200" cap="none" spc="0" normalizeH="0" baseline="0" noProof="0" dirty="0">
              <a:ln>
                <a:noFill/>
              </a:ln>
              <a:solidFill>
                <a:srgbClr val="1D1A33"/>
              </a:solidFill>
              <a:effectLst/>
              <a:uLnTx/>
              <a:uFillTx/>
              <a:latin typeface="DM Sans"/>
              <a:ea typeface="+mn-ea"/>
              <a:cs typeface="+mn-cs"/>
            </a:endParaRPr>
          </a:p>
        </p:txBody>
      </p:sp>
      <p:sp>
        <p:nvSpPr>
          <p:cNvPr id="12" name="Shape 8"/>
          <p:cNvSpPr/>
          <p:nvPr/>
        </p:nvSpPr>
        <p:spPr>
          <a:xfrm>
            <a:off x="7995692" y="1908125"/>
            <a:ext cx="3380333" cy="2393801"/>
          </a:xfrm>
          <a:prstGeom prst="roundRect">
            <a:avLst>
              <a:gd name="adj" fmla="val 5173"/>
            </a:avLst>
          </a:prstGeom>
          <a:solidFill>
            <a:srgbClr val="FFFEFB"/>
          </a:solidFill>
          <a:ln w="6350">
            <a:solidFill>
              <a:srgbClr val="E2DED3"/>
            </a:solidFill>
            <a:prstDash val="solid"/>
          </a:ln>
        </p:spPr>
        <p:txBody>
          <a:bodyPr/>
          <a:lstStyle/>
          <a:p>
            <a:endParaRPr lang="en-IN"/>
          </a:p>
        </p:txBody>
      </p:sp>
      <p:pic>
        <p:nvPicPr>
          <p:cNvPr id="13" name="Image 2" descr="Chat"/>
          <p:cNvPicPr>
            <a:picLocks noChangeAspect="1"/>
          </p:cNvPicPr>
          <p:nvPr/>
        </p:nvPicPr>
        <p:blipFill>
          <a:blip r:embed="rId5"/>
          <a:srcRect/>
          <a:stretch/>
        </p:blipFill>
        <p:spPr>
          <a:xfrm>
            <a:off x="8252867" y="2165300"/>
            <a:ext cx="355600" cy="355600"/>
          </a:xfrm>
          <a:prstGeom prst="rect">
            <a:avLst/>
          </a:prstGeom>
        </p:spPr>
      </p:pic>
      <p:sp>
        <p:nvSpPr>
          <p:cNvPr id="14" name="Text 9"/>
          <p:cNvSpPr/>
          <p:nvPr/>
        </p:nvSpPr>
        <p:spPr>
          <a:xfrm>
            <a:off x="8252867" y="2647900"/>
            <a:ext cx="2951963" cy="2996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16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D1A33"/>
                </a:solidFill>
                <a:effectLst/>
                <a:uLnTx/>
                <a:uFillTx/>
                <a:latin typeface="DM Sans" pitchFamily="34" charset="0"/>
                <a:ea typeface="DM Sans" pitchFamily="34" charset="-122"/>
                <a:cs typeface="DM Sans" pitchFamily="34" charset="-120"/>
              </a:rPr>
              <a:t>Copilot Studio</a:t>
            </a:r>
            <a:endParaRPr kumimoji="0" lang="en-US" sz="1800" b="0" i="0" u="none" strike="noStrike" kern="1200" cap="none" spc="0" normalizeH="0" baseline="0" noProof="0" dirty="0">
              <a:ln>
                <a:noFill/>
              </a:ln>
              <a:solidFill>
                <a:srgbClr val="1D1A33"/>
              </a:solidFill>
              <a:effectLst/>
              <a:uLnTx/>
              <a:uFillTx/>
              <a:latin typeface="DM Sans"/>
              <a:ea typeface="+mn-ea"/>
              <a:cs typeface="+mn-cs"/>
            </a:endParaRPr>
          </a:p>
        </p:txBody>
      </p:sp>
      <p:sp>
        <p:nvSpPr>
          <p:cNvPr id="15" name="Text 10"/>
          <p:cNvSpPr/>
          <p:nvPr/>
        </p:nvSpPr>
        <p:spPr>
          <a:xfrm>
            <a:off x="8252867" y="3049191"/>
            <a:ext cx="2951963" cy="52318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4F4C66"/>
                </a:solidFill>
                <a:effectLst/>
                <a:uLnTx/>
                <a:uFillTx/>
                <a:latin typeface="DM Sans" pitchFamily="34" charset="0"/>
                <a:ea typeface="DM Sans" pitchFamily="34" charset="-122"/>
                <a:cs typeface="DM Sans" pitchFamily="34" charset="-120"/>
              </a:rPr>
              <a:t>Use prompts as tools inside agents and agent flows.</a:t>
            </a:r>
            <a:endParaRPr kumimoji="0" lang="en-US" sz="1400" b="0" i="0" u="none" strike="noStrike" kern="1200" cap="none" spc="0" normalizeH="0" baseline="0" noProof="0" dirty="0">
              <a:ln>
                <a:noFill/>
              </a:ln>
              <a:solidFill>
                <a:srgbClr val="1D1A33"/>
              </a:solidFill>
              <a:effectLst/>
              <a:uLnTx/>
              <a:uFillTx/>
              <a:latin typeface="DM Sans"/>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C8C7931-518A-C091-DED7-851DF9ED915B}"/>
              </a:ext>
            </a:extLst>
          </p:cNvPr>
          <p:cNvPicPr>
            <a:picLocks noChangeAspect="1"/>
          </p:cNvPicPr>
          <p:nvPr/>
        </p:nvPicPr>
        <p:blipFill>
          <a:blip r:embed="rId2"/>
          <a:stretch>
            <a:fillRect/>
          </a:stretch>
        </p:blipFill>
        <p:spPr>
          <a:xfrm>
            <a:off x="672891" y="0"/>
            <a:ext cx="10846217" cy="6858000"/>
          </a:xfrm>
          <a:prstGeom prst="rect">
            <a:avLst/>
          </a:prstGeom>
        </p:spPr>
      </p:pic>
    </p:spTree>
    <p:extLst>
      <p:ext uri="{BB962C8B-B14F-4D97-AF65-F5344CB8AC3E}">
        <p14:creationId xmlns:p14="http://schemas.microsoft.com/office/powerpoint/2010/main" val="11809757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0" cap="none" spc="150" normalizeH="0" baseline="0" noProof="0" dirty="0">
                <a:ln>
                  <a:noFill/>
                </a:ln>
                <a:solidFill>
                  <a:srgbClr val="5A45D1"/>
                </a:solidFill>
                <a:effectLst/>
                <a:uLnTx/>
                <a:uFillTx/>
                <a:latin typeface="DM Sans" pitchFamily="34" charset="0"/>
                <a:ea typeface="DM Sans" pitchFamily="34" charset="-122"/>
                <a:cs typeface="DM Sans" pitchFamily="34" charset="-120"/>
              </a:rPr>
              <a:t>CAPABILITIES</a:t>
            </a:r>
            <a:endParaRPr kumimoji="0" lang="en-US" sz="1200" b="0" i="0" u="none" strike="noStrike" kern="1200" cap="none" spc="0" normalizeH="0" baseline="0" noProof="0" dirty="0">
              <a:ln>
                <a:noFill/>
              </a:ln>
              <a:solidFill>
                <a:srgbClr val="1D1A33"/>
              </a:solidFill>
              <a:effectLst/>
              <a:uLnTx/>
              <a:uFillTx/>
              <a:latin typeface="DM Sans"/>
              <a:ea typeface="+mn-ea"/>
              <a:cs typeface="+mn-cs"/>
            </a:endParaRPr>
          </a:p>
        </p:txBody>
      </p:sp>
      <p:sp>
        <p:nvSpPr>
          <p:cNvPr id="3" name="Text 1"/>
          <p:cNvSpPr>
            <a:spLocks noGrp="1"/>
          </p:cNvSpPr>
          <p:nvPr>
            <p:ph type="title"/>
          </p:nvPr>
        </p:nvSpPr>
        <p:spPr>
          <a:xfrm>
            <a:off x="812800" y="11023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D1A33"/>
                </a:solidFill>
                <a:latin typeface="DM Sans" pitchFamily="34" charset="0"/>
                <a:ea typeface="DM Sans" pitchFamily="34" charset="-122"/>
                <a:cs typeface="DM Sans" pitchFamily="34" charset="-120"/>
              </a:rPr>
              <a:t>What AI Builder can do</a:t>
            </a:r>
            <a:endParaRPr lang="en-US" sz="3200" dirty="0"/>
          </a:p>
        </p:txBody>
      </p:sp>
      <p:graphicFrame>
        <p:nvGraphicFramePr>
          <p:cNvPr id="4" name="Table 0"/>
          <p:cNvGraphicFramePr>
            <a:graphicFrameLocks noGrp="1"/>
          </p:cNvGraphicFramePr>
          <p:nvPr/>
        </p:nvGraphicFramePr>
        <p:xfrm>
          <a:off x="825500" y="1866850"/>
          <a:ext cx="10553700" cy="2178945"/>
        </p:xfrm>
        <a:graphic>
          <a:graphicData uri="http://schemas.openxmlformats.org/drawingml/2006/table">
            <a:tbl>
              <a:tblPr/>
              <a:tblGrid>
                <a:gridCol w="2532888">
                  <a:extLst>
                    <a:ext uri="{9D8B030D-6E8A-4147-A177-3AD203B41FA5}">
                      <a16:colId xmlns:a16="http://schemas.microsoft.com/office/drawing/2014/main" val="20000"/>
                    </a:ext>
                  </a:extLst>
                </a:gridCol>
                <a:gridCol w="3588258">
                  <a:extLst>
                    <a:ext uri="{9D8B030D-6E8A-4147-A177-3AD203B41FA5}">
                      <a16:colId xmlns:a16="http://schemas.microsoft.com/office/drawing/2014/main" val="20001"/>
                    </a:ext>
                  </a:extLst>
                </a:gridCol>
                <a:gridCol w="4432554">
                  <a:extLst>
                    <a:ext uri="{9D8B030D-6E8A-4147-A177-3AD203B41FA5}">
                      <a16:colId xmlns:a16="http://schemas.microsoft.com/office/drawing/2014/main" val="20002"/>
                    </a:ext>
                  </a:extLst>
                </a:gridCol>
              </a:tblGrid>
              <a:tr h="386011">
                <a:tc>
                  <a:txBody>
                    <a:bodyPr/>
                    <a:lstStyle/>
                    <a:p>
                      <a:pPr marL="0" indent="0">
                        <a:lnSpc>
                          <a:spcPts val="1960"/>
                        </a:lnSpc>
                        <a:buNone/>
                      </a:pPr>
                      <a:r>
                        <a:rPr lang="en-US" sz="1400" b="1" dirty="0">
                          <a:solidFill>
                            <a:srgbClr val="1D1A33"/>
                          </a:solidFill>
                          <a:latin typeface="DM Sans" pitchFamily="34" charset="0"/>
                          <a:ea typeface="DM Sans" pitchFamily="34" charset="-122"/>
                          <a:cs typeface="DM Sans" pitchFamily="34" charset="-120"/>
                        </a:rPr>
                        <a:t>Capability</a:t>
                      </a:r>
                      <a:endParaRPr lang="en-US" sz="1400" dirty="0">
                        <a:latin typeface="DM Sans" charset="0"/>
                        <a:ea typeface="DM Sans" charset="0"/>
                        <a:cs typeface="DM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marL="0" indent="0">
                        <a:lnSpc>
                          <a:spcPts val="1960"/>
                        </a:lnSpc>
                        <a:buNone/>
                      </a:pPr>
                      <a:r>
                        <a:rPr lang="en-US" sz="1400" b="1" dirty="0">
                          <a:solidFill>
                            <a:srgbClr val="1D1A33"/>
                          </a:solidFill>
                          <a:latin typeface="DM Sans" pitchFamily="34" charset="0"/>
                          <a:ea typeface="DM Sans" pitchFamily="34" charset="-122"/>
                          <a:cs typeface="DM Sans" pitchFamily="34" charset="-120"/>
                        </a:rPr>
                        <a:t>What it does</a:t>
                      </a:r>
                      <a:endParaRPr lang="en-US" sz="1400" dirty="0">
                        <a:latin typeface="DM Sans" charset="0"/>
                        <a:ea typeface="DM Sans" charset="0"/>
                        <a:cs typeface="DM Sans" charset="0"/>
                      </a:endParaRPr>
                    </a:p>
                  </a:txBody>
                  <a:tcPr marL="62230" marR="62230" marT="62230" marB="62230">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marL="0" indent="0">
                        <a:lnSpc>
                          <a:spcPts val="1960"/>
                        </a:lnSpc>
                        <a:buNone/>
                      </a:pPr>
                      <a:r>
                        <a:rPr lang="en-US" sz="1400" b="1" dirty="0">
                          <a:solidFill>
                            <a:srgbClr val="1D1A33"/>
                          </a:solidFill>
                          <a:latin typeface="DM Sans" pitchFamily="34" charset="0"/>
                          <a:ea typeface="DM Sans" pitchFamily="34" charset="-122"/>
                          <a:cs typeface="DM Sans" pitchFamily="34" charset="-120"/>
                        </a:rPr>
                        <a:t>Examples</a:t>
                      </a:r>
                      <a:endParaRPr lang="en-US" sz="1400" dirty="0">
                        <a:latin typeface="DM Sans" charset="0"/>
                        <a:ea typeface="DM Sans" charset="0"/>
                        <a:cs typeface="DM Sans" charset="0"/>
                      </a:endParaRPr>
                    </a:p>
                  </a:txBody>
                  <a:tcPr marL="62230" marR="62230" marT="62230" marB="62230">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extLst>
                  <a:ext uri="{0D108BD9-81ED-4DB2-BD59-A6C34878D82A}">
                    <a16:rowId xmlns:a16="http://schemas.microsoft.com/office/drawing/2014/main" val="10000"/>
                  </a:ext>
                </a:extLst>
              </a:tr>
              <a:tr h="386011">
                <a:tc>
                  <a:txBody>
                    <a:bodyPr/>
                    <a:lstStyle/>
                    <a:p>
                      <a:pPr marL="0" indent="0">
                        <a:lnSpc>
                          <a:spcPts val="1960"/>
                        </a:lnSpc>
                        <a:buNone/>
                      </a:pPr>
                      <a:r>
                        <a:rPr lang="en-US" sz="1400" dirty="0">
                          <a:solidFill>
                            <a:srgbClr val="1D1A33"/>
                          </a:solidFill>
                          <a:latin typeface="DM Sans" pitchFamily="34" charset="0"/>
                          <a:ea typeface="DM Sans" pitchFamily="34" charset="-122"/>
                          <a:cs typeface="DM Sans" pitchFamily="34" charset="-120"/>
                        </a:rPr>
                        <a:t>Document processing</a:t>
                      </a:r>
                      <a:endParaRPr lang="en-US" sz="1400" dirty="0">
                        <a:latin typeface="DM Sans" charset="0"/>
                        <a:ea typeface="DM Sans" charset="0"/>
                        <a:cs typeface="DM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960"/>
                        </a:lnSpc>
                        <a:buNone/>
                      </a:pPr>
                      <a:r>
                        <a:rPr lang="en-US" sz="1400" dirty="0">
                          <a:solidFill>
                            <a:srgbClr val="1D1A33"/>
                          </a:solidFill>
                          <a:latin typeface="DM Sans" pitchFamily="34" charset="0"/>
                          <a:ea typeface="DM Sans" pitchFamily="34" charset="-122"/>
                          <a:cs typeface="DM Sans" pitchFamily="34" charset="-120"/>
                        </a:rPr>
                        <a:t>Extracts fields from documents</a:t>
                      </a:r>
                      <a:endParaRPr lang="en-US" sz="1400" dirty="0">
                        <a:latin typeface="DM Sans" charset="0"/>
                        <a:ea typeface="DM Sans" charset="0"/>
                        <a:cs typeface="DM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960"/>
                        </a:lnSpc>
                        <a:buNone/>
                      </a:pPr>
                      <a:r>
                        <a:rPr lang="en-US" sz="1400" dirty="0">
                          <a:solidFill>
                            <a:srgbClr val="1D1A33"/>
                          </a:solidFill>
                          <a:latin typeface="DM Sans" pitchFamily="34" charset="0"/>
                          <a:ea typeface="DM Sans" pitchFamily="34" charset="-122"/>
                          <a:cs typeface="DM Sans" pitchFamily="34" charset="-120"/>
                        </a:rPr>
                        <a:t>Invoices, receipts, IDs, business cards, contracts</a:t>
                      </a:r>
                      <a:endParaRPr lang="en-US" sz="1400" dirty="0">
                        <a:latin typeface="DM Sans" charset="0"/>
                        <a:ea typeface="DM Sans" charset="0"/>
                        <a:cs typeface="DM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1"/>
                  </a:ext>
                </a:extLst>
              </a:tr>
              <a:tr h="634901">
                <a:tc>
                  <a:txBody>
                    <a:bodyPr/>
                    <a:lstStyle/>
                    <a:p>
                      <a:pPr marL="0" indent="0">
                        <a:lnSpc>
                          <a:spcPts val="1960"/>
                        </a:lnSpc>
                        <a:buNone/>
                      </a:pPr>
                      <a:r>
                        <a:rPr lang="en-US" sz="1400" dirty="0">
                          <a:solidFill>
                            <a:srgbClr val="1D1A33"/>
                          </a:solidFill>
                          <a:latin typeface="DM Sans" pitchFamily="34" charset="0"/>
                          <a:ea typeface="DM Sans" pitchFamily="34" charset="-122"/>
                          <a:cs typeface="DM Sans" pitchFamily="34" charset="-120"/>
                        </a:rPr>
                        <a:t>Text processing</a:t>
                      </a:r>
                      <a:endParaRPr lang="en-US" sz="1400" dirty="0">
                        <a:latin typeface="DM Sans" charset="0"/>
                        <a:ea typeface="DM Sans" charset="0"/>
                        <a:cs typeface="DM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960"/>
                        </a:lnSpc>
                        <a:buNone/>
                      </a:pPr>
                      <a:r>
                        <a:rPr lang="en-US" sz="1400" dirty="0">
                          <a:solidFill>
                            <a:srgbClr val="1D1A33"/>
                          </a:solidFill>
                          <a:latin typeface="DM Sans" pitchFamily="34" charset="0"/>
                          <a:ea typeface="DM Sans" pitchFamily="34" charset="-122"/>
                          <a:cs typeface="DM Sans" pitchFamily="34" charset="-120"/>
                        </a:rPr>
                        <a:t>Analyzes and classifies text</a:t>
                      </a:r>
                      <a:endParaRPr lang="en-US" sz="1400" dirty="0">
                        <a:latin typeface="DM Sans" charset="0"/>
                        <a:ea typeface="DM Sans" charset="0"/>
                        <a:cs typeface="DM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960"/>
                        </a:lnSpc>
                        <a:buNone/>
                      </a:pPr>
                      <a:r>
                        <a:rPr lang="en-US" sz="1400" dirty="0">
                          <a:solidFill>
                            <a:srgbClr val="1D1A33"/>
                          </a:solidFill>
                          <a:latin typeface="DM Sans" pitchFamily="34" charset="0"/>
                          <a:ea typeface="DM Sans" pitchFamily="34" charset="-122"/>
                          <a:cs typeface="DM Sans" pitchFamily="34" charset="-120"/>
                        </a:rPr>
                        <a:t>Sentiment, language detection, key phrases, entities, translation</a:t>
                      </a:r>
                      <a:endParaRPr lang="en-US" sz="1400" dirty="0">
                        <a:latin typeface="DM Sans" charset="0"/>
                        <a:ea typeface="DM Sans" charset="0"/>
                        <a:cs typeface="DM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2"/>
                  </a:ext>
                </a:extLst>
              </a:tr>
              <a:tr h="386011">
                <a:tc>
                  <a:txBody>
                    <a:bodyPr/>
                    <a:lstStyle/>
                    <a:p>
                      <a:pPr marL="0" indent="0">
                        <a:lnSpc>
                          <a:spcPts val="1960"/>
                        </a:lnSpc>
                        <a:buNone/>
                      </a:pPr>
                      <a:r>
                        <a:rPr lang="en-US" sz="1400" dirty="0">
                          <a:solidFill>
                            <a:srgbClr val="1D1A33"/>
                          </a:solidFill>
                          <a:latin typeface="DM Sans" pitchFamily="34" charset="0"/>
                          <a:ea typeface="DM Sans" pitchFamily="34" charset="-122"/>
                          <a:cs typeface="DM Sans" pitchFamily="34" charset="-120"/>
                        </a:rPr>
                        <a:t>Image processing</a:t>
                      </a:r>
                      <a:endParaRPr lang="en-US" sz="1400" dirty="0">
                        <a:latin typeface="DM Sans" charset="0"/>
                        <a:ea typeface="DM Sans" charset="0"/>
                        <a:cs typeface="DM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960"/>
                        </a:lnSpc>
                        <a:buNone/>
                      </a:pPr>
                      <a:r>
                        <a:rPr lang="en-US" sz="1400" dirty="0">
                          <a:solidFill>
                            <a:srgbClr val="1D1A33"/>
                          </a:solidFill>
                          <a:latin typeface="DM Sans" pitchFamily="34" charset="0"/>
                          <a:ea typeface="DM Sans" pitchFamily="34" charset="-122"/>
                          <a:cs typeface="DM Sans" pitchFamily="34" charset="-120"/>
                        </a:rPr>
                        <a:t>Reads and detects in images</a:t>
                      </a:r>
                      <a:endParaRPr lang="en-US" sz="1400" dirty="0">
                        <a:latin typeface="DM Sans" charset="0"/>
                        <a:ea typeface="DM Sans" charset="0"/>
                        <a:cs typeface="DM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960"/>
                        </a:lnSpc>
                        <a:buNone/>
                      </a:pPr>
                      <a:r>
                        <a:rPr lang="en-US" sz="1400" dirty="0">
                          <a:solidFill>
                            <a:srgbClr val="1D1A33"/>
                          </a:solidFill>
                          <a:latin typeface="DM Sans" pitchFamily="34" charset="0"/>
                          <a:ea typeface="DM Sans" pitchFamily="34" charset="-122"/>
                          <a:cs typeface="DM Sans" pitchFamily="34" charset="-120"/>
                        </a:rPr>
                        <a:t>Text recognition, custom object detection</a:t>
                      </a:r>
                      <a:endParaRPr lang="en-US" sz="1400" dirty="0">
                        <a:latin typeface="DM Sans" charset="0"/>
                        <a:ea typeface="DM Sans" charset="0"/>
                        <a:cs typeface="DM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3"/>
                  </a:ext>
                </a:extLst>
              </a:tr>
              <a:tr h="386011">
                <a:tc>
                  <a:txBody>
                    <a:bodyPr/>
                    <a:lstStyle/>
                    <a:p>
                      <a:pPr marL="0" indent="0">
                        <a:lnSpc>
                          <a:spcPts val="1960"/>
                        </a:lnSpc>
                        <a:buNone/>
                      </a:pPr>
                      <a:r>
                        <a:rPr lang="en-US" sz="1400" dirty="0">
                          <a:solidFill>
                            <a:srgbClr val="1D1A33"/>
                          </a:solidFill>
                          <a:latin typeface="DM Sans" pitchFamily="34" charset="0"/>
                          <a:ea typeface="DM Sans" pitchFamily="34" charset="-122"/>
                          <a:cs typeface="DM Sans" pitchFamily="34" charset="-120"/>
                        </a:rPr>
                        <a:t>Prompts</a:t>
                      </a:r>
                      <a:endParaRPr lang="en-US" sz="1400" dirty="0">
                        <a:latin typeface="DM Sans" charset="0"/>
                        <a:ea typeface="DM Sans" charset="0"/>
                        <a:cs typeface="DM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960"/>
                        </a:lnSpc>
                        <a:buNone/>
                      </a:pPr>
                      <a:r>
                        <a:rPr lang="en-US" sz="1400" dirty="0">
                          <a:solidFill>
                            <a:srgbClr val="1D1A33"/>
                          </a:solidFill>
                          <a:latin typeface="DM Sans" pitchFamily="34" charset="0"/>
                          <a:ea typeface="DM Sans" pitchFamily="34" charset="-122"/>
                          <a:cs typeface="DM Sans" pitchFamily="34" charset="-120"/>
                        </a:rPr>
                        <a:t>Generative AI from plain instructions</a:t>
                      </a:r>
                      <a:endParaRPr lang="en-US" sz="1400" dirty="0">
                        <a:latin typeface="DM Sans" charset="0"/>
                        <a:ea typeface="DM Sans" charset="0"/>
                        <a:cs typeface="DM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960"/>
                        </a:lnSpc>
                        <a:buNone/>
                      </a:pPr>
                      <a:r>
                        <a:rPr lang="en-US" sz="1400" dirty="0">
                          <a:solidFill>
                            <a:srgbClr val="1D1A33"/>
                          </a:solidFill>
                          <a:latin typeface="DM Sans" pitchFamily="34" charset="0"/>
                          <a:ea typeface="DM Sans" pitchFamily="34" charset="-122"/>
                          <a:cs typeface="DM Sans" pitchFamily="34" charset="-120"/>
                        </a:rPr>
                        <a:t>Summaries, extraction, drafting, classification</a:t>
                      </a:r>
                      <a:endParaRPr lang="en-US" sz="1400" dirty="0">
                        <a:latin typeface="DM Sans" charset="0"/>
                        <a:ea typeface="DM Sans" charset="0"/>
                        <a:cs typeface="DM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0" cap="none" spc="150" normalizeH="0" baseline="0" noProof="0" dirty="0">
                <a:ln>
                  <a:noFill/>
                </a:ln>
                <a:solidFill>
                  <a:srgbClr val="5A45D1"/>
                </a:solidFill>
                <a:effectLst/>
                <a:uLnTx/>
                <a:uFillTx/>
                <a:latin typeface="DM Sans" pitchFamily="34" charset="0"/>
                <a:ea typeface="DM Sans" pitchFamily="34" charset="-122"/>
                <a:cs typeface="DM Sans" pitchFamily="34" charset="-120"/>
              </a:rPr>
              <a:t>MODELS</a:t>
            </a:r>
            <a:endParaRPr kumimoji="0" lang="en-US" sz="1200" b="0" i="0" u="none" strike="noStrike" kern="1200" cap="none" spc="0" normalizeH="0" baseline="0" noProof="0" dirty="0">
              <a:ln>
                <a:noFill/>
              </a:ln>
              <a:solidFill>
                <a:srgbClr val="1D1A33"/>
              </a:solidFill>
              <a:effectLst/>
              <a:uLnTx/>
              <a:uFillTx/>
              <a:latin typeface="DM Sans"/>
              <a:ea typeface="+mn-ea"/>
              <a:cs typeface="+mn-cs"/>
            </a:endParaRPr>
          </a:p>
        </p:txBody>
      </p:sp>
      <p:sp>
        <p:nvSpPr>
          <p:cNvPr id="3" name="Text 1"/>
          <p:cNvSpPr>
            <a:spLocks noGrp="1"/>
          </p:cNvSpPr>
          <p:nvPr>
            <p:ph type="title"/>
          </p:nvPr>
        </p:nvSpPr>
        <p:spPr>
          <a:xfrm>
            <a:off x="812800" y="11023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D1A33"/>
                </a:solidFill>
                <a:latin typeface="DM Sans" pitchFamily="34" charset="0"/>
                <a:ea typeface="DM Sans" pitchFamily="34" charset="-122"/>
                <a:cs typeface="DM Sans" pitchFamily="34" charset="-120"/>
              </a:rPr>
              <a:t>Prebuilt or custom models</a:t>
            </a:r>
            <a:endParaRPr lang="en-US" sz="3200" dirty="0"/>
          </a:p>
        </p:txBody>
      </p:sp>
      <p:sp>
        <p:nvSpPr>
          <p:cNvPr id="4" name="Shape 2"/>
          <p:cNvSpPr/>
          <p:nvPr/>
        </p:nvSpPr>
        <p:spPr>
          <a:xfrm>
            <a:off x="815975" y="1908125"/>
            <a:ext cx="5175250" cy="2232521"/>
          </a:xfrm>
          <a:prstGeom prst="roundRect">
            <a:avLst>
              <a:gd name="adj" fmla="val 5546"/>
            </a:avLst>
          </a:prstGeom>
          <a:solidFill>
            <a:srgbClr val="FFFEFB"/>
          </a:solidFill>
          <a:ln w="6350">
            <a:solidFill>
              <a:srgbClr val="E2DED3"/>
            </a:solidFill>
            <a:prstDash val="solid"/>
          </a:ln>
        </p:spPr>
        <p:txBody>
          <a:bodyPr/>
          <a:lstStyle/>
          <a:p>
            <a:endParaRPr lang="en-IN"/>
          </a:p>
        </p:txBody>
      </p:sp>
      <p:sp>
        <p:nvSpPr>
          <p:cNvPr id="5" name="Text 3"/>
          <p:cNvSpPr/>
          <p:nvPr/>
        </p:nvSpPr>
        <p:spPr>
          <a:xfrm>
            <a:off x="1123950" y="2216100"/>
            <a:ext cx="4696079" cy="3302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4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5A45D1"/>
                </a:solidFill>
                <a:effectLst/>
                <a:uLnTx/>
                <a:uFillTx/>
                <a:latin typeface="DM Sans" pitchFamily="34" charset="0"/>
                <a:ea typeface="DM Sans" pitchFamily="34" charset="-122"/>
                <a:cs typeface="DM Sans" pitchFamily="34" charset="-120"/>
              </a:rPr>
              <a:t>Prebuilt</a:t>
            </a:r>
            <a:endParaRPr kumimoji="0" lang="en-US" sz="2000" b="0" i="0" u="none" strike="noStrike" kern="1200" cap="none" spc="0" normalizeH="0" baseline="0" noProof="0" dirty="0">
              <a:ln>
                <a:noFill/>
              </a:ln>
              <a:solidFill>
                <a:srgbClr val="1D1A33"/>
              </a:solidFill>
              <a:effectLst/>
              <a:uLnTx/>
              <a:uFillTx/>
              <a:latin typeface="DM Sans"/>
              <a:ea typeface="+mn-ea"/>
              <a:cs typeface="+mn-cs"/>
            </a:endParaRPr>
          </a:p>
        </p:txBody>
      </p:sp>
      <p:sp>
        <p:nvSpPr>
          <p:cNvPr id="6" name="Text 4"/>
          <p:cNvSpPr/>
          <p:nvPr/>
        </p:nvSpPr>
        <p:spPr>
          <a:xfrm>
            <a:off x="1123950" y="2647900"/>
            <a:ext cx="4696079" cy="3098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24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D1A33"/>
                </a:solidFill>
                <a:effectLst/>
                <a:uLnTx/>
                <a:uFillTx/>
                <a:latin typeface="DM Sans" pitchFamily="34" charset="0"/>
                <a:ea typeface="DM Sans" pitchFamily="34" charset="-122"/>
                <a:cs typeface="DM Sans" pitchFamily="34" charset="-120"/>
              </a:rPr>
              <a:t>Ready to use, no training</a:t>
            </a:r>
            <a:endParaRPr kumimoji="0" lang="en-US" sz="1600" b="0" i="0" u="none" strike="noStrike" kern="1200" cap="none" spc="0" normalizeH="0" baseline="0" noProof="0" dirty="0">
              <a:ln>
                <a:noFill/>
              </a:ln>
              <a:solidFill>
                <a:srgbClr val="1D1A33"/>
              </a:solidFill>
              <a:effectLst/>
              <a:uLnTx/>
              <a:uFillTx/>
              <a:latin typeface="DM Sans"/>
              <a:ea typeface="+mn-ea"/>
              <a:cs typeface="+mn-cs"/>
            </a:endParaRPr>
          </a:p>
        </p:txBody>
      </p:sp>
      <p:sp>
        <p:nvSpPr>
          <p:cNvPr id="7" name="Text 5"/>
          <p:cNvSpPr/>
          <p:nvPr/>
        </p:nvSpPr>
        <p:spPr>
          <a:xfrm>
            <a:off x="1123950" y="3059361"/>
            <a:ext cx="4696079" cy="798711"/>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03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4F4C66"/>
                </a:solidFill>
                <a:effectLst/>
                <a:uLnTx/>
                <a:uFillTx/>
                <a:latin typeface="DM Sans" pitchFamily="34" charset="0"/>
                <a:ea typeface="DM Sans" pitchFamily="34" charset="-122"/>
                <a:cs typeface="DM Sans" pitchFamily="34" charset="-120"/>
              </a:rPr>
              <a:t>Invoice, receipt, ID and business card processing, sentiment analysis, language detection, entity extraction and translation.</a:t>
            </a:r>
            <a:endParaRPr kumimoji="0" lang="en-US" sz="1400" b="0" i="0" u="none" strike="noStrike" kern="1200" cap="none" spc="0" normalizeH="0" baseline="0" noProof="0" dirty="0">
              <a:ln>
                <a:noFill/>
              </a:ln>
              <a:solidFill>
                <a:srgbClr val="1D1A33"/>
              </a:solidFill>
              <a:effectLst/>
              <a:uLnTx/>
              <a:uFillTx/>
              <a:latin typeface="DM Sans"/>
              <a:ea typeface="+mn-ea"/>
              <a:cs typeface="+mn-cs"/>
            </a:endParaRPr>
          </a:p>
        </p:txBody>
      </p:sp>
      <p:sp>
        <p:nvSpPr>
          <p:cNvPr id="8" name="Shape 6"/>
          <p:cNvSpPr/>
          <p:nvPr/>
        </p:nvSpPr>
        <p:spPr>
          <a:xfrm>
            <a:off x="6200775" y="1908125"/>
            <a:ext cx="5175250" cy="2232521"/>
          </a:xfrm>
          <a:prstGeom prst="roundRect">
            <a:avLst>
              <a:gd name="adj" fmla="val 5546"/>
            </a:avLst>
          </a:prstGeom>
          <a:solidFill>
            <a:srgbClr val="FFFEFB"/>
          </a:solidFill>
          <a:ln w="6350">
            <a:solidFill>
              <a:srgbClr val="E2DED3"/>
            </a:solidFill>
            <a:prstDash val="solid"/>
          </a:ln>
        </p:spPr>
        <p:txBody>
          <a:bodyPr/>
          <a:lstStyle/>
          <a:p>
            <a:endParaRPr lang="en-IN"/>
          </a:p>
        </p:txBody>
      </p:sp>
      <p:sp>
        <p:nvSpPr>
          <p:cNvPr id="9" name="Text 7"/>
          <p:cNvSpPr/>
          <p:nvPr/>
        </p:nvSpPr>
        <p:spPr>
          <a:xfrm>
            <a:off x="6508750" y="2216100"/>
            <a:ext cx="4696079" cy="3302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4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5A45D1"/>
                </a:solidFill>
                <a:effectLst/>
                <a:uLnTx/>
                <a:uFillTx/>
                <a:latin typeface="DM Sans" pitchFamily="34" charset="0"/>
                <a:ea typeface="DM Sans" pitchFamily="34" charset="-122"/>
                <a:cs typeface="DM Sans" pitchFamily="34" charset="-120"/>
              </a:rPr>
              <a:t>Custom</a:t>
            </a:r>
            <a:endParaRPr kumimoji="0" lang="en-US" sz="2000" b="0" i="0" u="none" strike="noStrike" kern="1200" cap="none" spc="0" normalizeH="0" baseline="0" noProof="0" dirty="0">
              <a:ln>
                <a:noFill/>
              </a:ln>
              <a:solidFill>
                <a:srgbClr val="1D1A33"/>
              </a:solidFill>
              <a:effectLst/>
              <a:uLnTx/>
              <a:uFillTx/>
              <a:latin typeface="DM Sans"/>
              <a:ea typeface="+mn-ea"/>
              <a:cs typeface="+mn-cs"/>
            </a:endParaRPr>
          </a:p>
        </p:txBody>
      </p:sp>
      <p:sp>
        <p:nvSpPr>
          <p:cNvPr id="10" name="Text 8"/>
          <p:cNvSpPr/>
          <p:nvPr/>
        </p:nvSpPr>
        <p:spPr>
          <a:xfrm>
            <a:off x="6508750" y="2647900"/>
            <a:ext cx="4696079" cy="3098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24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D1A33"/>
                </a:solidFill>
                <a:effectLst/>
                <a:uLnTx/>
                <a:uFillTx/>
                <a:latin typeface="DM Sans" pitchFamily="34" charset="0"/>
                <a:ea typeface="DM Sans" pitchFamily="34" charset="-122"/>
                <a:cs typeface="DM Sans" pitchFamily="34" charset="-120"/>
              </a:rPr>
              <a:t>Trained on your own data</a:t>
            </a:r>
            <a:endParaRPr kumimoji="0" lang="en-US" sz="1600" b="0" i="0" u="none" strike="noStrike" kern="1200" cap="none" spc="0" normalizeH="0" baseline="0" noProof="0" dirty="0">
              <a:ln>
                <a:noFill/>
              </a:ln>
              <a:solidFill>
                <a:srgbClr val="1D1A33"/>
              </a:solidFill>
              <a:effectLst/>
              <a:uLnTx/>
              <a:uFillTx/>
              <a:latin typeface="DM Sans"/>
              <a:ea typeface="+mn-ea"/>
              <a:cs typeface="+mn-cs"/>
            </a:endParaRPr>
          </a:p>
        </p:txBody>
      </p:sp>
      <p:sp>
        <p:nvSpPr>
          <p:cNvPr id="11" name="Text 9"/>
          <p:cNvSpPr/>
          <p:nvPr/>
        </p:nvSpPr>
        <p:spPr>
          <a:xfrm>
            <a:off x="6508750" y="3059361"/>
            <a:ext cx="4696079" cy="798711"/>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03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4F4C66"/>
                </a:solidFill>
                <a:effectLst/>
                <a:uLnTx/>
                <a:uFillTx/>
                <a:latin typeface="DM Sans" pitchFamily="34" charset="0"/>
                <a:ea typeface="DM Sans" pitchFamily="34" charset="-122"/>
                <a:cs typeface="DM Sans" pitchFamily="34" charset="-120"/>
              </a:rPr>
              <a:t>Prediction, document processing, category classification, entity extraction and object detection for your business scenarios.</a:t>
            </a:r>
            <a:endParaRPr kumimoji="0" lang="en-US" sz="1400" b="0" i="0" u="none" strike="noStrike" kern="1200" cap="none" spc="0" normalizeH="0" baseline="0" noProof="0" dirty="0">
              <a:ln>
                <a:noFill/>
              </a:ln>
              <a:solidFill>
                <a:srgbClr val="1D1A33"/>
              </a:solidFill>
              <a:effectLst/>
              <a:uLnTx/>
              <a:uFillTx/>
              <a:latin typeface="DM Sans"/>
              <a:ea typeface="+mn-ea"/>
              <a:cs typeface="+mn-cs"/>
            </a:endParaRPr>
          </a:p>
        </p:txBody>
      </p:sp>
      <p:sp>
        <p:nvSpPr>
          <p:cNvPr id="12" name="Text 10"/>
          <p:cNvSpPr/>
          <p:nvPr/>
        </p:nvSpPr>
        <p:spPr>
          <a:xfrm>
            <a:off x="812800" y="4499421"/>
            <a:ext cx="10883392" cy="3098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24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D1A33"/>
                </a:solidFill>
                <a:effectLst/>
                <a:uLnTx/>
                <a:uFillTx/>
                <a:latin typeface="DM Sans" pitchFamily="34" charset="0"/>
                <a:ea typeface="DM Sans" pitchFamily="34" charset="-122"/>
                <a:cs typeface="DM Sans" pitchFamily="34" charset="-120"/>
              </a:rPr>
              <a:t>Rule of thumb:</a:t>
            </a:r>
            <a:r>
              <a:rPr kumimoji="0" lang="en-US" sz="1600" b="0" i="0" u="none" strike="noStrike" kern="1200" cap="none" spc="0" normalizeH="0" baseline="0" noProof="0" dirty="0">
                <a:ln>
                  <a:noFill/>
                </a:ln>
                <a:solidFill>
                  <a:srgbClr val="1D1A33"/>
                </a:solidFill>
                <a:effectLst/>
                <a:uLnTx/>
                <a:uFillTx/>
                <a:latin typeface="DM Sans" pitchFamily="34" charset="0"/>
                <a:ea typeface="DM Sans" pitchFamily="34" charset="-122"/>
                <a:cs typeface="DM Sans" pitchFamily="34" charset="-120"/>
              </a:rPr>
              <a:t> start with a prebuilt model, and train a custom one only when it falls short.</a:t>
            </a:r>
            <a:endParaRPr kumimoji="0" lang="en-US" sz="1600" b="0" i="0" u="none" strike="noStrike" kern="1200" cap="none" spc="0" normalizeH="0" baseline="0" noProof="0" dirty="0">
              <a:ln>
                <a:noFill/>
              </a:ln>
              <a:solidFill>
                <a:srgbClr val="1D1A33"/>
              </a:solidFill>
              <a:effectLst/>
              <a:uLnTx/>
              <a:uFillTx/>
              <a:latin typeface="DM Sans"/>
              <a:ea typeface="+mn-ea"/>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0" cap="none" spc="150" normalizeH="0" baseline="0" noProof="0" dirty="0">
                <a:ln>
                  <a:noFill/>
                </a:ln>
                <a:solidFill>
                  <a:srgbClr val="5A45D1"/>
                </a:solidFill>
                <a:effectLst/>
                <a:uLnTx/>
                <a:uFillTx/>
                <a:latin typeface="DM Sans" pitchFamily="34" charset="0"/>
                <a:ea typeface="DM Sans" pitchFamily="34" charset="-122"/>
                <a:cs typeface="DM Sans" pitchFamily="34" charset="-120"/>
              </a:rPr>
              <a:t>DOCUMENT PROCESSING</a:t>
            </a:r>
            <a:endParaRPr kumimoji="0" lang="en-US" sz="1200" b="0" i="0" u="none" strike="noStrike" kern="1200" cap="none" spc="0" normalizeH="0" baseline="0" noProof="0" dirty="0">
              <a:ln>
                <a:noFill/>
              </a:ln>
              <a:solidFill>
                <a:srgbClr val="1D1A33"/>
              </a:solidFill>
              <a:effectLst/>
              <a:uLnTx/>
              <a:uFillTx/>
              <a:latin typeface="DM Sans"/>
              <a:ea typeface="+mn-ea"/>
              <a:cs typeface="+mn-cs"/>
            </a:endParaRPr>
          </a:p>
        </p:txBody>
      </p:sp>
      <p:sp>
        <p:nvSpPr>
          <p:cNvPr id="3" name="Text 1"/>
          <p:cNvSpPr>
            <a:spLocks noGrp="1"/>
          </p:cNvSpPr>
          <p:nvPr>
            <p:ph type="title"/>
          </p:nvPr>
        </p:nvSpPr>
        <p:spPr>
          <a:xfrm>
            <a:off x="812800" y="11023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D1A33"/>
                </a:solidFill>
                <a:latin typeface="DM Sans" pitchFamily="34" charset="0"/>
                <a:ea typeface="DM Sans" pitchFamily="34" charset="-122"/>
                <a:cs typeface="DM Sans" pitchFamily="34" charset="-120"/>
              </a:rPr>
              <a:t>From document to data in a flow</a:t>
            </a:r>
            <a:endParaRPr lang="en-US" sz="3200" dirty="0"/>
          </a:p>
        </p:txBody>
      </p:sp>
      <p:sp>
        <p:nvSpPr>
          <p:cNvPr id="4" name="Text 2"/>
          <p:cNvSpPr/>
          <p:nvPr/>
        </p:nvSpPr>
        <p:spPr>
          <a:xfrm>
            <a:off x="849114" y="1904950"/>
            <a:ext cx="6470404" cy="2339330"/>
          </a:xfrm>
          <a:prstGeom prst="rect">
            <a:avLst/>
          </a:prstGeom>
          <a:noFill/>
          <a:ln/>
        </p:spPr>
        <p:txBody>
          <a:bodyPr wrap="square" lIns="0" tIns="0" rIns="0" bIns="0" rtlCol="0" anchor="t">
            <a:normAutofit/>
          </a:bodyPr>
          <a:lstStyle/>
          <a:p>
            <a:pPr marL="217686" marR="0" lvl="0" indent="-217686" algn="l" defTabSz="914400" rtl="0" eaLnBrk="1" fontAlgn="auto" latinLnBrk="0" hangingPunct="1">
              <a:lnSpc>
                <a:spcPts val="2400"/>
              </a:lnSpc>
              <a:spcBef>
                <a:spcPts val="0"/>
              </a:spcBef>
              <a:spcAft>
                <a:spcPts val="0"/>
              </a:spcAft>
              <a:buClrTx/>
              <a:buSzPct val="100000"/>
              <a:buFontTx/>
              <a:buAutoNum type="arabicPeriod"/>
              <a:tabLst/>
              <a:defRPr/>
            </a:pPr>
            <a:r>
              <a:rPr kumimoji="0" lang="en-US" sz="1600" b="0" i="0" u="none" strike="noStrike" kern="1200" cap="none" spc="0" normalizeH="0" baseline="0" noProof="0" dirty="0">
                <a:ln>
                  <a:noFill/>
                </a:ln>
                <a:solidFill>
                  <a:srgbClr val="1D1A33"/>
                </a:solidFill>
                <a:effectLst/>
                <a:uLnTx/>
                <a:uFillTx/>
                <a:latin typeface="DM Sans" pitchFamily="34" charset="0"/>
                <a:ea typeface="DM Sans" pitchFamily="34" charset="-122"/>
                <a:cs typeface="DM Sans" pitchFamily="34" charset="-120"/>
              </a:rPr>
              <a:t>Trigger the flow when a file arrives in SharePoint, OneDrive or email</a:t>
            </a:r>
            <a:endParaRPr kumimoji="0" lang="en-US" sz="1600" b="0" i="0" u="none" strike="noStrike" kern="1200" cap="none" spc="0" normalizeH="0" baseline="0" noProof="0" dirty="0">
              <a:ln>
                <a:noFill/>
              </a:ln>
              <a:solidFill>
                <a:srgbClr val="1D1A33"/>
              </a:solidFill>
              <a:effectLst/>
              <a:uLnTx/>
              <a:uFillTx/>
              <a:latin typeface="DM Sans"/>
              <a:ea typeface="+mn-ea"/>
              <a:cs typeface="+mn-cs"/>
            </a:endParaRPr>
          </a:p>
          <a:p>
            <a:pPr marL="217686" marR="0" lvl="0" indent="-217686" algn="l" defTabSz="914400" rtl="0" eaLnBrk="1" fontAlgn="auto" latinLnBrk="0" hangingPunct="1">
              <a:lnSpc>
                <a:spcPts val="2400"/>
              </a:lnSpc>
              <a:spcBef>
                <a:spcPts val="0"/>
              </a:spcBef>
              <a:spcAft>
                <a:spcPts val="0"/>
              </a:spcAft>
              <a:buClrTx/>
              <a:buSzPct val="100000"/>
              <a:buFontTx/>
              <a:buAutoNum type="arabicPeriod"/>
              <a:tabLst/>
              <a:defRPr/>
            </a:pPr>
            <a:r>
              <a:rPr kumimoji="0" lang="en-US" sz="1600" b="0" i="0" u="none" strike="noStrike" kern="1200" cap="none" spc="0" normalizeH="0" baseline="0" noProof="0" dirty="0">
                <a:ln>
                  <a:noFill/>
                </a:ln>
                <a:solidFill>
                  <a:srgbClr val="1D1A33"/>
                </a:solidFill>
                <a:effectLst/>
                <a:uLnTx/>
                <a:uFillTx/>
                <a:latin typeface="DM Sans" pitchFamily="34" charset="0"/>
                <a:ea typeface="DM Sans" pitchFamily="34" charset="-122"/>
                <a:cs typeface="DM Sans" pitchFamily="34" charset="-120"/>
              </a:rPr>
              <a:t>Add an AI Builder action</a:t>
            </a:r>
            <a:endParaRPr kumimoji="0" lang="en-US" sz="1600" b="0" i="0" u="none" strike="noStrike" kern="1200" cap="none" spc="0" normalizeH="0" baseline="0" noProof="0" dirty="0">
              <a:ln>
                <a:noFill/>
              </a:ln>
              <a:solidFill>
                <a:srgbClr val="1D1A33"/>
              </a:solidFill>
              <a:effectLst/>
              <a:uLnTx/>
              <a:uFillTx/>
              <a:latin typeface="DM Sans"/>
              <a:ea typeface="+mn-ea"/>
              <a:cs typeface="+mn-cs"/>
            </a:endParaRPr>
          </a:p>
          <a:p>
            <a:pPr marL="217686" marR="0" lvl="0" indent="-217686" algn="l" defTabSz="914400" rtl="0" eaLnBrk="1" fontAlgn="auto" latinLnBrk="0" hangingPunct="1">
              <a:lnSpc>
                <a:spcPts val="2400"/>
              </a:lnSpc>
              <a:spcBef>
                <a:spcPts val="0"/>
              </a:spcBef>
              <a:spcAft>
                <a:spcPts val="0"/>
              </a:spcAft>
              <a:buClrTx/>
              <a:buSzPct val="100000"/>
              <a:buFontTx/>
              <a:buAutoNum type="arabicPeriod"/>
              <a:tabLst/>
              <a:defRPr/>
            </a:pPr>
            <a:r>
              <a:rPr kumimoji="0" lang="en-US" sz="1600" b="0" i="0" u="none" strike="noStrike" kern="1200" cap="none" spc="0" normalizeH="0" baseline="0" noProof="0" dirty="0">
                <a:ln>
                  <a:noFill/>
                </a:ln>
                <a:solidFill>
                  <a:srgbClr val="1D1A33"/>
                </a:solidFill>
                <a:effectLst/>
                <a:uLnTx/>
                <a:uFillTx/>
                <a:latin typeface="DM Sans" pitchFamily="34" charset="0"/>
                <a:ea typeface="DM Sans" pitchFamily="34" charset="-122"/>
                <a:cs typeface="DM Sans" pitchFamily="34" charset="-120"/>
              </a:rPr>
              <a:t>Choose the action that matches the document type</a:t>
            </a:r>
            <a:endParaRPr kumimoji="0" lang="en-US" sz="1600" b="0" i="0" u="none" strike="noStrike" kern="1200" cap="none" spc="0" normalizeH="0" baseline="0" noProof="0" dirty="0">
              <a:ln>
                <a:noFill/>
              </a:ln>
              <a:solidFill>
                <a:srgbClr val="1D1A33"/>
              </a:solidFill>
              <a:effectLst/>
              <a:uLnTx/>
              <a:uFillTx/>
              <a:latin typeface="DM Sans"/>
              <a:ea typeface="+mn-ea"/>
              <a:cs typeface="+mn-cs"/>
            </a:endParaRPr>
          </a:p>
          <a:p>
            <a:pPr marL="217686" marR="0" lvl="0" indent="-217686" algn="l" defTabSz="914400" rtl="0" eaLnBrk="1" fontAlgn="auto" latinLnBrk="0" hangingPunct="1">
              <a:lnSpc>
                <a:spcPts val="2400"/>
              </a:lnSpc>
              <a:spcBef>
                <a:spcPts val="0"/>
              </a:spcBef>
              <a:spcAft>
                <a:spcPts val="0"/>
              </a:spcAft>
              <a:buClrTx/>
              <a:buSzPct val="100000"/>
              <a:buFontTx/>
              <a:buAutoNum type="arabicPeriod"/>
              <a:tabLst/>
              <a:defRPr/>
            </a:pPr>
            <a:r>
              <a:rPr kumimoji="0" lang="en-US" sz="1600" b="0" i="0" u="none" strike="noStrike" kern="1200" cap="none" spc="0" normalizeH="0" baseline="0" noProof="0" dirty="0">
                <a:ln>
                  <a:noFill/>
                </a:ln>
                <a:solidFill>
                  <a:srgbClr val="1D1A33"/>
                </a:solidFill>
                <a:effectLst/>
                <a:uLnTx/>
                <a:uFillTx/>
                <a:latin typeface="DM Sans" pitchFamily="34" charset="0"/>
                <a:ea typeface="DM Sans" pitchFamily="34" charset="-122"/>
                <a:cs typeface="DM Sans" pitchFamily="34" charset="-120"/>
              </a:rPr>
              <a:t>Use the extracted fields in later steps</a:t>
            </a:r>
            <a:endParaRPr kumimoji="0" lang="en-US" sz="1600" b="0" i="0" u="none" strike="noStrike" kern="1200" cap="none" spc="0" normalizeH="0" baseline="0" noProof="0" dirty="0">
              <a:ln>
                <a:noFill/>
              </a:ln>
              <a:solidFill>
                <a:srgbClr val="1D1A33"/>
              </a:solidFill>
              <a:effectLst/>
              <a:uLnTx/>
              <a:uFillTx/>
              <a:latin typeface="DM Sans"/>
              <a:ea typeface="+mn-ea"/>
              <a:cs typeface="+mn-cs"/>
            </a:endParaRPr>
          </a:p>
        </p:txBody>
      </p:sp>
      <p:sp>
        <p:nvSpPr>
          <p:cNvPr id="5" name="Shape 3"/>
          <p:cNvSpPr/>
          <p:nvPr/>
        </p:nvSpPr>
        <p:spPr>
          <a:xfrm>
            <a:off x="7442200" y="1904950"/>
            <a:ext cx="3937000" cy="2313930"/>
          </a:xfrm>
          <a:prstGeom prst="roundRect">
            <a:avLst>
              <a:gd name="adj" fmla="val 5488"/>
            </a:avLst>
          </a:prstGeom>
          <a:solidFill>
            <a:srgbClr val="16122B"/>
          </a:solidFill>
          <a:ln/>
        </p:spPr>
        <p:txBody>
          <a:bodyPr/>
          <a:lstStyle/>
          <a:p>
            <a:endParaRPr lang="en-IN"/>
          </a:p>
        </p:txBody>
      </p:sp>
      <p:sp>
        <p:nvSpPr>
          <p:cNvPr id="6" name="Text 4"/>
          <p:cNvSpPr/>
          <p:nvPr/>
        </p:nvSpPr>
        <p:spPr>
          <a:xfrm>
            <a:off x="7747000" y="2209750"/>
            <a:ext cx="3427222" cy="26923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2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2B84B"/>
                </a:solidFill>
                <a:effectLst/>
                <a:uLnTx/>
                <a:uFillTx/>
                <a:latin typeface="DM Sans" pitchFamily="34" charset="0"/>
                <a:ea typeface="DM Sans" pitchFamily="34" charset="-122"/>
                <a:cs typeface="DM Sans" pitchFamily="34" charset="-120"/>
              </a:rPr>
              <a:t>Ready-made actions</a:t>
            </a:r>
            <a:endParaRPr kumimoji="0" lang="en-US" sz="1600" b="0" i="0" u="none" strike="noStrike" kern="1200" cap="none" spc="0" normalizeH="0" baseline="0" noProof="0" dirty="0">
              <a:ln>
                <a:noFill/>
              </a:ln>
              <a:solidFill>
                <a:srgbClr val="1D1A33"/>
              </a:solidFill>
              <a:effectLst/>
              <a:uLnTx/>
              <a:uFillTx/>
              <a:latin typeface="DM Sans"/>
              <a:ea typeface="+mn-ea"/>
              <a:cs typeface="+mn-cs"/>
            </a:endParaRPr>
          </a:p>
        </p:txBody>
      </p:sp>
      <p:sp>
        <p:nvSpPr>
          <p:cNvPr id="7" name="Text 5"/>
          <p:cNvSpPr/>
          <p:nvPr/>
        </p:nvSpPr>
        <p:spPr>
          <a:xfrm>
            <a:off x="7831582" y="2580580"/>
            <a:ext cx="3335020" cy="1358900"/>
          </a:xfrm>
          <a:prstGeom prst="rect">
            <a:avLst/>
          </a:prstGeom>
          <a:noFill/>
          <a:ln/>
        </p:spPr>
        <p:txBody>
          <a:bodyPr wrap="square" lIns="0" tIns="0" rIns="0" bIns="0" rtlCol="0" anchor="t">
            <a:normAutofit/>
          </a:bodyPr>
          <a:lstStyle/>
          <a:p>
            <a:pPr marL="169418" marR="0" lvl="0" indent="-169418" algn="l" defTabSz="914400" rtl="0" eaLnBrk="1" fontAlgn="auto" latinLnBrk="0" hangingPunct="1">
              <a:lnSpc>
                <a:spcPts val="2100"/>
              </a:lnSpc>
              <a:spcBef>
                <a:spcPts val="0"/>
              </a:spcBef>
              <a:spcAft>
                <a:spcPts val="0"/>
              </a:spcAft>
              <a:buClrTx/>
              <a:buSzPct val="100000"/>
              <a:buFontTx/>
              <a:buChar char="•"/>
              <a:tabLst/>
              <a:defRPr/>
            </a:pPr>
            <a:r>
              <a:rPr kumimoji="0" lang="en-US" sz="1400" b="0" i="0" u="none" strike="noStrike" kern="1200" cap="none" spc="0" normalizeH="0" baseline="0" noProof="0" dirty="0">
                <a:ln>
                  <a:noFill/>
                </a:ln>
                <a:solidFill>
                  <a:srgbClr val="F6F4EE"/>
                </a:solidFill>
                <a:effectLst/>
                <a:uLnTx/>
                <a:uFillTx/>
                <a:latin typeface="DM Sans" pitchFamily="34" charset="0"/>
                <a:ea typeface="DM Sans" pitchFamily="34" charset="-122"/>
                <a:cs typeface="DM Sans" pitchFamily="34" charset="-120"/>
              </a:rPr>
              <a:t>Invoices</a:t>
            </a:r>
            <a:endParaRPr kumimoji="0" lang="en-US" sz="1400" b="0" i="0" u="none" strike="noStrike" kern="1200" cap="none" spc="0" normalizeH="0" baseline="0" noProof="0" dirty="0">
              <a:ln>
                <a:noFill/>
              </a:ln>
              <a:solidFill>
                <a:srgbClr val="1D1A33"/>
              </a:solidFill>
              <a:effectLst/>
              <a:uLnTx/>
              <a:uFillTx/>
              <a:latin typeface="DM Sans"/>
              <a:ea typeface="+mn-ea"/>
              <a:cs typeface="+mn-cs"/>
            </a:endParaRPr>
          </a:p>
          <a:p>
            <a:pPr marL="169418" marR="0" lvl="0" indent="-169418" algn="l" defTabSz="914400" rtl="0" eaLnBrk="1" fontAlgn="auto" latinLnBrk="0" hangingPunct="1">
              <a:lnSpc>
                <a:spcPts val="2100"/>
              </a:lnSpc>
              <a:spcBef>
                <a:spcPts val="0"/>
              </a:spcBef>
              <a:spcAft>
                <a:spcPts val="0"/>
              </a:spcAft>
              <a:buClrTx/>
              <a:buSzPct val="100000"/>
              <a:buFontTx/>
              <a:buChar char="•"/>
              <a:tabLst/>
              <a:defRPr/>
            </a:pPr>
            <a:r>
              <a:rPr kumimoji="0" lang="en-US" sz="1400" b="0" i="0" u="none" strike="noStrike" kern="1200" cap="none" spc="0" normalizeH="0" baseline="0" noProof="0" dirty="0">
                <a:ln>
                  <a:noFill/>
                </a:ln>
                <a:solidFill>
                  <a:srgbClr val="F6F4EE"/>
                </a:solidFill>
                <a:effectLst/>
                <a:uLnTx/>
                <a:uFillTx/>
                <a:latin typeface="DM Sans" pitchFamily="34" charset="0"/>
                <a:ea typeface="DM Sans" pitchFamily="34" charset="-122"/>
                <a:cs typeface="DM Sans" pitchFamily="34" charset="-120"/>
              </a:rPr>
              <a:t>Receipts</a:t>
            </a:r>
            <a:endParaRPr kumimoji="0" lang="en-US" sz="1400" b="0" i="0" u="none" strike="noStrike" kern="1200" cap="none" spc="0" normalizeH="0" baseline="0" noProof="0" dirty="0">
              <a:ln>
                <a:noFill/>
              </a:ln>
              <a:solidFill>
                <a:srgbClr val="1D1A33"/>
              </a:solidFill>
              <a:effectLst/>
              <a:uLnTx/>
              <a:uFillTx/>
              <a:latin typeface="DM Sans"/>
              <a:ea typeface="+mn-ea"/>
              <a:cs typeface="+mn-cs"/>
            </a:endParaRPr>
          </a:p>
          <a:p>
            <a:pPr marL="169418" marR="0" lvl="0" indent="-169418" algn="l" defTabSz="914400" rtl="0" eaLnBrk="1" fontAlgn="auto" latinLnBrk="0" hangingPunct="1">
              <a:lnSpc>
                <a:spcPts val="2100"/>
              </a:lnSpc>
              <a:spcBef>
                <a:spcPts val="0"/>
              </a:spcBef>
              <a:spcAft>
                <a:spcPts val="0"/>
              </a:spcAft>
              <a:buClrTx/>
              <a:buSzPct val="100000"/>
              <a:buFontTx/>
              <a:buChar char="•"/>
              <a:tabLst/>
              <a:defRPr/>
            </a:pPr>
            <a:r>
              <a:rPr kumimoji="0" lang="en-US" sz="1400" b="0" i="0" u="none" strike="noStrike" kern="1200" cap="none" spc="0" normalizeH="0" baseline="0" noProof="0" dirty="0">
                <a:ln>
                  <a:noFill/>
                </a:ln>
                <a:solidFill>
                  <a:srgbClr val="F6F4EE"/>
                </a:solidFill>
                <a:effectLst/>
                <a:uLnTx/>
                <a:uFillTx/>
                <a:latin typeface="DM Sans" pitchFamily="34" charset="0"/>
                <a:ea typeface="DM Sans" pitchFamily="34" charset="-122"/>
                <a:cs typeface="DM Sans" pitchFamily="34" charset="-120"/>
              </a:rPr>
              <a:t>Identity documents</a:t>
            </a:r>
            <a:endParaRPr kumimoji="0" lang="en-US" sz="1400" b="0" i="0" u="none" strike="noStrike" kern="1200" cap="none" spc="0" normalizeH="0" baseline="0" noProof="0" dirty="0">
              <a:ln>
                <a:noFill/>
              </a:ln>
              <a:solidFill>
                <a:srgbClr val="1D1A33"/>
              </a:solidFill>
              <a:effectLst/>
              <a:uLnTx/>
              <a:uFillTx/>
              <a:latin typeface="DM Sans"/>
              <a:ea typeface="+mn-ea"/>
              <a:cs typeface="+mn-cs"/>
            </a:endParaRPr>
          </a:p>
          <a:p>
            <a:pPr marL="169418" marR="0" lvl="0" indent="-169418" algn="l" defTabSz="914400" rtl="0" eaLnBrk="1" fontAlgn="auto" latinLnBrk="0" hangingPunct="1">
              <a:lnSpc>
                <a:spcPts val="2100"/>
              </a:lnSpc>
              <a:spcBef>
                <a:spcPts val="0"/>
              </a:spcBef>
              <a:spcAft>
                <a:spcPts val="0"/>
              </a:spcAft>
              <a:buClrTx/>
              <a:buSzPct val="100000"/>
              <a:buFontTx/>
              <a:buChar char="•"/>
              <a:tabLst/>
              <a:defRPr/>
            </a:pPr>
            <a:r>
              <a:rPr kumimoji="0" lang="en-US" sz="1400" b="0" i="0" u="none" strike="noStrike" kern="1200" cap="none" spc="0" normalizeH="0" baseline="0" noProof="0" dirty="0">
                <a:ln>
                  <a:noFill/>
                </a:ln>
                <a:solidFill>
                  <a:srgbClr val="F6F4EE"/>
                </a:solidFill>
                <a:effectLst/>
                <a:uLnTx/>
                <a:uFillTx/>
                <a:latin typeface="DM Sans" pitchFamily="34" charset="0"/>
                <a:ea typeface="DM Sans" pitchFamily="34" charset="-122"/>
                <a:cs typeface="DM Sans" pitchFamily="34" charset="-120"/>
              </a:rPr>
              <a:t>Business cards</a:t>
            </a:r>
            <a:endParaRPr kumimoji="0" lang="en-US" sz="1400" b="0" i="0" u="none" strike="noStrike" kern="1200" cap="none" spc="0" normalizeH="0" baseline="0" noProof="0" dirty="0">
              <a:ln>
                <a:noFill/>
              </a:ln>
              <a:solidFill>
                <a:srgbClr val="1D1A33"/>
              </a:solidFill>
              <a:effectLst/>
              <a:uLnTx/>
              <a:uFillTx/>
              <a:latin typeface="DM Sans"/>
              <a:ea typeface="+mn-ea"/>
              <a:cs typeface="+mn-cs"/>
            </a:endParaRPr>
          </a:p>
          <a:p>
            <a:pPr marL="169418" marR="0" lvl="0" indent="-169418" algn="l" defTabSz="914400" rtl="0" eaLnBrk="1" fontAlgn="auto" latinLnBrk="0" hangingPunct="1">
              <a:lnSpc>
                <a:spcPts val="2100"/>
              </a:lnSpc>
              <a:spcBef>
                <a:spcPts val="0"/>
              </a:spcBef>
              <a:spcAft>
                <a:spcPts val="0"/>
              </a:spcAft>
              <a:buClrTx/>
              <a:buSzPct val="100000"/>
              <a:buFontTx/>
              <a:buChar char="•"/>
              <a:tabLst/>
              <a:defRPr/>
            </a:pPr>
            <a:r>
              <a:rPr kumimoji="0" lang="en-US" sz="1400" b="0" i="0" u="none" strike="noStrike" kern="1200" cap="none" spc="0" normalizeH="0" baseline="0" noProof="0" dirty="0">
                <a:ln>
                  <a:noFill/>
                </a:ln>
                <a:solidFill>
                  <a:srgbClr val="F6F4EE"/>
                </a:solidFill>
                <a:effectLst/>
                <a:uLnTx/>
                <a:uFillTx/>
                <a:latin typeface="DM Sans" pitchFamily="34" charset="0"/>
                <a:ea typeface="DM Sans" pitchFamily="34" charset="-122"/>
                <a:cs typeface="DM Sans" pitchFamily="34" charset="-120"/>
              </a:rPr>
              <a:t>Text in images and PDFs</a:t>
            </a:r>
            <a:endParaRPr kumimoji="0" lang="en-US" sz="1400" b="0" i="0" u="none" strike="noStrike" kern="1200" cap="none" spc="0" normalizeH="0" baseline="0" noProof="0" dirty="0">
              <a:ln>
                <a:noFill/>
              </a:ln>
              <a:solidFill>
                <a:srgbClr val="1D1A33"/>
              </a:solidFill>
              <a:effectLst/>
              <a:uLnTx/>
              <a:uFillTx/>
              <a:latin typeface="DM Sans"/>
              <a:ea typeface="+mn-ea"/>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0" cap="none" spc="150" normalizeH="0" baseline="0" noProof="0" dirty="0">
                <a:ln>
                  <a:noFill/>
                </a:ln>
                <a:solidFill>
                  <a:srgbClr val="5A45D1"/>
                </a:solidFill>
                <a:effectLst/>
                <a:uLnTx/>
                <a:uFillTx/>
                <a:latin typeface="DM Sans" pitchFamily="34" charset="0"/>
                <a:ea typeface="DM Sans" pitchFamily="34" charset="-122"/>
                <a:cs typeface="DM Sans" pitchFamily="34" charset="-120"/>
              </a:rPr>
              <a:t>PROMPT BUILDER</a:t>
            </a:r>
            <a:endParaRPr kumimoji="0" lang="en-US" sz="1200" b="0" i="0" u="none" strike="noStrike" kern="1200" cap="none" spc="0" normalizeH="0" baseline="0" noProof="0" dirty="0">
              <a:ln>
                <a:noFill/>
              </a:ln>
              <a:solidFill>
                <a:srgbClr val="1D1A33"/>
              </a:solidFill>
              <a:effectLst/>
              <a:uLnTx/>
              <a:uFillTx/>
              <a:latin typeface="DM Sans"/>
              <a:ea typeface="+mn-ea"/>
              <a:cs typeface="+mn-cs"/>
            </a:endParaRPr>
          </a:p>
        </p:txBody>
      </p:sp>
      <p:sp>
        <p:nvSpPr>
          <p:cNvPr id="3" name="Text 1"/>
          <p:cNvSpPr>
            <a:spLocks noGrp="1"/>
          </p:cNvSpPr>
          <p:nvPr>
            <p:ph type="title"/>
          </p:nvPr>
        </p:nvSpPr>
        <p:spPr>
          <a:xfrm>
            <a:off x="812800" y="11023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D1A33"/>
                </a:solidFill>
                <a:latin typeface="DM Sans" pitchFamily="34" charset="0"/>
                <a:ea typeface="DM Sans" pitchFamily="34" charset="-122"/>
                <a:cs typeface="DM Sans" pitchFamily="34" charset="-120"/>
              </a:rPr>
              <a:t>Build a reusable prompt in four steps</a:t>
            </a:r>
            <a:endParaRPr lang="en-US" sz="3200" dirty="0"/>
          </a:p>
        </p:txBody>
      </p:sp>
      <p:sp>
        <p:nvSpPr>
          <p:cNvPr id="4" name="Shape 2"/>
          <p:cNvSpPr/>
          <p:nvPr/>
        </p:nvSpPr>
        <p:spPr>
          <a:xfrm>
            <a:off x="815975" y="1908125"/>
            <a:ext cx="2520950" cy="2000200"/>
          </a:xfrm>
          <a:prstGeom prst="roundRect">
            <a:avLst>
              <a:gd name="adj" fmla="val 6191"/>
            </a:avLst>
          </a:prstGeom>
          <a:solidFill>
            <a:srgbClr val="FFFEFB"/>
          </a:solidFill>
          <a:ln w="6350">
            <a:solidFill>
              <a:srgbClr val="E2DED3"/>
            </a:solidFill>
            <a:prstDash val="solid"/>
          </a:ln>
        </p:spPr>
        <p:txBody>
          <a:bodyPr/>
          <a:lstStyle/>
          <a:p>
            <a:endParaRPr lang="en-IN"/>
          </a:p>
        </p:txBody>
      </p:sp>
      <p:sp>
        <p:nvSpPr>
          <p:cNvPr id="5" name="Text 3"/>
          <p:cNvSpPr/>
          <p:nvPr/>
        </p:nvSpPr>
        <p:spPr>
          <a:xfrm>
            <a:off x="1022350" y="2114500"/>
            <a:ext cx="2171446" cy="47243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352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5A45D1"/>
                </a:solidFill>
                <a:effectLst/>
                <a:uLnTx/>
                <a:uFillTx/>
                <a:latin typeface="DM Sans" pitchFamily="34" charset="0"/>
                <a:ea typeface="DM Sans" pitchFamily="34" charset="-122"/>
                <a:cs typeface="DM Sans" pitchFamily="34" charset="-120"/>
              </a:rPr>
              <a:t>1</a:t>
            </a:r>
            <a:endParaRPr kumimoji="0" lang="en-US" sz="3200" b="0" i="0" u="none" strike="noStrike" kern="1200" cap="none" spc="0" normalizeH="0" baseline="0" noProof="0" dirty="0">
              <a:ln>
                <a:noFill/>
              </a:ln>
              <a:solidFill>
                <a:srgbClr val="1D1A33"/>
              </a:solidFill>
              <a:effectLst/>
              <a:uLnTx/>
              <a:uFillTx/>
              <a:latin typeface="DM Sans"/>
              <a:ea typeface="+mn-ea"/>
              <a:cs typeface="+mn-cs"/>
            </a:endParaRPr>
          </a:p>
        </p:txBody>
      </p:sp>
      <p:sp>
        <p:nvSpPr>
          <p:cNvPr id="6" name="Text 4"/>
          <p:cNvSpPr/>
          <p:nvPr/>
        </p:nvSpPr>
        <p:spPr>
          <a:xfrm>
            <a:off x="1022350" y="2663130"/>
            <a:ext cx="2171446" cy="26923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2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D1A33"/>
                </a:solidFill>
                <a:effectLst/>
                <a:uLnTx/>
                <a:uFillTx/>
                <a:latin typeface="DM Sans" pitchFamily="34" charset="0"/>
                <a:ea typeface="DM Sans" pitchFamily="34" charset="-122"/>
                <a:cs typeface="DM Sans" pitchFamily="34" charset="-120"/>
              </a:rPr>
              <a:t>Open it</a:t>
            </a:r>
            <a:endParaRPr kumimoji="0" lang="en-US" sz="1600" b="0" i="0" u="none" strike="noStrike" kern="1200" cap="none" spc="0" normalizeH="0" baseline="0" noProof="0" dirty="0">
              <a:ln>
                <a:noFill/>
              </a:ln>
              <a:solidFill>
                <a:srgbClr val="1D1A33"/>
              </a:solidFill>
              <a:effectLst/>
              <a:uLnTx/>
              <a:uFillTx/>
              <a:latin typeface="DM Sans"/>
              <a:ea typeface="+mn-ea"/>
              <a:cs typeface="+mn-cs"/>
            </a:endParaRPr>
          </a:p>
        </p:txBody>
      </p:sp>
      <p:sp>
        <p:nvSpPr>
          <p:cNvPr id="7" name="Text 5"/>
          <p:cNvSpPr/>
          <p:nvPr/>
        </p:nvSpPr>
        <p:spPr>
          <a:xfrm>
            <a:off x="1022350" y="3008561"/>
            <a:ext cx="2171446" cy="4876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4F4C66"/>
                </a:solidFill>
                <a:effectLst/>
                <a:uLnTx/>
                <a:uFillTx/>
                <a:latin typeface="DM Sans" pitchFamily="34" charset="0"/>
                <a:ea typeface="DM Sans" pitchFamily="34" charset="-122"/>
                <a:cs typeface="DM Sans" pitchFamily="34" charset="-120"/>
              </a:rPr>
              <a:t>AI hub, then Prompts, then Build your own prompt.</a:t>
            </a:r>
            <a:endParaRPr kumimoji="0" lang="en-US" sz="1300" b="0" i="0" u="none" strike="noStrike" kern="1200" cap="none" spc="0" normalizeH="0" baseline="0" noProof="0" dirty="0">
              <a:ln>
                <a:noFill/>
              </a:ln>
              <a:solidFill>
                <a:srgbClr val="1D1A33"/>
              </a:solidFill>
              <a:effectLst/>
              <a:uLnTx/>
              <a:uFillTx/>
              <a:latin typeface="DM Sans"/>
              <a:ea typeface="+mn-ea"/>
              <a:cs typeface="+mn-cs"/>
            </a:endParaRPr>
          </a:p>
        </p:txBody>
      </p:sp>
      <p:sp>
        <p:nvSpPr>
          <p:cNvPr id="8" name="Shape 6"/>
          <p:cNvSpPr/>
          <p:nvPr/>
        </p:nvSpPr>
        <p:spPr>
          <a:xfrm>
            <a:off x="3495675" y="1908125"/>
            <a:ext cx="2520950" cy="2000200"/>
          </a:xfrm>
          <a:prstGeom prst="roundRect">
            <a:avLst>
              <a:gd name="adj" fmla="val 6191"/>
            </a:avLst>
          </a:prstGeom>
          <a:solidFill>
            <a:srgbClr val="FFFEFB"/>
          </a:solidFill>
          <a:ln w="6350">
            <a:solidFill>
              <a:srgbClr val="E2DED3"/>
            </a:solidFill>
            <a:prstDash val="solid"/>
          </a:ln>
        </p:spPr>
        <p:txBody>
          <a:bodyPr/>
          <a:lstStyle/>
          <a:p>
            <a:endParaRPr lang="en-IN"/>
          </a:p>
        </p:txBody>
      </p:sp>
      <p:sp>
        <p:nvSpPr>
          <p:cNvPr id="9" name="Text 7"/>
          <p:cNvSpPr/>
          <p:nvPr/>
        </p:nvSpPr>
        <p:spPr>
          <a:xfrm>
            <a:off x="3702050" y="2114500"/>
            <a:ext cx="2171446" cy="47243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352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5A45D1"/>
                </a:solidFill>
                <a:effectLst/>
                <a:uLnTx/>
                <a:uFillTx/>
                <a:latin typeface="DM Sans" pitchFamily="34" charset="0"/>
                <a:ea typeface="DM Sans" pitchFamily="34" charset="-122"/>
                <a:cs typeface="DM Sans" pitchFamily="34" charset="-120"/>
              </a:rPr>
              <a:t>2</a:t>
            </a:r>
            <a:endParaRPr kumimoji="0" lang="en-US" sz="3200" b="0" i="0" u="none" strike="noStrike" kern="1200" cap="none" spc="0" normalizeH="0" baseline="0" noProof="0" dirty="0">
              <a:ln>
                <a:noFill/>
              </a:ln>
              <a:solidFill>
                <a:srgbClr val="1D1A33"/>
              </a:solidFill>
              <a:effectLst/>
              <a:uLnTx/>
              <a:uFillTx/>
              <a:latin typeface="DM Sans"/>
              <a:ea typeface="+mn-ea"/>
              <a:cs typeface="+mn-cs"/>
            </a:endParaRPr>
          </a:p>
        </p:txBody>
      </p:sp>
      <p:sp>
        <p:nvSpPr>
          <p:cNvPr id="10" name="Text 8"/>
          <p:cNvSpPr/>
          <p:nvPr/>
        </p:nvSpPr>
        <p:spPr>
          <a:xfrm>
            <a:off x="3702050" y="2663130"/>
            <a:ext cx="2171446" cy="26923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2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D1A33"/>
                </a:solidFill>
                <a:effectLst/>
                <a:uLnTx/>
                <a:uFillTx/>
                <a:latin typeface="DM Sans" pitchFamily="34" charset="0"/>
                <a:ea typeface="DM Sans" pitchFamily="34" charset="-122"/>
                <a:cs typeface="DM Sans" pitchFamily="34" charset="-120"/>
              </a:rPr>
              <a:t>Write it</a:t>
            </a:r>
            <a:endParaRPr kumimoji="0" lang="en-US" sz="1600" b="0" i="0" u="none" strike="noStrike" kern="1200" cap="none" spc="0" normalizeH="0" baseline="0" noProof="0" dirty="0">
              <a:ln>
                <a:noFill/>
              </a:ln>
              <a:solidFill>
                <a:srgbClr val="1D1A33"/>
              </a:solidFill>
              <a:effectLst/>
              <a:uLnTx/>
              <a:uFillTx/>
              <a:latin typeface="DM Sans"/>
              <a:ea typeface="+mn-ea"/>
              <a:cs typeface="+mn-cs"/>
            </a:endParaRPr>
          </a:p>
        </p:txBody>
      </p:sp>
      <p:sp>
        <p:nvSpPr>
          <p:cNvPr id="11" name="Text 9"/>
          <p:cNvSpPr/>
          <p:nvPr/>
        </p:nvSpPr>
        <p:spPr>
          <a:xfrm>
            <a:off x="3702050" y="3008561"/>
            <a:ext cx="2171446" cy="7187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4F4C66"/>
                </a:solidFill>
                <a:effectLst/>
                <a:uLnTx/>
                <a:uFillTx/>
                <a:latin typeface="DM Sans" pitchFamily="34" charset="0"/>
                <a:ea typeface="DM Sans" pitchFamily="34" charset="-122"/>
                <a:cs typeface="DM Sans" pitchFamily="34" charset="-120"/>
              </a:rPr>
              <a:t>Name the prompt, then write instructions or start from a template.</a:t>
            </a:r>
            <a:endParaRPr kumimoji="0" lang="en-US" sz="1300" b="0" i="0" u="none" strike="noStrike" kern="1200" cap="none" spc="0" normalizeH="0" baseline="0" noProof="0" dirty="0">
              <a:ln>
                <a:noFill/>
              </a:ln>
              <a:solidFill>
                <a:srgbClr val="1D1A33"/>
              </a:solidFill>
              <a:effectLst/>
              <a:uLnTx/>
              <a:uFillTx/>
              <a:latin typeface="DM Sans"/>
              <a:ea typeface="+mn-ea"/>
              <a:cs typeface="+mn-cs"/>
            </a:endParaRPr>
          </a:p>
        </p:txBody>
      </p:sp>
      <p:sp>
        <p:nvSpPr>
          <p:cNvPr id="12" name="Shape 10"/>
          <p:cNvSpPr/>
          <p:nvPr/>
        </p:nvSpPr>
        <p:spPr>
          <a:xfrm>
            <a:off x="6175375" y="1908125"/>
            <a:ext cx="2520950" cy="2000200"/>
          </a:xfrm>
          <a:prstGeom prst="roundRect">
            <a:avLst>
              <a:gd name="adj" fmla="val 6191"/>
            </a:avLst>
          </a:prstGeom>
          <a:solidFill>
            <a:srgbClr val="FFFEFB"/>
          </a:solidFill>
          <a:ln w="6350">
            <a:solidFill>
              <a:srgbClr val="E2DED3"/>
            </a:solidFill>
            <a:prstDash val="solid"/>
          </a:ln>
        </p:spPr>
        <p:txBody>
          <a:bodyPr/>
          <a:lstStyle/>
          <a:p>
            <a:endParaRPr lang="en-IN"/>
          </a:p>
        </p:txBody>
      </p:sp>
      <p:sp>
        <p:nvSpPr>
          <p:cNvPr id="13" name="Text 11"/>
          <p:cNvSpPr/>
          <p:nvPr/>
        </p:nvSpPr>
        <p:spPr>
          <a:xfrm>
            <a:off x="6381750" y="2114500"/>
            <a:ext cx="2171446" cy="47243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352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5A45D1"/>
                </a:solidFill>
                <a:effectLst/>
                <a:uLnTx/>
                <a:uFillTx/>
                <a:latin typeface="DM Sans" pitchFamily="34" charset="0"/>
                <a:ea typeface="DM Sans" pitchFamily="34" charset="-122"/>
                <a:cs typeface="DM Sans" pitchFamily="34" charset="-120"/>
              </a:rPr>
              <a:t>3</a:t>
            </a:r>
            <a:endParaRPr kumimoji="0" lang="en-US" sz="3200" b="0" i="0" u="none" strike="noStrike" kern="1200" cap="none" spc="0" normalizeH="0" baseline="0" noProof="0" dirty="0">
              <a:ln>
                <a:noFill/>
              </a:ln>
              <a:solidFill>
                <a:srgbClr val="1D1A33"/>
              </a:solidFill>
              <a:effectLst/>
              <a:uLnTx/>
              <a:uFillTx/>
              <a:latin typeface="DM Sans"/>
              <a:ea typeface="+mn-ea"/>
              <a:cs typeface="+mn-cs"/>
            </a:endParaRPr>
          </a:p>
        </p:txBody>
      </p:sp>
      <p:sp>
        <p:nvSpPr>
          <p:cNvPr id="14" name="Text 12"/>
          <p:cNvSpPr/>
          <p:nvPr/>
        </p:nvSpPr>
        <p:spPr>
          <a:xfrm>
            <a:off x="6381750" y="2663130"/>
            <a:ext cx="2171446" cy="26923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2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D1A33"/>
                </a:solidFill>
                <a:effectLst/>
                <a:uLnTx/>
                <a:uFillTx/>
                <a:latin typeface="DM Sans" pitchFamily="34" charset="0"/>
                <a:ea typeface="DM Sans" pitchFamily="34" charset="-122"/>
                <a:cs typeface="DM Sans" pitchFamily="34" charset="-120"/>
              </a:rPr>
              <a:t>Add inputs</a:t>
            </a:r>
            <a:endParaRPr kumimoji="0" lang="en-US" sz="1600" b="0" i="0" u="none" strike="noStrike" kern="1200" cap="none" spc="0" normalizeH="0" baseline="0" noProof="0" dirty="0">
              <a:ln>
                <a:noFill/>
              </a:ln>
              <a:solidFill>
                <a:srgbClr val="1D1A33"/>
              </a:solidFill>
              <a:effectLst/>
              <a:uLnTx/>
              <a:uFillTx/>
              <a:latin typeface="DM Sans"/>
              <a:ea typeface="+mn-ea"/>
              <a:cs typeface="+mn-cs"/>
            </a:endParaRPr>
          </a:p>
        </p:txBody>
      </p:sp>
      <p:sp>
        <p:nvSpPr>
          <p:cNvPr id="15" name="Text 13"/>
          <p:cNvSpPr/>
          <p:nvPr/>
        </p:nvSpPr>
        <p:spPr>
          <a:xfrm>
            <a:off x="6381750" y="3008561"/>
            <a:ext cx="2171446" cy="7187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4F4C66"/>
                </a:solidFill>
                <a:effectLst/>
                <a:uLnTx/>
                <a:uFillTx/>
                <a:latin typeface="DM Sans" pitchFamily="34" charset="0"/>
                <a:ea typeface="DM Sans" pitchFamily="34" charset="-122"/>
                <a:cs typeface="DM Sans" pitchFamily="34" charset="-120"/>
              </a:rPr>
              <a:t>Use input variables for content that changes at runtime.</a:t>
            </a:r>
            <a:endParaRPr kumimoji="0" lang="en-US" sz="1300" b="0" i="0" u="none" strike="noStrike" kern="1200" cap="none" spc="0" normalizeH="0" baseline="0" noProof="0" dirty="0">
              <a:ln>
                <a:noFill/>
              </a:ln>
              <a:solidFill>
                <a:srgbClr val="1D1A33"/>
              </a:solidFill>
              <a:effectLst/>
              <a:uLnTx/>
              <a:uFillTx/>
              <a:latin typeface="DM Sans"/>
              <a:ea typeface="+mn-ea"/>
              <a:cs typeface="+mn-cs"/>
            </a:endParaRPr>
          </a:p>
        </p:txBody>
      </p:sp>
      <p:sp>
        <p:nvSpPr>
          <p:cNvPr id="16" name="Shape 14"/>
          <p:cNvSpPr/>
          <p:nvPr/>
        </p:nvSpPr>
        <p:spPr>
          <a:xfrm>
            <a:off x="8855075" y="1908125"/>
            <a:ext cx="2520950" cy="2000200"/>
          </a:xfrm>
          <a:prstGeom prst="roundRect">
            <a:avLst>
              <a:gd name="adj" fmla="val 6191"/>
            </a:avLst>
          </a:prstGeom>
          <a:solidFill>
            <a:srgbClr val="FFFEFB"/>
          </a:solidFill>
          <a:ln w="6350">
            <a:solidFill>
              <a:srgbClr val="E2DED3"/>
            </a:solidFill>
            <a:prstDash val="solid"/>
          </a:ln>
        </p:spPr>
        <p:txBody>
          <a:bodyPr/>
          <a:lstStyle/>
          <a:p>
            <a:endParaRPr lang="en-IN"/>
          </a:p>
        </p:txBody>
      </p:sp>
      <p:sp>
        <p:nvSpPr>
          <p:cNvPr id="17" name="Text 15"/>
          <p:cNvSpPr/>
          <p:nvPr/>
        </p:nvSpPr>
        <p:spPr>
          <a:xfrm>
            <a:off x="9061450" y="2114500"/>
            <a:ext cx="2171446" cy="47243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352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5A45D1"/>
                </a:solidFill>
                <a:effectLst/>
                <a:uLnTx/>
                <a:uFillTx/>
                <a:latin typeface="DM Sans" pitchFamily="34" charset="0"/>
                <a:ea typeface="DM Sans" pitchFamily="34" charset="-122"/>
                <a:cs typeface="DM Sans" pitchFamily="34" charset="-120"/>
              </a:rPr>
              <a:t>4</a:t>
            </a:r>
            <a:endParaRPr kumimoji="0" lang="en-US" sz="3200" b="0" i="0" u="none" strike="noStrike" kern="1200" cap="none" spc="0" normalizeH="0" baseline="0" noProof="0" dirty="0">
              <a:ln>
                <a:noFill/>
              </a:ln>
              <a:solidFill>
                <a:srgbClr val="1D1A33"/>
              </a:solidFill>
              <a:effectLst/>
              <a:uLnTx/>
              <a:uFillTx/>
              <a:latin typeface="DM Sans"/>
              <a:ea typeface="+mn-ea"/>
              <a:cs typeface="+mn-cs"/>
            </a:endParaRPr>
          </a:p>
        </p:txBody>
      </p:sp>
      <p:sp>
        <p:nvSpPr>
          <p:cNvPr id="18" name="Text 16"/>
          <p:cNvSpPr/>
          <p:nvPr/>
        </p:nvSpPr>
        <p:spPr>
          <a:xfrm>
            <a:off x="9061450" y="2663130"/>
            <a:ext cx="2171446" cy="26923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2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D1A33"/>
                </a:solidFill>
                <a:effectLst/>
                <a:uLnTx/>
                <a:uFillTx/>
                <a:latin typeface="DM Sans" pitchFamily="34" charset="0"/>
                <a:ea typeface="DM Sans" pitchFamily="34" charset="-122"/>
                <a:cs typeface="DM Sans" pitchFamily="34" charset="-120"/>
              </a:rPr>
              <a:t>Test and reuse</a:t>
            </a:r>
            <a:endParaRPr kumimoji="0" lang="en-US" sz="1600" b="0" i="0" u="none" strike="noStrike" kern="1200" cap="none" spc="0" normalizeH="0" baseline="0" noProof="0" dirty="0">
              <a:ln>
                <a:noFill/>
              </a:ln>
              <a:solidFill>
                <a:srgbClr val="1D1A33"/>
              </a:solidFill>
              <a:effectLst/>
              <a:uLnTx/>
              <a:uFillTx/>
              <a:latin typeface="DM Sans"/>
              <a:ea typeface="+mn-ea"/>
              <a:cs typeface="+mn-cs"/>
            </a:endParaRPr>
          </a:p>
        </p:txBody>
      </p:sp>
      <p:sp>
        <p:nvSpPr>
          <p:cNvPr id="19" name="Text 17"/>
          <p:cNvSpPr/>
          <p:nvPr/>
        </p:nvSpPr>
        <p:spPr>
          <a:xfrm>
            <a:off x="9061450" y="3008561"/>
            <a:ext cx="2171446" cy="7187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4F4C66"/>
                </a:solidFill>
                <a:effectLst/>
                <a:uLnTx/>
                <a:uFillTx/>
                <a:latin typeface="DM Sans" pitchFamily="34" charset="0"/>
                <a:ea typeface="DM Sans" pitchFamily="34" charset="-122"/>
                <a:cs typeface="DM Sans" pitchFamily="34" charset="-120"/>
              </a:rPr>
              <a:t>Validate the output, then use it in apps, flows and agents.</a:t>
            </a:r>
            <a:endParaRPr kumimoji="0" lang="en-US" sz="1300" b="0" i="0" u="none" strike="noStrike" kern="1200" cap="none" spc="0" normalizeH="0" baseline="0" noProof="0" dirty="0">
              <a:ln>
                <a:noFill/>
              </a:ln>
              <a:solidFill>
                <a:srgbClr val="1D1A33"/>
              </a:solidFill>
              <a:effectLst/>
              <a:uLnTx/>
              <a:uFillTx/>
              <a:latin typeface="DM Sans"/>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0" cap="none" spc="150" normalizeH="0" baseline="0" noProof="0" dirty="0">
                <a:ln>
                  <a:noFill/>
                </a:ln>
                <a:solidFill>
                  <a:srgbClr val="5A45D1"/>
                </a:solidFill>
                <a:effectLst/>
                <a:uLnTx/>
                <a:uFillTx/>
                <a:latin typeface="DM Sans" pitchFamily="34" charset="0"/>
                <a:ea typeface="DM Sans" pitchFamily="34" charset="-122"/>
                <a:cs typeface="DM Sans" pitchFamily="34" charset="-120"/>
              </a:rPr>
              <a:t>CHOOSING</a:t>
            </a:r>
            <a:endParaRPr kumimoji="0" lang="en-US" sz="1200" b="0" i="0" u="none" strike="noStrike" kern="1200" cap="none" spc="0" normalizeH="0" baseline="0" noProof="0" dirty="0">
              <a:ln>
                <a:noFill/>
              </a:ln>
              <a:solidFill>
                <a:srgbClr val="1D1A33"/>
              </a:solidFill>
              <a:effectLst/>
              <a:uLnTx/>
              <a:uFillTx/>
              <a:latin typeface="DM Sans"/>
              <a:ea typeface="+mn-ea"/>
              <a:cs typeface="+mn-cs"/>
            </a:endParaRPr>
          </a:p>
        </p:txBody>
      </p:sp>
      <p:sp>
        <p:nvSpPr>
          <p:cNvPr id="3" name="Text 1"/>
          <p:cNvSpPr>
            <a:spLocks noGrp="1"/>
          </p:cNvSpPr>
          <p:nvPr>
            <p:ph type="title"/>
          </p:nvPr>
        </p:nvSpPr>
        <p:spPr>
          <a:xfrm>
            <a:off x="812800" y="11023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D1A33"/>
                </a:solidFill>
                <a:latin typeface="DM Sans" pitchFamily="34" charset="0"/>
                <a:ea typeface="DM Sans" pitchFamily="34" charset="-122"/>
                <a:cs typeface="DM Sans" pitchFamily="34" charset="-120"/>
              </a:rPr>
              <a:t>Models or prompts?</a:t>
            </a:r>
            <a:endParaRPr lang="en-US" sz="3200" dirty="0"/>
          </a:p>
        </p:txBody>
      </p:sp>
      <p:graphicFrame>
        <p:nvGraphicFramePr>
          <p:cNvPr id="4" name="Table 0"/>
          <p:cNvGraphicFramePr>
            <a:graphicFrameLocks noGrp="1"/>
          </p:cNvGraphicFramePr>
          <p:nvPr/>
        </p:nvGraphicFramePr>
        <p:xfrm>
          <a:off x="825500" y="1866850"/>
          <a:ext cx="10553700" cy="1792934"/>
        </p:xfrm>
        <a:graphic>
          <a:graphicData uri="http://schemas.openxmlformats.org/drawingml/2006/table">
            <a:tbl>
              <a:tblPr/>
              <a:tblGrid>
                <a:gridCol w="1899666">
                  <a:extLst>
                    <a:ext uri="{9D8B030D-6E8A-4147-A177-3AD203B41FA5}">
                      <a16:colId xmlns:a16="http://schemas.microsoft.com/office/drawing/2014/main" val="20000"/>
                    </a:ext>
                  </a:extLst>
                </a:gridCol>
                <a:gridCol w="4327017">
                  <a:extLst>
                    <a:ext uri="{9D8B030D-6E8A-4147-A177-3AD203B41FA5}">
                      <a16:colId xmlns:a16="http://schemas.microsoft.com/office/drawing/2014/main" val="20001"/>
                    </a:ext>
                  </a:extLst>
                </a:gridCol>
                <a:gridCol w="4327017">
                  <a:extLst>
                    <a:ext uri="{9D8B030D-6E8A-4147-A177-3AD203B41FA5}">
                      <a16:colId xmlns:a16="http://schemas.microsoft.com/office/drawing/2014/main" val="20002"/>
                    </a:ext>
                  </a:extLst>
                </a:gridCol>
              </a:tblGrid>
              <a:tr h="386011">
                <a:tc>
                  <a:txBody>
                    <a:bodyPr/>
                    <a:lstStyle/>
                    <a:p>
                      <a:pPr marL="0" indent="0">
                        <a:lnSpc>
                          <a:spcPts val="1960"/>
                        </a:lnSpc>
                        <a:buNone/>
                      </a:pPr>
                      <a:endParaRPr lang="en-US" sz="1400" dirty="0">
                        <a:latin typeface="DM Sans" charset="0"/>
                        <a:ea typeface="DM Sans" charset="0"/>
                        <a:cs typeface="DM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marL="0" indent="0">
                        <a:lnSpc>
                          <a:spcPts val="1960"/>
                        </a:lnSpc>
                        <a:buNone/>
                      </a:pPr>
                      <a:r>
                        <a:rPr lang="en-US" sz="1400" b="1" dirty="0">
                          <a:solidFill>
                            <a:srgbClr val="1D1A33"/>
                          </a:solidFill>
                          <a:latin typeface="DM Sans" pitchFamily="34" charset="0"/>
                          <a:ea typeface="DM Sans" pitchFamily="34" charset="-122"/>
                          <a:cs typeface="DM Sans" pitchFamily="34" charset="-120"/>
                        </a:rPr>
                        <a:t>Prebuilt and custom models</a:t>
                      </a:r>
                      <a:endParaRPr lang="en-US" sz="1400" dirty="0">
                        <a:latin typeface="DM Sans" charset="0"/>
                        <a:ea typeface="DM Sans" charset="0"/>
                        <a:cs typeface="DM Sans" charset="0"/>
                      </a:endParaRPr>
                    </a:p>
                  </a:txBody>
                  <a:tcPr marL="62230" marR="62230" marT="62230" marB="62230">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marL="0" indent="0">
                        <a:lnSpc>
                          <a:spcPts val="1960"/>
                        </a:lnSpc>
                        <a:buNone/>
                      </a:pPr>
                      <a:r>
                        <a:rPr lang="en-US" sz="1400" b="1" dirty="0">
                          <a:solidFill>
                            <a:srgbClr val="1D1A33"/>
                          </a:solidFill>
                          <a:latin typeface="DM Sans" pitchFamily="34" charset="0"/>
                          <a:ea typeface="DM Sans" pitchFamily="34" charset="-122"/>
                          <a:cs typeface="DM Sans" pitchFamily="34" charset="-120"/>
                        </a:rPr>
                        <a:t>Prompts</a:t>
                      </a:r>
                      <a:endParaRPr lang="en-US" sz="1400" dirty="0">
                        <a:latin typeface="DM Sans" charset="0"/>
                        <a:ea typeface="DM Sans" charset="0"/>
                        <a:cs typeface="DM Sans" charset="0"/>
                      </a:endParaRPr>
                    </a:p>
                  </a:txBody>
                  <a:tcPr marL="62230" marR="62230" marT="62230" marB="62230">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extLst>
                  <a:ext uri="{0D108BD9-81ED-4DB2-BD59-A6C34878D82A}">
                    <a16:rowId xmlns:a16="http://schemas.microsoft.com/office/drawing/2014/main" val="10000"/>
                  </a:ext>
                </a:extLst>
              </a:tr>
              <a:tr h="386011">
                <a:tc>
                  <a:txBody>
                    <a:bodyPr/>
                    <a:lstStyle/>
                    <a:p>
                      <a:pPr marL="0" indent="0">
                        <a:lnSpc>
                          <a:spcPts val="1960"/>
                        </a:lnSpc>
                        <a:buNone/>
                      </a:pPr>
                      <a:r>
                        <a:rPr lang="en-US" sz="1400" dirty="0">
                          <a:solidFill>
                            <a:srgbClr val="1D1A33"/>
                          </a:solidFill>
                          <a:latin typeface="DM Sans" pitchFamily="34" charset="0"/>
                          <a:ea typeface="DM Sans" pitchFamily="34" charset="-122"/>
                          <a:cs typeface="DM Sans" pitchFamily="34" charset="-120"/>
                        </a:rPr>
                        <a:t>Setup</a:t>
                      </a:r>
                      <a:endParaRPr lang="en-US" sz="1400" dirty="0">
                        <a:latin typeface="DM Sans" charset="0"/>
                        <a:ea typeface="DM Sans" charset="0"/>
                        <a:cs typeface="DM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960"/>
                        </a:lnSpc>
                        <a:buNone/>
                      </a:pPr>
                      <a:r>
                        <a:rPr lang="en-US" sz="1400" dirty="0">
                          <a:solidFill>
                            <a:srgbClr val="1D1A33"/>
                          </a:solidFill>
                          <a:latin typeface="DM Sans" pitchFamily="34" charset="0"/>
                          <a:ea typeface="DM Sans" pitchFamily="34" charset="-122"/>
                          <a:cs typeface="DM Sans" pitchFamily="34" charset="-120"/>
                        </a:rPr>
                        <a:t>Use prebuilt as is, or train on your data</a:t>
                      </a:r>
                      <a:endParaRPr lang="en-US" sz="1400" dirty="0">
                        <a:latin typeface="DM Sans" charset="0"/>
                        <a:ea typeface="DM Sans" charset="0"/>
                        <a:cs typeface="DM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960"/>
                        </a:lnSpc>
                        <a:buNone/>
                      </a:pPr>
                      <a:r>
                        <a:rPr lang="en-US" sz="1400" dirty="0">
                          <a:solidFill>
                            <a:srgbClr val="1D1A33"/>
                          </a:solidFill>
                          <a:latin typeface="DM Sans" pitchFamily="34" charset="0"/>
                          <a:ea typeface="DM Sans" pitchFamily="34" charset="-122"/>
                          <a:cs typeface="DM Sans" pitchFamily="34" charset="-120"/>
                        </a:rPr>
                        <a:t>Write plain-language instructions, no training</a:t>
                      </a:r>
                      <a:endParaRPr lang="en-US" sz="1400" dirty="0">
                        <a:latin typeface="DM Sans" charset="0"/>
                        <a:ea typeface="DM Sans" charset="0"/>
                        <a:cs typeface="DM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1"/>
                  </a:ext>
                </a:extLst>
              </a:tr>
              <a:tr h="634901">
                <a:tc>
                  <a:txBody>
                    <a:bodyPr/>
                    <a:lstStyle/>
                    <a:p>
                      <a:pPr marL="0" indent="0">
                        <a:lnSpc>
                          <a:spcPts val="1960"/>
                        </a:lnSpc>
                        <a:buNone/>
                      </a:pPr>
                      <a:r>
                        <a:rPr lang="en-US" sz="1400" dirty="0">
                          <a:solidFill>
                            <a:srgbClr val="1D1A33"/>
                          </a:solidFill>
                          <a:latin typeface="DM Sans" pitchFamily="34" charset="0"/>
                          <a:ea typeface="DM Sans" pitchFamily="34" charset="-122"/>
                          <a:cs typeface="DM Sans" pitchFamily="34" charset="-120"/>
                        </a:rPr>
                        <a:t>Best for</a:t>
                      </a:r>
                      <a:endParaRPr lang="en-US" sz="1400" dirty="0">
                        <a:latin typeface="DM Sans" charset="0"/>
                        <a:ea typeface="DM Sans" charset="0"/>
                        <a:cs typeface="DM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960"/>
                        </a:lnSpc>
                        <a:buNone/>
                      </a:pPr>
                      <a:r>
                        <a:rPr lang="en-US" sz="1400" dirty="0">
                          <a:solidFill>
                            <a:srgbClr val="1D1A33"/>
                          </a:solidFill>
                          <a:latin typeface="DM Sans" pitchFamily="34" charset="0"/>
                          <a:ea typeface="DM Sans" pitchFamily="34" charset="-122"/>
                          <a:cs typeface="DM Sans" pitchFamily="34" charset="-120"/>
                        </a:rPr>
                        <a:t>Production work that needs accuracy and repeatability, such as invoices</a:t>
                      </a:r>
                      <a:endParaRPr lang="en-US" sz="1400" dirty="0">
                        <a:latin typeface="DM Sans" charset="0"/>
                        <a:ea typeface="DM Sans" charset="0"/>
                        <a:cs typeface="DM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960"/>
                        </a:lnSpc>
                        <a:buNone/>
                      </a:pPr>
                      <a:r>
                        <a:rPr lang="en-US" sz="1400" dirty="0">
                          <a:solidFill>
                            <a:srgbClr val="1D1A33"/>
                          </a:solidFill>
                          <a:latin typeface="DM Sans" pitchFamily="34" charset="0"/>
                          <a:ea typeface="DM Sans" pitchFamily="34" charset="-122"/>
                          <a:cs typeface="DM Sans" pitchFamily="34" charset="-120"/>
                        </a:rPr>
                        <a:t>Flexible tasks such as extraction, summaries and drafting</a:t>
                      </a:r>
                      <a:endParaRPr lang="en-US" sz="1400" dirty="0">
                        <a:latin typeface="DM Sans" charset="0"/>
                        <a:ea typeface="DM Sans" charset="0"/>
                        <a:cs typeface="DM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2"/>
                  </a:ext>
                </a:extLst>
              </a:tr>
              <a:tr h="386011">
                <a:tc>
                  <a:txBody>
                    <a:bodyPr/>
                    <a:lstStyle/>
                    <a:p>
                      <a:pPr marL="0" indent="0">
                        <a:lnSpc>
                          <a:spcPts val="1960"/>
                        </a:lnSpc>
                        <a:buNone/>
                      </a:pPr>
                      <a:r>
                        <a:rPr lang="en-US" sz="1400" dirty="0">
                          <a:solidFill>
                            <a:srgbClr val="1D1A33"/>
                          </a:solidFill>
                          <a:latin typeface="DM Sans" pitchFamily="34" charset="0"/>
                          <a:ea typeface="DM Sans" pitchFamily="34" charset="-122"/>
                          <a:cs typeface="DM Sans" pitchFamily="34" charset="-120"/>
                        </a:rPr>
                        <a:t>Watch for</a:t>
                      </a:r>
                      <a:endParaRPr lang="en-US" sz="1400" dirty="0">
                        <a:latin typeface="DM Sans" charset="0"/>
                        <a:ea typeface="DM Sans" charset="0"/>
                        <a:cs typeface="DM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960"/>
                        </a:lnSpc>
                        <a:buNone/>
                      </a:pPr>
                      <a:r>
                        <a:rPr lang="en-US" sz="1400" dirty="0">
                          <a:solidFill>
                            <a:srgbClr val="1D1A33"/>
                          </a:solidFill>
                          <a:latin typeface="DM Sans" pitchFamily="34" charset="0"/>
                          <a:ea typeface="DM Sans" pitchFamily="34" charset="-122"/>
                          <a:cs typeface="DM Sans" pitchFamily="34" charset="-120"/>
                        </a:rPr>
                        <a:t>Training data and effort for custom models</a:t>
                      </a:r>
                      <a:endParaRPr lang="en-US" sz="1400" dirty="0">
                        <a:latin typeface="DM Sans" charset="0"/>
                        <a:ea typeface="DM Sans" charset="0"/>
                        <a:cs typeface="DM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960"/>
                        </a:lnSpc>
                        <a:buNone/>
                      </a:pPr>
                      <a:r>
                        <a:rPr lang="en-US" sz="1400" dirty="0">
                          <a:solidFill>
                            <a:srgbClr val="1D1A33"/>
                          </a:solidFill>
                          <a:latin typeface="DM Sans" pitchFamily="34" charset="0"/>
                          <a:ea typeface="DM Sans" pitchFamily="34" charset="-122"/>
                          <a:cs typeface="DM Sans" pitchFamily="34" charset="-120"/>
                        </a:rPr>
                        <a:t>Variable output, so add examples and validate</a:t>
                      </a:r>
                      <a:endParaRPr lang="en-US" sz="1400" dirty="0">
                        <a:latin typeface="DM Sans" charset="0"/>
                        <a:ea typeface="DM Sans" charset="0"/>
                        <a:cs typeface="DM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0" cap="none" spc="150" normalizeH="0" baseline="0" noProof="0" dirty="0">
                <a:ln>
                  <a:noFill/>
                </a:ln>
                <a:solidFill>
                  <a:srgbClr val="5A45D1"/>
                </a:solidFill>
                <a:effectLst/>
                <a:uLnTx/>
                <a:uFillTx/>
                <a:latin typeface="DM Sans" pitchFamily="34" charset="0"/>
                <a:ea typeface="DM Sans" pitchFamily="34" charset="-122"/>
                <a:cs typeface="DM Sans" pitchFamily="34" charset="-120"/>
              </a:rPr>
              <a:t>EXAMPLE</a:t>
            </a:r>
            <a:endParaRPr kumimoji="0" lang="en-US" sz="1200" b="0" i="0" u="none" strike="noStrike" kern="1200" cap="none" spc="0" normalizeH="0" baseline="0" noProof="0" dirty="0">
              <a:ln>
                <a:noFill/>
              </a:ln>
              <a:solidFill>
                <a:srgbClr val="1D1A33"/>
              </a:solidFill>
              <a:effectLst/>
              <a:uLnTx/>
              <a:uFillTx/>
              <a:latin typeface="DM Sans"/>
              <a:ea typeface="+mn-ea"/>
              <a:cs typeface="+mn-cs"/>
            </a:endParaRPr>
          </a:p>
        </p:txBody>
      </p:sp>
      <p:sp>
        <p:nvSpPr>
          <p:cNvPr id="3" name="Text 1"/>
          <p:cNvSpPr>
            <a:spLocks noGrp="1"/>
          </p:cNvSpPr>
          <p:nvPr>
            <p:ph type="title"/>
          </p:nvPr>
        </p:nvSpPr>
        <p:spPr>
          <a:xfrm>
            <a:off x="812800" y="11023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D1A33"/>
                </a:solidFill>
                <a:latin typeface="DM Sans" pitchFamily="34" charset="0"/>
                <a:ea typeface="DM Sans" pitchFamily="34" charset="-122"/>
                <a:cs typeface="DM Sans" pitchFamily="34" charset="-120"/>
              </a:rPr>
              <a:t>Invoice to approval, end to end</a:t>
            </a:r>
            <a:endParaRPr lang="en-US" sz="3200" dirty="0"/>
          </a:p>
        </p:txBody>
      </p:sp>
      <p:sp>
        <p:nvSpPr>
          <p:cNvPr id="4" name="Shape 2"/>
          <p:cNvSpPr/>
          <p:nvPr/>
        </p:nvSpPr>
        <p:spPr>
          <a:xfrm>
            <a:off x="815975" y="1958925"/>
            <a:ext cx="1619250" cy="1591171"/>
          </a:xfrm>
          <a:prstGeom prst="roundRect">
            <a:avLst>
              <a:gd name="adj" fmla="val 6186"/>
            </a:avLst>
          </a:prstGeom>
          <a:solidFill>
            <a:srgbClr val="FFFEFB"/>
          </a:solidFill>
          <a:ln w="6350">
            <a:solidFill>
              <a:srgbClr val="E2DED3"/>
            </a:solidFill>
            <a:prstDash val="solid"/>
          </a:ln>
        </p:spPr>
        <p:txBody>
          <a:bodyPr/>
          <a:lstStyle/>
          <a:p>
            <a:endParaRPr lang="en-IN"/>
          </a:p>
        </p:txBody>
      </p:sp>
      <p:sp>
        <p:nvSpPr>
          <p:cNvPr id="5" name="Text 3"/>
          <p:cNvSpPr/>
          <p:nvPr/>
        </p:nvSpPr>
        <p:spPr>
          <a:xfrm>
            <a:off x="971550" y="2114500"/>
            <a:ext cx="1358900"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5A45D1"/>
                </a:solidFill>
                <a:effectLst/>
                <a:uLnTx/>
                <a:uFillTx/>
                <a:latin typeface="DM Sans" pitchFamily="34" charset="0"/>
                <a:ea typeface="DM Sans" pitchFamily="34" charset="-122"/>
                <a:cs typeface="DM Sans" pitchFamily="34" charset="-120"/>
              </a:rPr>
              <a:t>1</a:t>
            </a:r>
            <a:endParaRPr kumimoji="0" lang="en-US" sz="1200" b="0" i="0" u="none" strike="noStrike" kern="1200" cap="none" spc="0" normalizeH="0" baseline="0" noProof="0" dirty="0">
              <a:ln>
                <a:noFill/>
              </a:ln>
              <a:solidFill>
                <a:srgbClr val="1D1A33"/>
              </a:solidFill>
              <a:effectLst/>
              <a:uLnTx/>
              <a:uFillTx/>
              <a:latin typeface="DM Sans"/>
              <a:ea typeface="+mn-ea"/>
              <a:cs typeface="+mn-cs"/>
            </a:endParaRPr>
          </a:p>
        </p:txBody>
      </p:sp>
      <p:sp>
        <p:nvSpPr>
          <p:cNvPr id="6" name="Text 4"/>
          <p:cNvSpPr/>
          <p:nvPr/>
        </p:nvSpPr>
        <p:spPr>
          <a:xfrm>
            <a:off x="971550" y="2404021"/>
            <a:ext cx="1358900" cy="5130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2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D1A33"/>
                </a:solidFill>
                <a:effectLst/>
                <a:uLnTx/>
                <a:uFillTx/>
                <a:latin typeface="DM Sans" pitchFamily="34" charset="0"/>
                <a:ea typeface="DM Sans" pitchFamily="34" charset="-122"/>
                <a:cs typeface="DM Sans" pitchFamily="34" charset="-120"/>
              </a:rPr>
              <a:t>Invoice arrives</a:t>
            </a:r>
            <a:endParaRPr kumimoji="0" lang="en-US" sz="1600" b="0" i="0" u="none" strike="noStrike" kern="1200" cap="none" spc="0" normalizeH="0" baseline="0" noProof="0" dirty="0">
              <a:ln>
                <a:noFill/>
              </a:ln>
              <a:solidFill>
                <a:srgbClr val="1D1A33"/>
              </a:solidFill>
              <a:effectLst/>
              <a:uLnTx/>
              <a:uFillTx/>
              <a:latin typeface="DM Sans"/>
              <a:ea typeface="+mn-ea"/>
              <a:cs typeface="+mn-cs"/>
            </a:endParaRPr>
          </a:p>
        </p:txBody>
      </p:sp>
      <p:sp>
        <p:nvSpPr>
          <p:cNvPr id="7" name="Text 5"/>
          <p:cNvSpPr/>
          <p:nvPr/>
        </p:nvSpPr>
        <p:spPr>
          <a:xfrm>
            <a:off x="971550" y="2967881"/>
            <a:ext cx="1358900" cy="452041"/>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F4C66"/>
                </a:solidFill>
                <a:effectLst/>
                <a:uLnTx/>
                <a:uFillTx/>
                <a:latin typeface="DM Sans" pitchFamily="34" charset="0"/>
                <a:ea typeface="DM Sans" pitchFamily="34" charset="-122"/>
                <a:cs typeface="DM Sans" pitchFamily="34" charset="-120"/>
              </a:rPr>
              <a:t>Email or SharePoint</a:t>
            </a:r>
            <a:endParaRPr kumimoji="0" lang="en-US" sz="1200" b="0" i="0" u="none" strike="noStrike" kern="1200" cap="none" spc="0" normalizeH="0" baseline="0" noProof="0" dirty="0">
              <a:ln>
                <a:noFill/>
              </a:ln>
              <a:solidFill>
                <a:srgbClr val="1D1A33"/>
              </a:solidFill>
              <a:effectLst/>
              <a:uLnTx/>
              <a:uFillTx/>
              <a:latin typeface="DM Sans"/>
              <a:ea typeface="+mn-ea"/>
              <a:cs typeface="+mn-cs"/>
            </a:endParaRPr>
          </a:p>
        </p:txBody>
      </p:sp>
      <p:pic>
        <p:nvPicPr>
          <p:cNvPr id="8" name="Image 0" descr="arrow-right"/>
          <p:cNvPicPr>
            <a:picLocks noChangeAspect="1"/>
          </p:cNvPicPr>
          <p:nvPr/>
        </p:nvPicPr>
        <p:blipFill>
          <a:blip r:embed="rId3"/>
          <a:srcRect/>
          <a:stretch/>
        </p:blipFill>
        <p:spPr>
          <a:xfrm>
            <a:off x="2565400" y="2665611"/>
            <a:ext cx="355600" cy="177800"/>
          </a:xfrm>
          <a:prstGeom prst="rect">
            <a:avLst/>
          </a:prstGeom>
        </p:spPr>
      </p:pic>
      <p:sp>
        <p:nvSpPr>
          <p:cNvPr id="9" name="Shape 6"/>
          <p:cNvSpPr/>
          <p:nvPr/>
        </p:nvSpPr>
        <p:spPr>
          <a:xfrm>
            <a:off x="3051175" y="2080816"/>
            <a:ext cx="1619250" cy="1347341"/>
          </a:xfrm>
          <a:prstGeom prst="roundRect">
            <a:avLst>
              <a:gd name="adj" fmla="val 7305"/>
            </a:avLst>
          </a:prstGeom>
          <a:solidFill>
            <a:srgbClr val="FFFEFB"/>
          </a:solidFill>
          <a:ln w="6350">
            <a:solidFill>
              <a:srgbClr val="E2DED3"/>
            </a:solidFill>
            <a:prstDash val="solid"/>
          </a:ln>
        </p:spPr>
        <p:txBody>
          <a:bodyPr/>
          <a:lstStyle/>
          <a:p>
            <a:endParaRPr lang="en-IN"/>
          </a:p>
        </p:txBody>
      </p:sp>
      <p:sp>
        <p:nvSpPr>
          <p:cNvPr id="10" name="Text 7"/>
          <p:cNvSpPr/>
          <p:nvPr/>
        </p:nvSpPr>
        <p:spPr>
          <a:xfrm>
            <a:off x="3206750" y="2236391"/>
            <a:ext cx="1358900"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5A45D1"/>
                </a:solidFill>
                <a:effectLst/>
                <a:uLnTx/>
                <a:uFillTx/>
                <a:latin typeface="DM Sans" pitchFamily="34" charset="0"/>
                <a:ea typeface="DM Sans" pitchFamily="34" charset="-122"/>
                <a:cs typeface="DM Sans" pitchFamily="34" charset="-120"/>
              </a:rPr>
              <a:t>2</a:t>
            </a:r>
            <a:endParaRPr kumimoji="0" lang="en-US" sz="1200" b="0" i="0" u="none" strike="noStrike" kern="1200" cap="none" spc="0" normalizeH="0" baseline="0" noProof="0" dirty="0">
              <a:ln>
                <a:noFill/>
              </a:ln>
              <a:solidFill>
                <a:srgbClr val="1D1A33"/>
              </a:solidFill>
              <a:effectLst/>
              <a:uLnTx/>
              <a:uFillTx/>
              <a:latin typeface="DM Sans"/>
              <a:ea typeface="+mn-ea"/>
              <a:cs typeface="+mn-cs"/>
            </a:endParaRPr>
          </a:p>
        </p:txBody>
      </p:sp>
      <p:sp>
        <p:nvSpPr>
          <p:cNvPr id="11" name="Text 8"/>
          <p:cNvSpPr/>
          <p:nvPr/>
        </p:nvSpPr>
        <p:spPr>
          <a:xfrm>
            <a:off x="3206750" y="2525911"/>
            <a:ext cx="1358900" cy="26923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2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D1A33"/>
                </a:solidFill>
                <a:effectLst/>
                <a:uLnTx/>
                <a:uFillTx/>
                <a:latin typeface="DM Sans" pitchFamily="34" charset="0"/>
                <a:ea typeface="DM Sans" pitchFamily="34" charset="-122"/>
                <a:cs typeface="DM Sans" pitchFamily="34" charset="-120"/>
              </a:rPr>
              <a:t>Extract</a:t>
            </a:r>
            <a:endParaRPr kumimoji="0" lang="en-US" sz="1600" b="0" i="0" u="none" strike="noStrike" kern="1200" cap="none" spc="0" normalizeH="0" baseline="0" noProof="0" dirty="0">
              <a:ln>
                <a:noFill/>
              </a:ln>
              <a:solidFill>
                <a:srgbClr val="1D1A33"/>
              </a:solidFill>
              <a:effectLst/>
              <a:uLnTx/>
              <a:uFillTx/>
              <a:latin typeface="DM Sans"/>
              <a:ea typeface="+mn-ea"/>
              <a:cs typeface="+mn-cs"/>
            </a:endParaRPr>
          </a:p>
        </p:txBody>
      </p:sp>
      <p:sp>
        <p:nvSpPr>
          <p:cNvPr id="12" name="Text 9"/>
          <p:cNvSpPr/>
          <p:nvPr/>
        </p:nvSpPr>
        <p:spPr>
          <a:xfrm>
            <a:off x="3206750" y="2845941"/>
            <a:ext cx="1358900" cy="452041"/>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F4C66"/>
                </a:solidFill>
                <a:effectLst/>
                <a:uLnTx/>
                <a:uFillTx/>
                <a:latin typeface="DM Sans" pitchFamily="34" charset="0"/>
                <a:ea typeface="DM Sans" pitchFamily="34" charset="-122"/>
                <a:cs typeface="DM Sans" pitchFamily="34" charset="-120"/>
              </a:rPr>
              <a:t>AI Builder reads the fields</a:t>
            </a:r>
            <a:endParaRPr kumimoji="0" lang="en-US" sz="1200" b="0" i="0" u="none" strike="noStrike" kern="1200" cap="none" spc="0" normalizeH="0" baseline="0" noProof="0" dirty="0">
              <a:ln>
                <a:noFill/>
              </a:ln>
              <a:solidFill>
                <a:srgbClr val="1D1A33"/>
              </a:solidFill>
              <a:effectLst/>
              <a:uLnTx/>
              <a:uFillTx/>
              <a:latin typeface="DM Sans"/>
              <a:ea typeface="+mn-ea"/>
              <a:cs typeface="+mn-cs"/>
            </a:endParaRPr>
          </a:p>
        </p:txBody>
      </p:sp>
      <p:pic>
        <p:nvPicPr>
          <p:cNvPr id="13" name="Image 1" descr="arrow-right"/>
          <p:cNvPicPr>
            <a:picLocks noChangeAspect="1"/>
          </p:cNvPicPr>
          <p:nvPr/>
        </p:nvPicPr>
        <p:blipFill>
          <a:blip r:embed="rId3"/>
          <a:srcRect/>
          <a:stretch/>
        </p:blipFill>
        <p:spPr>
          <a:xfrm>
            <a:off x="4800600" y="2665611"/>
            <a:ext cx="355600" cy="177800"/>
          </a:xfrm>
          <a:prstGeom prst="rect">
            <a:avLst/>
          </a:prstGeom>
        </p:spPr>
      </p:pic>
      <p:sp>
        <p:nvSpPr>
          <p:cNvPr id="14" name="Shape 10"/>
          <p:cNvSpPr/>
          <p:nvPr/>
        </p:nvSpPr>
        <p:spPr>
          <a:xfrm>
            <a:off x="5286375" y="2080816"/>
            <a:ext cx="1619250" cy="1347341"/>
          </a:xfrm>
          <a:prstGeom prst="roundRect">
            <a:avLst>
              <a:gd name="adj" fmla="val 7305"/>
            </a:avLst>
          </a:prstGeom>
          <a:solidFill>
            <a:srgbClr val="FFFEFB"/>
          </a:solidFill>
          <a:ln w="6350">
            <a:solidFill>
              <a:srgbClr val="E2DED3"/>
            </a:solidFill>
            <a:prstDash val="solid"/>
          </a:ln>
        </p:spPr>
        <p:txBody>
          <a:bodyPr/>
          <a:lstStyle/>
          <a:p>
            <a:endParaRPr lang="en-IN"/>
          </a:p>
        </p:txBody>
      </p:sp>
      <p:sp>
        <p:nvSpPr>
          <p:cNvPr id="15" name="Text 11"/>
          <p:cNvSpPr/>
          <p:nvPr/>
        </p:nvSpPr>
        <p:spPr>
          <a:xfrm>
            <a:off x="5441950" y="2236391"/>
            <a:ext cx="1358900"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5A45D1"/>
                </a:solidFill>
                <a:effectLst/>
                <a:uLnTx/>
                <a:uFillTx/>
                <a:latin typeface="DM Sans" pitchFamily="34" charset="0"/>
                <a:ea typeface="DM Sans" pitchFamily="34" charset="-122"/>
                <a:cs typeface="DM Sans" pitchFamily="34" charset="-120"/>
              </a:rPr>
              <a:t>3</a:t>
            </a:r>
            <a:endParaRPr kumimoji="0" lang="en-US" sz="1200" b="0" i="0" u="none" strike="noStrike" kern="1200" cap="none" spc="0" normalizeH="0" baseline="0" noProof="0" dirty="0">
              <a:ln>
                <a:noFill/>
              </a:ln>
              <a:solidFill>
                <a:srgbClr val="1D1A33"/>
              </a:solidFill>
              <a:effectLst/>
              <a:uLnTx/>
              <a:uFillTx/>
              <a:latin typeface="DM Sans"/>
              <a:ea typeface="+mn-ea"/>
              <a:cs typeface="+mn-cs"/>
            </a:endParaRPr>
          </a:p>
        </p:txBody>
      </p:sp>
      <p:sp>
        <p:nvSpPr>
          <p:cNvPr id="16" name="Text 12"/>
          <p:cNvSpPr/>
          <p:nvPr/>
        </p:nvSpPr>
        <p:spPr>
          <a:xfrm>
            <a:off x="5441950" y="2525911"/>
            <a:ext cx="1358900" cy="26923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2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D1A33"/>
                </a:solidFill>
                <a:effectLst/>
                <a:uLnTx/>
                <a:uFillTx/>
                <a:latin typeface="DM Sans" pitchFamily="34" charset="0"/>
                <a:ea typeface="DM Sans" pitchFamily="34" charset="-122"/>
                <a:cs typeface="DM Sans" pitchFamily="34" charset="-120"/>
              </a:rPr>
              <a:t>Check</a:t>
            </a:r>
            <a:endParaRPr kumimoji="0" lang="en-US" sz="1600" b="0" i="0" u="none" strike="noStrike" kern="1200" cap="none" spc="0" normalizeH="0" baseline="0" noProof="0" dirty="0">
              <a:ln>
                <a:noFill/>
              </a:ln>
              <a:solidFill>
                <a:srgbClr val="1D1A33"/>
              </a:solidFill>
              <a:effectLst/>
              <a:uLnTx/>
              <a:uFillTx/>
              <a:latin typeface="DM Sans"/>
              <a:ea typeface="+mn-ea"/>
              <a:cs typeface="+mn-cs"/>
            </a:endParaRPr>
          </a:p>
        </p:txBody>
      </p:sp>
      <p:sp>
        <p:nvSpPr>
          <p:cNvPr id="17" name="Text 13"/>
          <p:cNvSpPr/>
          <p:nvPr/>
        </p:nvSpPr>
        <p:spPr>
          <a:xfrm>
            <a:off x="5441950" y="2845941"/>
            <a:ext cx="1358900" cy="452041"/>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F4C66"/>
                </a:solidFill>
                <a:effectLst/>
                <a:uLnTx/>
                <a:uFillTx/>
                <a:latin typeface="DM Sans" pitchFamily="34" charset="0"/>
                <a:ea typeface="DM Sans" pitchFamily="34" charset="-122"/>
                <a:cs typeface="DM Sans" pitchFamily="34" charset="-120"/>
              </a:rPr>
              <a:t>A prompt flags odd items</a:t>
            </a:r>
            <a:endParaRPr kumimoji="0" lang="en-US" sz="1200" b="0" i="0" u="none" strike="noStrike" kern="1200" cap="none" spc="0" normalizeH="0" baseline="0" noProof="0" dirty="0">
              <a:ln>
                <a:noFill/>
              </a:ln>
              <a:solidFill>
                <a:srgbClr val="1D1A33"/>
              </a:solidFill>
              <a:effectLst/>
              <a:uLnTx/>
              <a:uFillTx/>
              <a:latin typeface="DM Sans"/>
              <a:ea typeface="+mn-ea"/>
              <a:cs typeface="+mn-cs"/>
            </a:endParaRPr>
          </a:p>
        </p:txBody>
      </p:sp>
      <p:pic>
        <p:nvPicPr>
          <p:cNvPr id="18" name="Image 2" descr="arrow-right"/>
          <p:cNvPicPr>
            <a:picLocks noChangeAspect="1"/>
          </p:cNvPicPr>
          <p:nvPr/>
        </p:nvPicPr>
        <p:blipFill>
          <a:blip r:embed="rId3"/>
          <a:srcRect/>
          <a:stretch/>
        </p:blipFill>
        <p:spPr>
          <a:xfrm>
            <a:off x="7035800" y="2665611"/>
            <a:ext cx="355600" cy="177800"/>
          </a:xfrm>
          <a:prstGeom prst="rect">
            <a:avLst/>
          </a:prstGeom>
        </p:spPr>
      </p:pic>
      <p:sp>
        <p:nvSpPr>
          <p:cNvPr id="19" name="Shape 14"/>
          <p:cNvSpPr/>
          <p:nvPr/>
        </p:nvSpPr>
        <p:spPr>
          <a:xfrm>
            <a:off x="7521575" y="2187476"/>
            <a:ext cx="1619250" cy="1134021"/>
          </a:xfrm>
          <a:prstGeom prst="roundRect">
            <a:avLst>
              <a:gd name="adj" fmla="val 8679"/>
            </a:avLst>
          </a:prstGeom>
          <a:solidFill>
            <a:srgbClr val="FFFEFB"/>
          </a:solidFill>
          <a:ln w="6350">
            <a:solidFill>
              <a:srgbClr val="E2DED3"/>
            </a:solidFill>
            <a:prstDash val="solid"/>
          </a:ln>
        </p:spPr>
        <p:txBody>
          <a:bodyPr/>
          <a:lstStyle/>
          <a:p>
            <a:endParaRPr lang="en-IN"/>
          </a:p>
        </p:txBody>
      </p:sp>
      <p:sp>
        <p:nvSpPr>
          <p:cNvPr id="20" name="Text 15"/>
          <p:cNvSpPr/>
          <p:nvPr/>
        </p:nvSpPr>
        <p:spPr>
          <a:xfrm>
            <a:off x="7677150" y="2343051"/>
            <a:ext cx="1358900"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5A45D1"/>
                </a:solidFill>
                <a:effectLst/>
                <a:uLnTx/>
                <a:uFillTx/>
                <a:latin typeface="DM Sans" pitchFamily="34" charset="0"/>
                <a:ea typeface="DM Sans" pitchFamily="34" charset="-122"/>
                <a:cs typeface="DM Sans" pitchFamily="34" charset="-120"/>
              </a:rPr>
              <a:t>4</a:t>
            </a:r>
            <a:endParaRPr kumimoji="0" lang="en-US" sz="1200" b="0" i="0" u="none" strike="noStrike" kern="1200" cap="none" spc="0" normalizeH="0" baseline="0" noProof="0" dirty="0">
              <a:ln>
                <a:noFill/>
              </a:ln>
              <a:solidFill>
                <a:srgbClr val="1D1A33"/>
              </a:solidFill>
              <a:effectLst/>
              <a:uLnTx/>
              <a:uFillTx/>
              <a:latin typeface="DM Sans"/>
              <a:ea typeface="+mn-ea"/>
              <a:cs typeface="+mn-cs"/>
            </a:endParaRPr>
          </a:p>
        </p:txBody>
      </p:sp>
      <p:sp>
        <p:nvSpPr>
          <p:cNvPr id="21" name="Text 16"/>
          <p:cNvSpPr/>
          <p:nvPr/>
        </p:nvSpPr>
        <p:spPr>
          <a:xfrm>
            <a:off x="7677150" y="2632571"/>
            <a:ext cx="1358900" cy="26923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2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D1A33"/>
                </a:solidFill>
                <a:effectLst/>
                <a:uLnTx/>
                <a:uFillTx/>
                <a:latin typeface="DM Sans" pitchFamily="34" charset="0"/>
                <a:ea typeface="DM Sans" pitchFamily="34" charset="-122"/>
                <a:cs typeface="DM Sans" pitchFamily="34" charset="-120"/>
              </a:rPr>
              <a:t>Approve</a:t>
            </a:r>
            <a:endParaRPr kumimoji="0" lang="en-US" sz="1600" b="0" i="0" u="none" strike="noStrike" kern="1200" cap="none" spc="0" normalizeH="0" baseline="0" noProof="0" dirty="0">
              <a:ln>
                <a:noFill/>
              </a:ln>
              <a:solidFill>
                <a:srgbClr val="1D1A33"/>
              </a:solidFill>
              <a:effectLst/>
              <a:uLnTx/>
              <a:uFillTx/>
              <a:latin typeface="DM Sans"/>
              <a:ea typeface="+mn-ea"/>
              <a:cs typeface="+mn-cs"/>
            </a:endParaRPr>
          </a:p>
        </p:txBody>
      </p:sp>
      <p:sp>
        <p:nvSpPr>
          <p:cNvPr id="22" name="Text 17"/>
          <p:cNvSpPr/>
          <p:nvPr/>
        </p:nvSpPr>
        <p:spPr>
          <a:xfrm>
            <a:off x="7677150" y="2952601"/>
            <a:ext cx="1358900"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F4C66"/>
                </a:solidFill>
                <a:effectLst/>
                <a:uLnTx/>
                <a:uFillTx/>
                <a:latin typeface="DM Sans" pitchFamily="34" charset="0"/>
                <a:ea typeface="DM Sans" pitchFamily="34" charset="-122"/>
                <a:cs typeface="DM Sans" pitchFamily="34" charset="-120"/>
              </a:rPr>
              <a:t>A person decides</a:t>
            </a:r>
            <a:endParaRPr kumimoji="0" lang="en-US" sz="1200" b="0" i="0" u="none" strike="noStrike" kern="1200" cap="none" spc="0" normalizeH="0" baseline="0" noProof="0" dirty="0">
              <a:ln>
                <a:noFill/>
              </a:ln>
              <a:solidFill>
                <a:srgbClr val="1D1A33"/>
              </a:solidFill>
              <a:effectLst/>
              <a:uLnTx/>
              <a:uFillTx/>
              <a:latin typeface="DM Sans"/>
              <a:ea typeface="+mn-ea"/>
              <a:cs typeface="+mn-cs"/>
            </a:endParaRPr>
          </a:p>
        </p:txBody>
      </p:sp>
      <p:pic>
        <p:nvPicPr>
          <p:cNvPr id="23" name="Image 3" descr="arrow-right"/>
          <p:cNvPicPr>
            <a:picLocks noChangeAspect="1"/>
          </p:cNvPicPr>
          <p:nvPr/>
        </p:nvPicPr>
        <p:blipFill>
          <a:blip r:embed="rId3"/>
          <a:srcRect/>
          <a:stretch/>
        </p:blipFill>
        <p:spPr>
          <a:xfrm>
            <a:off x="9271000" y="2665611"/>
            <a:ext cx="355600" cy="177800"/>
          </a:xfrm>
          <a:prstGeom prst="rect">
            <a:avLst/>
          </a:prstGeom>
        </p:spPr>
      </p:pic>
      <p:sp>
        <p:nvSpPr>
          <p:cNvPr id="24" name="Shape 18"/>
          <p:cNvSpPr/>
          <p:nvPr/>
        </p:nvSpPr>
        <p:spPr>
          <a:xfrm>
            <a:off x="9756775" y="2080816"/>
            <a:ext cx="1619250" cy="1347341"/>
          </a:xfrm>
          <a:prstGeom prst="roundRect">
            <a:avLst>
              <a:gd name="adj" fmla="val 7305"/>
            </a:avLst>
          </a:prstGeom>
          <a:solidFill>
            <a:srgbClr val="FFFEFB"/>
          </a:solidFill>
          <a:ln w="6350">
            <a:solidFill>
              <a:srgbClr val="E2DED3"/>
            </a:solidFill>
            <a:prstDash val="solid"/>
          </a:ln>
        </p:spPr>
        <p:txBody>
          <a:bodyPr/>
          <a:lstStyle/>
          <a:p>
            <a:endParaRPr lang="en-IN"/>
          </a:p>
        </p:txBody>
      </p:sp>
      <p:sp>
        <p:nvSpPr>
          <p:cNvPr id="25" name="Text 19"/>
          <p:cNvSpPr/>
          <p:nvPr/>
        </p:nvSpPr>
        <p:spPr>
          <a:xfrm>
            <a:off x="9912350" y="2236391"/>
            <a:ext cx="1358900"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5A45D1"/>
                </a:solidFill>
                <a:effectLst/>
                <a:uLnTx/>
                <a:uFillTx/>
                <a:latin typeface="DM Sans" pitchFamily="34" charset="0"/>
                <a:ea typeface="DM Sans" pitchFamily="34" charset="-122"/>
                <a:cs typeface="DM Sans" pitchFamily="34" charset="-120"/>
              </a:rPr>
              <a:t>5</a:t>
            </a:r>
            <a:endParaRPr kumimoji="0" lang="en-US" sz="1200" b="0" i="0" u="none" strike="noStrike" kern="1200" cap="none" spc="0" normalizeH="0" baseline="0" noProof="0" dirty="0">
              <a:ln>
                <a:noFill/>
              </a:ln>
              <a:solidFill>
                <a:srgbClr val="1D1A33"/>
              </a:solidFill>
              <a:effectLst/>
              <a:uLnTx/>
              <a:uFillTx/>
              <a:latin typeface="DM Sans"/>
              <a:ea typeface="+mn-ea"/>
              <a:cs typeface="+mn-cs"/>
            </a:endParaRPr>
          </a:p>
        </p:txBody>
      </p:sp>
      <p:sp>
        <p:nvSpPr>
          <p:cNvPr id="26" name="Text 20"/>
          <p:cNvSpPr/>
          <p:nvPr/>
        </p:nvSpPr>
        <p:spPr>
          <a:xfrm>
            <a:off x="9912350" y="2525911"/>
            <a:ext cx="1358900" cy="26923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2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D1A33"/>
                </a:solidFill>
                <a:effectLst/>
                <a:uLnTx/>
                <a:uFillTx/>
                <a:latin typeface="DM Sans" pitchFamily="34" charset="0"/>
                <a:ea typeface="DM Sans" pitchFamily="34" charset="-122"/>
                <a:cs typeface="DM Sans" pitchFamily="34" charset="-120"/>
              </a:rPr>
              <a:t>Record</a:t>
            </a:r>
            <a:endParaRPr kumimoji="0" lang="en-US" sz="1600" b="0" i="0" u="none" strike="noStrike" kern="1200" cap="none" spc="0" normalizeH="0" baseline="0" noProof="0" dirty="0">
              <a:ln>
                <a:noFill/>
              </a:ln>
              <a:solidFill>
                <a:srgbClr val="1D1A33"/>
              </a:solidFill>
              <a:effectLst/>
              <a:uLnTx/>
              <a:uFillTx/>
              <a:latin typeface="DM Sans"/>
              <a:ea typeface="+mn-ea"/>
              <a:cs typeface="+mn-cs"/>
            </a:endParaRPr>
          </a:p>
        </p:txBody>
      </p:sp>
      <p:sp>
        <p:nvSpPr>
          <p:cNvPr id="27" name="Text 21"/>
          <p:cNvSpPr/>
          <p:nvPr/>
        </p:nvSpPr>
        <p:spPr>
          <a:xfrm>
            <a:off x="9912350" y="2845941"/>
            <a:ext cx="1358900" cy="452041"/>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F4C66"/>
                </a:solidFill>
                <a:effectLst/>
                <a:uLnTx/>
                <a:uFillTx/>
                <a:latin typeface="DM Sans" pitchFamily="34" charset="0"/>
                <a:ea typeface="DM Sans" pitchFamily="34" charset="-122"/>
                <a:cs typeface="DM Sans" pitchFamily="34" charset="-120"/>
              </a:rPr>
              <a:t>Save to your system</a:t>
            </a:r>
            <a:endParaRPr kumimoji="0" lang="en-US" sz="1200" b="0" i="0" u="none" strike="noStrike" kern="1200" cap="none" spc="0" normalizeH="0" baseline="0" noProof="0" dirty="0">
              <a:ln>
                <a:noFill/>
              </a:ln>
              <a:solidFill>
                <a:srgbClr val="1D1A33"/>
              </a:solidFill>
              <a:effectLst/>
              <a:uLnTx/>
              <a:uFillTx/>
              <a:latin typeface="DM Sans"/>
              <a:ea typeface="+mn-ea"/>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0" cap="none" spc="150" normalizeH="0" baseline="0" noProof="0" dirty="0">
                <a:ln>
                  <a:noFill/>
                </a:ln>
                <a:solidFill>
                  <a:srgbClr val="5A45D1"/>
                </a:solidFill>
                <a:effectLst/>
                <a:uLnTx/>
                <a:uFillTx/>
                <a:latin typeface="DM Sans" pitchFamily="34" charset="0"/>
                <a:ea typeface="DM Sans" pitchFamily="34" charset="-122"/>
                <a:cs typeface="DM Sans" pitchFamily="34" charset="-120"/>
              </a:rPr>
              <a:t>LICENSING</a:t>
            </a:r>
            <a:endParaRPr kumimoji="0" lang="en-US" sz="1200" b="0" i="0" u="none" strike="noStrike" kern="1200" cap="none" spc="0" normalizeH="0" baseline="0" noProof="0" dirty="0">
              <a:ln>
                <a:noFill/>
              </a:ln>
              <a:solidFill>
                <a:srgbClr val="1D1A33"/>
              </a:solidFill>
              <a:effectLst/>
              <a:uLnTx/>
              <a:uFillTx/>
              <a:latin typeface="DM Sans"/>
              <a:ea typeface="+mn-ea"/>
              <a:cs typeface="+mn-cs"/>
            </a:endParaRPr>
          </a:p>
        </p:txBody>
      </p:sp>
      <p:sp>
        <p:nvSpPr>
          <p:cNvPr id="3" name="Text 1"/>
          <p:cNvSpPr>
            <a:spLocks noGrp="1"/>
          </p:cNvSpPr>
          <p:nvPr>
            <p:ph type="title"/>
          </p:nvPr>
        </p:nvSpPr>
        <p:spPr>
          <a:xfrm>
            <a:off x="812800" y="11023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D1A33"/>
                </a:solidFill>
                <a:latin typeface="DM Sans" pitchFamily="34" charset="0"/>
                <a:ea typeface="DM Sans" pitchFamily="34" charset="-122"/>
                <a:cs typeface="DM Sans" pitchFamily="34" charset="-120"/>
              </a:rPr>
              <a:t>AI Builder now runs on Copilot Credits</a:t>
            </a:r>
            <a:endParaRPr lang="en-US" sz="3200" dirty="0"/>
          </a:p>
        </p:txBody>
      </p:sp>
      <p:sp>
        <p:nvSpPr>
          <p:cNvPr id="4" name="Text 2"/>
          <p:cNvSpPr/>
          <p:nvPr/>
        </p:nvSpPr>
        <p:spPr>
          <a:xfrm>
            <a:off x="812800" y="1803350"/>
            <a:ext cx="10566400" cy="873720"/>
          </a:xfrm>
          <a:prstGeom prst="roundRect">
            <a:avLst>
              <a:gd name="adj" fmla="val 11628"/>
            </a:avLst>
          </a:prstGeom>
          <a:solidFill>
            <a:srgbClr val="F2B84B"/>
          </a:solidFill>
          <a:ln/>
        </p:spPr>
        <p:txBody>
          <a:bodyPr wrap="square" lIns="173442" tIns="122642" rIns="0" bIns="97242" rtlCol="0" anchor="t">
            <a:normAutofit/>
          </a:bodyPr>
          <a:lstStyle/>
          <a:p>
            <a:pPr marL="0" marR="0" lvl="0" indent="0" algn="l" defTabSz="914400" rtl="0" eaLnBrk="1" fontAlgn="auto" latinLnBrk="0" hangingPunct="1">
              <a:lnSpc>
                <a:spcPts val="224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D1A33"/>
                </a:solidFill>
                <a:effectLst/>
                <a:uLnTx/>
                <a:uFillTx/>
                <a:latin typeface="DM Sans" pitchFamily="34" charset="0"/>
                <a:ea typeface="DM Sans" pitchFamily="34" charset="-122"/>
                <a:cs typeface="DM Sans" pitchFamily="34" charset="-120"/>
              </a:rPr>
              <a:t>AI Builder credits are being phased out, with full transition by 1 November 2026. There is no automatic conversion to Copilot Credits.</a:t>
            </a:r>
            <a:endParaRPr kumimoji="0" lang="en-US" sz="1600" b="0" i="0" u="none" strike="noStrike" kern="1200" cap="none" spc="0" normalizeH="0" baseline="0" noProof="0" dirty="0">
              <a:ln>
                <a:noFill/>
              </a:ln>
              <a:solidFill>
                <a:srgbClr val="1D1A33"/>
              </a:solidFill>
              <a:effectLst/>
              <a:uLnTx/>
              <a:uFillTx/>
              <a:latin typeface="DM Sans"/>
              <a:ea typeface="+mn-ea"/>
              <a:cs typeface="+mn-cs"/>
            </a:endParaRPr>
          </a:p>
        </p:txBody>
      </p:sp>
      <p:sp>
        <p:nvSpPr>
          <p:cNvPr id="5" name="Shape 3"/>
          <p:cNvSpPr/>
          <p:nvPr/>
        </p:nvSpPr>
        <p:spPr>
          <a:xfrm>
            <a:off x="815975" y="2934246"/>
            <a:ext cx="5200650" cy="887710"/>
          </a:xfrm>
          <a:prstGeom prst="roundRect">
            <a:avLst>
              <a:gd name="adj" fmla="val 11088"/>
            </a:avLst>
          </a:prstGeom>
          <a:solidFill>
            <a:srgbClr val="FFFEFB"/>
          </a:solidFill>
          <a:ln w="6350">
            <a:solidFill>
              <a:srgbClr val="E2DED3"/>
            </a:solidFill>
            <a:prstDash val="solid"/>
          </a:ln>
        </p:spPr>
        <p:txBody>
          <a:bodyPr/>
          <a:lstStyle/>
          <a:p>
            <a:endParaRPr lang="en-IN"/>
          </a:p>
        </p:txBody>
      </p:sp>
      <p:sp>
        <p:nvSpPr>
          <p:cNvPr id="6" name="Text 4"/>
          <p:cNvSpPr/>
          <p:nvPr/>
        </p:nvSpPr>
        <p:spPr>
          <a:xfrm>
            <a:off x="1022350" y="3115221"/>
            <a:ext cx="4931537" cy="26923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2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5A45D1"/>
                </a:solidFill>
                <a:effectLst/>
                <a:uLnTx/>
                <a:uFillTx/>
                <a:latin typeface="DM Sans" pitchFamily="34" charset="0"/>
                <a:ea typeface="DM Sans" pitchFamily="34" charset="-122"/>
                <a:cs typeface="DM Sans" pitchFamily="34" charset="-120"/>
              </a:rPr>
              <a:t>Apps and flows</a:t>
            </a:r>
            <a:endParaRPr kumimoji="0" lang="en-US" sz="1600" b="0" i="0" u="none" strike="noStrike" kern="1200" cap="none" spc="0" normalizeH="0" baseline="0" noProof="0" dirty="0">
              <a:ln>
                <a:noFill/>
              </a:ln>
              <a:solidFill>
                <a:srgbClr val="1D1A33"/>
              </a:solidFill>
              <a:effectLst/>
              <a:uLnTx/>
              <a:uFillTx/>
              <a:latin typeface="DM Sans"/>
              <a:ea typeface="+mn-ea"/>
              <a:cs typeface="+mn-cs"/>
            </a:endParaRPr>
          </a:p>
        </p:txBody>
      </p:sp>
      <p:sp>
        <p:nvSpPr>
          <p:cNvPr id="7" name="Text 5"/>
          <p:cNvSpPr/>
          <p:nvPr/>
        </p:nvSpPr>
        <p:spPr>
          <a:xfrm>
            <a:off x="1022350" y="3409851"/>
            <a:ext cx="4931537" cy="25653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4F4C66"/>
                </a:solidFill>
                <a:effectLst/>
                <a:uLnTx/>
                <a:uFillTx/>
                <a:latin typeface="DM Sans" pitchFamily="34" charset="0"/>
                <a:ea typeface="DM Sans" pitchFamily="34" charset="-122"/>
                <a:cs typeface="DM Sans" pitchFamily="34" charset="-120"/>
              </a:rPr>
              <a:t>Use AI Builder credits first, then Copilot Credits.</a:t>
            </a:r>
            <a:endParaRPr kumimoji="0" lang="en-US" sz="1300" b="0" i="0" u="none" strike="noStrike" kern="1200" cap="none" spc="0" normalizeH="0" baseline="0" noProof="0" dirty="0">
              <a:ln>
                <a:noFill/>
              </a:ln>
              <a:solidFill>
                <a:srgbClr val="1D1A33"/>
              </a:solidFill>
              <a:effectLst/>
              <a:uLnTx/>
              <a:uFillTx/>
              <a:latin typeface="DM Sans"/>
              <a:ea typeface="+mn-ea"/>
              <a:cs typeface="+mn-cs"/>
            </a:endParaRPr>
          </a:p>
        </p:txBody>
      </p:sp>
      <p:sp>
        <p:nvSpPr>
          <p:cNvPr id="8" name="Shape 6"/>
          <p:cNvSpPr/>
          <p:nvPr/>
        </p:nvSpPr>
        <p:spPr>
          <a:xfrm>
            <a:off x="6175375" y="2934246"/>
            <a:ext cx="5200650" cy="887710"/>
          </a:xfrm>
          <a:prstGeom prst="roundRect">
            <a:avLst>
              <a:gd name="adj" fmla="val 11088"/>
            </a:avLst>
          </a:prstGeom>
          <a:solidFill>
            <a:srgbClr val="FFFEFB"/>
          </a:solidFill>
          <a:ln w="6350">
            <a:solidFill>
              <a:srgbClr val="E2DED3"/>
            </a:solidFill>
            <a:prstDash val="solid"/>
          </a:ln>
        </p:spPr>
        <p:txBody>
          <a:bodyPr/>
          <a:lstStyle/>
          <a:p>
            <a:endParaRPr lang="en-IN"/>
          </a:p>
        </p:txBody>
      </p:sp>
      <p:sp>
        <p:nvSpPr>
          <p:cNvPr id="9" name="Text 7"/>
          <p:cNvSpPr/>
          <p:nvPr/>
        </p:nvSpPr>
        <p:spPr>
          <a:xfrm>
            <a:off x="6381750" y="3115221"/>
            <a:ext cx="4931537" cy="26923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2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5A45D1"/>
                </a:solidFill>
                <a:effectLst/>
                <a:uLnTx/>
                <a:uFillTx/>
                <a:latin typeface="DM Sans" pitchFamily="34" charset="0"/>
                <a:ea typeface="DM Sans" pitchFamily="34" charset="-122"/>
                <a:cs typeface="DM Sans" pitchFamily="34" charset="-120"/>
              </a:rPr>
              <a:t>Agents and agent flows</a:t>
            </a:r>
            <a:endParaRPr kumimoji="0" lang="en-US" sz="1600" b="0" i="0" u="none" strike="noStrike" kern="1200" cap="none" spc="0" normalizeH="0" baseline="0" noProof="0" dirty="0">
              <a:ln>
                <a:noFill/>
              </a:ln>
              <a:solidFill>
                <a:srgbClr val="1D1A33"/>
              </a:solidFill>
              <a:effectLst/>
              <a:uLnTx/>
              <a:uFillTx/>
              <a:latin typeface="DM Sans"/>
              <a:ea typeface="+mn-ea"/>
              <a:cs typeface="+mn-cs"/>
            </a:endParaRPr>
          </a:p>
        </p:txBody>
      </p:sp>
      <p:sp>
        <p:nvSpPr>
          <p:cNvPr id="10" name="Text 8"/>
          <p:cNvSpPr/>
          <p:nvPr/>
        </p:nvSpPr>
        <p:spPr>
          <a:xfrm>
            <a:off x="6381750" y="3409851"/>
            <a:ext cx="4931537" cy="25653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4F4C66"/>
                </a:solidFill>
                <a:effectLst/>
                <a:uLnTx/>
                <a:uFillTx/>
                <a:latin typeface="DM Sans" pitchFamily="34" charset="0"/>
                <a:ea typeface="DM Sans" pitchFamily="34" charset="-122"/>
                <a:cs typeface="DM Sans" pitchFamily="34" charset="-120"/>
              </a:rPr>
              <a:t>Use Copilot Credits only.</a:t>
            </a:r>
            <a:endParaRPr kumimoji="0" lang="en-US" sz="1300" b="0" i="0" u="none" strike="noStrike" kern="1200" cap="none" spc="0" normalizeH="0" baseline="0" noProof="0" dirty="0">
              <a:ln>
                <a:noFill/>
              </a:ln>
              <a:solidFill>
                <a:srgbClr val="1D1A33"/>
              </a:solidFill>
              <a:effectLst/>
              <a:uLnTx/>
              <a:uFillTx/>
              <a:latin typeface="DM Sans"/>
              <a:ea typeface="+mn-ea"/>
              <a:cs typeface="+mn-cs"/>
            </a:endParaRPr>
          </a:p>
        </p:txBody>
      </p:sp>
      <p:sp>
        <p:nvSpPr>
          <p:cNvPr id="11" name="Shape 9"/>
          <p:cNvSpPr/>
          <p:nvPr/>
        </p:nvSpPr>
        <p:spPr>
          <a:xfrm>
            <a:off x="815975" y="3980706"/>
            <a:ext cx="5200650" cy="1118840"/>
          </a:xfrm>
          <a:prstGeom prst="roundRect">
            <a:avLst>
              <a:gd name="adj" fmla="val 8797"/>
            </a:avLst>
          </a:prstGeom>
          <a:solidFill>
            <a:srgbClr val="FFFEFB"/>
          </a:solidFill>
          <a:ln w="6350">
            <a:solidFill>
              <a:srgbClr val="E2DED3"/>
            </a:solidFill>
            <a:prstDash val="solid"/>
          </a:ln>
        </p:spPr>
        <p:txBody>
          <a:bodyPr/>
          <a:lstStyle/>
          <a:p>
            <a:endParaRPr lang="en-IN"/>
          </a:p>
        </p:txBody>
      </p:sp>
      <p:sp>
        <p:nvSpPr>
          <p:cNvPr id="12" name="Text 10"/>
          <p:cNvSpPr/>
          <p:nvPr/>
        </p:nvSpPr>
        <p:spPr>
          <a:xfrm>
            <a:off x="1022350" y="4161681"/>
            <a:ext cx="4931537" cy="26923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2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5A45D1"/>
                </a:solidFill>
                <a:effectLst/>
                <a:uLnTx/>
                <a:uFillTx/>
                <a:latin typeface="DM Sans" pitchFamily="34" charset="0"/>
                <a:ea typeface="DM Sans" pitchFamily="34" charset="-122"/>
                <a:cs typeface="DM Sans" pitchFamily="34" charset="-120"/>
              </a:rPr>
              <a:t>Out of credits</a:t>
            </a:r>
            <a:endParaRPr kumimoji="0" lang="en-US" sz="1600" b="0" i="0" u="none" strike="noStrike" kern="1200" cap="none" spc="0" normalizeH="0" baseline="0" noProof="0" dirty="0">
              <a:ln>
                <a:noFill/>
              </a:ln>
              <a:solidFill>
                <a:srgbClr val="1D1A33"/>
              </a:solidFill>
              <a:effectLst/>
              <a:uLnTx/>
              <a:uFillTx/>
              <a:latin typeface="DM Sans"/>
              <a:ea typeface="+mn-ea"/>
              <a:cs typeface="+mn-cs"/>
            </a:endParaRPr>
          </a:p>
        </p:txBody>
      </p:sp>
      <p:sp>
        <p:nvSpPr>
          <p:cNvPr id="13" name="Text 11"/>
          <p:cNvSpPr/>
          <p:nvPr/>
        </p:nvSpPr>
        <p:spPr>
          <a:xfrm>
            <a:off x="1022350" y="4456311"/>
            <a:ext cx="4931537" cy="25653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4F4C66"/>
                </a:solidFill>
                <a:effectLst/>
                <a:uLnTx/>
                <a:uFillTx/>
                <a:latin typeface="DM Sans" pitchFamily="34" charset="0"/>
                <a:ea typeface="DM Sans" pitchFamily="34" charset="-122"/>
                <a:cs typeface="DM Sans" pitchFamily="34" charset="-120"/>
              </a:rPr>
              <a:t>Model runs are blocked until you add or reassign capacity.</a:t>
            </a:r>
            <a:endParaRPr kumimoji="0" lang="en-US" sz="1300" b="0" i="0" u="none" strike="noStrike" kern="1200" cap="none" spc="0" normalizeH="0" baseline="0" noProof="0" dirty="0">
              <a:ln>
                <a:noFill/>
              </a:ln>
              <a:solidFill>
                <a:srgbClr val="1D1A33"/>
              </a:solidFill>
              <a:effectLst/>
              <a:uLnTx/>
              <a:uFillTx/>
              <a:latin typeface="DM Sans"/>
              <a:ea typeface="+mn-ea"/>
              <a:cs typeface="+mn-cs"/>
            </a:endParaRPr>
          </a:p>
        </p:txBody>
      </p:sp>
      <p:sp>
        <p:nvSpPr>
          <p:cNvPr id="14" name="Shape 12"/>
          <p:cNvSpPr/>
          <p:nvPr/>
        </p:nvSpPr>
        <p:spPr>
          <a:xfrm>
            <a:off x="6175375" y="3980706"/>
            <a:ext cx="5200650" cy="1118840"/>
          </a:xfrm>
          <a:prstGeom prst="roundRect">
            <a:avLst>
              <a:gd name="adj" fmla="val 8797"/>
            </a:avLst>
          </a:prstGeom>
          <a:solidFill>
            <a:srgbClr val="FFFEFB"/>
          </a:solidFill>
          <a:ln w="6350">
            <a:solidFill>
              <a:srgbClr val="E2DED3"/>
            </a:solidFill>
            <a:prstDash val="solid"/>
          </a:ln>
        </p:spPr>
        <p:txBody>
          <a:bodyPr/>
          <a:lstStyle/>
          <a:p>
            <a:endParaRPr lang="en-IN"/>
          </a:p>
        </p:txBody>
      </p:sp>
      <p:sp>
        <p:nvSpPr>
          <p:cNvPr id="15" name="Text 13"/>
          <p:cNvSpPr/>
          <p:nvPr/>
        </p:nvSpPr>
        <p:spPr>
          <a:xfrm>
            <a:off x="6381750" y="4161681"/>
            <a:ext cx="4931537" cy="26923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2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5A45D1"/>
                </a:solidFill>
                <a:effectLst/>
                <a:uLnTx/>
                <a:uFillTx/>
                <a:latin typeface="DM Sans" pitchFamily="34" charset="0"/>
                <a:ea typeface="DM Sans" pitchFamily="34" charset="-122"/>
                <a:cs typeface="DM Sans" pitchFamily="34" charset="-120"/>
              </a:rPr>
              <a:t>Monthly reset</a:t>
            </a:r>
            <a:endParaRPr kumimoji="0" lang="en-US" sz="1600" b="0" i="0" u="none" strike="noStrike" kern="1200" cap="none" spc="0" normalizeH="0" baseline="0" noProof="0" dirty="0">
              <a:ln>
                <a:noFill/>
              </a:ln>
              <a:solidFill>
                <a:srgbClr val="1D1A33"/>
              </a:solidFill>
              <a:effectLst/>
              <a:uLnTx/>
              <a:uFillTx/>
              <a:latin typeface="DM Sans"/>
              <a:ea typeface="+mn-ea"/>
              <a:cs typeface="+mn-cs"/>
            </a:endParaRPr>
          </a:p>
        </p:txBody>
      </p:sp>
      <p:sp>
        <p:nvSpPr>
          <p:cNvPr id="16" name="Text 14"/>
          <p:cNvSpPr/>
          <p:nvPr/>
        </p:nvSpPr>
        <p:spPr>
          <a:xfrm>
            <a:off x="6381750" y="4456311"/>
            <a:ext cx="4931537" cy="4876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2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4F4C66"/>
                </a:solidFill>
                <a:effectLst/>
                <a:uLnTx/>
                <a:uFillTx/>
                <a:latin typeface="DM Sans" pitchFamily="34" charset="0"/>
                <a:ea typeface="DM Sans" pitchFamily="34" charset="-122"/>
                <a:cs typeface="DM Sans" pitchFamily="34" charset="-120"/>
              </a:rPr>
              <a:t>Unused credits do not roll over. Testing models does not consume credits.</a:t>
            </a:r>
            <a:endParaRPr kumimoji="0" lang="en-US" sz="1300" b="0" i="0" u="none" strike="noStrike" kern="1200" cap="none" spc="0" normalizeH="0" baseline="0" noProof="0" dirty="0">
              <a:ln>
                <a:noFill/>
              </a:ln>
              <a:solidFill>
                <a:srgbClr val="1D1A33"/>
              </a:solidFill>
              <a:effectLst/>
              <a:uLnTx/>
              <a:uFillTx/>
              <a:latin typeface="DM Sans"/>
              <a:ea typeface="+mn-ea"/>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0" cap="none" spc="150" normalizeH="0" baseline="0" noProof="0" dirty="0">
                <a:ln>
                  <a:noFill/>
                </a:ln>
                <a:solidFill>
                  <a:srgbClr val="5A45D1"/>
                </a:solidFill>
                <a:effectLst/>
                <a:uLnTx/>
                <a:uFillTx/>
                <a:latin typeface="DM Sans" pitchFamily="34" charset="0"/>
                <a:ea typeface="DM Sans" pitchFamily="34" charset="-122"/>
                <a:cs typeface="DM Sans" pitchFamily="34" charset="-120"/>
              </a:rPr>
              <a:t>GOVERNANCE</a:t>
            </a:r>
            <a:endParaRPr kumimoji="0" lang="en-US" sz="1200" b="0" i="0" u="none" strike="noStrike" kern="1200" cap="none" spc="0" normalizeH="0" baseline="0" noProof="0" dirty="0">
              <a:ln>
                <a:noFill/>
              </a:ln>
              <a:solidFill>
                <a:srgbClr val="1D1A33"/>
              </a:solidFill>
              <a:effectLst/>
              <a:uLnTx/>
              <a:uFillTx/>
              <a:latin typeface="DM Sans"/>
              <a:ea typeface="+mn-ea"/>
              <a:cs typeface="+mn-cs"/>
            </a:endParaRPr>
          </a:p>
        </p:txBody>
      </p:sp>
      <p:sp>
        <p:nvSpPr>
          <p:cNvPr id="3" name="Text 1"/>
          <p:cNvSpPr>
            <a:spLocks noGrp="1"/>
          </p:cNvSpPr>
          <p:nvPr>
            <p:ph type="title"/>
          </p:nvPr>
        </p:nvSpPr>
        <p:spPr>
          <a:xfrm>
            <a:off x="812800" y="11023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D1A33"/>
                </a:solidFill>
                <a:latin typeface="DM Sans" pitchFamily="34" charset="0"/>
                <a:ea typeface="DM Sans" pitchFamily="34" charset="-122"/>
                <a:cs typeface="DM Sans" pitchFamily="34" charset="-120"/>
              </a:rPr>
              <a:t>Using AI responsibly</a:t>
            </a:r>
            <a:endParaRPr lang="en-US" sz="3200" dirty="0"/>
          </a:p>
        </p:txBody>
      </p:sp>
      <p:sp>
        <p:nvSpPr>
          <p:cNvPr id="4" name="Shape 2"/>
          <p:cNvSpPr/>
          <p:nvPr/>
        </p:nvSpPr>
        <p:spPr>
          <a:xfrm>
            <a:off x="815975" y="1908125"/>
            <a:ext cx="5200650" cy="1311821"/>
          </a:xfrm>
          <a:prstGeom prst="roundRect">
            <a:avLst>
              <a:gd name="adj" fmla="val 7503"/>
            </a:avLst>
          </a:prstGeom>
          <a:solidFill>
            <a:srgbClr val="FFFEFB"/>
          </a:solidFill>
          <a:ln w="6350">
            <a:solidFill>
              <a:srgbClr val="E2DED3"/>
            </a:solidFill>
            <a:prstDash val="solid"/>
          </a:ln>
        </p:spPr>
        <p:txBody>
          <a:bodyPr/>
          <a:lstStyle/>
          <a:p>
            <a:endParaRPr lang="en-IN"/>
          </a:p>
        </p:txBody>
      </p:sp>
      <p:sp>
        <p:nvSpPr>
          <p:cNvPr id="5" name="Text 3"/>
          <p:cNvSpPr/>
          <p:nvPr/>
        </p:nvSpPr>
        <p:spPr>
          <a:xfrm>
            <a:off x="1073150" y="2139900"/>
            <a:ext cx="4826889" cy="2996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16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5A45D1"/>
                </a:solidFill>
                <a:effectLst/>
                <a:uLnTx/>
                <a:uFillTx/>
                <a:latin typeface="DM Sans" pitchFamily="34" charset="0"/>
                <a:ea typeface="DM Sans" pitchFamily="34" charset="-122"/>
                <a:cs typeface="DM Sans" pitchFamily="34" charset="-120"/>
              </a:rPr>
              <a:t>Keep a human in the loop</a:t>
            </a:r>
            <a:endParaRPr kumimoji="0" lang="en-US" sz="1800" b="0" i="0" u="none" strike="noStrike" kern="1200" cap="none" spc="0" normalizeH="0" baseline="0" noProof="0" dirty="0">
              <a:ln>
                <a:noFill/>
              </a:ln>
              <a:solidFill>
                <a:srgbClr val="1D1A33"/>
              </a:solidFill>
              <a:effectLst/>
              <a:uLnTx/>
              <a:uFillTx/>
              <a:latin typeface="DM Sans"/>
              <a:ea typeface="+mn-ea"/>
              <a:cs typeface="+mn-cs"/>
            </a:endParaRPr>
          </a:p>
        </p:txBody>
      </p:sp>
      <p:sp>
        <p:nvSpPr>
          <p:cNvPr id="6" name="Text 4"/>
          <p:cNvSpPr/>
          <p:nvPr/>
        </p:nvSpPr>
        <p:spPr>
          <a:xfrm>
            <a:off x="1073150" y="2490391"/>
            <a:ext cx="4826889" cy="52318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4F4C66"/>
                </a:solidFill>
                <a:effectLst/>
                <a:uLnTx/>
                <a:uFillTx/>
                <a:latin typeface="DM Sans" pitchFamily="34" charset="0"/>
                <a:ea typeface="DM Sans" pitchFamily="34" charset="-122"/>
                <a:cs typeface="DM Sans" pitchFamily="34" charset="-120"/>
              </a:rPr>
              <a:t>Review outputs regularly, especially where decisions have real impact.</a:t>
            </a:r>
            <a:endParaRPr kumimoji="0" lang="en-US" sz="1400" b="0" i="0" u="none" strike="noStrike" kern="1200" cap="none" spc="0" normalizeH="0" baseline="0" noProof="0" dirty="0">
              <a:ln>
                <a:noFill/>
              </a:ln>
              <a:solidFill>
                <a:srgbClr val="1D1A33"/>
              </a:solidFill>
              <a:effectLst/>
              <a:uLnTx/>
              <a:uFillTx/>
              <a:latin typeface="DM Sans"/>
              <a:ea typeface="+mn-ea"/>
              <a:cs typeface="+mn-cs"/>
            </a:endParaRPr>
          </a:p>
        </p:txBody>
      </p:sp>
      <p:sp>
        <p:nvSpPr>
          <p:cNvPr id="7" name="Shape 5"/>
          <p:cNvSpPr/>
          <p:nvPr/>
        </p:nvSpPr>
        <p:spPr>
          <a:xfrm>
            <a:off x="6175375" y="1908125"/>
            <a:ext cx="5200650" cy="1311821"/>
          </a:xfrm>
          <a:prstGeom prst="roundRect">
            <a:avLst>
              <a:gd name="adj" fmla="val 7503"/>
            </a:avLst>
          </a:prstGeom>
          <a:solidFill>
            <a:srgbClr val="FFFEFB"/>
          </a:solidFill>
          <a:ln w="6350">
            <a:solidFill>
              <a:srgbClr val="E2DED3"/>
            </a:solidFill>
            <a:prstDash val="solid"/>
          </a:ln>
        </p:spPr>
        <p:txBody>
          <a:bodyPr/>
          <a:lstStyle/>
          <a:p>
            <a:endParaRPr lang="en-IN"/>
          </a:p>
        </p:txBody>
      </p:sp>
      <p:sp>
        <p:nvSpPr>
          <p:cNvPr id="8" name="Text 6"/>
          <p:cNvSpPr/>
          <p:nvPr/>
        </p:nvSpPr>
        <p:spPr>
          <a:xfrm>
            <a:off x="6432550" y="2139900"/>
            <a:ext cx="4826889" cy="2996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16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5A45D1"/>
                </a:solidFill>
                <a:effectLst/>
                <a:uLnTx/>
                <a:uFillTx/>
                <a:latin typeface="DM Sans" pitchFamily="34" charset="0"/>
                <a:ea typeface="DM Sans" pitchFamily="34" charset="-122"/>
                <a:cs typeface="DM Sans" pitchFamily="34" charset="-120"/>
              </a:rPr>
              <a:t>Test with varied inputs</a:t>
            </a:r>
            <a:endParaRPr kumimoji="0" lang="en-US" sz="1800" b="0" i="0" u="none" strike="noStrike" kern="1200" cap="none" spc="0" normalizeH="0" baseline="0" noProof="0" dirty="0">
              <a:ln>
                <a:noFill/>
              </a:ln>
              <a:solidFill>
                <a:srgbClr val="1D1A33"/>
              </a:solidFill>
              <a:effectLst/>
              <a:uLnTx/>
              <a:uFillTx/>
              <a:latin typeface="DM Sans"/>
              <a:ea typeface="+mn-ea"/>
              <a:cs typeface="+mn-cs"/>
            </a:endParaRPr>
          </a:p>
        </p:txBody>
      </p:sp>
      <p:sp>
        <p:nvSpPr>
          <p:cNvPr id="9" name="Text 7"/>
          <p:cNvSpPr/>
          <p:nvPr/>
        </p:nvSpPr>
        <p:spPr>
          <a:xfrm>
            <a:off x="6432550" y="2490391"/>
            <a:ext cx="4826889" cy="52318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4F4C66"/>
                </a:solidFill>
                <a:effectLst/>
                <a:uLnTx/>
                <a:uFillTx/>
                <a:latin typeface="DM Sans" pitchFamily="34" charset="0"/>
                <a:ea typeface="DM Sans" pitchFamily="34" charset="-122"/>
                <a:cs typeface="DM Sans" pitchFamily="34" charset="-120"/>
              </a:rPr>
              <a:t>Try typical, messy and unusual cases before you share a prompt or model.</a:t>
            </a:r>
            <a:endParaRPr kumimoji="0" lang="en-US" sz="1400" b="0" i="0" u="none" strike="noStrike" kern="1200" cap="none" spc="0" normalizeH="0" baseline="0" noProof="0" dirty="0">
              <a:ln>
                <a:noFill/>
              </a:ln>
              <a:solidFill>
                <a:srgbClr val="1D1A33"/>
              </a:solidFill>
              <a:effectLst/>
              <a:uLnTx/>
              <a:uFillTx/>
              <a:latin typeface="DM Sans"/>
              <a:ea typeface="+mn-ea"/>
              <a:cs typeface="+mn-cs"/>
            </a:endParaRPr>
          </a:p>
        </p:txBody>
      </p:sp>
      <p:sp>
        <p:nvSpPr>
          <p:cNvPr id="10" name="Shape 8"/>
          <p:cNvSpPr/>
          <p:nvPr/>
        </p:nvSpPr>
        <p:spPr>
          <a:xfrm>
            <a:off x="815975" y="3378696"/>
            <a:ext cx="5200650" cy="1560711"/>
          </a:xfrm>
          <a:prstGeom prst="roundRect">
            <a:avLst>
              <a:gd name="adj" fmla="val 6306"/>
            </a:avLst>
          </a:prstGeom>
          <a:solidFill>
            <a:srgbClr val="FFFEFB"/>
          </a:solidFill>
          <a:ln w="6350">
            <a:solidFill>
              <a:srgbClr val="E2DED3"/>
            </a:solidFill>
            <a:prstDash val="solid"/>
          </a:ln>
        </p:spPr>
        <p:txBody>
          <a:bodyPr/>
          <a:lstStyle/>
          <a:p>
            <a:endParaRPr lang="en-IN"/>
          </a:p>
        </p:txBody>
      </p:sp>
      <p:sp>
        <p:nvSpPr>
          <p:cNvPr id="11" name="Text 9"/>
          <p:cNvSpPr/>
          <p:nvPr/>
        </p:nvSpPr>
        <p:spPr>
          <a:xfrm>
            <a:off x="1073150" y="3610471"/>
            <a:ext cx="4826889" cy="2996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16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5A45D1"/>
                </a:solidFill>
                <a:effectLst/>
                <a:uLnTx/>
                <a:uFillTx/>
                <a:latin typeface="DM Sans" pitchFamily="34" charset="0"/>
                <a:ea typeface="DM Sans" pitchFamily="34" charset="-122"/>
                <a:cs typeface="DM Sans" pitchFamily="34" charset="-120"/>
              </a:rPr>
              <a:t>Admin controls</a:t>
            </a:r>
            <a:endParaRPr kumimoji="0" lang="en-US" sz="1800" b="0" i="0" u="none" strike="noStrike" kern="1200" cap="none" spc="0" normalizeH="0" baseline="0" noProof="0" dirty="0">
              <a:ln>
                <a:noFill/>
              </a:ln>
              <a:solidFill>
                <a:srgbClr val="1D1A33"/>
              </a:solidFill>
              <a:effectLst/>
              <a:uLnTx/>
              <a:uFillTx/>
              <a:latin typeface="DM Sans"/>
              <a:ea typeface="+mn-ea"/>
              <a:cs typeface="+mn-cs"/>
            </a:endParaRPr>
          </a:p>
        </p:txBody>
      </p:sp>
      <p:sp>
        <p:nvSpPr>
          <p:cNvPr id="12" name="Text 10"/>
          <p:cNvSpPr/>
          <p:nvPr/>
        </p:nvSpPr>
        <p:spPr>
          <a:xfrm>
            <a:off x="1073150" y="3960961"/>
            <a:ext cx="4826889" cy="52318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4F4C66"/>
                </a:solidFill>
                <a:effectLst/>
                <a:uLnTx/>
                <a:uFillTx/>
                <a:latin typeface="DM Sans" pitchFamily="34" charset="0"/>
                <a:ea typeface="DM Sans" pitchFamily="34" charset="-122"/>
                <a:cs typeface="DM Sans" pitchFamily="34" charset="-120"/>
              </a:rPr>
              <a:t>Allocate capacity per environment and control which AI capabilities makers can use.</a:t>
            </a:r>
            <a:endParaRPr kumimoji="0" lang="en-US" sz="1400" b="0" i="0" u="none" strike="noStrike" kern="1200" cap="none" spc="0" normalizeH="0" baseline="0" noProof="0" dirty="0">
              <a:ln>
                <a:noFill/>
              </a:ln>
              <a:solidFill>
                <a:srgbClr val="1D1A33"/>
              </a:solidFill>
              <a:effectLst/>
              <a:uLnTx/>
              <a:uFillTx/>
              <a:latin typeface="DM Sans"/>
              <a:ea typeface="+mn-ea"/>
              <a:cs typeface="+mn-cs"/>
            </a:endParaRPr>
          </a:p>
        </p:txBody>
      </p:sp>
      <p:sp>
        <p:nvSpPr>
          <p:cNvPr id="13" name="Shape 11"/>
          <p:cNvSpPr/>
          <p:nvPr/>
        </p:nvSpPr>
        <p:spPr>
          <a:xfrm>
            <a:off x="6175375" y="3378696"/>
            <a:ext cx="5200650" cy="1560711"/>
          </a:xfrm>
          <a:prstGeom prst="roundRect">
            <a:avLst>
              <a:gd name="adj" fmla="val 6306"/>
            </a:avLst>
          </a:prstGeom>
          <a:solidFill>
            <a:srgbClr val="FFFEFB"/>
          </a:solidFill>
          <a:ln w="6350">
            <a:solidFill>
              <a:srgbClr val="E2DED3"/>
            </a:solidFill>
            <a:prstDash val="solid"/>
          </a:ln>
        </p:spPr>
        <p:txBody>
          <a:bodyPr/>
          <a:lstStyle/>
          <a:p>
            <a:endParaRPr lang="en-IN"/>
          </a:p>
        </p:txBody>
      </p:sp>
      <p:sp>
        <p:nvSpPr>
          <p:cNvPr id="14" name="Text 12"/>
          <p:cNvSpPr/>
          <p:nvPr/>
        </p:nvSpPr>
        <p:spPr>
          <a:xfrm>
            <a:off x="6432550" y="3610471"/>
            <a:ext cx="4826889" cy="2996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16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5A45D1"/>
                </a:solidFill>
                <a:effectLst/>
                <a:uLnTx/>
                <a:uFillTx/>
                <a:latin typeface="DM Sans" pitchFamily="34" charset="0"/>
                <a:ea typeface="DM Sans" pitchFamily="34" charset="-122"/>
                <a:cs typeface="DM Sans" pitchFamily="34" charset="-120"/>
              </a:rPr>
              <a:t>Prerequisites</a:t>
            </a:r>
            <a:endParaRPr kumimoji="0" lang="en-US" sz="1800" b="0" i="0" u="none" strike="noStrike" kern="1200" cap="none" spc="0" normalizeH="0" baseline="0" noProof="0" dirty="0">
              <a:ln>
                <a:noFill/>
              </a:ln>
              <a:solidFill>
                <a:srgbClr val="1D1A33"/>
              </a:solidFill>
              <a:effectLst/>
              <a:uLnTx/>
              <a:uFillTx/>
              <a:latin typeface="DM Sans"/>
              <a:ea typeface="+mn-ea"/>
              <a:cs typeface="+mn-cs"/>
            </a:endParaRPr>
          </a:p>
        </p:txBody>
      </p:sp>
      <p:sp>
        <p:nvSpPr>
          <p:cNvPr id="15" name="Text 13"/>
          <p:cNvSpPr/>
          <p:nvPr/>
        </p:nvSpPr>
        <p:spPr>
          <a:xfrm>
            <a:off x="6432550" y="3960961"/>
            <a:ext cx="4826889" cy="772071"/>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4F4C66"/>
                </a:solidFill>
                <a:effectLst/>
                <a:uLnTx/>
                <a:uFillTx/>
                <a:latin typeface="DM Sans" pitchFamily="34" charset="0"/>
                <a:ea typeface="DM Sans" pitchFamily="34" charset="-122"/>
                <a:cs typeface="DM Sans" pitchFamily="34" charset="-120"/>
              </a:rPr>
              <a:t>A supported region, a Dataverse database in the environment and a Power Apps or Power Automate license.</a:t>
            </a:r>
            <a:endParaRPr kumimoji="0" lang="en-US" sz="1400" b="0" i="0" u="none" strike="noStrike" kern="1200" cap="none" spc="0" normalizeH="0" baseline="0" noProof="0" dirty="0">
              <a:ln>
                <a:noFill/>
              </a:ln>
              <a:solidFill>
                <a:srgbClr val="1D1A33"/>
              </a:solidFill>
              <a:effectLst/>
              <a:uLnTx/>
              <a:uFillTx/>
              <a:latin typeface="DM Sans"/>
              <a:ea typeface="+mn-ea"/>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6122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0" cap="none" spc="150" normalizeH="0" baseline="0" noProof="0" dirty="0">
                <a:ln>
                  <a:noFill/>
                </a:ln>
                <a:solidFill>
                  <a:srgbClr val="F2B84B"/>
                </a:solidFill>
                <a:effectLst/>
                <a:uLnTx/>
                <a:uFillTx/>
                <a:latin typeface="DM Sans" pitchFamily="34" charset="0"/>
                <a:ea typeface="DM Sans" pitchFamily="34" charset="-122"/>
                <a:cs typeface="DM Sans" pitchFamily="34" charset="-120"/>
              </a:rPr>
              <a:t>HANDS-ON LAB 1</a:t>
            </a:r>
            <a:endParaRPr kumimoji="0" lang="en-US" sz="1200" b="0" i="0" u="none" strike="noStrike" kern="1200" cap="none" spc="0" normalizeH="0" baseline="0" noProof="0" dirty="0">
              <a:ln>
                <a:noFill/>
              </a:ln>
              <a:solidFill>
                <a:srgbClr val="1D1A33"/>
              </a:solidFill>
              <a:effectLst/>
              <a:uLnTx/>
              <a:uFillTx/>
              <a:latin typeface="DM Sans"/>
              <a:ea typeface="+mn-ea"/>
              <a:cs typeface="+mn-cs"/>
            </a:endParaRPr>
          </a:p>
        </p:txBody>
      </p:sp>
      <p:sp>
        <p:nvSpPr>
          <p:cNvPr id="3" name="Text 1"/>
          <p:cNvSpPr>
            <a:spLocks noGrp="1"/>
          </p:cNvSpPr>
          <p:nvPr>
            <p:ph type="title"/>
          </p:nvPr>
        </p:nvSpPr>
        <p:spPr>
          <a:xfrm>
            <a:off x="812800" y="11023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6F4EE"/>
                </a:solidFill>
                <a:latin typeface="DM Sans" pitchFamily="34" charset="0"/>
                <a:ea typeface="DM Sans" pitchFamily="34" charset="-122"/>
                <a:cs typeface="DM Sans" pitchFamily="34" charset="-120"/>
              </a:rPr>
              <a:t>Pull action items out of an email</a:t>
            </a:r>
            <a:endParaRPr lang="en-US" sz="3200" dirty="0"/>
          </a:p>
        </p:txBody>
      </p:sp>
      <p:sp>
        <p:nvSpPr>
          <p:cNvPr id="4" name="Text 2"/>
          <p:cNvSpPr/>
          <p:nvPr/>
        </p:nvSpPr>
        <p:spPr>
          <a:xfrm>
            <a:off x="821234" y="1904950"/>
            <a:ext cx="10867338" cy="1854002"/>
          </a:xfrm>
          <a:prstGeom prst="rect">
            <a:avLst/>
          </a:prstGeom>
          <a:noFill/>
          <a:ln/>
        </p:spPr>
        <p:txBody>
          <a:bodyPr wrap="square" lIns="0" tIns="0" rIns="0" bIns="0" rtlCol="0" anchor="t">
            <a:normAutofit/>
          </a:bodyPr>
          <a:lstStyle/>
          <a:p>
            <a:pPr marL="245566" marR="0" lvl="0" indent="-245566" algn="l" defTabSz="914400" rtl="0" eaLnBrk="1" fontAlgn="auto" latinLnBrk="0" hangingPunct="1">
              <a:lnSpc>
                <a:spcPts val="2880"/>
              </a:lnSpc>
              <a:spcBef>
                <a:spcPts val="0"/>
              </a:spcBef>
              <a:spcAft>
                <a:spcPts val="0"/>
              </a:spcAft>
              <a:buClrTx/>
              <a:buSzPct val="100000"/>
              <a:buFontTx/>
              <a:buAutoNum type="arabicPeriod"/>
              <a:tabLst/>
              <a:defRPr/>
            </a:pPr>
            <a:r>
              <a:rPr kumimoji="0" lang="en-US" sz="1800" b="0" i="0" u="none" strike="noStrike" kern="1200" cap="none" spc="0" normalizeH="0" baseline="0" noProof="0" dirty="0">
                <a:ln>
                  <a:noFill/>
                </a:ln>
                <a:solidFill>
                  <a:srgbClr val="F6F4EE"/>
                </a:solidFill>
                <a:effectLst/>
                <a:uLnTx/>
                <a:uFillTx/>
                <a:latin typeface="DM Sans" pitchFamily="34" charset="0"/>
                <a:ea typeface="DM Sans" pitchFamily="34" charset="-122"/>
                <a:cs typeface="DM Sans" pitchFamily="34" charset="-120"/>
              </a:rPr>
              <a:t>Open AI hub, then Prompts, then Build your own prompt</a:t>
            </a:r>
            <a:endParaRPr kumimoji="0" lang="en-US" sz="1800" b="0" i="0" u="none" strike="noStrike" kern="1200" cap="none" spc="0" normalizeH="0" baseline="0" noProof="0" dirty="0">
              <a:ln>
                <a:noFill/>
              </a:ln>
              <a:solidFill>
                <a:srgbClr val="1D1A33"/>
              </a:solidFill>
              <a:effectLst/>
              <a:uLnTx/>
              <a:uFillTx/>
              <a:latin typeface="DM Sans"/>
              <a:ea typeface="+mn-ea"/>
              <a:cs typeface="+mn-cs"/>
            </a:endParaRPr>
          </a:p>
          <a:p>
            <a:pPr marL="245566" marR="0" lvl="0" indent="-245566" algn="l" defTabSz="914400" rtl="0" eaLnBrk="1" fontAlgn="auto" latinLnBrk="0" hangingPunct="1">
              <a:lnSpc>
                <a:spcPts val="2880"/>
              </a:lnSpc>
              <a:spcBef>
                <a:spcPts val="0"/>
              </a:spcBef>
              <a:spcAft>
                <a:spcPts val="0"/>
              </a:spcAft>
              <a:buClrTx/>
              <a:buSzPct val="100000"/>
              <a:buFontTx/>
              <a:buAutoNum type="arabicPeriod"/>
              <a:tabLst/>
              <a:defRPr/>
            </a:pPr>
            <a:r>
              <a:rPr kumimoji="0" lang="en-US" sz="1800" b="0" i="0" u="none" strike="noStrike" kern="1200" cap="none" spc="0" normalizeH="0" baseline="0" noProof="0" dirty="0">
                <a:ln>
                  <a:noFill/>
                </a:ln>
                <a:solidFill>
                  <a:srgbClr val="F6F4EE"/>
                </a:solidFill>
                <a:effectLst/>
                <a:uLnTx/>
                <a:uFillTx/>
                <a:latin typeface="DM Sans" pitchFamily="34" charset="0"/>
                <a:ea typeface="DM Sans" pitchFamily="34" charset="-122"/>
                <a:cs typeface="DM Sans" pitchFamily="34" charset="-120"/>
              </a:rPr>
              <a:t>Name the prompt and write the instruction</a:t>
            </a:r>
            <a:endParaRPr kumimoji="0" lang="en-US" sz="1800" b="0" i="0" u="none" strike="noStrike" kern="1200" cap="none" spc="0" normalizeH="0" baseline="0" noProof="0" dirty="0">
              <a:ln>
                <a:noFill/>
              </a:ln>
              <a:solidFill>
                <a:srgbClr val="1D1A33"/>
              </a:solidFill>
              <a:effectLst/>
              <a:uLnTx/>
              <a:uFillTx/>
              <a:latin typeface="DM Sans"/>
              <a:ea typeface="+mn-ea"/>
              <a:cs typeface="+mn-cs"/>
            </a:endParaRPr>
          </a:p>
          <a:p>
            <a:pPr marL="245566" marR="0" lvl="0" indent="-245566" algn="l" defTabSz="914400" rtl="0" eaLnBrk="1" fontAlgn="auto" latinLnBrk="0" hangingPunct="1">
              <a:lnSpc>
                <a:spcPts val="2880"/>
              </a:lnSpc>
              <a:spcBef>
                <a:spcPts val="0"/>
              </a:spcBef>
              <a:spcAft>
                <a:spcPts val="0"/>
              </a:spcAft>
              <a:buClrTx/>
              <a:buSzPct val="100000"/>
              <a:buFontTx/>
              <a:buAutoNum type="arabicPeriod"/>
              <a:tabLst/>
              <a:defRPr/>
            </a:pPr>
            <a:r>
              <a:rPr kumimoji="0" lang="en-US" sz="1800" b="0" i="0" u="none" strike="noStrike" kern="1200" cap="none" spc="0" normalizeH="0" baseline="0" noProof="0" dirty="0">
                <a:ln>
                  <a:noFill/>
                </a:ln>
                <a:solidFill>
                  <a:srgbClr val="F6F4EE"/>
                </a:solidFill>
                <a:effectLst/>
                <a:uLnTx/>
                <a:uFillTx/>
                <a:latin typeface="DM Sans" pitchFamily="34" charset="0"/>
                <a:ea typeface="DM Sans" pitchFamily="34" charset="-122"/>
                <a:cs typeface="DM Sans" pitchFamily="34" charset="-120"/>
              </a:rPr>
              <a:t>Add an input variable for the email text</a:t>
            </a:r>
            <a:endParaRPr kumimoji="0" lang="en-US" sz="1800" b="0" i="0" u="none" strike="noStrike" kern="1200" cap="none" spc="0" normalizeH="0" baseline="0" noProof="0" dirty="0">
              <a:ln>
                <a:noFill/>
              </a:ln>
              <a:solidFill>
                <a:srgbClr val="1D1A33"/>
              </a:solidFill>
              <a:effectLst/>
              <a:uLnTx/>
              <a:uFillTx/>
              <a:latin typeface="DM Sans"/>
              <a:ea typeface="+mn-ea"/>
              <a:cs typeface="+mn-cs"/>
            </a:endParaRPr>
          </a:p>
          <a:p>
            <a:pPr marL="245566" marR="0" lvl="0" indent="-245566" algn="l" defTabSz="914400" rtl="0" eaLnBrk="1" fontAlgn="auto" latinLnBrk="0" hangingPunct="1">
              <a:lnSpc>
                <a:spcPts val="2880"/>
              </a:lnSpc>
              <a:spcBef>
                <a:spcPts val="0"/>
              </a:spcBef>
              <a:spcAft>
                <a:spcPts val="0"/>
              </a:spcAft>
              <a:buClrTx/>
              <a:buSzPct val="100000"/>
              <a:buFontTx/>
              <a:buAutoNum type="arabicPeriod"/>
              <a:tabLst/>
              <a:defRPr/>
            </a:pPr>
            <a:r>
              <a:rPr kumimoji="0" lang="en-US" sz="1800" b="0" i="0" u="none" strike="noStrike" kern="1200" cap="none" spc="0" normalizeH="0" baseline="0" noProof="0" dirty="0">
                <a:ln>
                  <a:noFill/>
                </a:ln>
                <a:solidFill>
                  <a:srgbClr val="F6F4EE"/>
                </a:solidFill>
                <a:effectLst/>
                <a:uLnTx/>
                <a:uFillTx/>
                <a:latin typeface="DM Sans" pitchFamily="34" charset="0"/>
                <a:ea typeface="DM Sans" pitchFamily="34" charset="-122"/>
                <a:cs typeface="DM Sans" pitchFamily="34" charset="-120"/>
              </a:rPr>
              <a:t>Test with three different emails and refine the wording</a:t>
            </a:r>
            <a:endParaRPr kumimoji="0" lang="en-US" sz="1800" b="0" i="0" u="none" strike="noStrike" kern="1200" cap="none" spc="0" normalizeH="0" baseline="0" noProof="0" dirty="0">
              <a:ln>
                <a:noFill/>
              </a:ln>
              <a:solidFill>
                <a:srgbClr val="1D1A33"/>
              </a:solidFill>
              <a:effectLst/>
              <a:uLnTx/>
              <a:uFillTx/>
              <a:latin typeface="DM Sans"/>
              <a:ea typeface="+mn-ea"/>
              <a:cs typeface="+mn-cs"/>
            </a:endParaRPr>
          </a:p>
          <a:p>
            <a:pPr marL="245566" marR="0" lvl="0" indent="-245566" algn="l" defTabSz="914400" rtl="0" eaLnBrk="1" fontAlgn="auto" latinLnBrk="0" hangingPunct="1">
              <a:lnSpc>
                <a:spcPts val="2880"/>
              </a:lnSpc>
              <a:spcBef>
                <a:spcPts val="0"/>
              </a:spcBef>
              <a:spcAft>
                <a:spcPts val="0"/>
              </a:spcAft>
              <a:buClrTx/>
              <a:buSzPct val="100000"/>
              <a:buFontTx/>
              <a:buAutoNum type="arabicPeriod"/>
              <a:tabLst/>
              <a:defRPr/>
            </a:pPr>
            <a:r>
              <a:rPr kumimoji="0" lang="en-US" sz="1800" b="0" i="0" u="none" strike="noStrike" kern="1200" cap="none" spc="0" normalizeH="0" baseline="0" noProof="0" dirty="0">
                <a:ln>
                  <a:noFill/>
                </a:ln>
                <a:solidFill>
                  <a:srgbClr val="F6F4EE"/>
                </a:solidFill>
                <a:effectLst/>
                <a:uLnTx/>
                <a:uFillTx/>
                <a:latin typeface="DM Sans" pitchFamily="34" charset="0"/>
                <a:ea typeface="DM Sans" pitchFamily="34" charset="-122"/>
                <a:cs typeface="DM Sans" pitchFamily="34" charset="-120"/>
              </a:rPr>
              <a:t>Save the prompt so you can call it from a flow</a:t>
            </a:r>
            <a:endParaRPr kumimoji="0" lang="en-US" sz="1800" b="0" i="0" u="none" strike="noStrike" kern="1200" cap="none" spc="0" normalizeH="0" baseline="0" noProof="0" dirty="0">
              <a:ln>
                <a:noFill/>
              </a:ln>
              <a:solidFill>
                <a:srgbClr val="1D1A33"/>
              </a:solidFill>
              <a:effectLst/>
              <a:uLnTx/>
              <a:uFillTx/>
              <a:latin typeface="DM Sans"/>
              <a:ea typeface="+mn-ea"/>
              <a:cs typeface="+mn-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7132B"/>
        </a:solidFill>
        <a:effectLst/>
      </p:bgPr>
    </p:bg>
    <p:spTree>
      <p:nvGrpSpPr>
        <p:cNvPr id="1" name="">
          <a:extLst>
            <a:ext uri="{FF2B5EF4-FFF2-40B4-BE49-F238E27FC236}">
              <a16:creationId xmlns:a16="http://schemas.microsoft.com/office/drawing/2014/main" id="{D834193C-A6B9-9C88-45ED-A8487C7A2A9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0436561-929E-DB3F-21FF-D41426682342}"/>
              </a:ext>
            </a:extLst>
          </p:cNvPr>
          <p:cNvSpPr/>
          <p:nvPr/>
        </p:nvSpPr>
        <p:spPr>
          <a:xfrm>
            <a:off x="812800" y="1654870"/>
            <a:ext cx="10883392" cy="2742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1" i="0" u="none" strike="noStrike" kern="0" cap="none" spc="200" normalizeH="0" baseline="0" noProof="0" dirty="0">
                <a:ln>
                  <a:noFill/>
                </a:ln>
                <a:solidFill>
                  <a:srgbClr val="F4B942"/>
                </a:solidFill>
                <a:effectLst/>
                <a:uLnTx/>
                <a:uFillTx/>
                <a:latin typeface="DM Sans" pitchFamily="34" charset="0"/>
                <a:ea typeface="DM Sans" pitchFamily="34" charset="-122"/>
                <a:cs typeface="DM Sans" pitchFamily="34" charset="-120"/>
              </a:rPr>
              <a:t>POWER PLATFORM</a:t>
            </a:r>
            <a:endParaRPr kumimoji="0" lang="en-US" sz="1400" b="0" i="0" u="none" strike="noStrike" kern="1200" cap="none" spc="0" normalizeH="0" baseline="0" noProof="0" dirty="0">
              <a:ln>
                <a:noFill/>
              </a:ln>
              <a:solidFill>
                <a:srgbClr val="1E1736"/>
              </a:solidFill>
              <a:effectLst/>
              <a:uLnTx/>
              <a:uFillTx/>
              <a:latin typeface="DM Sans"/>
              <a:ea typeface="+mn-ea"/>
              <a:cs typeface="+mn-cs"/>
            </a:endParaRPr>
          </a:p>
        </p:txBody>
      </p:sp>
      <p:sp>
        <p:nvSpPr>
          <p:cNvPr id="3" name="Text 1">
            <a:extLst>
              <a:ext uri="{FF2B5EF4-FFF2-40B4-BE49-F238E27FC236}">
                <a16:creationId xmlns:a16="http://schemas.microsoft.com/office/drawing/2014/main" id="{E2152430-855B-03D6-1E50-B189E8265824}"/>
              </a:ext>
            </a:extLst>
          </p:cNvPr>
          <p:cNvSpPr>
            <a:spLocks noGrp="1"/>
          </p:cNvSpPr>
          <p:nvPr>
            <p:ph type="title"/>
          </p:nvPr>
        </p:nvSpPr>
        <p:spPr>
          <a:xfrm>
            <a:off x="812800" y="2157760"/>
            <a:ext cx="10883392" cy="1785541"/>
          </a:xfrm>
          <a:prstGeom prst="rect">
            <a:avLst/>
          </a:prstGeom>
          <a:noFill/>
          <a:ln/>
        </p:spPr>
        <p:txBody>
          <a:bodyPr wrap="square" lIns="0" tIns="0" rIns="0" bIns="0" rtlCol="0" anchor="t">
            <a:normAutofit/>
          </a:bodyPr>
          <a:lstStyle/>
          <a:p>
            <a:pPr>
              <a:lnSpc>
                <a:spcPts val="6930"/>
              </a:lnSpc>
            </a:pPr>
            <a:r>
              <a:rPr lang="en-US" sz="6600" b="1" i="0" dirty="0">
                <a:solidFill>
                  <a:srgbClr val="F4F1FA"/>
                </a:solidFill>
                <a:latin typeface="DM Sans" pitchFamily="34" charset="0"/>
                <a:ea typeface="DM Sans" pitchFamily="34" charset="-122"/>
                <a:cs typeface="DM Sans" pitchFamily="34" charset="-120"/>
              </a:rPr>
              <a:t>Demo</a:t>
            </a:r>
            <a:endParaRPr lang="en-US" sz="6600" b="1" dirty="0">
              <a:solidFill>
                <a:srgbClr val="F4F1FA"/>
              </a:solidFill>
            </a:endParaRPr>
          </a:p>
        </p:txBody>
      </p:sp>
      <p:sp>
        <p:nvSpPr>
          <p:cNvPr id="4" name="Shape 2">
            <a:extLst>
              <a:ext uri="{FF2B5EF4-FFF2-40B4-BE49-F238E27FC236}">
                <a16:creationId xmlns:a16="http://schemas.microsoft.com/office/drawing/2014/main" id="{EBD56476-6B59-AA20-D35D-AB2B6E8F743B}"/>
              </a:ext>
            </a:extLst>
          </p:cNvPr>
          <p:cNvSpPr/>
          <p:nvPr/>
        </p:nvSpPr>
        <p:spPr>
          <a:xfrm>
            <a:off x="812800" y="3156601"/>
            <a:ext cx="889000" cy="50800"/>
          </a:xfrm>
          <a:prstGeom prst="roundRect">
            <a:avLst>
              <a:gd name="adj" fmla="val 50000"/>
            </a:avLst>
          </a:prstGeom>
          <a:solidFill>
            <a:srgbClr val="B794F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E1736"/>
              </a:solidFill>
              <a:effectLst/>
              <a:uLnTx/>
              <a:uFillTx/>
              <a:latin typeface="DM Sans"/>
              <a:ea typeface="+mn-ea"/>
              <a:cs typeface="+mn-cs"/>
            </a:endParaRPr>
          </a:p>
        </p:txBody>
      </p:sp>
      <p:sp>
        <p:nvSpPr>
          <p:cNvPr id="5" name="Text 3">
            <a:extLst>
              <a:ext uri="{FF2B5EF4-FFF2-40B4-BE49-F238E27FC236}">
                <a16:creationId xmlns:a16="http://schemas.microsoft.com/office/drawing/2014/main" id="{18C41326-B7FB-9658-C24D-5FC0275137C8}"/>
              </a:ext>
            </a:extLst>
          </p:cNvPr>
          <p:cNvSpPr/>
          <p:nvPr/>
        </p:nvSpPr>
        <p:spPr>
          <a:xfrm>
            <a:off x="812799" y="3442939"/>
            <a:ext cx="10626659" cy="1785541"/>
          </a:xfrm>
          <a:prstGeom prst="rect">
            <a:avLst/>
          </a:prstGeom>
          <a:noFill/>
          <a:ln/>
        </p:spPr>
        <p:txBody>
          <a:bodyPr wrap="square" lIns="0" tIns="0" rIns="0" bIns="0" rtlCol="0" anchor="t">
            <a:normAutofit/>
          </a:bodyPr>
          <a:lstStyle/>
          <a:p>
            <a:pPr lvl="0">
              <a:lnSpc>
                <a:spcPts val="2860"/>
              </a:lnSpc>
              <a:defRPr/>
            </a:pPr>
            <a:r>
              <a:rPr lang="en-US" sz="2200" dirty="0">
                <a:solidFill>
                  <a:srgbClr val="B9B2D3"/>
                </a:solidFill>
                <a:latin typeface="DM Sans" pitchFamily="34" charset="0"/>
                <a:ea typeface="DM Sans" pitchFamily="34" charset="-122"/>
                <a:cs typeface="DM Sans" pitchFamily="34" charset="-120"/>
              </a:rPr>
              <a:t>H1. Insurance: extract structured claims-document data</a:t>
            </a:r>
          </a:p>
          <a:p>
            <a:pPr lvl="0">
              <a:lnSpc>
                <a:spcPts val="2860"/>
              </a:lnSpc>
              <a:defRPr/>
            </a:pPr>
            <a:r>
              <a:rPr lang="en-US" sz="2200" dirty="0">
                <a:solidFill>
                  <a:srgbClr val="B9B2D3"/>
                </a:solidFill>
                <a:latin typeface="DM Sans" pitchFamily="34" charset="0"/>
                <a:ea typeface="DM Sans" pitchFamily="34" charset="-122"/>
                <a:cs typeface="DM Sans" pitchFamily="34" charset="-120"/>
              </a:rPr>
              <a:t>H2. Banking: build and test transaction-summary prompts</a:t>
            </a:r>
          </a:p>
          <a:p>
            <a:pPr lvl="0">
              <a:lnSpc>
                <a:spcPts val="2860"/>
              </a:lnSpc>
              <a:defRPr/>
            </a:pPr>
            <a:r>
              <a:rPr lang="en-US" sz="2200" dirty="0">
                <a:solidFill>
                  <a:srgbClr val="B9B2D3"/>
                </a:solidFill>
                <a:latin typeface="DM Sans" pitchFamily="34" charset="0"/>
                <a:ea typeface="DM Sans" pitchFamily="34" charset="-122"/>
                <a:cs typeface="DM Sans" pitchFamily="34" charset="-120"/>
              </a:rPr>
              <a:t>H3. Healthcare: implement a confidence-gated triage suggestion</a:t>
            </a:r>
            <a:endParaRPr kumimoji="0" lang="en-US" sz="2200" b="0" i="0" u="none" strike="noStrike" kern="1200" cap="none" spc="0" normalizeH="0" baseline="0" noProof="0" dirty="0">
              <a:ln>
                <a:noFill/>
              </a:ln>
              <a:solidFill>
                <a:srgbClr val="1E1736"/>
              </a:solidFill>
              <a:effectLst/>
              <a:uLnTx/>
              <a:uFillTx/>
              <a:latin typeface="DM Sans"/>
              <a:ea typeface="+mn-ea"/>
              <a:cs typeface="+mn-cs"/>
            </a:endParaRPr>
          </a:p>
        </p:txBody>
      </p:sp>
      <p:pic>
        <p:nvPicPr>
          <p:cNvPr id="6" name="Image 0" descr="Code">
            <a:extLst>
              <a:ext uri="{FF2B5EF4-FFF2-40B4-BE49-F238E27FC236}">
                <a16:creationId xmlns:a16="http://schemas.microsoft.com/office/drawing/2014/main" id="{65760D24-C582-5B7F-1767-0430308C7472}"/>
              </a:ext>
            </a:extLst>
          </p:cNvPr>
          <p:cNvPicPr>
            <a:picLocks noChangeAspect="1"/>
          </p:cNvPicPr>
          <p:nvPr/>
        </p:nvPicPr>
        <p:blipFill>
          <a:blip r:embed="rId3"/>
          <a:srcRect/>
          <a:stretch/>
        </p:blipFill>
        <p:spPr>
          <a:xfrm>
            <a:off x="10363200" y="812800"/>
            <a:ext cx="1016000" cy="1016000"/>
          </a:xfrm>
          <a:prstGeom prst="rect">
            <a:avLst/>
          </a:prstGeom>
        </p:spPr>
      </p:pic>
    </p:spTree>
    <p:extLst>
      <p:ext uri="{BB962C8B-B14F-4D97-AF65-F5344CB8AC3E}">
        <p14:creationId xmlns:p14="http://schemas.microsoft.com/office/powerpoint/2010/main" val="7038895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8AC67-E814-EAAD-C01A-41CE5EB34C8C}"/>
              </a:ext>
            </a:extLst>
          </p:cNvPr>
          <p:cNvSpPr>
            <a:spLocks noGrp="1"/>
          </p:cNvSpPr>
          <p:nvPr>
            <p:ph type="title"/>
          </p:nvPr>
        </p:nvSpPr>
        <p:spPr/>
        <p:txBody>
          <a:bodyPr>
            <a:normAutofit fontScale="90000"/>
          </a:bodyPr>
          <a:lstStyle/>
          <a:p>
            <a:r>
              <a:rPr lang="en-US"/>
              <a:t>Closing slide</a:t>
            </a:r>
          </a:p>
        </p:txBody>
      </p:sp>
      <p:sp>
        <p:nvSpPr>
          <p:cNvPr id="3" name="Title 1">
            <a:extLst>
              <a:ext uri="{FF2B5EF4-FFF2-40B4-BE49-F238E27FC236}">
                <a16:creationId xmlns:a16="http://schemas.microsoft.com/office/drawing/2014/main" id="{E24F4DE7-C129-72C8-6B68-3FB890D46E64}"/>
              </a:ext>
            </a:extLst>
          </p:cNvPr>
          <p:cNvSpPr txBox="1">
            <a:spLocks/>
          </p:cNvSpPr>
          <p:nvPr/>
        </p:nvSpPr>
        <p:spPr>
          <a:xfrm>
            <a:off x="584200" y="2976187"/>
            <a:ext cx="5325533" cy="557589"/>
          </a:xfrm>
          <a:prstGeom prst="rect">
            <a:avLst/>
          </a:prstGeom>
          <a:noFill/>
        </p:spPr>
        <p:txBody>
          <a:bodyPr vert="horz" wrap="square" lIns="0" tIns="0" rIns="0" bIns="0" rtlCol="0" anchor="b" anchorCtr="0">
            <a:spAutoFit/>
          </a:bodyPr>
          <a:lstStyle>
            <a:lvl1pPr algn="l" defTabSz="914400" rtl="0" eaLnBrk="1" latinLnBrk="0" hangingPunct="1">
              <a:lnSpc>
                <a:spcPct val="90000"/>
              </a:lnSpc>
              <a:spcBef>
                <a:spcPct val="0"/>
              </a:spcBef>
              <a:buNone/>
              <a:defRPr sz="4000" kern="1200" spc="-50" baseline="0">
                <a:solidFill>
                  <a:schemeClr val="tx1"/>
                </a:solidFill>
                <a:latin typeface="+mj-lt"/>
                <a:ea typeface="+mj-ea"/>
                <a:cs typeface="Segoe UI" panose="020B0502040204020203" pitchFamily="34" charset="0"/>
              </a:defRPr>
            </a:lvl1pPr>
          </a:lstStyle>
          <a:p>
            <a:r>
              <a:rPr lang="en-US" dirty="0"/>
              <a:t>Thank you</a:t>
            </a:r>
          </a:p>
        </p:txBody>
      </p:sp>
    </p:spTree>
    <p:extLst>
      <p:ext uri="{BB962C8B-B14F-4D97-AF65-F5344CB8AC3E}">
        <p14:creationId xmlns:p14="http://schemas.microsoft.com/office/powerpoint/2010/main" val="2655586065"/>
      </p:ext>
    </p:extLst>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Power Apps Code Apps Quickstart">
  <a:themeElements>
    <a:clrScheme name="Power Apps Code Apps Quickstart">
      <a:dk1>
        <a:srgbClr val="1E1736"/>
      </a:dk1>
      <a:lt1>
        <a:srgbClr val="F6F4FA"/>
      </a:lt1>
      <a:dk2>
        <a:srgbClr val="544E67"/>
      </a:dk2>
      <a:lt2>
        <a:srgbClr val="E0DEE6"/>
      </a:lt2>
      <a:accent1>
        <a:srgbClr val="6B2FD6"/>
      </a:accent1>
      <a:accent2>
        <a:srgbClr val="F4B942"/>
      </a:accent2>
      <a:accent3>
        <a:srgbClr val="2A2250"/>
      </a:accent3>
      <a:accent4>
        <a:srgbClr val="5A2FAE"/>
      </a:accent4>
      <a:accent5>
        <a:srgbClr val="D9CCF5"/>
      </a:accent5>
      <a:accent6>
        <a:srgbClr val="B794F6"/>
      </a:accent6>
      <a:hlink>
        <a:srgbClr val="0563C1"/>
      </a:hlink>
      <a:folHlink>
        <a:srgbClr val="954F72"/>
      </a:folHlink>
    </a:clrScheme>
    <a:fontScheme name="Power Apps Code Apps Quickstart">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AI Builder Training">
  <a:themeElements>
    <a:clrScheme name="AI Builder Training">
      <a:dk1>
        <a:srgbClr val="1D1A33"/>
      </a:dk1>
      <a:lt1>
        <a:srgbClr val="F7F5EF"/>
      </a:lt1>
      <a:dk2>
        <a:srgbClr val="545162"/>
      </a:dk2>
      <a:lt2>
        <a:srgbClr val="E1DFDC"/>
      </a:lt2>
      <a:accent1>
        <a:srgbClr val="5A45D1"/>
      </a:accent1>
      <a:accent2>
        <a:srgbClr val="F2B84B"/>
      </a:accent2>
      <a:accent3>
        <a:srgbClr val="A99BFF"/>
      </a:accent3>
      <a:accent4>
        <a:srgbClr val="3D3194"/>
      </a:accent4>
      <a:accent5>
        <a:srgbClr val="4F4C66"/>
      </a:accent5>
      <a:accent6>
        <a:srgbClr val="C9C4E8"/>
      </a:accent6>
      <a:hlink>
        <a:srgbClr val="0563C1"/>
      </a:hlink>
      <a:folHlink>
        <a:srgbClr val="954F72"/>
      </a:folHlink>
    </a:clrScheme>
    <a:fontScheme name="AI Builder Training">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1138</TotalTime>
  <Words>1423</Words>
  <Application>Microsoft Office PowerPoint</Application>
  <PresentationFormat>Widescreen</PresentationFormat>
  <Paragraphs>163</Paragraphs>
  <Slides>16</Slides>
  <Notes>13</Notes>
  <HiddenSlides>0</HiddenSlides>
  <MMClips>0</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16</vt:i4>
      </vt:variant>
    </vt:vector>
  </HeadingPairs>
  <TitlesOfParts>
    <vt:vector size="23" baseType="lpstr">
      <vt:lpstr>Aptos</vt:lpstr>
      <vt:lpstr>Aptos Display</vt:lpstr>
      <vt:lpstr>Arial</vt:lpstr>
      <vt:lpstr>DM Sans</vt:lpstr>
      <vt:lpstr>Office Theme</vt:lpstr>
      <vt:lpstr>Power Apps Code Apps Quickstart</vt:lpstr>
      <vt:lpstr>AI Builder Training</vt:lpstr>
      <vt:lpstr>Enterprise Apps &amp; Agents </vt:lpstr>
      <vt:lpstr>AI Builder</vt:lpstr>
      <vt:lpstr>Microsoft AI for makers, with no data science required</vt:lpstr>
      <vt:lpstr>One capability, three places to use it</vt:lpstr>
      <vt:lpstr>PowerPoint Presentation</vt:lpstr>
      <vt:lpstr>What AI Builder can do</vt:lpstr>
      <vt:lpstr>Prebuilt or custom models</vt:lpstr>
      <vt:lpstr>From document to data in a flow</vt:lpstr>
      <vt:lpstr>Build a reusable prompt in four steps</vt:lpstr>
      <vt:lpstr>Models or prompts?</vt:lpstr>
      <vt:lpstr>Invoice to approval, end to end</vt:lpstr>
      <vt:lpstr>AI Builder now runs on Copilot Credits</vt:lpstr>
      <vt:lpstr>Using AI responsibly</vt:lpstr>
      <vt:lpstr>Pull action items out of an email</vt:lpstr>
      <vt:lpstr>Demo</vt:lpstr>
      <vt:lpstr>Closing slide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Jenkins NS</dc:creator>
  <cp:lastModifiedBy>Jenkins NS</cp:lastModifiedBy>
  <cp:revision>1</cp:revision>
  <dcterms:created xsi:type="dcterms:W3CDTF">2026-05-23T19:27:32Z</dcterms:created>
  <dcterms:modified xsi:type="dcterms:W3CDTF">2026-10-29T16:18:22Z</dcterms:modified>
</cp:coreProperties>
</file>