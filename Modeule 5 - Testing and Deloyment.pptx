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684" r:id="rId3"/>
    <p:sldMasterId id="2147483688" r:id="rId4"/>
  </p:sldMasterIdLst>
  <p:notesMasterIdLst>
    <p:notesMasterId r:id="rId20"/>
  </p:notesMasterIdLst>
  <p:sldIdLst>
    <p:sldId id="2147479557" r:id="rId5"/>
    <p:sldId id="2076137821" r:id="rId6"/>
    <p:sldId id="2076137823" r:id="rId7"/>
    <p:sldId id="10341" r:id="rId8"/>
    <p:sldId id="2142533583" r:id="rId9"/>
    <p:sldId id="2142533584" r:id="rId10"/>
    <p:sldId id="2147479597" r:id="rId11"/>
    <p:sldId id="2142533535" r:id="rId12"/>
    <p:sldId id="2142533536" r:id="rId13"/>
    <p:sldId id="265" r:id="rId14"/>
    <p:sldId id="2142533538" r:id="rId15"/>
    <p:sldId id="2142533539" r:id="rId16"/>
    <p:sldId id="2142533540" r:id="rId17"/>
    <p:sldId id="2147479602" r:id="rId18"/>
    <p:sldId id="21425334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32B"/>
    <a:srgbClr val="1B1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20EB0-5DD8-4CDF-B363-212A902E7FF8}" v="5" dt="2026-10-22T21:09:20.600"/>
    <p1510:client id="{9DF06EC0-6773-4754-B5CF-3A86373E55DF}" v="92" dt="2026-10-22T17:12:19.706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79126" autoAdjust="0"/>
  </p:normalViewPr>
  <p:slideViewPr>
    <p:cSldViewPr snapToGrid="0">
      <p:cViewPr varScale="1">
        <p:scale>
          <a:sx n="76" d="100"/>
          <a:sy n="76" d="100"/>
        </p:scale>
        <p:origin x="62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kins NS" userId="8bdba4d2-1367-40cf-ad35-f59b31261896" providerId="ADAL" clId="{589DD08C-61DE-4FF6-B5A3-AEEE15003728}"/>
    <pc:docChg chg="delSld modSld sldOrd">
      <pc:chgData name="Jenkins NS" userId="8bdba4d2-1367-40cf-ad35-f59b31261896" providerId="ADAL" clId="{589DD08C-61DE-4FF6-B5A3-AEEE15003728}" dt="2026-10-22T20:53:47.113" v="2"/>
      <pc:docMkLst>
        <pc:docMk/>
      </pc:docMkLst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63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64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88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89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90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91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172466689" sldId="2147479598"/>
        </pc:sldMkLst>
      </pc:sldChg>
      <pc:sldChg chg="ord">
        <pc:chgData name="Jenkins NS" userId="8bdba4d2-1367-40cf-ad35-f59b31261896" providerId="ADAL" clId="{589DD08C-61DE-4FF6-B5A3-AEEE15003728}" dt="2026-10-22T20:53:47.113" v="2"/>
        <pc:sldMkLst>
          <pc:docMk/>
          <pc:sldMk cId="1525641040" sldId="2147479603"/>
        </pc:sldMkLst>
      </pc:sldChg>
    </pc:docChg>
  </pc:docChgLst>
  <pc:docChgLst>
    <pc:chgData name="Jenkins NS" userId="8bdba4d2-1367-40cf-ad35-f59b31261896" providerId="ADAL" clId="{9DF06EC0-6773-4754-B5CF-3A86373E55DF}"/>
    <pc:docChg chg="undo custSel addSld delSld modSld sldOrd modMainMaster">
      <pc:chgData name="Jenkins NS" userId="8bdba4d2-1367-40cf-ad35-f59b31261896" providerId="ADAL" clId="{9DF06EC0-6773-4754-B5CF-3A86373E55DF}" dt="2026-10-22T17:16:18.362" v="499" actId="20577"/>
      <pc:docMkLst>
        <pc:docMk/>
      </pc:docMkLst>
      <pc:sldChg chg="modSp add del mod">
        <pc:chgData name="Jenkins NS" userId="8bdba4d2-1367-40cf-ad35-f59b31261896" providerId="ADAL" clId="{9DF06EC0-6773-4754-B5CF-3A86373E55DF}" dt="2026-10-21T19:54:46.195" v="300"/>
        <pc:sldMkLst>
          <pc:docMk/>
          <pc:sldMk cId="0" sldId="256"/>
        </pc:sldMkLst>
        <pc:spChg chg="mod">
          <ac:chgData name="Jenkins NS" userId="8bdba4d2-1367-40cf-ad35-f59b31261896" providerId="ADAL" clId="{9DF06EC0-6773-4754-B5CF-3A86373E55DF}" dt="2026-10-21T19:26:48.705" v="5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 add mod">
        <pc:chgData name="Jenkins NS" userId="8bdba4d2-1367-40cf-ad35-f59b31261896" providerId="ADAL" clId="{9DF06EC0-6773-4754-B5CF-3A86373E55DF}" dt="2026-10-21T19:44:54.496" v="293" actId="123"/>
        <pc:sldMkLst>
          <pc:docMk/>
          <pc:sldMk cId="0" sldId="257"/>
        </pc:sldMkLst>
        <pc:spChg chg="mod">
          <ac:chgData name="Jenkins NS" userId="8bdba4d2-1367-40cf-ad35-f59b31261896" providerId="ADAL" clId="{9DF06EC0-6773-4754-B5CF-3A86373E55DF}" dt="2026-10-21T19:44:54.496" v="293" actId="123"/>
          <ac:spMkLst>
            <pc:docMk/>
            <pc:sldMk cId="0" sldId="257"/>
            <ac:spMk id="5" creationId="{00000000-0000-0000-0000-000000000000}"/>
          </ac:spMkLst>
        </pc:spChg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8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9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0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1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2"/>
        </pc:sldMkLst>
      </pc:sldChg>
      <pc:sldChg chg="delSp modSp add del mod setBg">
        <pc:chgData name="Jenkins NS" userId="8bdba4d2-1367-40cf-ad35-f59b31261896" providerId="ADAL" clId="{9DF06EC0-6773-4754-B5CF-3A86373E55DF}" dt="2026-10-21T20:11:07.284" v="355" actId="478"/>
        <pc:sldMkLst>
          <pc:docMk/>
          <pc:sldMk cId="0" sldId="263"/>
        </pc:sldMkLst>
        <pc:spChg chg="del">
          <ac:chgData name="Jenkins NS" userId="8bdba4d2-1367-40cf-ad35-f59b31261896" providerId="ADAL" clId="{9DF06EC0-6773-4754-B5CF-3A86373E55DF}" dt="2026-10-21T20:11:04.574" v="353" actId="478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Jenkins NS" userId="8bdba4d2-1367-40cf-ad35-f59b31261896" providerId="ADAL" clId="{9DF06EC0-6773-4754-B5CF-3A86373E55DF}" dt="2026-10-21T20:11:07.284" v="355" actId="478"/>
          <ac:spMkLst>
            <pc:docMk/>
            <pc:sldMk cId="0" sldId="263"/>
            <ac:spMk id="17" creationId="{00000000-0000-0000-0000-000000000000}"/>
          </ac:spMkLst>
        </pc:spChg>
      </pc:sldChg>
      <pc:sldChg chg="delSp modSp add del mod setBg">
        <pc:chgData name="Jenkins NS" userId="8bdba4d2-1367-40cf-ad35-f59b31261896" providerId="ADAL" clId="{9DF06EC0-6773-4754-B5CF-3A86373E55DF}" dt="2026-10-21T20:11:34.235" v="359"/>
        <pc:sldMkLst>
          <pc:docMk/>
          <pc:sldMk cId="0" sldId="264"/>
        </pc:sldMkLst>
        <pc:spChg chg="del mod">
          <ac:chgData name="Jenkins NS" userId="8bdba4d2-1367-40cf-ad35-f59b31261896" providerId="ADAL" clId="{9DF06EC0-6773-4754-B5CF-3A86373E55DF}" dt="2026-10-21T20:11:23.009" v="357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1:25.804" v="358" actId="478"/>
          <ac:spMkLst>
            <pc:docMk/>
            <pc:sldMk cId="0" sldId="264"/>
            <ac:spMk id="13" creationId="{00000000-0000-0000-0000-000000000000}"/>
          </ac:spMkLst>
        </pc:spChg>
      </pc:sldChg>
      <pc:sldChg chg="add del setBg">
        <pc:chgData name="Jenkins NS" userId="8bdba4d2-1367-40cf-ad35-f59b31261896" providerId="ADAL" clId="{9DF06EC0-6773-4754-B5CF-3A86373E55DF}" dt="2026-10-21T22:16:56.748" v="401"/>
        <pc:sldMkLst>
          <pc:docMk/>
          <pc:sldMk cId="0" sldId="265"/>
        </pc:sldMkLst>
      </pc:sldChg>
      <pc:sldChg chg="delSp modSp mod ord">
        <pc:chgData name="Jenkins NS" userId="8bdba4d2-1367-40cf-ad35-f59b31261896" providerId="ADAL" clId="{9DF06EC0-6773-4754-B5CF-3A86373E55DF}" dt="2026-10-21T19:43:22.468" v="290" actId="1076"/>
        <pc:sldMkLst>
          <pc:docMk/>
          <pc:sldMk cId="101198574" sldId="1611"/>
        </pc:sldMkLst>
        <pc:picChg chg="mod">
          <ac:chgData name="Jenkins NS" userId="8bdba4d2-1367-40cf-ad35-f59b31261896" providerId="ADAL" clId="{9DF06EC0-6773-4754-B5CF-3A86373E55DF}" dt="2026-10-21T19:43:22.468" v="290" actId="1076"/>
          <ac:picMkLst>
            <pc:docMk/>
            <pc:sldMk cId="101198574" sldId="1611"/>
            <ac:picMk id="22" creationId="{6AC8544B-45DF-A5F3-BBFD-2855810FA51C}"/>
          </ac:picMkLst>
        </pc:picChg>
        <pc:picChg chg="del">
          <ac:chgData name="Jenkins NS" userId="8bdba4d2-1367-40cf-ad35-f59b31261896" providerId="ADAL" clId="{9DF06EC0-6773-4754-B5CF-3A86373E55DF}" dt="2026-10-21T19:43:15.777" v="287" actId="478"/>
          <ac:picMkLst>
            <pc:docMk/>
            <pc:sldMk cId="101198574" sldId="1611"/>
            <ac:picMk id="23" creationId="{B3A8E0FB-0190-4ABD-8FD9-E2538AE80004}"/>
          </ac:picMkLst>
        </pc:picChg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497367714" sldId="2044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099915628" sldId="2045"/>
        </pc:sldMkLst>
      </pc:sldChg>
      <pc:sldChg chg="add">
        <pc:chgData name="Jenkins NS" userId="8bdba4d2-1367-40cf-ad35-f59b31261896" providerId="ADAL" clId="{9DF06EC0-6773-4754-B5CF-3A86373E55DF}" dt="2026-10-21T22:21:05.484" v="423"/>
        <pc:sldMkLst>
          <pc:docMk/>
          <pc:sldMk cId="1470740852" sldId="2047"/>
        </pc:sldMkLst>
      </pc:sldChg>
      <pc:sldChg chg="modSp add mod">
        <pc:chgData name="Jenkins NS" userId="8bdba4d2-1367-40cf-ad35-f59b31261896" providerId="ADAL" clId="{9DF06EC0-6773-4754-B5CF-3A86373E55DF}" dt="2026-10-21T22:21:20.971" v="430" actId="20577"/>
        <pc:sldMkLst>
          <pc:docMk/>
          <pc:sldMk cId="2010521932" sldId="2048"/>
        </pc:sldMkLst>
        <pc:spChg chg="mod">
          <ac:chgData name="Jenkins NS" userId="8bdba4d2-1367-40cf-ad35-f59b31261896" providerId="ADAL" clId="{9DF06EC0-6773-4754-B5CF-3A86373E55DF}" dt="2026-10-21T22:21:20.971" v="430" actId="20577"/>
          <ac:spMkLst>
            <pc:docMk/>
            <pc:sldMk cId="2010521932" sldId="2048"/>
            <ac:spMk id="2" creationId="{09619246-1C22-48B2-BAE7-A4B8164D5DF8}"/>
          </ac:spMkLst>
        </pc:spChg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54325681" sldId="10819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20853581" sldId="2076136495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609509673" sldId="2076137798"/>
        </pc:sldMkLst>
      </pc:sldChg>
      <pc:sldChg chg="modSp add mod">
        <pc:chgData name="Jenkins NS" userId="8bdba4d2-1367-40cf-ad35-f59b31261896" providerId="ADAL" clId="{9DF06EC0-6773-4754-B5CF-3A86373E55DF}" dt="2026-10-21T19:27:40.114" v="38" actId="20577"/>
        <pc:sldMkLst>
          <pc:docMk/>
          <pc:sldMk cId="0" sldId="2142533482"/>
        </pc:sldMkLst>
        <pc:spChg chg="mod">
          <ac:chgData name="Jenkins NS" userId="8bdba4d2-1367-40cf-ad35-f59b31261896" providerId="ADAL" clId="{9DF06EC0-6773-4754-B5CF-3A86373E55DF}" dt="2026-10-21T19:27:40.114" v="38" actId="20577"/>
          <ac:spMkLst>
            <pc:docMk/>
            <pc:sldMk cId="0" sldId="2142533482"/>
            <ac:spMk id="2" creationId="{00000000-0000-0000-0000-000000000000}"/>
          </ac:spMkLst>
        </pc:spChg>
      </pc:sldChg>
      <pc:sldChg chg="addSp delSp modSp add mod">
        <pc:chgData name="Jenkins NS" userId="8bdba4d2-1367-40cf-ad35-f59b31261896" providerId="ADAL" clId="{9DF06EC0-6773-4754-B5CF-3A86373E55DF}" dt="2026-10-22T17:11:01.115" v="471" actId="20577"/>
        <pc:sldMkLst>
          <pc:docMk/>
          <pc:sldMk cId="4060601304" sldId="2147479557"/>
        </pc:sldMkLst>
        <pc:spChg chg="add del mod">
          <ac:chgData name="Jenkins NS" userId="8bdba4d2-1367-40cf-ad35-f59b31261896" providerId="ADAL" clId="{9DF06EC0-6773-4754-B5CF-3A86373E55DF}" dt="2026-10-21T19:28:52.948" v="46" actId="478"/>
          <ac:spMkLst>
            <pc:docMk/>
            <pc:sldMk cId="4060601304" sldId="2147479557"/>
            <ac:spMk id="3" creationId="{A5827300-B0A8-F5BD-0DAD-B7489CFB926C}"/>
          </ac:spMkLst>
        </pc:spChg>
        <pc:spChg chg="add del mod">
          <ac:chgData name="Jenkins NS" userId="8bdba4d2-1367-40cf-ad35-f59b31261896" providerId="ADAL" clId="{9DF06EC0-6773-4754-B5CF-3A86373E55DF}" dt="2026-10-21T20:06:12.009" v="313" actId="478"/>
          <ac:spMkLst>
            <pc:docMk/>
            <pc:sldMk cId="4060601304" sldId="2147479557"/>
            <ac:spMk id="5" creationId="{5F89B307-F569-2CA2-6DC1-AB566E7411E0}"/>
          </ac:spMkLst>
        </pc:spChg>
        <pc:spChg chg="mod">
          <ac:chgData name="Jenkins NS" userId="8bdba4d2-1367-40cf-ad35-f59b31261896" providerId="ADAL" clId="{9DF06EC0-6773-4754-B5CF-3A86373E55DF}" dt="2026-10-22T17:11:01.115" v="471" actId="20577"/>
          <ac:spMkLst>
            <pc:docMk/>
            <pc:sldMk cId="4060601304" sldId="2147479557"/>
            <ac:spMk id="6" creationId="{A3E08FA2-C73F-A01D-C334-4FAC0DB0C177}"/>
          </ac:spMkLst>
        </pc:spChg>
        <pc:spChg chg="del">
          <ac:chgData name="Jenkins NS" userId="8bdba4d2-1367-40cf-ad35-f59b31261896" providerId="ADAL" clId="{9DF06EC0-6773-4754-B5CF-3A86373E55DF}" dt="2026-10-21T19:28:51.472" v="45" actId="478"/>
          <ac:spMkLst>
            <pc:docMk/>
            <pc:sldMk cId="4060601304" sldId="2147479557"/>
            <ac:spMk id="8" creationId="{7C4740F1-B816-6BEC-8362-3B8D251DFCEE}"/>
          </ac:spMkLst>
        </pc:spChg>
        <pc:spChg chg="add del mod">
          <ac:chgData name="Jenkins NS" userId="8bdba4d2-1367-40cf-ad35-f59b31261896" providerId="ADAL" clId="{9DF06EC0-6773-4754-B5CF-3A86373E55DF}" dt="2026-10-21T19:41:35.148" v="272" actId="478"/>
          <ac:spMkLst>
            <pc:docMk/>
            <pc:sldMk cId="4060601304" sldId="2147479557"/>
            <ac:spMk id="9" creationId="{0DD8651C-DB72-1BCD-9C0F-3DB573B15677}"/>
          </ac:spMkLst>
        </pc:spChg>
        <pc:spChg chg="add mod">
          <ac:chgData name="Jenkins NS" userId="8bdba4d2-1367-40cf-ad35-f59b31261896" providerId="ADAL" clId="{9DF06EC0-6773-4754-B5CF-3A86373E55DF}" dt="2026-10-21T20:07:12.837" v="328" actId="14100"/>
          <ac:spMkLst>
            <pc:docMk/>
            <pc:sldMk cId="4060601304" sldId="2147479557"/>
            <ac:spMk id="11" creationId="{14201019-6AD5-8165-776C-55816BE8B289}"/>
          </ac:spMkLst>
        </pc:spChg>
        <pc:spChg chg="del">
          <ac:chgData name="Jenkins NS" userId="8bdba4d2-1367-40cf-ad35-f59b31261896" providerId="ADAL" clId="{9DF06EC0-6773-4754-B5CF-3A86373E55DF}" dt="2026-10-21T19:28:50.222" v="44" actId="478"/>
          <ac:spMkLst>
            <pc:docMk/>
            <pc:sldMk cId="4060601304" sldId="2147479557"/>
            <ac:spMk id="12" creationId="{AA2BF8BC-EDED-61C2-562F-15FB955AD759}"/>
          </ac:spMkLst>
        </pc:spChg>
        <pc:spChg chg="add mod">
          <ac:chgData name="Jenkins NS" userId="8bdba4d2-1367-40cf-ad35-f59b31261896" providerId="ADAL" clId="{9DF06EC0-6773-4754-B5CF-3A86373E55DF}" dt="2026-10-22T17:10:48.335" v="468" actId="1076"/>
          <ac:spMkLst>
            <pc:docMk/>
            <pc:sldMk cId="4060601304" sldId="2147479557"/>
            <ac:spMk id="13" creationId="{FBBF71FA-8F76-EC43-39ED-B9EB4ACE33D2}"/>
          </ac:spMkLst>
        </pc:spChg>
        <pc:spChg chg="add mod">
          <ac:chgData name="Jenkins NS" userId="8bdba4d2-1367-40cf-ad35-f59b31261896" providerId="ADAL" clId="{9DF06EC0-6773-4754-B5CF-3A86373E55DF}" dt="2026-10-21T20:07:10.525" v="327" actId="14100"/>
          <ac:spMkLst>
            <pc:docMk/>
            <pc:sldMk cId="4060601304" sldId="2147479557"/>
            <ac:spMk id="14" creationId="{89775C04-67D4-DEBA-335E-62C26F4E3ED8}"/>
          </ac:spMkLst>
        </pc:spChg>
      </pc:sldChg>
      <pc:sldChg chg="delSp modSp add mod">
        <pc:chgData name="Jenkins NS" userId="8bdba4d2-1367-40cf-ad35-f59b31261896" providerId="ADAL" clId="{9DF06EC0-6773-4754-B5CF-3A86373E55DF}" dt="2026-10-21T19:43:29.848" v="291" actId="113"/>
        <pc:sldMkLst>
          <pc:docMk/>
          <pc:sldMk cId="1451565363" sldId="2147479572"/>
        </pc:sldMkLst>
        <pc:spChg chg="mod">
          <ac:chgData name="Jenkins NS" userId="8bdba4d2-1367-40cf-ad35-f59b31261896" providerId="ADAL" clId="{9DF06EC0-6773-4754-B5CF-3A86373E55DF}" dt="2026-10-21T19:43:29.848" v="291" actId="113"/>
          <ac:spMkLst>
            <pc:docMk/>
            <pc:sldMk cId="1451565363" sldId="2147479572"/>
            <ac:spMk id="2" creationId="{DF6D4226-15FB-8407-4AAF-26919D886337}"/>
          </ac:spMkLst>
        </pc:spChg>
        <pc:spChg chg="mod">
          <ac:chgData name="Jenkins NS" userId="8bdba4d2-1367-40cf-ad35-f59b31261896" providerId="ADAL" clId="{9DF06EC0-6773-4754-B5CF-3A86373E55DF}" dt="2026-10-21T19:29:50.148" v="55" actId="14100"/>
          <ac:spMkLst>
            <pc:docMk/>
            <pc:sldMk cId="1451565363" sldId="2147479572"/>
            <ac:spMk id="3" creationId="{EE7DBE02-710B-EABC-6AFC-4BC12CF16267}"/>
          </ac:spMkLst>
        </pc:spChg>
        <pc:spChg chg="del">
          <ac:chgData name="Jenkins NS" userId="8bdba4d2-1367-40cf-ad35-f59b31261896" providerId="ADAL" clId="{9DF06EC0-6773-4754-B5CF-3A86373E55DF}" dt="2026-10-21T19:29:53.068" v="56" actId="478"/>
          <ac:spMkLst>
            <pc:docMk/>
            <pc:sldMk cId="1451565363" sldId="2147479572"/>
            <ac:spMk id="4" creationId="{46147394-57D0-11C7-6AE6-6A34F2358945}"/>
          </ac:spMkLst>
        </pc:spChg>
      </pc:sldChg>
      <pc:sldChg chg="add del modNotesTx">
        <pc:chgData name="Jenkins NS" userId="8bdba4d2-1367-40cf-ad35-f59b31261896" providerId="ADAL" clId="{9DF06EC0-6773-4754-B5CF-3A86373E55DF}" dt="2026-10-21T19:57:56.902" v="308" actId="20577"/>
        <pc:sldMkLst>
          <pc:docMk/>
          <pc:sldMk cId="0" sldId="2147479573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4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5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6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7"/>
        </pc:sldMkLst>
      </pc:sldChg>
      <pc:sldChg chg="add">
        <pc:chgData name="Jenkins NS" userId="8bdba4d2-1367-40cf-ad35-f59b31261896" providerId="ADAL" clId="{9DF06EC0-6773-4754-B5CF-3A86373E55DF}" dt="2026-10-21T19:55:55.468" v="304"/>
        <pc:sldMkLst>
          <pc:docMk/>
          <pc:sldMk cId="0" sldId="2147479578"/>
        </pc:sldMkLst>
      </pc:sldChg>
      <pc:sldChg chg="addSp modSp add del mod setBg">
        <pc:chgData name="Jenkins NS" userId="8bdba4d2-1367-40cf-ad35-f59b31261896" providerId="ADAL" clId="{9DF06EC0-6773-4754-B5CF-3A86373E55DF}" dt="2026-10-21T20:12:56.506" v="377"/>
        <pc:sldMkLst>
          <pc:docMk/>
          <pc:sldMk cId="0" sldId="2147479579"/>
        </pc:sldMkLst>
        <pc:spChg chg="mod">
          <ac:chgData name="Jenkins NS" userId="8bdba4d2-1367-40cf-ad35-f59b31261896" providerId="ADAL" clId="{9DF06EC0-6773-4754-B5CF-3A86373E55DF}" dt="2026-10-21T20:09:50.194" v="341" actId="6549"/>
          <ac:spMkLst>
            <pc:docMk/>
            <pc:sldMk cId="0" sldId="2147479579"/>
            <ac:spMk id="3" creationId="{00000000-0000-0000-0000-000000000000}"/>
          </ac:spMkLst>
        </pc:spChg>
        <pc:spChg chg="mod">
          <ac:chgData name="Jenkins NS" userId="8bdba4d2-1367-40cf-ad35-f59b31261896" providerId="ADAL" clId="{9DF06EC0-6773-4754-B5CF-3A86373E55DF}" dt="2026-10-21T20:12:56.506" v="377"/>
          <ac:spMkLst>
            <pc:docMk/>
            <pc:sldMk cId="0" sldId="2147479579"/>
            <ac:spMk id="5" creationId="{00000000-0000-0000-0000-000000000000}"/>
          </ac:spMkLst>
        </pc:spChg>
        <pc:graphicFrameChg chg="add mod">
          <ac:chgData name="Jenkins NS" userId="8bdba4d2-1367-40cf-ad35-f59b31261896" providerId="ADAL" clId="{9DF06EC0-6773-4754-B5CF-3A86373E55DF}" dt="2026-10-21T20:12:47.995" v="375"/>
          <ac:graphicFrameMkLst>
            <pc:docMk/>
            <pc:sldMk cId="0" sldId="2147479579"/>
            <ac:graphicFrameMk id="7" creationId="{C51EEEF9-BD86-2FDB-E51B-BC16406CA83D}"/>
          </ac:graphicFrameMkLst>
        </pc:graphicFrameChg>
      </pc:sldChg>
      <pc:sldChg chg="delSp add del mod setBg">
        <pc:chgData name="Jenkins NS" userId="8bdba4d2-1367-40cf-ad35-f59b31261896" providerId="ADAL" clId="{9DF06EC0-6773-4754-B5CF-3A86373E55DF}" dt="2026-10-21T20:10:06.987" v="342" actId="478"/>
        <pc:sldMkLst>
          <pc:docMk/>
          <pc:sldMk cId="0" sldId="2147479580"/>
        </pc:sldMkLst>
        <pc:spChg chg="del">
          <ac:chgData name="Jenkins NS" userId="8bdba4d2-1367-40cf-ad35-f59b31261896" providerId="ADAL" clId="{9DF06EC0-6773-4754-B5CF-3A86373E55DF}" dt="2026-10-21T20:10:06.987" v="342" actId="478"/>
          <ac:spMkLst>
            <pc:docMk/>
            <pc:sldMk cId="0" sldId="2147479580"/>
            <ac:spMk id="16" creationId="{00000000-0000-0000-0000-000000000000}"/>
          </ac:spMkLst>
        </pc:spChg>
      </pc:sldChg>
      <pc:sldChg chg="delSp add del mod setBg">
        <pc:chgData name="Jenkins NS" userId="8bdba4d2-1367-40cf-ad35-f59b31261896" providerId="ADAL" clId="{9DF06EC0-6773-4754-B5CF-3A86373E55DF}" dt="2026-10-21T20:10:14.773" v="344" actId="478"/>
        <pc:sldMkLst>
          <pc:docMk/>
          <pc:sldMk cId="0" sldId="2147479581"/>
        </pc:sldMkLst>
        <pc:spChg chg="del">
          <ac:chgData name="Jenkins NS" userId="8bdba4d2-1367-40cf-ad35-f59b31261896" providerId="ADAL" clId="{9DF06EC0-6773-4754-B5CF-3A86373E55DF}" dt="2026-10-21T20:10:11.863" v="343" actId="478"/>
          <ac:spMkLst>
            <pc:docMk/>
            <pc:sldMk cId="0" sldId="2147479581"/>
            <ac:spMk id="20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0:14.773" v="344" actId="478"/>
          <ac:spMkLst>
            <pc:docMk/>
            <pc:sldMk cId="0" sldId="2147479581"/>
            <ac:spMk id="21" creationId="{00000000-0000-0000-0000-000000000000}"/>
          </ac:spMkLst>
        </pc:spChg>
      </pc:sldChg>
      <pc:sldChg chg="delSp add del mod setBg">
        <pc:chgData name="Jenkins NS" userId="8bdba4d2-1367-40cf-ad35-f59b31261896" providerId="ADAL" clId="{9DF06EC0-6773-4754-B5CF-3A86373E55DF}" dt="2026-10-21T20:10:28.364" v="346" actId="478"/>
        <pc:sldMkLst>
          <pc:docMk/>
          <pc:sldMk cId="0" sldId="2147479582"/>
        </pc:sldMkLst>
        <pc:spChg chg="del">
          <ac:chgData name="Jenkins NS" userId="8bdba4d2-1367-40cf-ad35-f59b31261896" providerId="ADAL" clId="{9DF06EC0-6773-4754-B5CF-3A86373E55DF}" dt="2026-10-21T20:10:25.654" v="345" actId="478"/>
          <ac:spMkLst>
            <pc:docMk/>
            <pc:sldMk cId="0" sldId="2147479582"/>
            <ac:spMk id="10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0:28.364" v="346" actId="478"/>
          <ac:spMkLst>
            <pc:docMk/>
            <pc:sldMk cId="0" sldId="2147479582"/>
            <ac:spMk id="11" creationId="{00000000-0000-0000-0000-000000000000}"/>
          </ac:spMkLst>
        </pc:spChg>
      </pc:sldChg>
      <pc:sldChg chg="delSp add del mod setBg">
        <pc:chgData name="Jenkins NS" userId="8bdba4d2-1367-40cf-ad35-f59b31261896" providerId="ADAL" clId="{9DF06EC0-6773-4754-B5CF-3A86373E55DF}" dt="2026-10-21T20:10:35.216" v="348" actId="478"/>
        <pc:sldMkLst>
          <pc:docMk/>
          <pc:sldMk cId="0" sldId="2147479583"/>
        </pc:sldMkLst>
        <pc:spChg chg="del">
          <ac:chgData name="Jenkins NS" userId="8bdba4d2-1367-40cf-ad35-f59b31261896" providerId="ADAL" clId="{9DF06EC0-6773-4754-B5CF-3A86373E55DF}" dt="2026-10-21T20:10:32.632" v="347" actId="478"/>
          <ac:spMkLst>
            <pc:docMk/>
            <pc:sldMk cId="0" sldId="2147479583"/>
            <ac:spMk id="16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0:35.216" v="348" actId="478"/>
          <ac:spMkLst>
            <pc:docMk/>
            <pc:sldMk cId="0" sldId="2147479583"/>
            <ac:spMk id="17" creationId="{00000000-0000-0000-0000-000000000000}"/>
          </ac:spMkLst>
        </pc:spChg>
      </pc:sldChg>
      <pc:sldChg chg="delSp add del mod setBg">
        <pc:chgData name="Jenkins NS" userId="8bdba4d2-1367-40cf-ad35-f59b31261896" providerId="ADAL" clId="{9DF06EC0-6773-4754-B5CF-3A86373E55DF}" dt="2026-10-21T20:10:43.160" v="350" actId="478"/>
        <pc:sldMkLst>
          <pc:docMk/>
          <pc:sldMk cId="0" sldId="2147479584"/>
        </pc:sldMkLst>
        <pc:spChg chg="del">
          <ac:chgData name="Jenkins NS" userId="8bdba4d2-1367-40cf-ad35-f59b31261896" providerId="ADAL" clId="{9DF06EC0-6773-4754-B5CF-3A86373E55DF}" dt="2026-10-21T20:10:40.385" v="349" actId="478"/>
          <ac:spMkLst>
            <pc:docMk/>
            <pc:sldMk cId="0" sldId="2147479584"/>
            <ac:spMk id="12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0:43.160" v="350" actId="478"/>
          <ac:spMkLst>
            <pc:docMk/>
            <pc:sldMk cId="0" sldId="2147479584"/>
            <ac:spMk id="13" creationId="{00000000-0000-0000-0000-000000000000}"/>
          </ac:spMkLst>
        </pc:spChg>
      </pc:sldChg>
      <pc:sldChg chg="delSp add del mod setBg">
        <pc:chgData name="Jenkins NS" userId="8bdba4d2-1367-40cf-ad35-f59b31261896" providerId="ADAL" clId="{9DF06EC0-6773-4754-B5CF-3A86373E55DF}" dt="2026-10-21T20:10:50.318" v="352" actId="478"/>
        <pc:sldMkLst>
          <pc:docMk/>
          <pc:sldMk cId="0" sldId="2147479585"/>
        </pc:sldMkLst>
        <pc:spChg chg="del">
          <ac:chgData name="Jenkins NS" userId="8bdba4d2-1367-40cf-ad35-f59b31261896" providerId="ADAL" clId="{9DF06EC0-6773-4754-B5CF-3A86373E55DF}" dt="2026-10-21T20:10:47.751" v="351" actId="478"/>
          <ac:spMkLst>
            <pc:docMk/>
            <pc:sldMk cId="0" sldId="2147479585"/>
            <ac:spMk id="14" creationId="{00000000-0000-0000-0000-000000000000}"/>
          </ac:spMkLst>
        </pc:spChg>
        <pc:spChg chg="del">
          <ac:chgData name="Jenkins NS" userId="8bdba4d2-1367-40cf-ad35-f59b31261896" providerId="ADAL" clId="{9DF06EC0-6773-4754-B5CF-3A86373E55DF}" dt="2026-10-21T20:10:50.318" v="352" actId="478"/>
          <ac:spMkLst>
            <pc:docMk/>
            <pc:sldMk cId="0" sldId="2147479585"/>
            <ac:spMk id="15" creationId="{00000000-0000-0000-0000-000000000000}"/>
          </ac:spMkLst>
        </pc:spChg>
      </pc:sldChg>
      <pc:sldChg chg="add setBg">
        <pc:chgData name="Jenkins NS" userId="8bdba4d2-1367-40cf-ad35-f59b31261896" providerId="ADAL" clId="{9DF06EC0-6773-4754-B5CF-3A86373E55DF}" dt="2026-10-21T20:18:07.696" v="378"/>
        <pc:sldMkLst>
          <pc:docMk/>
          <pc:sldMk cId="0" sldId="2147479586"/>
        </pc:sldMkLst>
      </pc:sldChg>
      <pc:sldChg chg="add setBg">
        <pc:chgData name="Jenkins NS" userId="8bdba4d2-1367-40cf-ad35-f59b31261896" providerId="ADAL" clId="{9DF06EC0-6773-4754-B5CF-3A86373E55DF}" dt="2026-10-21T20:20:00.238" v="379"/>
        <pc:sldMkLst>
          <pc:docMk/>
          <pc:sldMk cId="0" sldId="2147479587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8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9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0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1"/>
        </pc:sldMkLst>
      </pc:sldChg>
      <pc:sldChg chg="new del">
        <pc:chgData name="Jenkins NS" userId="8bdba4d2-1367-40cf-ad35-f59b31261896" providerId="ADAL" clId="{9DF06EC0-6773-4754-B5CF-3A86373E55DF}" dt="2026-10-21T22:16:08.350" v="400" actId="47"/>
        <pc:sldMkLst>
          <pc:docMk/>
          <pc:sldMk cId="3883104394" sldId="2147479592"/>
        </pc:sldMkLst>
      </pc:sldChg>
      <pc:sldChg chg="add del setBg">
        <pc:chgData name="Jenkins NS" userId="8bdba4d2-1367-40cf-ad35-f59b31261896" providerId="ADAL" clId="{9DF06EC0-6773-4754-B5CF-3A86373E55DF}" dt="2026-10-21T22:04:57.361" v="385"/>
        <pc:sldMkLst>
          <pc:docMk/>
          <pc:sldMk cId="2518512813" sldId="2147479593"/>
        </pc:sldMkLst>
      </pc:sldChg>
      <pc:sldChg chg="modSp add mod">
        <pc:chgData name="Jenkins NS" userId="8bdba4d2-1367-40cf-ad35-f59b31261896" providerId="ADAL" clId="{9DF06EC0-6773-4754-B5CF-3A86373E55DF}" dt="2026-10-22T17:16:18.362" v="499" actId="20577"/>
        <pc:sldMkLst>
          <pc:docMk/>
          <pc:sldMk cId="2979084665" sldId="2147479593"/>
        </pc:sldMkLst>
        <pc:spChg chg="mod">
          <ac:chgData name="Jenkins NS" userId="8bdba4d2-1367-40cf-ad35-f59b31261896" providerId="ADAL" clId="{9DF06EC0-6773-4754-B5CF-3A86373E55DF}" dt="2026-10-22T17:16:18.362" v="499" actId="20577"/>
          <ac:spMkLst>
            <pc:docMk/>
            <pc:sldMk cId="2979084665" sldId="2147479593"/>
            <ac:spMk id="3" creationId="{E1E21D66-9B9B-D583-A6D9-39E93A43781F}"/>
          </ac:spMkLst>
        </pc:spChg>
        <pc:spChg chg="mod">
          <ac:chgData name="Jenkins NS" userId="8bdba4d2-1367-40cf-ad35-f59b31261896" providerId="ADAL" clId="{9DF06EC0-6773-4754-B5CF-3A86373E55DF}" dt="2026-10-21T22:15:48.232" v="393" actId="1076"/>
          <ac:spMkLst>
            <pc:docMk/>
            <pc:sldMk cId="2979084665" sldId="2147479593"/>
            <ac:spMk id="4" creationId="{A9ECFEB2-8A24-ED4C-3E67-A1B9A79C3FB9}"/>
          </ac:spMkLst>
        </pc:spChg>
        <pc:spChg chg="mod">
          <ac:chgData name="Jenkins NS" userId="8bdba4d2-1367-40cf-ad35-f59b31261896" providerId="ADAL" clId="{9DF06EC0-6773-4754-B5CF-3A86373E55DF}" dt="2026-10-21T22:15:55.569" v="399" actId="27636"/>
          <ac:spMkLst>
            <pc:docMk/>
            <pc:sldMk cId="2979084665" sldId="2147479593"/>
            <ac:spMk id="5" creationId="{1FF910D3-E0EF-26BF-DD23-5E5560BAFD85}"/>
          </ac:spMkLst>
        </pc:spChg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4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5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6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7"/>
        </pc:sldMkLst>
      </pc:sldChg>
      <pc:sldChg chg="modSp add mod">
        <pc:chgData name="Jenkins NS" userId="8bdba4d2-1367-40cf-ad35-f59b31261896" providerId="ADAL" clId="{9DF06EC0-6773-4754-B5CF-3A86373E55DF}" dt="2026-10-21T22:18:25.005" v="419" actId="20577"/>
        <pc:sldMkLst>
          <pc:docMk/>
          <pc:sldMk cId="172466689" sldId="2147479598"/>
        </pc:sldMkLst>
        <pc:spChg chg="mod">
          <ac:chgData name="Jenkins NS" userId="8bdba4d2-1367-40cf-ad35-f59b31261896" providerId="ADAL" clId="{9DF06EC0-6773-4754-B5CF-3A86373E55DF}" dt="2026-10-21T22:18:25.005" v="419" actId="20577"/>
          <ac:spMkLst>
            <pc:docMk/>
            <pc:sldMk cId="172466689" sldId="2147479598"/>
            <ac:spMk id="5" creationId="{7395D166-CCB6-2C73-6784-07CC539C9227}"/>
          </ac:spMkLst>
        </pc:spChg>
      </pc:sldChg>
      <pc:sldChg chg="add del setBg">
        <pc:chgData name="Jenkins NS" userId="8bdba4d2-1367-40cf-ad35-f59b31261896" providerId="ADAL" clId="{9DF06EC0-6773-4754-B5CF-3A86373E55DF}" dt="2026-10-21T22:17:12.637" v="403"/>
        <pc:sldMkLst>
          <pc:docMk/>
          <pc:sldMk cId="4256308337" sldId="2147479598"/>
        </pc:sldMkLst>
      </pc:sldChg>
      <pc:sldChg chg="modSp add mod">
        <pc:chgData name="Jenkins NS" userId="8bdba4d2-1367-40cf-ad35-f59b31261896" providerId="ADAL" clId="{9DF06EC0-6773-4754-B5CF-3A86373E55DF}" dt="2026-10-21T22:22:47.759" v="439" actId="20577"/>
        <pc:sldMkLst>
          <pc:docMk/>
          <pc:sldMk cId="2017300280" sldId="2147479599"/>
        </pc:sldMkLst>
        <pc:spChg chg="mod">
          <ac:chgData name="Jenkins NS" userId="8bdba4d2-1367-40cf-ad35-f59b31261896" providerId="ADAL" clId="{9DF06EC0-6773-4754-B5CF-3A86373E55DF}" dt="2026-10-21T22:22:47.759" v="439" actId="20577"/>
          <ac:spMkLst>
            <pc:docMk/>
            <pc:sldMk cId="2017300280" sldId="2147479599"/>
            <ac:spMk id="5" creationId="{C5571311-60DC-186C-A284-A2FC41512B78}"/>
          </ac:spMkLst>
        </pc:spChg>
      </pc:sldChg>
      <pc:sldChg chg="add del setBg">
        <pc:chgData name="Jenkins NS" userId="8bdba4d2-1367-40cf-ad35-f59b31261896" providerId="ADAL" clId="{9DF06EC0-6773-4754-B5CF-3A86373E55DF}" dt="2026-10-21T22:22:14.279" v="432"/>
        <pc:sldMkLst>
          <pc:docMk/>
          <pc:sldMk cId="2452211979" sldId="2147479599"/>
        </pc:sldMkLst>
      </pc:sldChg>
      <pc:sldChg chg="add del setBg">
        <pc:chgData name="Jenkins NS" userId="8bdba4d2-1367-40cf-ad35-f59b31261896" providerId="ADAL" clId="{9DF06EC0-6773-4754-B5CF-3A86373E55DF}" dt="2026-10-21T22:24:27.815" v="441"/>
        <pc:sldMkLst>
          <pc:docMk/>
          <pc:sldMk cId="1005218666" sldId="2147479600"/>
        </pc:sldMkLst>
      </pc:sldChg>
      <pc:sldChg chg="new add del">
        <pc:chgData name="Jenkins NS" userId="8bdba4d2-1367-40cf-ad35-f59b31261896" providerId="ADAL" clId="{9DF06EC0-6773-4754-B5CF-3A86373E55DF}" dt="2026-10-22T17:13:06.375" v="491" actId="47"/>
        <pc:sldMkLst>
          <pc:docMk/>
          <pc:sldMk cId="3382622447" sldId="2147479600"/>
        </pc:sldMkLst>
      </pc:sldChg>
      <pc:sldChg chg="modSp add mod">
        <pc:chgData name="Jenkins NS" userId="8bdba4d2-1367-40cf-ad35-f59b31261896" providerId="ADAL" clId="{9DF06EC0-6773-4754-B5CF-3A86373E55DF}" dt="2026-10-21T22:25:14.296" v="451" actId="20577"/>
        <pc:sldMkLst>
          <pc:docMk/>
          <pc:sldMk cId="703889543" sldId="2147479601"/>
        </pc:sldMkLst>
        <pc:spChg chg="mod">
          <ac:chgData name="Jenkins NS" userId="8bdba4d2-1367-40cf-ad35-f59b31261896" providerId="ADAL" clId="{9DF06EC0-6773-4754-B5CF-3A86373E55DF}" dt="2026-10-21T22:25:14.296" v="451" actId="20577"/>
          <ac:spMkLst>
            <pc:docMk/>
            <pc:sldMk cId="703889543" sldId="2147479601"/>
            <ac:spMk id="5" creationId="{18C41326-B7FB-9658-C24D-5FC0275137C8}"/>
          </ac:spMkLst>
        </pc:spChg>
      </pc:sldChg>
      <pc:sldChg chg="add del setBg">
        <pc:chgData name="Jenkins NS" userId="8bdba4d2-1367-40cf-ad35-f59b31261896" providerId="ADAL" clId="{9DF06EC0-6773-4754-B5CF-3A86373E55DF}" dt="2026-10-21T22:24:33.809" v="444"/>
        <pc:sldMkLst>
          <pc:docMk/>
          <pc:sldMk cId="3924843271" sldId="2147479601"/>
        </pc:sldMkLst>
      </pc:sldChg>
      <pc:sldChg chg="add del setBg">
        <pc:chgData name="Jenkins NS" userId="8bdba4d2-1367-40cf-ad35-f59b31261896" providerId="ADAL" clId="{9DF06EC0-6773-4754-B5CF-3A86373E55DF}" dt="2026-10-21T22:26:56.772" v="453"/>
        <pc:sldMkLst>
          <pc:docMk/>
          <pc:sldMk cId="1945903011" sldId="2147479602"/>
        </pc:sldMkLst>
      </pc:sldChg>
      <pc:sldChg chg="modSp add mod">
        <pc:chgData name="Jenkins NS" userId="8bdba4d2-1367-40cf-ad35-f59b31261896" providerId="ADAL" clId="{9DF06EC0-6773-4754-B5CF-3A86373E55DF}" dt="2026-10-21T22:27:40.341" v="466" actId="20577"/>
        <pc:sldMkLst>
          <pc:docMk/>
          <pc:sldMk cId="3585144251" sldId="2147479602"/>
        </pc:sldMkLst>
        <pc:spChg chg="mod">
          <ac:chgData name="Jenkins NS" userId="8bdba4d2-1367-40cf-ad35-f59b31261896" providerId="ADAL" clId="{9DF06EC0-6773-4754-B5CF-3A86373E55DF}" dt="2026-10-21T22:27:40.341" v="466" actId="20577"/>
          <ac:spMkLst>
            <pc:docMk/>
            <pc:sldMk cId="3585144251" sldId="2147479602"/>
            <ac:spMk id="5" creationId="{C5C36B88-BDFD-29D8-DA60-E1A871D76BCB}"/>
          </ac:spMkLst>
        </pc:spChg>
      </pc:sldChg>
      <pc:sldChg chg="modSp add mod">
        <pc:chgData name="Jenkins NS" userId="8bdba4d2-1367-40cf-ad35-f59b31261896" providerId="ADAL" clId="{9DF06EC0-6773-4754-B5CF-3A86373E55DF}" dt="2026-10-22T17:12:25.880" v="489" actId="20577"/>
        <pc:sldMkLst>
          <pc:docMk/>
          <pc:sldMk cId="1525641040" sldId="2147479603"/>
        </pc:sldMkLst>
        <pc:spChg chg="mod">
          <ac:chgData name="Jenkins NS" userId="8bdba4d2-1367-40cf-ad35-f59b31261896" providerId="ADAL" clId="{9DF06EC0-6773-4754-B5CF-3A86373E55DF}" dt="2026-10-22T17:11:59.113" v="483" actId="20577"/>
          <ac:spMkLst>
            <pc:docMk/>
            <pc:sldMk cId="1525641040" sldId="2147479603"/>
            <ac:spMk id="3" creationId="{553923D6-D6BD-2A1A-B726-3087B6D885BC}"/>
          </ac:spMkLst>
        </pc:spChg>
        <pc:spChg chg="mod">
          <ac:chgData name="Jenkins NS" userId="8bdba4d2-1367-40cf-ad35-f59b31261896" providerId="ADAL" clId="{9DF06EC0-6773-4754-B5CF-3A86373E55DF}" dt="2026-10-22T17:12:25.880" v="489" actId="20577"/>
          <ac:spMkLst>
            <pc:docMk/>
            <pc:sldMk cId="1525641040" sldId="2147479603"/>
            <ac:spMk id="4" creationId="{5D97F56A-A0BE-BE10-5B49-DFB6A23B5F18}"/>
          </ac:spMkLst>
        </pc:spChg>
      </pc:sldChg>
      <pc:sldChg chg="add del setBg">
        <pc:chgData name="Jenkins NS" userId="8bdba4d2-1367-40cf-ad35-f59b31261896" providerId="ADAL" clId="{9DF06EC0-6773-4754-B5CF-3A86373E55DF}" dt="2026-10-22T17:11:52.663" v="473"/>
        <pc:sldMkLst>
          <pc:docMk/>
          <pc:sldMk cId="2190472783" sldId="214747960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757716487" sldId="2147479799"/>
        </pc:sldMkLst>
      </pc:sldChg>
      <pc:sldChg chg="addSp delSp del mod">
        <pc:chgData name="Jenkins NS" userId="8bdba4d2-1367-40cf-ad35-f59b31261896" providerId="ADAL" clId="{9DF06EC0-6773-4754-B5CF-3A86373E55DF}" dt="2026-10-21T19:26:58.624" v="6" actId="47"/>
        <pc:sldMkLst>
          <pc:docMk/>
          <pc:sldMk cId="443657415" sldId="2147479840"/>
        </pc:sldMkLst>
        <pc:spChg chg="add del">
          <ac:chgData name="Jenkins NS" userId="8bdba4d2-1367-40cf-ad35-f59b31261896" providerId="ADAL" clId="{9DF06EC0-6773-4754-B5CF-3A86373E55DF}" dt="2026-10-21T19:26:36.670" v="2" actId="22"/>
          <ac:spMkLst>
            <pc:docMk/>
            <pc:sldMk cId="443657415" sldId="2147479840"/>
            <ac:spMk id="3" creationId="{56680FA2-4971-0C4A-E1E5-2D6BA10C628F}"/>
          </ac:spMkLst>
        </pc:spChg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55394937" sldId="214747984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539303801" sldId="214747984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17025154" sldId="214747984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116133330" sldId="214747984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69809988" sldId="214747984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01658480" sldId="214747984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060551369" sldId="214747984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299311412" sldId="214747984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13441092" sldId="214747985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857919815" sldId="214747985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86496337" sldId="214747985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698521699" sldId="214747985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839841890" sldId="214747985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21048510" sldId="214747985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0024171" sldId="214747985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74271723" sldId="214747985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02067369" sldId="214747985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376940060" sldId="214747986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232437191" sldId="214747986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71593474" sldId="214747986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59384829" sldId="214747986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4675638" sldId="214747986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09484383" sldId="214747986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16058983" sldId="214747986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768514159" sldId="214747986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89337424" sldId="214747986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01138058" sldId="214747987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45421501" sldId="214747987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6713896" sldId="214747987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845978286" sldId="214747987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921530110" sldId="214747987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28758105" sldId="214747987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89117112" sldId="214747987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00862897" sldId="214747988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3487717" sldId="214747988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016397542" sldId="214747988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94038164" sldId="214747988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129616098" sldId="214747988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30370468" sldId="2147479886"/>
        </pc:sldMkLst>
      </pc:sldChg>
      <pc:sldMasterChg chg="delSldLayout modSldLayout">
        <pc:chgData name="Jenkins NS" userId="8bdba4d2-1367-40cf-ad35-f59b31261896" providerId="ADAL" clId="{9DF06EC0-6773-4754-B5CF-3A86373E55DF}" dt="2026-10-22T17:10:37.795" v="467" actId="478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9DF06EC0-6773-4754-B5CF-3A86373E55DF}" dt="2026-10-21T19:26:58.624" v="6" actId="47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653122893" sldId="2147483662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4214976935" sldId="2147483663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508414380" sldId="2147483664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2072214709" sldId="2147483665"/>
          </pc:sldLayoutMkLst>
        </pc:sldLayoutChg>
        <pc:sldLayoutChg chg="del">
          <pc:chgData name="Jenkins NS" userId="8bdba4d2-1367-40cf-ad35-f59b31261896" providerId="ADAL" clId="{9DF06EC0-6773-4754-B5CF-3A86373E55DF}" dt="2026-10-21T19:27:09.496" v="8" actId="47"/>
          <pc:sldLayoutMkLst>
            <pc:docMk/>
            <pc:sldMasterMk cId="975404246" sldId="2147483648"/>
            <pc:sldLayoutMk cId="2095695488" sldId="2147483667"/>
          </pc:sldLayoutMkLst>
        </pc:sldLayoutChg>
        <pc:sldLayoutChg chg="addSp delSp modSp mod setBg">
          <pc:chgData name="Jenkins NS" userId="8bdba4d2-1367-40cf-ad35-f59b31261896" providerId="ADAL" clId="{9DF06EC0-6773-4754-B5CF-3A86373E55DF}" dt="2026-10-22T17:10:37.795" v="467" actId="478"/>
          <pc:sldLayoutMkLst>
            <pc:docMk/>
            <pc:sldMasterMk cId="975404246" sldId="2147483648"/>
            <pc:sldLayoutMk cId="3241650075" sldId="2147483672"/>
          </pc:sldLayoutMkLst>
          <pc:spChg chg="add mod">
            <ac:chgData name="Jenkins NS" userId="8bdba4d2-1367-40cf-ad35-f59b31261896" providerId="ADAL" clId="{9DF06EC0-6773-4754-B5CF-3A86373E55DF}" dt="2026-10-21T19:31:34.097" v="178" actId="207"/>
            <ac:spMkLst>
              <pc:docMk/>
              <pc:sldMasterMk cId="975404246" sldId="2147483648"/>
              <pc:sldLayoutMk cId="3241650075" sldId="2147483672"/>
              <ac:spMk id="2" creationId="{1E00EE6B-4843-4559-6000-99DEC0E7AECF}"/>
            </ac:spMkLst>
          </pc:spChg>
          <pc:spChg chg="mod">
            <ac:chgData name="Jenkins NS" userId="8bdba4d2-1367-40cf-ad35-f59b31261896" providerId="ADAL" clId="{9DF06EC0-6773-4754-B5CF-3A86373E55DF}" dt="2026-10-21T19:35:35.446" v="224" actId="207"/>
            <ac:spMkLst>
              <pc:docMk/>
              <pc:sldMasterMk cId="975404246" sldId="2147483648"/>
              <pc:sldLayoutMk cId="3241650075" sldId="2147483672"/>
              <ac:spMk id="3" creationId="{3E21C31D-925C-53B5-2E40-C54FF245B41E}"/>
            </ac:spMkLst>
          </pc:spChg>
          <pc:picChg chg="del">
            <ac:chgData name="Jenkins NS" userId="8bdba4d2-1367-40cf-ad35-f59b31261896" providerId="ADAL" clId="{9DF06EC0-6773-4754-B5CF-3A86373E55DF}" dt="2026-10-21T19:35:57.153" v="225" actId="478"/>
            <ac:picMkLst>
              <pc:docMk/>
              <pc:sldMasterMk cId="975404246" sldId="2147483648"/>
              <pc:sldLayoutMk cId="3241650075" sldId="2147483672"/>
              <ac:picMk id="7" creationId="{7B930E7F-5B91-31B0-B67D-DB8C41E881CF}"/>
            </ac:picMkLst>
          </pc:picChg>
          <pc:picChg chg="add del mod ord">
            <ac:chgData name="Jenkins NS" userId="8bdba4d2-1367-40cf-ad35-f59b31261896" providerId="ADAL" clId="{9DF06EC0-6773-4754-B5CF-3A86373E55DF}" dt="2026-10-21T19:49:24.086" v="295" actId="478"/>
            <ac:picMkLst>
              <pc:docMk/>
              <pc:sldMasterMk cId="975404246" sldId="2147483648"/>
              <pc:sldLayoutMk cId="3241650075" sldId="2147483672"/>
              <ac:picMk id="8" creationId="{A0C964CA-5AF1-09D8-14B7-7FF1EABE784A}"/>
            </ac:picMkLst>
          </pc:picChg>
          <pc:picChg chg="add del mod">
            <ac:chgData name="Jenkins NS" userId="8bdba4d2-1367-40cf-ad35-f59b31261896" providerId="ADAL" clId="{9DF06EC0-6773-4754-B5CF-3A86373E55DF}" dt="2026-10-21T19:35:25.833" v="219" actId="478"/>
            <ac:picMkLst>
              <pc:docMk/>
              <pc:sldMasterMk cId="975404246" sldId="2147483648"/>
              <pc:sldLayoutMk cId="3241650075" sldId="2147483672"/>
              <ac:picMk id="10" creationId="{8B334D90-2717-2269-E486-F1900244A628}"/>
            </ac:picMkLst>
          </pc:picChg>
          <pc:picChg chg="add mod">
            <ac:chgData name="Jenkins NS" userId="8bdba4d2-1367-40cf-ad35-f59b31261896" providerId="ADAL" clId="{9DF06EC0-6773-4754-B5CF-3A86373E55DF}" dt="2026-10-21T19:36:16.316" v="233" actId="1076"/>
            <ac:picMkLst>
              <pc:docMk/>
              <pc:sldMasterMk cId="975404246" sldId="2147483648"/>
              <pc:sldLayoutMk cId="3241650075" sldId="2147483672"/>
              <ac:picMk id="11" creationId="{8A5D0B54-3E0F-E277-0472-C5E542E53F7F}"/>
            </ac:picMkLst>
          </pc:picChg>
          <pc:picChg chg="add del mod">
            <ac:chgData name="Jenkins NS" userId="8bdba4d2-1367-40cf-ad35-f59b31261896" providerId="ADAL" clId="{9DF06EC0-6773-4754-B5CF-3A86373E55DF}" dt="2026-10-22T17:10:37.795" v="467" actId="478"/>
            <ac:picMkLst>
              <pc:docMk/>
              <pc:sldMasterMk cId="975404246" sldId="2147483648"/>
              <pc:sldLayoutMk cId="3241650075" sldId="2147483672"/>
              <ac:picMk id="13" creationId="{3301086E-F595-9F37-140F-1279F2C885C8}"/>
            </ac:picMkLst>
          </pc:picChg>
          <pc:picChg chg="add mod ord">
            <ac:chgData name="Jenkins NS" userId="8bdba4d2-1367-40cf-ad35-f59b31261896" providerId="ADAL" clId="{9DF06EC0-6773-4754-B5CF-3A86373E55DF}" dt="2026-10-21T19:49:27.186" v="299" actId="167"/>
            <ac:picMkLst>
              <pc:docMk/>
              <pc:sldMasterMk cId="975404246" sldId="2147483648"/>
              <pc:sldLayoutMk cId="3241650075" sldId="2147483672"/>
              <ac:picMk id="15" creationId="{2209A0BE-5901-98D7-4EDE-74D107C3A727}"/>
            </ac:picMkLst>
          </pc:picChg>
        </pc:sldLayoutChg>
      </pc:sldMasterChg>
      <pc:sldMasterChg chg="modSldLayout">
        <pc:chgData name="Jenkins NS" userId="8bdba4d2-1367-40cf-ad35-f59b31261896" providerId="ADAL" clId="{9DF06EC0-6773-4754-B5CF-3A86373E55DF}" dt="2026-10-21T19:48:26.160" v="294" actId="207"/>
        <pc:sldMasterMkLst>
          <pc:docMk/>
          <pc:sldMasterMk cId="2391316343" sldId="2147483668"/>
        </pc:sldMasterMkLst>
        <pc:sldLayoutChg chg="modSp mod">
          <pc:chgData name="Jenkins NS" userId="8bdba4d2-1367-40cf-ad35-f59b31261896" providerId="ADAL" clId="{9DF06EC0-6773-4754-B5CF-3A86373E55DF}" dt="2026-10-21T19:48:26.160" v="294" actId="207"/>
          <pc:sldLayoutMkLst>
            <pc:docMk/>
            <pc:sldMasterMk cId="2391316343" sldId="2147483668"/>
            <pc:sldLayoutMk cId="1798594045" sldId="2147483670"/>
          </pc:sldLayoutMkLst>
          <pc:spChg chg="mod">
            <ac:chgData name="Jenkins NS" userId="8bdba4d2-1367-40cf-ad35-f59b31261896" providerId="ADAL" clId="{9DF06EC0-6773-4754-B5CF-3A86373E55DF}" dt="2026-10-21T19:48:26.160" v="294" actId="207"/>
            <ac:spMkLst>
              <pc:docMk/>
              <pc:sldMasterMk cId="2391316343" sldId="2147483668"/>
              <pc:sldLayoutMk cId="1798594045" sldId="2147483670"/>
              <ac:spMk id="2" creationId="{00000000-0000-0000-0000-000000000000}"/>
            </ac:spMkLst>
          </pc:spChg>
        </pc:sldLayoutChg>
      </pc:sldMasterChg>
    </pc:docChg>
  </pc:docChgLst>
  <pc:docChgLst>
    <pc:chgData name="Jenkins NS" userId="8bdba4d2-1367-40cf-ad35-f59b31261896" providerId="ADAL" clId="{3EF20EB0-5DD8-4CDF-B363-212A902E7FF8}"/>
    <pc:docChg chg="custSel addSld delSld modSld">
      <pc:chgData name="Jenkins NS" userId="8bdba4d2-1367-40cf-ad35-f59b31261896" providerId="ADAL" clId="{3EF20EB0-5DD8-4CDF-B363-212A902E7FF8}" dt="2026-10-22T21:09:35.441" v="21" actId="47"/>
      <pc:docMkLst>
        <pc:docMk/>
      </pc:docMkLst>
      <pc:sldChg chg="delSp modSp del mod">
        <pc:chgData name="Jenkins NS" userId="8bdba4d2-1367-40cf-ad35-f59b31261896" providerId="ADAL" clId="{3EF20EB0-5DD8-4CDF-B363-212A902E7FF8}" dt="2026-10-22T21:06:08.851" v="16" actId="2696"/>
        <pc:sldMkLst>
          <pc:docMk/>
          <pc:sldMk cId="0" sldId="265"/>
        </pc:sldMkLst>
        <pc:spChg chg="del">
          <ac:chgData name="Jenkins NS" userId="8bdba4d2-1367-40cf-ad35-f59b31261896" providerId="ADAL" clId="{3EF20EB0-5DD8-4CDF-B363-212A902E7FF8}" dt="2026-10-22T20:57:08.080" v="11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6.439" v="10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5.537" v="9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7:10.473" v="12" actId="14100"/>
          <ac:spMkLst>
            <pc:docMk/>
            <pc:sldMk cId="0" sldId="265"/>
            <ac:spMk id="5" creationId="{00000000-0000-0000-0000-000000000000}"/>
          </ac:spMkLst>
        </pc:spChg>
      </pc:sldChg>
      <pc:sldChg chg="add">
        <pc:chgData name="Jenkins NS" userId="8bdba4d2-1367-40cf-ad35-f59b31261896" providerId="ADAL" clId="{3EF20EB0-5DD8-4CDF-B363-212A902E7FF8}" dt="2026-10-22T21:06:15.681" v="17"/>
        <pc:sldMkLst>
          <pc:docMk/>
          <pc:sldMk cId="2361673258" sldId="265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1096705017" sldId="10341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2980580362" sldId="2076137821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847600138" sldId="2076137823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3031809596" sldId="2142533535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493708244" sldId="2142533536"/>
        </pc:sldMkLst>
      </pc:sldChg>
      <pc:sldChg chg="add del">
        <pc:chgData name="Jenkins NS" userId="8bdba4d2-1367-40cf-ad35-f59b31261896" providerId="ADAL" clId="{3EF20EB0-5DD8-4CDF-B363-212A902E7FF8}" dt="2026-10-22T21:06:19.259" v="18" actId="47"/>
        <pc:sldMkLst>
          <pc:docMk/>
          <pc:sldMk cId="759828517" sldId="2142533537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949564228" sldId="2142533538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1159306728" sldId="2142533539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2306444340" sldId="2142533540"/>
        </pc:sldMkLst>
      </pc:sldChg>
      <pc:sldChg chg="add setBg">
        <pc:chgData name="Jenkins NS" userId="8bdba4d2-1367-40cf-ad35-f59b31261896" providerId="ADAL" clId="{3EF20EB0-5DD8-4CDF-B363-212A902E7FF8}" dt="2026-10-22T21:09:20.600" v="20"/>
        <pc:sldMkLst>
          <pc:docMk/>
          <pc:sldMk cId="2194364739" sldId="2142533583"/>
        </pc:sldMkLst>
      </pc:sldChg>
      <pc:sldChg chg="delSp add setBg delDesignElem">
        <pc:chgData name="Jenkins NS" userId="8bdba4d2-1367-40cf-ad35-f59b31261896" providerId="ADAL" clId="{3EF20EB0-5DD8-4CDF-B363-212A902E7FF8}" dt="2026-10-22T21:09:20.600" v="20"/>
        <pc:sldMkLst>
          <pc:docMk/>
          <pc:sldMk cId="3661348972" sldId="2142533584"/>
        </pc:sldMkLst>
        <pc:spChg chg="del">
          <ac:chgData name="Jenkins NS" userId="8bdba4d2-1367-40cf-ad35-f59b31261896" providerId="ADAL" clId="{3EF20EB0-5DD8-4CDF-B363-212A902E7FF8}" dt="2026-10-22T21:09:20.600" v="20"/>
          <ac:spMkLst>
            <pc:docMk/>
            <pc:sldMk cId="3661348972" sldId="2142533584"/>
            <ac:spMk id="18" creationId="{3B47FC9C-2ED3-4100-A4EF-E8CDFEE106C9}"/>
          </ac:spMkLst>
        </pc:spChg>
      </pc:sldChg>
      <pc:sldChg chg="delSp modSp del mod">
        <pc:chgData name="Jenkins NS" userId="8bdba4d2-1367-40cf-ad35-f59b31261896" providerId="ADAL" clId="{3EF20EB0-5DD8-4CDF-B363-212A902E7FF8}" dt="2026-10-22T21:09:35.441" v="21" actId="47"/>
        <pc:sldMkLst>
          <pc:docMk/>
          <pc:sldMk cId="0" sldId="2147479595"/>
        </pc:sldMkLst>
        <pc:spChg chg="del">
          <ac:chgData name="Jenkins NS" userId="8bdba4d2-1367-40cf-ad35-f59b31261896" providerId="ADAL" clId="{3EF20EB0-5DD8-4CDF-B363-212A902E7FF8}" dt="2026-10-22T20:56:45.704" v="3" actId="478"/>
          <ac:spMkLst>
            <pc:docMk/>
            <pc:sldMk cId="0" sldId="2147479595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44.153" v="2" actId="478"/>
          <ac:spMkLst>
            <pc:docMk/>
            <pc:sldMk cId="0" sldId="2147479595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43.483" v="1" actId="478"/>
          <ac:spMkLst>
            <pc:docMk/>
            <pc:sldMk cId="0" sldId="2147479595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6:47.992" v="4" actId="14100"/>
          <ac:spMkLst>
            <pc:docMk/>
            <pc:sldMk cId="0" sldId="2147479595"/>
            <ac:spMk id="5" creationId="{00000000-0000-0000-0000-000000000000}"/>
          </ac:spMkLst>
        </pc:spChg>
      </pc:sldChg>
      <pc:sldChg chg="delSp modSp del mod">
        <pc:chgData name="Jenkins NS" userId="8bdba4d2-1367-40cf-ad35-f59b31261896" providerId="ADAL" clId="{3EF20EB0-5DD8-4CDF-B363-212A902E7FF8}" dt="2026-10-22T21:09:35.441" v="21" actId="47"/>
        <pc:sldMkLst>
          <pc:docMk/>
          <pc:sldMk cId="0" sldId="2147479596"/>
        </pc:sldMkLst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6:53.288" v="6" actId="14100"/>
          <ac:spMkLst>
            <pc:docMk/>
            <pc:sldMk cId="0" sldId="2147479596"/>
            <ac:spMk id="5" creationId="{00000000-0000-0000-0000-000000000000}"/>
          </ac:spMkLst>
        </pc:spChg>
      </pc:sldChg>
      <pc:sldChg chg="delSp modSp mod">
        <pc:chgData name="Jenkins NS" userId="8bdba4d2-1367-40cf-ad35-f59b31261896" providerId="ADAL" clId="{3EF20EB0-5DD8-4CDF-B363-212A902E7FF8}" dt="2026-10-22T20:57:02.946" v="8" actId="14100"/>
        <pc:sldMkLst>
          <pc:docMk/>
          <pc:sldMk cId="0" sldId="2147479597"/>
        </pc:sldMkLst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7:02.946" v="8" actId="14100"/>
          <ac:spMkLst>
            <pc:docMk/>
            <pc:sldMk cId="0" sldId="2147479597"/>
            <ac:spMk id="5" creationId="{00000000-0000-0000-0000-000000000000}"/>
          </ac:spMkLst>
        </pc:spChg>
      </pc:sldChg>
      <pc:sldChg chg="del">
        <pc:chgData name="Jenkins NS" userId="8bdba4d2-1367-40cf-ad35-f59b31261896" providerId="ADAL" clId="{3EF20EB0-5DD8-4CDF-B363-212A902E7FF8}" dt="2026-10-22T20:56:41.008" v="0" actId="47"/>
        <pc:sldMkLst>
          <pc:docMk/>
          <pc:sldMk cId="3382622447" sldId="2147479600"/>
        </pc:sldMkLst>
      </pc:sldChg>
      <pc:sldChg chg="del">
        <pc:chgData name="Jenkins NS" userId="8bdba4d2-1367-40cf-ad35-f59b31261896" providerId="ADAL" clId="{3EF20EB0-5DD8-4CDF-B363-212A902E7FF8}" dt="2026-10-22T20:56:41.008" v="0" actId="47"/>
        <pc:sldMkLst>
          <pc:docMk/>
          <pc:sldMk cId="703889543" sldId="2147479601"/>
        </pc:sldMkLst>
      </pc:sldChg>
    </pc:docChg>
  </pc:docChgLst>
  <pc:docChgLst>
    <pc:chgData name="Jenkins NS" userId="8bdba4d2-1367-40cf-ad35-f59b31261896" providerId="ADAL" clId="{ACFFAC28-C693-429F-A17E-A86F3FBA7AC3}"/>
    <pc:docChg chg="undo custSel addSld delSld modSld sldOrd">
      <pc:chgData name="Jenkins NS" userId="8bdba4d2-1367-40cf-ad35-f59b31261896" providerId="ADAL" clId="{ACFFAC28-C693-429F-A17E-A86F3FBA7AC3}" dt="2026-09-25T04:11:23.975" v="10" actId="47"/>
      <pc:docMkLst>
        <pc:docMk/>
      </pc:docMkLst>
      <pc:sldChg chg="add del">
        <pc:chgData name="Jenkins NS" userId="8bdba4d2-1367-40cf-ad35-f59b31261896" providerId="ADAL" clId="{ACFFAC28-C693-429F-A17E-A86F3FBA7AC3}" dt="2026-09-25T04:11:23.975" v="10" actId="47"/>
        <pc:sldMkLst>
          <pc:docMk/>
          <pc:sldMk cId="443657415" sldId="2147479840"/>
        </pc:sldMkLst>
      </pc:sldChg>
      <pc:sldChg chg="addSp new mod ord">
        <pc:chgData name="Jenkins NS" userId="8bdba4d2-1367-40cf-ad35-f59b31261896" providerId="ADAL" clId="{ACFFAC28-C693-429F-A17E-A86F3FBA7AC3}" dt="2026-09-25T04:05:29.152" v="8"/>
        <pc:sldMkLst>
          <pc:docMk/>
          <pc:sldMk cId="94038164" sldId="2147479884"/>
        </pc:sldMkLst>
      </pc:sldChg>
      <pc:sldChg chg="addSp new mod">
        <pc:chgData name="Jenkins NS" userId="8bdba4d2-1367-40cf-ad35-f59b31261896" providerId="ADAL" clId="{ACFFAC28-C693-429F-A17E-A86F3FBA7AC3}" dt="2026-09-25T04:03:52.664" v="3" actId="22"/>
        <pc:sldMkLst>
          <pc:docMk/>
          <pc:sldMk cId="4129616098" sldId="2147479885"/>
        </pc:sldMkLst>
      </pc:sldChg>
      <pc:sldChg chg="addSp new mod">
        <pc:chgData name="Jenkins NS" userId="8bdba4d2-1367-40cf-ad35-f59b31261896" providerId="ADAL" clId="{ACFFAC28-C693-429F-A17E-A86F3FBA7AC3}" dt="2026-09-25T04:05:24.117" v="6" actId="22"/>
        <pc:sldMkLst>
          <pc:docMk/>
          <pc:sldMk cId="3730370468" sldId="2147479886"/>
        </pc:sldMkLst>
      </pc:sldChg>
      <pc:sldMasterChg chg="addSldLayout delSldLayout">
        <pc:chgData name="Jenkins NS" userId="8bdba4d2-1367-40cf-ad35-f59b31261896" providerId="ADAL" clId="{ACFFAC28-C693-429F-A17E-A86F3FBA7AC3}" dt="2026-09-25T04:11:23.975" v="10" actId="47"/>
        <pc:sldMasterMkLst>
          <pc:docMk/>
          <pc:sldMasterMk cId="975404246" sldId="2147483648"/>
        </pc:sldMasterMkLst>
        <pc:sldLayoutChg chg="add del">
          <pc:chgData name="Jenkins NS" userId="8bdba4d2-1367-40cf-ad35-f59b31261896" providerId="ADAL" clId="{ACFFAC28-C693-429F-A17E-A86F3FBA7AC3}" dt="2026-09-25T04:11:23.975" v="10" actId="47"/>
          <pc:sldLayoutMkLst>
            <pc:docMk/>
            <pc:sldMasterMk cId="975404246" sldId="2147483648"/>
            <pc:sldLayoutMk cId="256598807" sldId="2147483661"/>
          </pc:sldLayoutMkLst>
        </pc:sldLayoutChg>
      </pc:sldMasterChg>
    </pc:docChg>
  </pc:docChgLst>
  <pc:docChgLst>
    <pc:chgData name="Jenkins NS" userId="8bdba4d2-1367-40cf-ad35-f59b31261896" providerId="ADAL" clId="{35087783-BA59-4BF9-AF06-0D08442361EA}"/>
    <pc:docChg chg="delSld">
      <pc:chgData name="Jenkins NS" userId="8bdba4d2-1367-40cf-ad35-f59b31261896" providerId="ADAL" clId="{35087783-BA59-4BF9-AF06-0D08442361EA}" dt="2026-10-22T20:54:52.392" v="0" actId="47"/>
      <pc:docMkLst>
        <pc:docMk/>
      </pc:docMkLst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497367714" sldId="2044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3099915628" sldId="2045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1470740852" sldId="2047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010521932" sldId="2048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54325681" sldId="10819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20853581" sldId="2076136495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0" sldId="2147479594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017300280" sldId="2147479599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1525641040" sldId="2147479603"/>
        </pc:sldMkLst>
      </pc:sldChg>
      <pc:sldMasterChg chg="delSldLayout">
        <pc:chgData name="Jenkins NS" userId="8bdba4d2-1367-40cf-ad35-f59b31261896" providerId="ADAL" clId="{35087783-BA59-4BF9-AF06-0D08442361EA}" dt="2026-10-22T20:54:52.392" v="0" actId="47"/>
        <pc:sldMasterMkLst>
          <pc:docMk/>
          <pc:sldMasterMk cId="2494316984" sldId="2147483684"/>
        </pc:sldMasterMkLst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641358860" sldId="2147483688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74860342" sldId="2147483689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1877322716" sldId="2147483690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466656009" sldId="2147483691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3392665190" sldId="2147483692"/>
          </pc:sldLayoutMkLst>
        </pc:sldLayoutChg>
      </pc:sldMasterChg>
    </pc:docChg>
  </pc:docChgLst>
  <pc:docChgLst>
    <pc:chgData name="Jenkins NS" userId="8bdba4d2-1367-40cf-ad35-f59b31261896" providerId="ADAL" clId="{F58680DD-FFF5-4D2B-B065-F48D10CC8C0D}"/>
    <pc:docChg chg="delSld delMainMaster">
      <pc:chgData name="Jenkins NS" userId="8bdba4d2-1367-40cf-ad35-f59b31261896" providerId="ADAL" clId="{F58680DD-FFF5-4D2B-B065-F48D10CC8C0D}" dt="2026-10-22T20:52:21.654" v="0" actId="47"/>
      <pc:docMkLst>
        <pc:docMk/>
      </pc:docMkLst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8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9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0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01198574" sldId="161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25334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451565363" sldId="214747957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8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9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0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2979084665" sldId="2147479593"/>
        </pc:sldMkLst>
      </pc:sldChg>
      <pc:sldMasterChg chg="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16699640" sldId="2147483660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861898254" sldId="214748367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2391316343" sldId="2147483668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317201455" sldId="2147483669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798594045" sldId="2147483670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3284760538" sldId="2147483671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902464598" sldId="2147483674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2154374152" sldId="214748368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4035815384" sldId="2147483675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493966669" sldId="2147483676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4045809490" sldId="2147483677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2633174446" sldId="2147483678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224269921" sldId="2147483679"/>
          </pc:sldLayoutMkLst>
        </pc:sldLayoutChg>
      </pc:sldMasterChg>
    </pc:docChg>
  </pc:docChgLst>
  <pc:docChgLst>
    <pc:chgData name="Jenkins NS" userId="8bdba4d2-1367-40cf-ad35-f59b31261896" providerId="ADAL" clId="{86724140-930D-4C35-BABC-84C9C3BBEAD0}"/>
    <pc:docChg chg="undo custSel addSld delSld modSld sldOrd modMainMaster">
      <pc:chgData name="Jenkins NS" userId="8bdba4d2-1367-40cf-ad35-f59b31261896" providerId="ADAL" clId="{86724140-930D-4C35-BABC-84C9C3BBEAD0}" dt="2026-05-26T05:17:18.055" v="2383" actId="729"/>
      <pc:docMkLst>
        <pc:docMk/>
      </pc:docMkLst>
      <pc:sldChg chg="modSp del">
        <pc:chgData name="Jenkins NS" userId="8bdba4d2-1367-40cf-ad35-f59b31261896" providerId="ADAL" clId="{86724140-930D-4C35-BABC-84C9C3BBEAD0}" dt="2026-05-23T19:49:51.326" v="46" actId="47"/>
        <pc:sldMkLst>
          <pc:docMk/>
          <pc:sldMk cId="2130413274" sldId="256"/>
        </pc:sldMkLst>
      </pc:sldChg>
      <pc:sldChg chg="addSp modSp mod modNotesTx">
        <pc:chgData name="Jenkins NS" userId="8bdba4d2-1367-40cf-ad35-f59b31261896" providerId="ADAL" clId="{86724140-930D-4C35-BABC-84C9C3BBEAD0}" dt="2026-05-23T19:59:00.290" v="85"/>
        <pc:sldMkLst>
          <pc:docMk/>
          <pc:sldMk cId="101198574" sldId="1611"/>
        </pc:sldMkLst>
      </pc:sldChg>
      <pc:sldChg chg="add del">
        <pc:chgData name="Jenkins NS" userId="8bdba4d2-1367-40cf-ad35-f59b31261896" providerId="ADAL" clId="{86724140-930D-4C35-BABC-84C9C3BBEAD0}" dt="2026-05-23T21:41:59.056" v="946" actId="47"/>
        <pc:sldMkLst>
          <pc:docMk/>
          <pc:sldMk cId="1954936120" sldId="1821"/>
        </pc:sldMkLst>
      </pc:sldChg>
      <pc:sldChg chg="modSp add del mod">
        <pc:chgData name="Jenkins NS" userId="8bdba4d2-1367-40cf-ad35-f59b31261896" providerId="ADAL" clId="{86724140-930D-4C35-BABC-84C9C3BBEAD0}" dt="2026-05-23T20:15:26.909" v="237" actId="27636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86724140-930D-4C35-BABC-84C9C3BBEAD0}" dt="2026-05-23T20:16:58.475" v="241" actId="2696"/>
        <pc:sldMkLst>
          <pc:docMk/>
          <pc:sldMk cId="1547118278" sldId="2076137145"/>
        </pc:sldMkLst>
      </pc:sldChg>
      <pc:sldChg chg="modSp add mod">
        <pc:chgData name="Jenkins NS" userId="8bdba4d2-1367-40cf-ad35-f59b31261896" providerId="ADAL" clId="{86724140-930D-4C35-BABC-84C9C3BBEAD0}" dt="2026-05-23T21:18:35.296" v="710" actId="20577"/>
        <pc:sldMkLst>
          <pc:docMk/>
          <pc:sldMk cId="1609509673" sldId="2076137798"/>
        </pc:sldMkLst>
      </pc:sldChg>
      <pc:sldChg chg="addSp modSp add mod">
        <pc:chgData name="Jenkins NS" userId="8bdba4d2-1367-40cf-ad35-f59b31261896" providerId="ADAL" clId="{86724140-930D-4C35-BABC-84C9C3BBEAD0}" dt="2026-05-23T21:52:58.723" v="1095"/>
        <pc:sldMkLst>
          <pc:docMk/>
          <pc:sldMk cId="2655586065" sldId="2142533481"/>
        </pc:sldMkLst>
      </pc:sldChg>
      <pc:sldChg chg="addSp delSp add mod ord modNotesTx">
        <pc:chgData name="Jenkins NS" userId="8bdba4d2-1367-40cf-ad35-f59b31261896" providerId="ADAL" clId="{86724140-930D-4C35-BABC-84C9C3BBEAD0}" dt="2026-05-24T14:58:29.467" v="1431" actId="20577"/>
        <pc:sldMkLst>
          <pc:docMk/>
          <pc:sldMk cId="2757716487" sldId="2147479799"/>
        </pc:sldMkLst>
      </pc:sldChg>
      <pc:sldChg chg="addSp delSp modSp add mod">
        <pc:chgData name="Jenkins NS" userId="8bdba4d2-1367-40cf-ad35-f59b31261896" providerId="ADAL" clId="{86724140-930D-4C35-BABC-84C9C3BBEAD0}" dt="2026-05-23T20:07:22.464" v="219" actId="1076"/>
        <pc:sldMkLst>
          <pc:docMk/>
          <pc:sldMk cId="443657415" sldId="2147479840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1:24:05.420" v="759"/>
        <pc:sldMkLst>
          <pc:docMk/>
          <pc:sldMk cId="1255394937" sldId="2147479841"/>
        </pc:sldMkLst>
      </pc:sldChg>
      <pc:sldChg chg="new del">
        <pc:chgData name="Jenkins NS" userId="8bdba4d2-1367-40cf-ad35-f59b31261896" providerId="ADAL" clId="{86724140-930D-4C35-BABC-84C9C3BBEAD0}" dt="2026-05-23T19:54:40.834" v="78" actId="680"/>
        <pc:sldMkLst>
          <pc:docMk/>
          <pc:sldMk cId="3062387772" sldId="2147479841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0:15:36.198" v="239"/>
        <pc:sldMkLst>
          <pc:docMk/>
          <pc:sldMk cId="2539303801" sldId="2147479842"/>
        </pc:sldMkLst>
      </pc:sldChg>
      <pc:sldChg chg="addSp delSp modSp add mod ord">
        <pc:chgData name="Jenkins NS" userId="8bdba4d2-1367-40cf-ad35-f59b31261896" providerId="ADAL" clId="{86724140-930D-4C35-BABC-84C9C3BBEAD0}" dt="2026-05-23T21:35:56.377" v="825"/>
        <pc:sldMkLst>
          <pc:docMk/>
          <pc:sldMk cId="1417025154" sldId="2147479843"/>
        </pc:sldMkLst>
      </pc:sldChg>
      <pc:sldChg chg="new del">
        <pc:chgData name="Jenkins NS" userId="8bdba4d2-1367-40cf-ad35-f59b31261896" providerId="ADAL" clId="{86724140-930D-4C35-BABC-84C9C3BBEAD0}" dt="2026-05-23T20:27:18.194" v="244" actId="680"/>
        <pc:sldMkLst>
          <pc:docMk/>
          <pc:sldMk cId="1926549188" sldId="2147479843"/>
        </pc:sldMkLst>
      </pc:sldChg>
      <pc:sldChg chg="new del">
        <pc:chgData name="Jenkins NS" userId="8bdba4d2-1367-40cf-ad35-f59b31261896" providerId="ADAL" clId="{86724140-930D-4C35-BABC-84C9C3BBEAD0}" dt="2026-05-23T20:27:23.080" v="246" actId="2696"/>
        <pc:sldMkLst>
          <pc:docMk/>
          <pc:sldMk cId="2209595075" sldId="2147479843"/>
        </pc:sldMkLst>
      </pc:sldChg>
      <pc:sldChg chg="addSp delSp modSp new del mod">
        <pc:chgData name="Jenkins NS" userId="8bdba4d2-1367-40cf-ad35-f59b31261896" providerId="ADAL" clId="{86724140-930D-4C35-BABC-84C9C3BBEAD0}" dt="2026-05-23T20:17:23.393" v="242" actId="47"/>
        <pc:sldMkLst>
          <pc:docMk/>
          <pc:sldMk cId="3281185304" sldId="2147479843"/>
        </pc:sldMkLst>
      </pc:sldChg>
      <pc:sldChg chg="addSp delSp modSp add mod ord">
        <pc:chgData name="Jenkins NS" userId="8bdba4d2-1367-40cf-ad35-f59b31261896" providerId="ADAL" clId="{86724140-930D-4C35-BABC-84C9C3BBEAD0}" dt="2026-05-23T21:35:59.645" v="827"/>
        <pc:sldMkLst>
          <pc:docMk/>
          <pc:sldMk cId="2116133330" sldId="2147479844"/>
        </pc:sldMkLst>
      </pc:sldChg>
      <pc:sldChg chg="new del">
        <pc:chgData name="Jenkins NS" userId="8bdba4d2-1367-40cf-ad35-f59b31261896" providerId="ADAL" clId="{86724140-930D-4C35-BABC-84C9C3BBEAD0}" dt="2026-05-23T21:21:17.170" v="714" actId="680"/>
        <pc:sldMkLst>
          <pc:docMk/>
          <pc:sldMk cId="663198952" sldId="2147479845"/>
        </pc:sldMkLst>
      </pc:sldChg>
      <pc:sldChg chg="addSp delSp modSp new del mod">
        <pc:chgData name="Jenkins NS" userId="8bdba4d2-1367-40cf-ad35-f59b31261896" providerId="ADAL" clId="{86724140-930D-4C35-BABC-84C9C3BBEAD0}" dt="2026-05-23T21:14:04.189" v="702" actId="47"/>
        <pc:sldMkLst>
          <pc:docMk/>
          <pc:sldMk cId="3346862844" sldId="2147479845"/>
        </pc:sldMkLst>
      </pc:sldChg>
      <pc:sldChg chg="addSp delSp modSp add del mod setBg modClrScheme chgLayout">
        <pc:chgData name="Jenkins NS" userId="8bdba4d2-1367-40cf-ad35-f59b31261896" providerId="ADAL" clId="{86724140-930D-4C35-BABC-84C9C3BBEAD0}" dt="2026-05-23T21:31:52.557" v="800" actId="47"/>
        <pc:sldMkLst>
          <pc:docMk/>
          <pc:sldMk cId="3473577390" sldId="2147479845"/>
        </pc:sldMkLst>
      </pc:sldChg>
      <pc:sldChg chg="addSp delSp modSp add mod ord modClrScheme chgLayout">
        <pc:chgData name="Jenkins NS" userId="8bdba4d2-1367-40cf-ad35-f59b31261896" providerId="ADAL" clId="{86724140-930D-4C35-BABC-84C9C3BBEAD0}" dt="2026-05-23T21:32:37.884" v="816" actId="26606"/>
        <pc:sldMkLst>
          <pc:docMk/>
          <pc:sldMk cId="2469809988" sldId="2147479846"/>
        </pc:sldMkLst>
      </pc:sldChg>
      <pc:sldChg chg="delSp modSp add mod modNotesTx">
        <pc:chgData name="Jenkins NS" userId="8bdba4d2-1367-40cf-ad35-f59b31261896" providerId="ADAL" clId="{86724140-930D-4C35-BABC-84C9C3BBEAD0}" dt="2026-05-24T15:01:41.104" v="1433" actId="20577"/>
        <pc:sldMkLst>
          <pc:docMk/>
          <pc:sldMk cId="3601658480" sldId="2147479847"/>
        </pc:sldMkLst>
      </pc:sldChg>
      <pc:sldChg chg="delSp modSp add mod">
        <pc:chgData name="Jenkins NS" userId="8bdba4d2-1367-40cf-ad35-f59b31261896" providerId="ADAL" clId="{86724140-930D-4C35-BABC-84C9C3BBEAD0}" dt="2026-05-23T21:40:00.329" v="893" actId="20577"/>
        <pc:sldMkLst>
          <pc:docMk/>
          <pc:sldMk cId="3060551369" sldId="2147479848"/>
        </pc:sldMkLst>
      </pc:sldChg>
      <pc:sldChg chg="modSp add mod">
        <pc:chgData name="Jenkins NS" userId="8bdba4d2-1367-40cf-ad35-f59b31261896" providerId="ADAL" clId="{86724140-930D-4C35-BABC-84C9C3BBEAD0}" dt="2026-05-23T21:41:29.204" v="934" actId="20577"/>
        <pc:sldMkLst>
          <pc:docMk/>
          <pc:sldMk cId="2299311412" sldId="2147479849"/>
        </pc:sldMkLst>
      </pc:sldChg>
      <pc:sldChg chg="delSp modSp add mod modNotesTx">
        <pc:chgData name="Jenkins NS" userId="8bdba4d2-1367-40cf-ad35-f59b31261896" providerId="ADAL" clId="{86724140-930D-4C35-BABC-84C9C3BBEAD0}" dt="2026-05-24T15:01:35.730" v="1432" actId="20577"/>
        <pc:sldMkLst>
          <pc:docMk/>
          <pc:sldMk cId="2913441092" sldId="2147479850"/>
        </pc:sldMkLst>
      </pc:sldChg>
      <pc:sldChg chg="delSp modSp add mod">
        <pc:chgData name="Jenkins NS" userId="8bdba4d2-1367-40cf-ad35-f59b31261896" providerId="ADAL" clId="{86724140-930D-4C35-BABC-84C9C3BBEAD0}" dt="2026-05-23T21:44:25.435" v="973" actId="478"/>
        <pc:sldMkLst>
          <pc:docMk/>
          <pc:sldMk cId="1857919815" sldId="2147479851"/>
        </pc:sldMkLst>
      </pc:sldChg>
      <pc:sldChg chg="delSp modSp add mod">
        <pc:chgData name="Jenkins NS" userId="8bdba4d2-1367-40cf-ad35-f59b31261896" providerId="ADAL" clId="{86724140-930D-4C35-BABC-84C9C3BBEAD0}" dt="2026-05-23T21:45:30.892" v="989" actId="478"/>
        <pc:sldMkLst>
          <pc:docMk/>
          <pc:sldMk cId="1986496337" sldId="2147479852"/>
        </pc:sldMkLst>
      </pc:sldChg>
      <pc:sldChg chg="delSp modSp add mod">
        <pc:chgData name="Jenkins NS" userId="8bdba4d2-1367-40cf-ad35-f59b31261896" providerId="ADAL" clId="{86724140-930D-4C35-BABC-84C9C3BBEAD0}" dt="2026-05-23T21:46:30.116" v="1000" actId="478"/>
        <pc:sldMkLst>
          <pc:docMk/>
          <pc:sldMk cId="2698521699" sldId="2147479853"/>
        </pc:sldMkLst>
      </pc:sldChg>
      <pc:sldChg chg="delSp modSp add mod">
        <pc:chgData name="Jenkins NS" userId="8bdba4d2-1367-40cf-ad35-f59b31261896" providerId="ADAL" clId="{86724140-930D-4C35-BABC-84C9C3BBEAD0}" dt="2026-05-23T21:47:30.527" v="1009" actId="478"/>
        <pc:sldMkLst>
          <pc:docMk/>
          <pc:sldMk cId="839841890" sldId="2147479854"/>
        </pc:sldMkLst>
      </pc:sldChg>
      <pc:sldChg chg="delSp modSp add del mod">
        <pc:chgData name="Jenkins NS" userId="8bdba4d2-1367-40cf-ad35-f59b31261896" providerId="ADAL" clId="{86724140-930D-4C35-BABC-84C9C3BBEAD0}" dt="2026-05-25T17:31:27.806" v="2117" actId="47"/>
        <pc:sldMkLst>
          <pc:docMk/>
          <pc:sldMk cId="2589922906" sldId="2147479855"/>
        </pc:sldMkLst>
      </pc:sldChg>
      <pc:sldChg chg="addSp delSp modSp add mod">
        <pc:chgData name="Jenkins NS" userId="8bdba4d2-1367-40cf-ad35-f59b31261896" providerId="ADAL" clId="{86724140-930D-4C35-BABC-84C9C3BBEAD0}" dt="2026-05-24T15:43:00.465" v="1439" actId="108"/>
        <pc:sldMkLst>
          <pc:docMk/>
          <pc:sldMk cId="3721048510" sldId="2147479856"/>
        </pc:sldMkLst>
      </pc:sldChg>
      <pc:sldChg chg="addSp delSp modSp add mod">
        <pc:chgData name="Jenkins NS" userId="8bdba4d2-1367-40cf-ad35-f59b31261896" providerId="ADAL" clId="{86724140-930D-4C35-BABC-84C9C3BBEAD0}" dt="2026-05-24T11:08:24.331" v="1284" actId="27636"/>
        <pc:sldMkLst>
          <pc:docMk/>
          <pc:sldMk cId="240024171" sldId="2147479857"/>
        </pc:sldMkLst>
      </pc:sldChg>
      <pc:sldChg chg="addSp delSp modSp add mod">
        <pc:chgData name="Jenkins NS" userId="8bdba4d2-1367-40cf-ad35-f59b31261896" providerId="ADAL" clId="{86724140-930D-4C35-BABC-84C9C3BBEAD0}" dt="2026-05-24T11:20:00.227" v="1350" actId="14100"/>
        <pc:sldMkLst>
          <pc:docMk/>
          <pc:sldMk cId="3174271723" sldId="2147479858"/>
        </pc:sldMkLst>
      </pc:sldChg>
      <pc:sldChg chg="addSp delSp modSp add mod modClrScheme modAnim chgLayout">
        <pc:chgData name="Jenkins NS" userId="8bdba4d2-1367-40cf-ad35-f59b31261896" providerId="ADAL" clId="{86724140-930D-4C35-BABC-84C9C3BBEAD0}" dt="2026-05-25T06:35:28.909" v="1630" actId="1076"/>
        <pc:sldMkLst>
          <pc:docMk/>
          <pc:sldMk cId="4002067369" sldId="2147479859"/>
        </pc:sldMkLst>
      </pc:sldChg>
      <pc:sldChg chg="addSp delSp modSp add mod">
        <pc:chgData name="Jenkins NS" userId="8bdba4d2-1367-40cf-ad35-f59b31261896" providerId="ADAL" clId="{86724140-930D-4C35-BABC-84C9C3BBEAD0}" dt="2026-05-24T16:37:00.925" v="1547" actId="14100"/>
        <pc:sldMkLst>
          <pc:docMk/>
          <pc:sldMk cId="1376940060" sldId="2147479860"/>
        </pc:sldMkLst>
      </pc:sldChg>
      <pc:sldChg chg="addSp delSp modSp add mod modNotesTx">
        <pc:chgData name="Jenkins NS" userId="8bdba4d2-1367-40cf-ad35-f59b31261896" providerId="ADAL" clId="{86724140-930D-4C35-BABC-84C9C3BBEAD0}" dt="2026-05-24T16:42:05.036" v="1576" actId="20577"/>
        <pc:sldMkLst>
          <pc:docMk/>
          <pc:sldMk cId="4232437191" sldId="2147479861"/>
        </pc:sldMkLst>
      </pc:sldChg>
      <pc:sldChg chg="addSp delSp modSp add mod modNotesTx">
        <pc:chgData name="Jenkins NS" userId="8bdba4d2-1367-40cf-ad35-f59b31261896" providerId="ADAL" clId="{86724140-930D-4C35-BABC-84C9C3BBEAD0}" dt="2026-05-24T16:45:46.884" v="1605" actId="20577"/>
        <pc:sldMkLst>
          <pc:docMk/>
          <pc:sldMk cId="4071593474" sldId="2147479862"/>
        </pc:sldMkLst>
      </pc:sldChg>
      <pc:sldChg chg="modSp add mod">
        <pc:chgData name="Jenkins NS" userId="8bdba4d2-1367-40cf-ad35-f59b31261896" providerId="ADAL" clId="{86724140-930D-4C35-BABC-84C9C3BBEAD0}" dt="2026-05-24T16:47:44.519" v="1616" actId="113"/>
        <pc:sldMkLst>
          <pc:docMk/>
          <pc:sldMk cId="3159384829" sldId="2147479863"/>
        </pc:sldMkLst>
      </pc:sldChg>
      <pc:sldChg chg="addSp delSp modSp add mod modShow modNotesTx">
        <pc:chgData name="Jenkins NS" userId="8bdba4d2-1367-40cf-ad35-f59b31261896" providerId="ADAL" clId="{86724140-930D-4C35-BABC-84C9C3BBEAD0}" dt="2026-05-25T13:43:33.014" v="1829" actId="20577"/>
        <pc:sldMkLst>
          <pc:docMk/>
          <pc:sldMk cId="1944675638" sldId="2147479864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1909484383" sldId="2147479865"/>
        </pc:sldMkLst>
      </pc:sldChg>
      <pc:sldChg chg="modSp add del mod modShow">
        <pc:chgData name="Jenkins NS" userId="8bdba4d2-1367-40cf-ad35-f59b31261896" providerId="ADAL" clId="{86724140-930D-4C35-BABC-84C9C3BBEAD0}" dt="2026-05-25T17:18:10.006" v="1863" actId="47"/>
        <pc:sldMkLst>
          <pc:docMk/>
          <pc:sldMk cId="1120118714" sldId="2147479866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3616058983" sldId="2147479867"/>
        </pc:sldMkLst>
      </pc:sldChg>
      <pc:sldChg chg="addSp delSp modSp add mod modShow modNotesTx">
        <pc:chgData name="Jenkins NS" userId="8bdba4d2-1367-40cf-ad35-f59b31261896" providerId="ADAL" clId="{86724140-930D-4C35-BABC-84C9C3BBEAD0}" dt="2026-05-26T05:16:50.093" v="2381" actId="729"/>
        <pc:sldMkLst>
          <pc:docMk/>
          <pc:sldMk cId="1768514159" sldId="2147479868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89337424" sldId="2147479869"/>
        </pc:sldMkLst>
      </pc:sldChg>
      <pc:sldChg chg="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01138058" sldId="2147479870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445421501" sldId="2147479871"/>
        </pc:sldMkLst>
      </pc:sldChg>
      <pc:sldChg chg="addSp delSp modSp add mod or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946713896" sldId="2147479872"/>
        </pc:sldMkLst>
      </pc:sldChg>
      <pc:sldChg chg="addSp delSp modSp add mod modNotesTx">
        <pc:chgData name="Jenkins NS" userId="8bdba4d2-1367-40cf-ad35-f59b31261896" providerId="ADAL" clId="{86724140-930D-4C35-BABC-84C9C3BBEAD0}" dt="2026-05-25T17:49:06.014" v="2276" actId="1076"/>
        <pc:sldMkLst>
          <pc:docMk/>
          <pc:sldMk cId="3845978286" sldId="2147479873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3921530110" sldId="2147479874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1928758105" sldId="2147479875"/>
        </pc:sldMkLst>
      </pc:sldChg>
      <pc:sldChg chg="addSp delSp modSp add mod modClrScheme modShow chgLayout">
        <pc:chgData name="Jenkins NS" userId="8bdba4d2-1367-40cf-ad35-f59b31261896" providerId="ADAL" clId="{86724140-930D-4C35-BABC-84C9C3BBEAD0}" dt="2026-05-26T05:17:18.055" v="2383" actId="729"/>
        <pc:sldMkLst>
          <pc:docMk/>
          <pc:sldMk cId="2989117112" sldId="2147479876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3727375696" sldId="2147479877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1535454412" sldId="2147479878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4186248873" sldId="2147479879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2430713855" sldId="2147479880"/>
        </pc:sldMkLst>
      </pc:sldChg>
      <pc:sldChg chg="addSp delSp modSp add mod">
        <pc:chgData name="Jenkins NS" userId="8bdba4d2-1367-40cf-ad35-f59b31261896" providerId="ADAL" clId="{86724140-930D-4C35-BABC-84C9C3BBEAD0}" dt="2026-05-24T11:30:19.536" v="1386" actId="113"/>
        <pc:sldMkLst>
          <pc:docMk/>
          <pc:sldMk cId="500862897" sldId="2147479881"/>
        </pc:sldMkLst>
      </pc:sldChg>
      <pc:sldChg chg="addSp modSp add del mod">
        <pc:chgData name="Jenkins NS" userId="8bdba4d2-1367-40cf-ad35-f59b31261896" providerId="ADAL" clId="{86724140-930D-4C35-BABC-84C9C3BBEAD0}" dt="2026-05-23T21:53:11.985" v="1106" actId="47"/>
        <pc:sldMkLst>
          <pc:docMk/>
          <pc:sldMk cId="2411157597" sldId="2147479881"/>
        </pc:sldMkLst>
      </pc:sldChg>
      <pc:sldChg chg="addSp delSp modSp add mod modNotesTx">
        <pc:chgData name="Jenkins NS" userId="8bdba4d2-1367-40cf-ad35-f59b31261896" providerId="ADAL" clId="{86724140-930D-4C35-BABC-84C9C3BBEAD0}" dt="2026-05-24T11:14:41.009" v="1331" actId="20577"/>
        <pc:sldMkLst>
          <pc:docMk/>
          <pc:sldMk cId="53487717" sldId="2147479882"/>
        </pc:sldMkLst>
      </pc:sldChg>
      <pc:sldChg chg="addSp delSp modSp add del mod">
        <pc:chgData name="Jenkins NS" userId="8bdba4d2-1367-40cf-ad35-f59b31261896" providerId="ADAL" clId="{86724140-930D-4C35-BABC-84C9C3BBEAD0}" dt="2026-05-24T15:58:05.076" v="1515" actId="2696"/>
        <pc:sldMkLst>
          <pc:docMk/>
          <pc:sldMk cId="882095621" sldId="2147479883"/>
        </pc:sldMkLst>
      </pc:sldChg>
      <pc:sldChg chg="new del">
        <pc:chgData name="Jenkins NS" userId="8bdba4d2-1367-40cf-ad35-f59b31261896" providerId="ADAL" clId="{86724140-930D-4C35-BABC-84C9C3BBEAD0}" dt="2026-05-24T15:53:18.018" v="1441" actId="47"/>
        <pc:sldMkLst>
          <pc:docMk/>
          <pc:sldMk cId="1469914124" sldId="2147479883"/>
        </pc:sldMkLst>
      </pc:sldChg>
      <pc:sldChg chg="add">
        <pc:chgData name="Jenkins NS" userId="8bdba4d2-1367-40cf-ad35-f59b31261896" providerId="ADAL" clId="{86724140-930D-4C35-BABC-84C9C3BBEAD0}" dt="2026-05-24T15:58:10.209" v="1516"/>
        <pc:sldMkLst>
          <pc:docMk/>
          <pc:sldMk cId="2016397542" sldId="2147479883"/>
        </pc:sldMkLst>
      </pc:sldChg>
      <pc:sldMasterChg chg="addSp modSp mod delSldLayout modSldLayout">
        <pc:chgData name="Jenkins NS" userId="8bdba4d2-1367-40cf-ad35-f59b31261896" providerId="ADAL" clId="{86724140-930D-4C35-BABC-84C9C3BBEAD0}" dt="2026-05-23T21:52:52.257" v="1093" actId="21"/>
        <pc:sldMasterMkLst>
          <pc:docMk/>
          <pc:sldMasterMk cId="975404246" sldId="2147483648"/>
        </pc:sldMasterMkLst>
        <pc:sldLayoutChg chg="addSp delSp modSp mod">
          <pc:chgData name="Jenkins NS" userId="8bdba4d2-1367-40cf-ad35-f59b31261896" providerId="ADAL" clId="{86724140-930D-4C35-BABC-84C9C3BBEAD0}" dt="2026-05-23T19:52:15.497" v="76" actId="14100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86724140-930D-4C35-BABC-84C9C3BBEAD0}" dt="2026-05-23T20:16:58.475" v="241" actId="2696"/>
          <pc:sldLayoutMkLst>
            <pc:docMk/>
            <pc:sldMasterMk cId="975404246" sldId="2147483648"/>
            <pc:sldLayoutMk cId="2037691366" sldId="2147483664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2:52.257" v="1093" actId="21"/>
          <pc:sldLayoutMkLst>
            <pc:docMk/>
            <pc:sldMasterMk cId="975404246" sldId="2147483648"/>
            <pc:sldLayoutMk cId="3053062433" sldId="2147483666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0:48.585" v="1081" actId="20577"/>
          <pc:sldLayoutMkLst>
            <pc:docMk/>
            <pc:sldMasterMk cId="975404246" sldId="2147483648"/>
            <pc:sldLayoutMk cId="971479772" sldId="2147483667"/>
          </pc:sldLayoutMkLst>
        </pc:sldLayoutChg>
      </pc:sldMasterChg>
      <pc:sldMasterChg chg="modSldLayout">
        <pc:chgData name="Jenkins NS" userId="8bdba4d2-1367-40cf-ad35-f59b31261896" providerId="ADAL" clId="{86724140-930D-4C35-BABC-84C9C3BBEAD0}" dt="2026-05-23T21:52:41.997" v="1089"/>
        <pc:sldMasterMkLst>
          <pc:docMk/>
          <pc:sldMasterMk cId="231774467" sldId="2147483667"/>
        </pc:sldMasterMkLst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460977657" sldId="2147483679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452113115" sldId="2147483680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280105292" sldId="2147483684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185868674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8FD0E-F9ED-4497-A478-7758BBAF08B6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6ECCD-459E-4D13-A6B6-046BCD2EE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9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platform/admin/control-environment-creation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powerappcommunitypla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platform/admin/environments-administration#rename-your-environment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microsoft.com/en-us/power-platform/admin/control-environment-creation/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https://support.microsoft.com/en-in/help/4513676/differences-between-flow-approval-actions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63D9C-1D7D-4FC0-B2CB-7774326D51D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9938" y="827088"/>
            <a:ext cx="3455987" cy="1944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tx1"/>
                </a:solidFill>
              </a:rPr>
              <a:t>For data residency concerns, </a:t>
            </a:r>
            <a:r>
              <a:rPr lang="en-US" sz="1200" dirty="0" err="1">
                <a:solidFill>
                  <a:schemeClr val="tx1"/>
                </a:solidFill>
              </a:rPr>
              <a:t>envs</a:t>
            </a:r>
            <a:r>
              <a:rPr lang="en-US" sz="1200" dirty="0">
                <a:solidFill>
                  <a:schemeClr val="tx1"/>
                </a:solidFill>
              </a:rPr>
              <a:t> are tied to geographic location </a:t>
            </a:r>
          </a:p>
          <a:p>
            <a:r>
              <a:rPr lang="en-US" sz="1200" dirty="0">
                <a:solidFill>
                  <a:schemeClr val="tx1"/>
                </a:solidFill>
              </a:rPr>
              <a:t>Every tenant has a default environment, created automatically. </a:t>
            </a:r>
          </a:p>
          <a:p>
            <a:r>
              <a:rPr lang="en-US" sz="1200" dirty="0">
                <a:solidFill>
                  <a:schemeClr val="tx1"/>
                </a:solidFill>
              </a:rPr>
              <a:t>Additional </a:t>
            </a:r>
            <a:r>
              <a:rPr lang="en-US" sz="1200" dirty="0" err="1">
                <a:solidFill>
                  <a:schemeClr val="tx1"/>
                </a:solidFill>
              </a:rPr>
              <a:t>envs</a:t>
            </a:r>
            <a:r>
              <a:rPr lang="en-US" sz="1200" dirty="0">
                <a:solidFill>
                  <a:schemeClr val="tx1"/>
                </a:solidFill>
              </a:rPr>
              <a:t> for DevOps, for permission reasons</a:t>
            </a:r>
          </a:p>
          <a:p>
            <a:r>
              <a:rPr lang="en-US" sz="1200" dirty="0">
                <a:solidFill>
                  <a:schemeClr val="tx1"/>
                </a:solidFill>
              </a:rPr>
              <a:t>Full control over who can create those environments </a:t>
            </a:r>
          </a:p>
          <a:p>
            <a:pPr marL="114300" marR="0" lvl="0" indent="-114300" algn="l" defTabSz="91436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Control who can create and manage environments in the Power Platform Admin center: </a:t>
            </a:r>
            <a:r>
              <a:rPr lang="en-US">
                <a:hlinkClick r:id="rId3"/>
              </a:rPr>
              <a:t>https</a:t>
            </a:r>
            <a:r>
              <a:rPr lang="en-US" dirty="0">
                <a:hlinkClick r:id="rId3"/>
              </a:rPr>
              <a:t>://docs.microsoft.com/en-us/power-platform/admin/control-environment-creation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EEC488-DFA6-44D4-AFB0-C242488D8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14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9938" y="827088"/>
            <a:ext cx="3455987" cy="1944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1200" dirty="0">
              <a:solidFill>
                <a:schemeClr val="bg1"/>
              </a:solidFill>
            </a:endParaRPr>
          </a:p>
          <a:p>
            <a:pPr marL="114300" marR="0" lvl="0" indent="-114300" algn="l" defTabSz="91436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bg1"/>
                </a:solidFill>
              </a:rPr>
              <a:t>Developer environment is created whenever a user signs-up for the PowerApps community plan - </a:t>
            </a:r>
            <a:r>
              <a:rPr lang="en-US" sz="1200" dirty="0">
                <a:solidFill>
                  <a:schemeClr val="bg1"/>
                </a:solidFill>
                <a:hlinkClick r:id="rId3"/>
              </a:rPr>
              <a:t>http://aka.ms/powerappcommunityplan</a:t>
            </a:r>
            <a:r>
              <a:rPr lang="en-US" sz="1200" dirty="0">
                <a:solidFill>
                  <a:schemeClr val="bg1"/>
                </a:solidFill>
              </a:rPr>
              <a:t>, can’t restrict unless with service ticket</a:t>
            </a:r>
          </a:p>
          <a:p>
            <a:r>
              <a:rPr lang="en-US" sz="1200" dirty="0">
                <a:solidFill>
                  <a:schemeClr val="bg1"/>
                </a:solidFill>
              </a:rPr>
              <a:t>Production environments can be created by any licensed user as long as there is 1GB of remaining storage capacity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EEC488-DFA6-44D4-AFB0-C242488D8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209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https://learn.microsoft.com/en-us/training/modules/introduction-solutions/introduction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2D98-6C15-4217-A49A-6BF28E64D06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5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https://learn.microsoft.com/en-us/training/modules/introduction-solutions/introduction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2D98-6C15-4217-A49A-6BF28E64D06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582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Remove the current value for environment variables  from your solution if you don't want to use it in the next environment. https://learn.microsoft.com/en-us/power-apps/maker/data-platform/environmentvariables#how-do-i-remove-a-value-from-an-environment-variable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633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you do a manual import if there are any connections in use you'll be prompted to establish the connection references </a:t>
            </a:r>
          </a:p>
          <a:p>
            <a:r>
              <a:rPr lang="en-US"/>
              <a:t>if the solution has any environment variables you will be given a chance to provide values these values will be stored as the current value for that definition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14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https://learn.microsoft.com/en-us/power-platform/alm/pipelines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487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 Platform Pipeline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912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Environments are an important consideration when you are trying to help secure and govern Power Apps and Power Automate usage.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Environments act as a security container for apps and flows to run within.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Every flow must be assigned to an environment.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Every licensed user belongs to the default environment.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i="0">
              <a:solidFill>
                <a:srgbClr val="171717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Additional environments can be provisioned where opt-in access is possible. A strategy that some organizations adopt includes </a:t>
            </a:r>
            <a:r>
              <a:rPr lang="en-US" b="0" i="0" u="none" strike="noStrike">
                <a:effectLst/>
                <a:latin typeface="Segoe UI Light" panose="020B0502040204020203" pitchFamily="34" charset="0"/>
                <a:cs typeface="Segoe UI Light" panose="020B0502040204020203" pitchFamily="34" charset="0"/>
                <a:hlinkClick r:id="rId3"/>
              </a:rPr>
              <a:t>renaming the default environment</a:t>
            </a: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 to be called </a:t>
            </a:r>
            <a:r>
              <a:rPr lang="en-US" b="1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Personal Productivity</a:t>
            </a: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, which implies permission to build flows that improve their own productivity.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0" i="0">
              <a:solidFill>
                <a:srgbClr val="171717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l"/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Organizations can subsequently create additional environments for development, testing, and production purposes. Using this strategy might also align flow creation with existing IT change management requirements.</a:t>
            </a:r>
          </a:p>
          <a:p>
            <a:pPr algn="l"/>
            <a:endParaRPr lang="en-US" b="0" i="0">
              <a:solidFill>
                <a:srgbClr val="171717"/>
              </a:solidFill>
              <a:effectLst/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l"/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By default, anyone can create environments, but administrators can also </a:t>
            </a:r>
            <a:r>
              <a:rPr lang="en-US" b="0" i="0" u="none" strike="noStrike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  <a:hlinkClick r:id="rId4"/>
              </a:rPr>
              <a:t>control who can create and manage environments in Microsoft Power Platform Admin center</a:t>
            </a:r>
            <a:r>
              <a:rPr lang="en-US" b="0" i="0">
                <a:solidFill>
                  <a:srgbClr val="171717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 and limit it to a set of administrators.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406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A7ED-DC40-CE06-B7DA-1885B021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3B286-1C66-28F9-DCA0-76A1F534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34ACB-46A1-096F-9553-394C2007A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what you need before building your first Power Apps Code App, then the six commands that take you from a starter template to a deployed app.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5DA92-060D-7ED4-B51B-3F2C09611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36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F165-8D9D-4515-889F-BA0AEA684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940F9-0028-9225-04D1-069E5DED2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79A46-5438-097D-1A7F-481673DA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CB448-28B4-0D7C-594A-5934BD1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38BB6-1795-F5D4-E662-C4DF6815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0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0997-EC82-509E-D5FD-A6AFDF02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B250-E464-BD5A-30A0-7CF4DDA3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9D64E-D31E-D4C7-5FD6-4BB8F053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1EB8-601B-2E13-462C-F59C5044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FC2A-19BF-E4E0-64F6-2518BD7C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4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B6BD-1F14-8B49-3A15-4ADA04FD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5B048-BB23-4E6C-FB4E-D7CF1B75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D5A56-3266-83B1-C602-979EE3CD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0D7B0-2400-A2D1-81F6-ABB4637A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8A2CA-19E1-C2EC-607C-8B5E8392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A6CE-7C35-1851-9BF5-D723607B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4AEE-1F0B-5528-0AFF-D3BC8C81F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6975-0B7E-C156-00DD-AF5A1F79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4797C-9088-30D6-5EC9-A92BBF28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89674-1EBB-1DD2-D796-7D7918D1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C580-DB95-F43B-6825-0288D3C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1893-FEAC-6D90-4F3C-9E139ACA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1180-109B-6F4E-496A-0B2BFED8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5F991-49FD-0EA4-0562-8DF9E039F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88BF2-70DC-8CF3-151F-54549B03E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F2767-E0BE-407C-8A2D-B8A0A3DDF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B1D1B-08B2-13C8-73AB-49B88140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A0493-528A-9C56-4E7D-276877AB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708C5-7D6B-9C3F-5CE8-FEEB74FC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9C30-038A-B1D5-0500-5BB3C8D2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F7AF6-A47F-5C05-5A7F-B991FD31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64406-817F-B9E0-D448-020CC03A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056FC-A8BE-1255-87B1-BE20642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5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3E897-CFB2-DA33-D337-DB9D3B09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5C180-4ED0-57BF-400E-D6D47DA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8082-4873-A3A3-48D4-1BF07B5D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045F-F229-2094-1F35-34401841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E3DB0-A738-0890-6334-61628D8B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926F5-697C-80FD-B7AE-CC6E2E11D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77CF8-9030-B147-E01C-1D0CE876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C9A39-7BCB-E2E8-814F-D0AB3DA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942DA-6A0C-60F4-9DFE-33E6834F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9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DF1-8451-878A-B413-E2ED951B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041F3-D5D8-3DAA-5272-F7231BBBE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F443A-878C-424C-00C1-897B25442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5A1BC-DE58-F080-5AE9-9EF112CF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D6DB8-7FA3-A8C8-3F99-46182A95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CBB71-CCA8-D8B7-9A32-D41B1850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1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1096-78DB-A4EC-E4AA-9E1B8FC9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9311-8B75-960C-1DBF-B4FFAADEB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B36F8-937A-1ED6-0C16-E48C3A42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CF41-4EC6-C06F-1FA4-C9C078EE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9869-82FA-4F70-A632-CACF8AB1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3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5008D-2B74-E743-FFE2-470CECB85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2B4CF-9B71-6B33-B978-A4E9A0B0C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81F2D-B816-52CF-8C2E-40BEE5CC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E1050-E902-FD5D-18B8-D928E038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CD0-FD25-07F5-9946-9086EB44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42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3053062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keyboard with a light on it&#10;&#10;AI-generated content may be incorrect.">
            <a:extLst>
              <a:ext uri="{FF2B5EF4-FFF2-40B4-BE49-F238E27FC236}">
                <a16:creationId xmlns:a16="http://schemas.microsoft.com/office/drawing/2014/main" id="{2209A0BE-5901-98D7-4EDE-74D107C3A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548520"/>
            <a:ext cx="5686955" cy="111158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</a:t>
            </a:r>
            <a:br>
              <a:rPr lang="en-US" dirty="0"/>
            </a:br>
            <a:r>
              <a:rPr lang="en-US" dirty="0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8A5D0B54-3E0F-E277-0472-C5E542E53F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46" y="6006922"/>
            <a:ext cx="3180754" cy="8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50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55107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5029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16127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884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79" y="228603"/>
            <a:ext cx="11296416" cy="664797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8"/>
            <a:ext cx="11018520" cy="2367828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73522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412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1094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69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9421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60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5BED6C2-A7E0-FF4A-9938-5E97C08B8C9F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1691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579369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34317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15900" indent="-215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5004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  <p15:guide id="40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2200"/>
            </a:lvl1pPr>
          </a:lstStyle>
          <a:p>
            <a:pPr marL="215900" lvl="0" indent="-215900">
              <a:spcBef>
                <a:spcPts val="0"/>
              </a:spcBef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2200"/>
            </a:lvl1pPr>
          </a:lstStyle>
          <a:p>
            <a:pPr marL="215900" lvl="0" indent="-215900">
              <a:spcBef>
                <a:spcPts val="0"/>
              </a:spcBef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13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EE9CA35-7E2C-1B90-FD18-D2DBFD0DA24A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3927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9CAA6EA-34FD-6A61-2DD4-EAAB33642A7B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0928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449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0967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1917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7900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4323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52658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030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2903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2988">
          <p15:clr>
            <a:srgbClr val="FBAE40"/>
          </p15:clr>
        </p15:guide>
        <p15:guide id="42" pos="5352">
          <p15:clr>
            <a:srgbClr val="FBAE40"/>
          </p15:clr>
        </p15:guide>
        <p15:guide id="43" orient="horz" pos="108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200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37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6" y="2042154"/>
            <a:ext cx="12188952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3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200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7547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0893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73AD2-B8AF-CC3C-D898-30292FC1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43209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59B90-45D2-D990-09AA-8F85B79F1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604535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7FE1B2-0C16-29CA-99C4-4C44A8047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365862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1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32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3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4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6" y="2042154"/>
            <a:ext cx="12188952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2995283"/>
            <a:ext cx="2644762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7868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1536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199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77868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71536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73AD2-B8AF-CC3C-D898-30292FC1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15117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59B90-45D2-D990-09AA-8F85B79F1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08784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7FE1B2-0C16-29CA-99C4-4C44A8047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002452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CF4E607-C6B2-5DBD-A66E-6AC21DF351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965203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9F6309B-E822-8B2F-6639-A0BB3E2D439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65202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9B6085C-652E-6BD6-58B4-4FD4FE4E8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796119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906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32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3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449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31728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335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22813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231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391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3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8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492443"/>
          </a:xfrm>
        </p:spPr>
        <p:txBody>
          <a:bodyPr/>
          <a:lstStyle>
            <a:lvl1pPr>
              <a:defRPr sz="32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5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5365752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575104"/>
            <a:ext cx="5364429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5362178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242049" y="1591310"/>
            <a:ext cx="5357813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575104"/>
            <a:ext cx="535649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4976442"/>
            <a:ext cx="5357598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579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347907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347761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35356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4792" y="4575104"/>
            <a:ext cx="347689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3855" y="4976442"/>
            <a:ext cx="347761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AAE6802-21C6-E5BE-3A2D-31CF010C9EF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8128000" y="1591309"/>
            <a:ext cx="3486092" cy="2684159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80D639A-857F-73A5-343B-28EC4082B8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3626" y="4571913"/>
            <a:ext cx="348537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712E1C1-EE18-EA11-6D06-673117B00D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28000" y="4973784"/>
            <a:ext cx="34860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237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5709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0D2B25-7521-D486-405F-9309E22E8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1434F67-B3AA-41BB-E81D-4AD05F409F6D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011E5C-69E1-0316-E865-3BCC8E8B2EBB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471744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3DF09A-F855-F868-80F5-0BE1A95EA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2F3D99-76D3-5383-A61D-215BC38D43E1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6F99C5-D16E-7540-C83D-3442D1FCD55D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030689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EA3CFB-9697-C0F0-7B4C-7E3873DE5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6C21DA-1493-FA44-3F9C-34E05FF08B74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rgbClr val="8DC8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33">
              <a:extLst>
                <a:ext uri="{FF2B5EF4-FFF2-40B4-BE49-F238E27FC236}">
                  <a16:creationId xmlns:a16="http://schemas.microsoft.com/office/drawing/2014/main" id="{645CE35C-3A93-7951-31D3-E08248B1C9C4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4344970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pare for la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60BCEF-BA8C-42B9-D1E6-EED60C93E5F0}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2563579" y="1272115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4F743EF-1C3F-2BB6-EC5C-14389E448E71}"/>
                </a:ext>
              </a:extLst>
            </p:cNvPr>
            <p:cNvSpPr/>
            <p:nvPr/>
          </p:nvSpPr>
          <p:spPr>
            <a:xfrm>
              <a:off x="2563579" y="1272115"/>
              <a:ext cx="1110600" cy="1110600"/>
            </a:xfrm>
            <a:prstGeom prst="ellipse">
              <a:avLst/>
            </a:prstGeom>
            <a:solidFill>
              <a:srgbClr val="C5B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 descr="A wrench and screwdriver on a black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22B6CEF7-CC05-CD93-EBB0-70FB66F3043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66997" y="1476753"/>
              <a:ext cx="694944" cy="694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70627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C0986E-B689-6782-2E7B-724249108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2563579" y="1585913"/>
            <a:ext cx="1110600" cy="1110600"/>
            <a:chOff x="1742946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CAA49E0-DE74-4741-67A0-EFF39DD2D638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35AFCD5-9997-32A3-C847-E02AC6233D3B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73327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20E92D-9C4E-2BF7-F5C3-1126C809696B}"/>
              </a:ext>
            </a:extLst>
          </p:cNvPr>
          <p:cNvGrpSpPr/>
          <p:nvPr userDrawn="1"/>
        </p:nvGrpSpPr>
        <p:grpSpPr>
          <a:xfrm>
            <a:off x="10112348" y="893763"/>
            <a:ext cx="1110600" cy="1110600"/>
            <a:chOff x="10112348" y="738519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67CE8E-AD7A-BEDE-7D43-4F2561774537}"/>
                </a:ext>
              </a:extLst>
            </p:cNvPr>
            <p:cNvSpPr/>
            <p:nvPr/>
          </p:nvSpPr>
          <p:spPr>
            <a:xfrm>
              <a:off x="10112348" y="738519"/>
              <a:ext cx="1110600" cy="1110600"/>
            </a:xfrm>
            <a:prstGeom prst="ellipse">
              <a:avLst/>
            </a:prstGeom>
            <a:solidFill>
              <a:srgbClr val="C5B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 descr="A wrench and screwdriver on a black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081CBB52-335F-8D52-200D-2D007D68904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315766" y="945273"/>
              <a:ext cx="694944" cy="694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6250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724FB4-110F-14DB-C9A2-8DC893034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1742946" y="2116300"/>
            <a:chExt cx="1110600" cy="11106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C0BCC3-7EC5-6F81-B1AA-80A4894ABF0C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D467AA4-32D7-985C-93B4-6A2CF9D380C2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42015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0C1B43-5B0F-7090-B43D-4D154AC01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E22E512-824E-5687-C33B-5B41FE43E981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272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F36D75B-95FF-2F0D-75F2-EF58B69B29D9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68839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162BDF-DEE8-2EF5-89DB-FD5A65D1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76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82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197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46132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9639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4929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16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70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A6FD2A8-720D-4961-EE5A-DE1728EB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398" y="1787281"/>
            <a:ext cx="10633034" cy="363824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1" spcCol="45720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665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3C1E8CAF-6128-384E-E21D-0DE6DC54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398" y="1787281"/>
            <a:ext cx="10633034" cy="363824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1" spcCol="45720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721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4491999" cy="630942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585216" bIns="45720" rtlCol="0">
            <a:spAutoFit/>
          </a:bodyPr>
          <a:lstStyle>
            <a:lvl1pPr marL="0" indent="0">
              <a:buNone/>
              <a:defRPr kumimoji="0" lang="en-US" sz="32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013681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28862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8396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2879949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266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42.xml"/><Relationship Id="rId34" Type="http://schemas.openxmlformats.org/officeDocument/2006/relationships/slideLayout" Target="../slideLayouts/slideLayout55.xml"/><Relationship Id="rId42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8.xml"/><Relationship Id="rId50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8.xml"/><Relationship Id="rId40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6.xml"/><Relationship Id="rId53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7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30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9.xml"/><Relationship Id="rId8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72.xml"/><Relationship Id="rId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9.xml"/><Relationship Id="rId4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62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B0D1A-32E8-67F9-A188-996B18EE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0871-ECB8-D049-C3D0-D31EF4BF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9ADB-51B1-E4AB-3050-DD95921D6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81C2-E1FB-0DED-7F1F-A7008054F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AA29-C22B-AA1C-80C8-54D152C77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134DF221-F45B-91B9-E563-659E39B2072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0" y="6492875"/>
            <a:ext cx="140208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  <p:sldLayoutId id="2147483672" r:id="rId13"/>
    <p:sldLayoutId id="2147483741" r:id="rId14"/>
    <p:sldLayoutId id="2147483742" r:id="rId15"/>
    <p:sldLayoutId id="214748374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075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9431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066C27D-9E85-728F-F255-3A731EC66D25}"/>
              </a:ext>
            </a:extLst>
          </p:cNvPr>
          <p:cNvGrpSpPr/>
          <p:nvPr userDrawn="1"/>
        </p:nvGrpSpPr>
        <p:grpSpPr>
          <a:xfrm rot="5400000">
            <a:off x="10666449" y="3959962"/>
            <a:ext cx="4597400" cy="1248872"/>
            <a:chOff x="2983209" y="3959962"/>
            <a:chExt cx="4597400" cy="124887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46592D0-C1CD-74A0-2C7F-3337241D77DB}"/>
                </a:ext>
              </a:extLst>
            </p:cNvPr>
            <p:cNvGrpSpPr/>
            <p:nvPr userDrawn="1"/>
          </p:nvGrpSpPr>
          <p:grpSpPr>
            <a:xfrm>
              <a:off x="4130985" y="4976997"/>
              <a:ext cx="1122349" cy="231837"/>
              <a:chOff x="4135734" y="4976997"/>
              <a:chExt cx="1120775" cy="231837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91CEFFA-747B-15D9-6F1F-08C1FB0DC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5734" y="4976997"/>
                <a:ext cx="1120775" cy="2318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5FF078E-F971-F049-5B6C-211FC50088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35734" y="4976997"/>
                <a:ext cx="1120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8C14EA5-9927-8FE5-49F3-BE053411837B}"/>
                </a:ext>
              </a:extLst>
            </p:cNvPr>
            <p:cNvGrpSpPr/>
            <p:nvPr userDrawn="1"/>
          </p:nvGrpSpPr>
          <p:grpSpPr>
            <a:xfrm>
              <a:off x="2989559" y="4976997"/>
              <a:ext cx="1122349" cy="231837"/>
              <a:chOff x="2989559" y="4976997"/>
              <a:chExt cx="1120775" cy="231837"/>
            </a:xfrm>
          </p:grpSpPr>
          <p:sp>
            <p:nvSpPr>
              <p:cNvPr id="68" name="Rectangle 62">
                <a:extLst>
                  <a:ext uri="{FF2B5EF4-FFF2-40B4-BE49-F238E27FC236}">
                    <a16:creationId xmlns:a16="http://schemas.microsoft.com/office/drawing/2014/main" id="{49F83C97-7FC0-CE8B-F534-3CC32978B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9559" y="4976997"/>
                <a:ext cx="1120775" cy="231837"/>
              </a:xfrm>
              <a:prstGeom prst="rect">
                <a:avLst/>
              </a:prstGeom>
              <a:solidFill>
                <a:srgbClr val="F4F3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Rectangle 63">
                <a:extLst>
                  <a:ext uri="{FF2B5EF4-FFF2-40B4-BE49-F238E27FC236}">
                    <a16:creationId xmlns:a16="http://schemas.microsoft.com/office/drawing/2014/main" id="{78E83E2F-0F4E-6A6F-EE19-272FC88EA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989559" y="4976997"/>
                <a:ext cx="1120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" name="Rectangle 69">
              <a:extLst>
                <a:ext uri="{FF2B5EF4-FFF2-40B4-BE49-F238E27FC236}">
                  <a16:creationId xmlns:a16="http://schemas.microsoft.com/office/drawing/2014/main" id="{A174F70B-619A-757B-59BD-43117F92D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724853"/>
              <a:ext cx="1122349" cy="23183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89">
              <a:extLst>
                <a:ext uri="{FF2B5EF4-FFF2-40B4-BE49-F238E27FC236}">
                  <a16:creationId xmlns:a16="http://schemas.microsoft.com/office/drawing/2014/main" id="{21B60493-3B49-BCF6-0390-7956AC41A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724853"/>
              <a:ext cx="1122349" cy="231837"/>
            </a:xfrm>
            <a:prstGeom prst="rect">
              <a:avLst/>
            </a:prstGeom>
            <a:solidFill>
              <a:srgbClr val="702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0652BC-3B51-F453-BE75-C357C3666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724853"/>
              <a:ext cx="1122349" cy="23183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54">
              <a:extLst>
                <a:ext uri="{FF2B5EF4-FFF2-40B4-BE49-F238E27FC236}">
                  <a16:creationId xmlns:a16="http://schemas.microsoft.com/office/drawing/2014/main" id="{71861493-157F-15D0-0E4D-F0C5B0547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724853"/>
              <a:ext cx="1122349" cy="231837"/>
            </a:xfrm>
            <a:prstGeom prst="rect">
              <a:avLst/>
            </a:prstGeom>
            <a:solidFill>
              <a:srgbClr val="733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026A31-A3BD-9111-4B93-2D98FA1F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479479"/>
              <a:ext cx="1122349" cy="231837"/>
            </a:xfrm>
            <a:prstGeom prst="rect">
              <a:avLst/>
            </a:prstGeom>
            <a:solidFill>
              <a:srgbClr val="F4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50">
              <a:extLst>
                <a:ext uri="{FF2B5EF4-FFF2-40B4-BE49-F238E27FC236}">
                  <a16:creationId xmlns:a16="http://schemas.microsoft.com/office/drawing/2014/main" id="{2482639C-6DA9-6072-B023-A0B32319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479479"/>
              <a:ext cx="1122349" cy="231837"/>
            </a:xfrm>
            <a:prstGeom prst="rect">
              <a:avLst/>
            </a:prstGeom>
            <a:solidFill>
              <a:srgbClr val="FF5C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65">
              <a:extLst>
                <a:ext uri="{FF2B5EF4-FFF2-40B4-BE49-F238E27FC236}">
                  <a16:creationId xmlns:a16="http://schemas.microsoft.com/office/drawing/2014/main" id="{4E6D1934-44C4-DE10-FEF5-98A7D62D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479479"/>
              <a:ext cx="1122349" cy="231837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86">
              <a:extLst>
                <a:ext uri="{FF2B5EF4-FFF2-40B4-BE49-F238E27FC236}">
                  <a16:creationId xmlns:a16="http://schemas.microsoft.com/office/drawing/2014/main" id="{4978831E-F211-2FDD-D3E9-F0DAB7B13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479479"/>
              <a:ext cx="1122349" cy="231837"/>
            </a:xfrm>
            <a:prstGeom prst="rect">
              <a:avLst/>
            </a:prstGeom>
            <a:solidFill>
              <a:srgbClr val="C73E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80715EE-428F-E0CF-1D68-C2DE1BD37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235797"/>
              <a:ext cx="1122349" cy="231837"/>
            </a:xfrm>
            <a:prstGeom prst="rect">
              <a:avLst/>
            </a:prstGeom>
            <a:solidFill>
              <a:srgbClr val="FFB3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58">
              <a:extLst>
                <a:ext uri="{FF2B5EF4-FFF2-40B4-BE49-F238E27FC236}">
                  <a16:creationId xmlns:a16="http://schemas.microsoft.com/office/drawing/2014/main" id="{C39CC427-FB3C-D2FE-003B-943C483B6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235797"/>
              <a:ext cx="1122349" cy="231837"/>
            </a:xfrm>
            <a:prstGeom prst="rect">
              <a:avLst/>
            </a:prstGeom>
            <a:solidFill>
              <a:srgbClr val="FFA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73">
              <a:extLst>
                <a:ext uri="{FF2B5EF4-FFF2-40B4-BE49-F238E27FC236}">
                  <a16:creationId xmlns:a16="http://schemas.microsoft.com/office/drawing/2014/main" id="{F3144CCC-4AD3-B1CD-BCE7-C1FAA5A5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235797"/>
              <a:ext cx="1122349" cy="231837"/>
            </a:xfrm>
            <a:prstGeom prst="rect">
              <a:avLst/>
            </a:prstGeom>
            <a:solidFill>
              <a:srgbClr val="8DC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93">
              <a:extLst>
                <a:ext uri="{FF2B5EF4-FFF2-40B4-BE49-F238E27FC236}">
                  <a16:creationId xmlns:a16="http://schemas.microsoft.com/office/drawing/2014/main" id="{77ABFAA8-52C9-1BB4-FA13-DDB01E80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235797"/>
              <a:ext cx="1122349" cy="231837"/>
            </a:xfrm>
            <a:prstGeom prst="rect">
              <a:avLst/>
            </a:prstGeom>
            <a:solidFill>
              <a:srgbClr val="CD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7137B142-8F3E-888F-77BD-B3E785F3AC9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983209" y="3959962"/>
              <a:ext cx="4597400" cy="1247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2AC6996-0BBA-C1F2-BEEF-A233569FAD65}"/>
                </a:ext>
              </a:extLst>
            </p:cNvPr>
            <p:cNvGrpSpPr/>
            <p:nvPr userDrawn="1"/>
          </p:nvGrpSpPr>
          <p:grpSpPr>
            <a:xfrm>
              <a:off x="4161941" y="4724853"/>
              <a:ext cx="208390" cy="208938"/>
              <a:chOff x="4150022" y="4707931"/>
              <a:chExt cx="208390" cy="208938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592392A-18BB-F649-4618-76E9554156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B3BB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FFB3BB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65ABF78-0E45-DAD9-5676-2EC9DD3CD2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8310E1A-F13F-7183-49F9-75ECFB4369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839925"/>
                <a:ext cx="20839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73262F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C9F93BD-8E78-4AF6-CBF6-40F69BE0EC42}"/>
                </a:ext>
              </a:extLst>
            </p:cNvPr>
            <p:cNvGrpSpPr/>
            <p:nvPr userDrawn="1"/>
          </p:nvGrpSpPr>
          <p:grpSpPr>
            <a:xfrm>
              <a:off x="4161941" y="4235797"/>
              <a:ext cx="209994" cy="207246"/>
              <a:chOff x="4150022" y="4220567"/>
              <a:chExt cx="209994" cy="207246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89CC2DF-20EF-2163-86E0-DEC66DA62F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220567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73262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73262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E420085-C71E-ECCF-AF31-48FA8297D0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220567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7D4161B-14DB-3C6F-49FA-0E641FA97E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350869"/>
                <a:ext cx="20999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FFB3BB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F982A3D-0487-1A0D-A037-144D9914DC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161941" y="4998428"/>
              <a:ext cx="192360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FFFFFF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4DC77AE-A152-25B2-6C03-68D92DF002A1}"/>
                </a:ext>
              </a:extLst>
            </p:cNvPr>
            <p:cNvGrpSpPr/>
            <p:nvPr userDrawn="1"/>
          </p:nvGrpSpPr>
          <p:grpSpPr>
            <a:xfrm>
              <a:off x="3020515" y="4479479"/>
              <a:ext cx="209994" cy="208939"/>
              <a:chOff x="3003847" y="4465941"/>
              <a:chExt cx="209994" cy="208939"/>
            </a:xfrm>
          </p:grpSpPr>
          <p:sp>
            <p:nvSpPr>
              <p:cNvPr id="57" name="Rectangle 51">
                <a:extLst>
                  <a:ext uri="{FF2B5EF4-FFF2-40B4-BE49-F238E27FC236}">
                    <a16:creationId xmlns:a16="http://schemas.microsoft.com/office/drawing/2014/main" id="{895F5902-BFBD-125B-3FEB-4CBC9AC0F8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8" name="Rectangle 52">
                <a:extLst>
                  <a:ext uri="{FF2B5EF4-FFF2-40B4-BE49-F238E27FC236}">
                    <a16:creationId xmlns:a16="http://schemas.microsoft.com/office/drawing/2014/main" id="{103F56FC-3C85-D11C-15B5-5B86752DF5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108622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9" name="Rectangle 53">
                <a:extLst>
                  <a:ext uri="{FF2B5EF4-FFF2-40B4-BE49-F238E27FC236}">
                    <a16:creationId xmlns:a16="http://schemas.microsoft.com/office/drawing/2014/main" id="{1326CD1E-7B9A-8A72-C172-F4E85177A8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597936"/>
                <a:ext cx="20999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FF5C39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4CA32E28-13DC-C098-2609-0F749347B3A0}"/>
                </a:ext>
              </a:extLst>
            </p:cNvPr>
            <p:cNvGrpSpPr/>
            <p:nvPr userDrawn="1"/>
          </p:nvGrpSpPr>
          <p:grpSpPr>
            <a:xfrm>
              <a:off x="3020515" y="4724853"/>
              <a:ext cx="221214" cy="208938"/>
              <a:chOff x="3003847" y="4707931"/>
              <a:chExt cx="221214" cy="208938"/>
            </a:xfrm>
          </p:grpSpPr>
          <p:sp>
            <p:nvSpPr>
              <p:cNvPr id="61" name="Rectangle 55">
                <a:extLst>
                  <a:ext uri="{FF2B5EF4-FFF2-40B4-BE49-F238E27FC236}">
                    <a16:creationId xmlns:a16="http://schemas.microsoft.com/office/drawing/2014/main" id="{A098F3E4-C71B-9115-28EA-8418062C23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A38B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FFA38B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2" name="Rectangle 56">
                <a:extLst>
                  <a:ext uri="{FF2B5EF4-FFF2-40B4-BE49-F238E27FC236}">
                    <a16:creationId xmlns:a16="http://schemas.microsoft.com/office/drawing/2014/main" id="{A144836B-B6FD-EC56-A2FF-32C97598B0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108622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3" name="Rectangle 57">
                <a:extLst>
                  <a:ext uri="{FF2B5EF4-FFF2-40B4-BE49-F238E27FC236}">
                    <a16:creationId xmlns:a16="http://schemas.microsoft.com/office/drawing/2014/main" id="{B4B4A50A-B0AB-3249-578C-C74260F522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839925"/>
                <a:ext cx="22121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73391D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6F9D676-15C5-A3E3-4D1C-EFE6430F4CE0}"/>
                </a:ext>
              </a:extLst>
            </p:cNvPr>
            <p:cNvGrpSpPr/>
            <p:nvPr userDrawn="1"/>
          </p:nvGrpSpPr>
          <p:grpSpPr>
            <a:xfrm>
              <a:off x="3020515" y="4235797"/>
              <a:ext cx="213200" cy="207246"/>
              <a:chOff x="3003847" y="4220567"/>
              <a:chExt cx="213200" cy="207246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D674A0B8-6B78-ECA6-EC9D-4CE7A3185FEF}"/>
                  </a:ext>
                </a:extLst>
              </p:cNvPr>
              <p:cNvGrpSpPr/>
              <p:nvPr userDrawn="1"/>
            </p:nvGrpSpPr>
            <p:grpSpPr>
              <a:xfrm>
                <a:off x="3003847" y="4220567"/>
                <a:ext cx="200955" cy="153888"/>
                <a:chOff x="3003847" y="4220567"/>
                <a:chExt cx="200955" cy="153888"/>
              </a:xfrm>
            </p:grpSpPr>
            <p:sp>
              <p:nvSpPr>
                <p:cNvPr id="65" name="Rectangle 59">
                  <a:extLst>
                    <a:ext uri="{FF2B5EF4-FFF2-40B4-BE49-F238E27FC236}">
                      <a16:creationId xmlns:a16="http://schemas.microsoft.com/office/drawing/2014/main" id="{A07F7F4E-CE01-4B75-1EB8-848F1A98AAC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3003847" y="4220567"/>
                  <a:ext cx="96180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1" i="0" u="none" strike="noStrike" cap="none" normalizeH="0" baseline="0">
                      <a:ln>
                        <a:noFill/>
                      </a:ln>
                      <a:solidFill>
                        <a:srgbClr val="73391D"/>
                      </a:solidFill>
                      <a:effectLst/>
                      <a:latin typeface="Segoe UI Black" panose="020B0A02040204020203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rgbClr val="73391D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Rectangle 60">
                  <a:extLst>
                    <a:ext uri="{FF2B5EF4-FFF2-40B4-BE49-F238E27FC236}">
                      <a16:creationId xmlns:a16="http://schemas.microsoft.com/office/drawing/2014/main" id="{E90485C9-55AD-E0C2-34CA-66E40F03B73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3108622" y="4220567"/>
                  <a:ext cx="96180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1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Segoe UI Black" panose="020B0A02040204020203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7" name="Rectangle 61">
                <a:extLst>
                  <a:ext uri="{FF2B5EF4-FFF2-40B4-BE49-F238E27FC236}">
                    <a16:creationId xmlns:a16="http://schemas.microsoft.com/office/drawing/2014/main" id="{A37954AB-F66D-09B1-C2BD-5ACDC4C114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350869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FFA38B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0" name="Rectangle 64">
              <a:extLst>
                <a:ext uri="{FF2B5EF4-FFF2-40B4-BE49-F238E27FC236}">
                  <a16:creationId xmlns:a16="http://schemas.microsoft.com/office/drawing/2014/main" id="{E6BD7DAA-1203-86EB-90AF-4CB405BBBF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020515" y="4998428"/>
              <a:ext cx="20197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F4F3F5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78A64DE-6215-4C7D-CB69-916710B74D83}"/>
                </a:ext>
              </a:extLst>
            </p:cNvPr>
            <p:cNvGrpSpPr/>
            <p:nvPr userDrawn="1"/>
          </p:nvGrpSpPr>
          <p:grpSpPr>
            <a:xfrm>
              <a:off x="6455085" y="4479479"/>
              <a:ext cx="221214" cy="208939"/>
              <a:chOff x="6440784" y="4467633"/>
              <a:chExt cx="221214" cy="208939"/>
            </a:xfrm>
          </p:grpSpPr>
          <p:sp>
            <p:nvSpPr>
              <p:cNvPr id="72" name="Rectangle 66">
                <a:extLst>
                  <a:ext uri="{FF2B5EF4-FFF2-40B4-BE49-F238E27FC236}">
                    <a16:creationId xmlns:a16="http://schemas.microsoft.com/office/drawing/2014/main" id="{3C25E052-E70A-9985-665A-7BF72068FA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467633"/>
                <a:ext cx="86562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26866EA9-D870-8B6F-E09C-4BF7BC3AEE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467633"/>
                <a:ext cx="86562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4" name="Rectangle 68">
                <a:extLst>
                  <a:ext uri="{FF2B5EF4-FFF2-40B4-BE49-F238E27FC236}">
                    <a16:creationId xmlns:a16="http://schemas.microsoft.com/office/drawing/2014/main" id="{A1A5AC1F-B80A-3740-4DB5-2A2903E1FB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599628"/>
                <a:ext cx="22121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" panose="020B0502040204020203" pitchFamily="34" charset="0"/>
                  </a:rPr>
                  <a:t>0078D4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827A894-B698-2BCA-F167-5B781D78197E}"/>
                </a:ext>
              </a:extLst>
            </p:cNvPr>
            <p:cNvGrpSpPr/>
            <p:nvPr userDrawn="1"/>
          </p:nvGrpSpPr>
          <p:grpSpPr>
            <a:xfrm>
              <a:off x="6455085" y="4724853"/>
              <a:ext cx="214802" cy="208939"/>
              <a:chOff x="6440784" y="4709623"/>
              <a:chExt cx="214802" cy="208939"/>
            </a:xfrm>
          </p:grpSpPr>
          <p:sp>
            <p:nvSpPr>
              <p:cNvPr id="76" name="Rectangle 70">
                <a:extLst>
                  <a:ext uri="{FF2B5EF4-FFF2-40B4-BE49-F238E27FC236}">
                    <a16:creationId xmlns:a16="http://schemas.microsoft.com/office/drawing/2014/main" id="{E00F9C9C-33CE-9310-6C5E-B684386161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70962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8DC8E8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8DC8E8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71">
                <a:extLst>
                  <a:ext uri="{FF2B5EF4-FFF2-40B4-BE49-F238E27FC236}">
                    <a16:creationId xmlns:a16="http://schemas.microsoft.com/office/drawing/2014/main" id="{C336D1AC-24F2-3D85-B4EA-6CEF1387CA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70962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8" name="Rectangle 72">
                <a:extLst>
                  <a:ext uri="{FF2B5EF4-FFF2-40B4-BE49-F238E27FC236}">
                    <a16:creationId xmlns:a16="http://schemas.microsoft.com/office/drawing/2014/main" id="{B487530C-87BB-6282-289D-CD211AE8C8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841618"/>
                <a:ext cx="214802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2A446F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6B358CB-8244-C3C8-2F51-79969683929B}"/>
                </a:ext>
              </a:extLst>
            </p:cNvPr>
            <p:cNvGrpSpPr/>
            <p:nvPr userDrawn="1"/>
          </p:nvGrpSpPr>
          <p:grpSpPr>
            <a:xfrm>
              <a:off x="6455085" y="4235797"/>
              <a:ext cx="222818" cy="207246"/>
              <a:chOff x="6440784" y="4222259"/>
              <a:chExt cx="222818" cy="207246"/>
            </a:xfrm>
          </p:grpSpPr>
          <p:sp>
            <p:nvSpPr>
              <p:cNvPr id="80" name="Rectangle 74">
                <a:extLst>
                  <a:ext uri="{FF2B5EF4-FFF2-40B4-BE49-F238E27FC236}">
                    <a16:creationId xmlns:a16="http://schemas.microsoft.com/office/drawing/2014/main" id="{F8EEFBD4-BCC8-9B51-82E9-5FEE4E034C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222259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2A446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2A446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1" name="Rectangle 75">
                <a:extLst>
                  <a:ext uri="{FF2B5EF4-FFF2-40B4-BE49-F238E27FC236}">
                    <a16:creationId xmlns:a16="http://schemas.microsoft.com/office/drawing/2014/main" id="{5B380C53-82FA-1B4B-30BF-798A5B2F88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222259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2" name="Rectangle 76">
                <a:extLst>
                  <a:ext uri="{FF2B5EF4-FFF2-40B4-BE49-F238E27FC236}">
                    <a16:creationId xmlns:a16="http://schemas.microsoft.com/office/drawing/2014/main" id="{5220604C-6208-C2D5-0A1F-68306385E1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352561"/>
                <a:ext cx="22281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8DC8E8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59EE6F8-A27B-1F22-044B-E55CC3E02DA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282703" y="3983653"/>
              <a:ext cx="2263775" cy="231837"/>
              <a:chOff x="5282703" y="3983653"/>
              <a:chExt cx="2263775" cy="231837"/>
            </a:xfrm>
          </p:grpSpPr>
          <p:sp>
            <p:nvSpPr>
              <p:cNvPr id="83" name="Rectangle 80">
                <a:extLst>
                  <a:ext uri="{FF2B5EF4-FFF2-40B4-BE49-F238E27FC236}">
                    <a16:creationId xmlns:a16="http://schemas.microsoft.com/office/drawing/2014/main" id="{3D2A98B8-E200-678A-E8D0-7F915BF24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Rectangle 81">
                <a:extLst>
                  <a:ext uri="{FF2B5EF4-FFF2-40B4-BE49-F238E27FC236}">
                    <a16:creationId xmlns:a16="http://schemas.microsoft.com/office/drawing/2014/main" id="{0A33A553-B149-6F5D-639E-0E68F58F1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2">
                <a:extLst>
                  <a:ext uri="{FF2B5EF4-FFF2-40B4-BE49-F238E27FC236}">
                    <a16:creationId xmlns:a16="http://schemas.microsoft.com/office/drawing/2014/main" id="{C8B6E6AD-D8D0-9276-C59C-36AE25B7F9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custGeom>
                <a:avLst/>
                <a:gdLst>
                  <a:gd name="T0" fmla="*/ 0 w 15200"/>
                  <a:gd name="T1" fmla="*/ 4 h 960"/>
                  <a:gd name="T2" fmla="*/ 4 w 15200"/>
                  <a:gd name="T3" fmla="*/ 0 h 960"/>
                  <a:gd name="T4" fmla="*/ 15196 w 15200"/>
                  <a:gd name="T5" fmla="*/ 0 h 960"/>
                  <a:gd name="T6" fmla="*/ 15200 w 15200"/>
                  <a:gd name="T7" fmla="*/ 4 h 960"/>
                  <a:gd name="T8" fmla="*/ 15200 w 15200"/>
                  <a:gd name="T9" fmla="*/ 956 h 960"/>
                  <a:gd name="T10" fmla="*/ 15196 w 15200"/>
                  <a:gd name="T11" fmla="*/ 960 h 960"/>
                  <a:gd name="T12" fmla="*/ 4 w 15200"/>
                  <a:gd name="T13" fmla="*/ 960 h 960"/>
                  <a:gd name="T14" fmla="*/ 0 w 15200"/>
                  <a:gd name="T15" fmla="*/ 956 h 960"/>
                  <a:gd name="T16" fmla="*/ 0 w 15200"/>
                  <a:gd name="T17" fmla="*/ 4 h 960"/>
                  <a:gd name="T18" fmla="*/ 8 w 15200"/>
                  <a:gd name="T19" fmla="*/ 956 h 960"/>
                  <a:gd name="T20" fmla="*/ 4 w 15200"/>
                  <a:gd name="T21" fmla="*/ 952 h 960"/>
                  <a:gd name="T22" fmla="*/ 15196 w 15200"/>
                  <a:gd name="T23" fmla="*/ 952 h 960"/>
                  <a:gd name="T24" fmla="*/ 15192 w 15200"/>
                  <a:gd name="T25" fmla="*/ 956 h 960"/>
                  <a:gd name="T26" fmla="*/ 15192 w 15200"/>
                  <a:gd name="T27" fmla="*/ 4 h 960"/>
                  <a:gd name="T28" fmla="*/ 15196 w 15200"/>
                  <a:gd name="T29" fmla="*/ 8 h 960"/>
                  <a:gd name="T30" fmla="*/ 4 w 15200"/>
                  <a:gd name="T31" fmla="*/ 8 h 960"/>
                  <a:gd name="T32" fmla="*/ 8 w 15200"/>
                  <a:gd name="T33" fmla="*/ 4 h 960"/>
                  <a:gd name="T34" fmla="*/ 8 w 15200"/>
                  <a:gd name="T35" fmla="*/ 956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200" h="960">
                    <a:moveTo>
                      <a:pt x="0" y="4"/>
                    </a:moveTo>
                    <a:cubicBezTo>
                      <a:pt x="0" y="2"/>
                      <a:pt x="2" y="0"/>
                      <a:pt x="4" y="0"/>
                    </a:cubicBezTo>
                    <a:lnTo>
                      <a:pt x="15196" y="0"/>
                    </a:lnTo>
                    <a:cubicBezTo>
                      <a:pt x="15199" y="0"/>
                      <a:pt x="15200" y="2"/>
                      <a:pt x="15200" y="4"/>
                    </a:cubicBezTo>
                    <a:lnTo>
                      <a:pt x="15200" y="956"/>
                    </a:lnTo>
                    <a:cubicBezTo>
                      <a:pt x="15200" y="959"/>
                      <a:pt x="15199" y="960"/>
                      <a:pt x="15196" y="960"/>
                    </a:cubicBezTo>
                    <a:lnTo>
                      <a:pt x="4" y="960"/>
                    </a:lnTo>
                    <a:cubicBezTo>
                      <a:pt x="2" y="960"/>
                      <a:pt x="0" y="959"/>
                      <a:pt x="0" y="956"/>
                    </a:cubicBezTo>
                    <a:lnTo>
                      <a:pt x="0" y="4"/>
                    </a:lnTo>
                    <a:close/>
                    <a:moveTo>
                      <a:pt x="8" y="956"/>
                    </a:moveTo>
                    <a:lnTo>
                      <a:pt x="4" y="952"/>
                    </a:lnTo>
                    <a:lnTo>
                      <a:pt x="15196" y="952"/>
                    </a:lnTo>
                    <a:lnTo>
                      <a:pt x="15192" y="956"/>
                    </a:lnTo>
                    <a:lnTo>
                      <a:pt x="15192" y="4"/>
                    </a:lnTo>
                    <a:lnTo>
                      <a:pt x="15196" y="8"/>
                    </a:lnTo>
                    <a:lnTo>
                      <a:pt x="4" y="8"/>
                    </a:lnTo>
                    <a:lnTo>
                      <a:pt x="8" y="4"/>
                    </a:lnTo>
                    <a:lnTo>
                      <a:pt x="8" y="95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Rectangle 83">
                <a:extLst>
                  <a:ext uri="{FF2B5EF4-FFF2-40B4-BE49-F238E27FC236}">
                    <a16:creationId xmlns:a16="http://schemas.microsoft.com/office/drawing/2014/main" id="{0926B1ED-665F-EE39-BA4D-70CE150DA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03A39392-6759-F08C-7000-160D5DC0E292}"/>
                </a:ext>
              </a:extLst>
            </p:cNvPr>
            <p:cNvGrpSpPr/>
            <p:nvPr userDrawn="1"/>
          </p:nvGrpSpPr>
          <p:grpSpPr>
            <a:xfrm>
              <a:off x="5313659" y="4005084"/>
              <a:ext cx="498534" cy="192016"/>
              <a:chOff x="5300959" y="3988730"/>
              <a:chExt cx="498534" cy="192016"/>
            </a:xfrm>
          </p:grpSpPr>
          <p:sp>
            <p:nvSpPr>
              <p:cNvPr id="87" name="Rectangle 84">
                <a:extLst>
                  <a:ext uri="{FF2B5EF4-FFF2-40B4-BE49-F238E27FC236}">
                    <a16:creationId xmlns:a16="http://schemas.microsoft.com/office/drawing/2014/main" id="{E74C6C74-AA24-4BED-2DE9-C3CEEE41E2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00959" y="3988730"/>
                <a:ext cx="498534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Blue Black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85">
                <a:extLst>
                  <a:ext uri="{FF2B5EF4-FFF2-40B4-BE49-F238E27FC236}">
                    <a16:creationId xmlns:a16="http://schemas.microsoft.com/office/drawing/2014/main" id="{254A3C47-E33D-DC85-0DD1-1F09A870D4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00959" y="4103802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091F2C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E479D2A2-9248-FADA-F6A8-80F2958F0621}"/>
                </a:ext>
              </a:extLst>
            </p:cNvPr>
            <p:cNvGrpSpPr/>
            <p:nvPr userDrawn="1"/>
          </p:nvGrpSpPr>
          <p:grpSpPr>
            <a:xfrm>
              <a:off x="5313659" y="4724853"/>
              <a:ext cx="211596" cy="207246"/>
              <a:chOff x="5294609" y="4714700"/>
              <a:chExt cx="211596" cy="207246"/>
            </a:xfrm>
          </p:grpSpPr>
          <p:sp>
            <p:nvSpPr>
              <p:cNvPr id="93" name="Rectangle 90">
                <a:extLst>
                  <a:ext uri="{FF2B5EF4-FFF2-40B4-BE49-F238E27FC236}">
                    <a16:creationId xmlns:a16="http://schemas.microsoft.com/office/drawing/2014/main" id="{7C14974B-01E7-053F-C185-D7AF06732E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714700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CD9BC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CD9BC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4" name="Rectangle 91">
                <a:extLst>
                  <a:ext uri="{FF2B5EF4-FFF2-40B4-BE49-F238E27FC236}">
                    <a16:creationId xmlns:a16="http://schemas.microsoft.com/office/drawing/2014/main" id="{549DD738-C45C-386A-8917-EAAC0DA914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714700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5" name="Rectangle 92">
                <a:extLst>
                  <a:ext uri="{FF2B5EF4-FFF2-40B4-BE49-F238E27FC236}">
                    <a16:creationId xmlns:a16="http://schemas.microsoft.com/office/drawing/2014/main" id="{61D59B05-DAD6-BBC5-343C-A42D46F9CD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845002"/>
                <a:ext cx="211596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702573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0FB38F0E-9447-70F7-2C96-EE118D6178E7}"/>
                </a:ext>
              </a:extLst>
            </p:cNvPr>
            <p:cNvGrpSpPr/>
            <p:nvPr userDrawn="1"/>
          </p:nvGrpSpPr>
          <p:grpSpPr>
            <a:xfrm>
              <a:off x="5313659" y="4235797"/>
              <a:ext cx="229230" cy="208939"/>
              <a:chOff x="5294609" y="4225643"/>
              <a:chExt cx="229230" cy="208939"/>
            </a:xfrm>
          </p:grpSpPr>
          <p:sp>
            <p:nvSpPr>
              <p:cNvPr id="97" name="Rectangle 94">
                <a:extLst>
                  <a:ext uri="{FF2B5EF4-FFF2-40B4-BE49-F238E27FC236}">
                    <a16:creationId xmlns:a16="http://schemas.microsoft.com/office/drawing/2014/main" id="{43BBB099-87DC-5BA5-BC4D-B2C9646D64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22564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702573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702573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8" name="Rectangle 95">
                <a:extLst>
                  <a:ext uri="{FF2B5EF4-FFF2-40B4-BE49-F238E27FC236}">
                    <a16:creationId xmlns:a16="http://schemas.microsoft.com/office/drawing/2014/main" id="{264AF6E2-1295-4160-DA19-2585B36312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22564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9" name="Rectangle 96">
                <a:extLst>
                  <a:ext uri="{FF2B5EF4-FFF2-40B4-BE49-F238E27FC236}">
                    <a16:creationId xmlns:a16="http://schemas.microsoft.com/office/drawing/2014/main" id="{C0386FF5-BA0F-B1F4-88CA-8E64D2C66F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357638"/>
                <a:ext cx="22923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CD9BCF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4DB690E-251B-681D-745F-89FC4E1C51B3}"/>
                </a:ext>
              </a:extLst>
            </p:cNvPr>
            <p:cNvGrpSpPr/>
            <p:nvPr userDrawn="1"/>
          </p:nvGrpSpPr>
          <p:grpSpPr>
            <a:xfrm>
              <a:off x="5280323" y="4976997"/>
              <a:ext cx="2263775" cy="231837"/>
              <a:chOff x="5280323" y="4976997"/>
              <a:chExt cx="2263775" cy="231837"/>
            </a:xfrm>
          </p:grpSpPr>
          <p:sp>
            <p:nvSpPr>
              <p:cNvPr id="100" name="Rectangle 97">
                <a:extLst>
                  <a:ext uri="{FF2B5EF4-FFF2-40B4-BE49-F238E27FC236}">
                    <a16:creationId xmlns:a16="http://schemas.microsoft.com/office/drawing/2014/main" id="{9FC9884F-56BC-C520-8E0E-60C18D1D9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323" y="4976997"/>
                <a:ext cx="2263775" cy="23183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Rectangle 98">
                <a:extLst>
                  <a:ext uri="{FF2B5EF4-FFF2-40B4-BE49-F238E27FC236}">
                    <a16:creationId xmlns:a16="http://schemas.microsoft.com/office/drawing/2014/main" id="{5EBE61B3-D140-8057-1328-6C3FE7AD7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323" y="4976997"/>
                <a:ext cx="2263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2" name="Rectangle 99">
              <a:extLst>
                <a:ext uri="{FF2B5EF4-FFF2-40B4-BE49-F238E27FC236}">
                  <a16:creationId xmlns:a16="http://schemas.microsoft.com/office/drawing/2014/main" id="{EE5B0239-44FF-64AE-A0A3-E7AEC4F719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311279" y="4998428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" panose="020B0502040204020203" pitchFamily="34" charset="0"/>
                </a:rPr>
                <a:t>000000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287256CD-A0D0-C353-3C91-F51DC6CEAA74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2987973" y="3983653"/>
              <a:ext cx="2263775" cy="231837"/>
              <a:chOff x="2987972" y="3987038"/>
              <a:chExt cx="2268538" cy="230144"/>
            </a:xfrm>
          </p:grpSpPr>
          <p:sp>
            <p:nvSpPr>
              <p:cNvPr id="103" name="Rectangle 100">
                <a:extLst>
                  <a:ext uri="{FF2B5EF4-FFF2-40B4-BE49-F238E27FC236}">
                    <a16:creationId xmlns:a16="http://schemas.microsoft.com/office/drawing/2014/main" id="{9CADF0D7-2065-1313-DBFF-EB0C09C03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972" y="3987038"/>
                <a:ext cx="2268538" cy="230144"/>
              </a:xfrm>
              <a:prstGeom prst="rect">
                <a:avLst/>
              </a:prstGeom>
              <a:solidFill>
                <a:srgbClr val="E8E6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Rectangle 101">
                <a:extLst>
                  <a:ext uri="{FF2B5EF4-FFF2-40B4-BE49-F238E27FC236}">
                    <a16:creationId xmlns:a16="http://schemas.microsoft.com/office/drawing/2014/main" id="{213DC802-E7FC-525B-6021-DF572FA38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972" y="3987038"/>
                <a:ext cx="2268538" cy="230144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18F04B8B-7F04-6D66-32DA-88D780BD0093}"/>
                </a:ext>
              </a:extLst>
            </p:cNvPr>
            <p:cNvGrpSpPr/>
            <p:nvPr userDrawn="1"/>
          </p:nvGrpSpPr>
          <p:grpSpPr>
            <a:xfrm>
              <a:off x="3018929" y="4005084"/>
              <a:ext cx="615553" cy="190324"/>
              <a:chOff x="3002259" y="3980269"/>
              <a:chExt cx="615553" cy="190324"/>
            </a:xfrm>
          </p:grpSpPr>
          <p:sp>
            <p:nvSpPr>
              <p:cNvPr id="105" name="Rectangle 102">
                <a:extLst>
                  <a:ext uri="{FF2B5EF4-FFF2-40B4-BE49-F238E27FC236}">
                    <a16:creationId xmlns:a16="http://schemas.microsoft.com/office/drawing/2014/main" id="{BB53E1AC-8C2B-8E90-2391-F13AB0E7DB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2259" y="3980269"/>
                <a:ext cx="615553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1A1A1A"/>
                    </a:solidFill>
                    <a:effectLst/>
                    <a:latin typeface="Segoe UI" panose="020B0502040204020203" pitchFamily="34" charset="0"/>
                  </a:rPr>
                  <a:t>Neutral Gray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Rectangle 103">
                <a:extLst>
                  <a:ext uri="{FF2B5EF4-FFF2-40B4-BE49-F238E27FC236}">
                    <a16:creationId xmlns:a16="http://schemas.microsoft.com/office/drawing/2014/main" id="{A24372CE-4853-1243-3F7B-9DA51361BD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2259" y="4093649"/>
                <a:ext cx="211596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E8E6DF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C8DABFC-1CEB-07F7-BB5C-77B402457E04}"/>
                </a:ext>
              </a:extLst>
            </p:cNvPr>
            <p:cNvGrpSpPr/>
            <p:nvPr userDrawn="1"/>
          </p:nvGrpSpPr>
          <p:grpSpPr>
            <a:xfrm>
              <a:off x="4161941" y="4479479"/>
              <a:ext cx="213200" cy="208939"/>
              <a:chOff x="4150022" y="4465941"/>
              <a:chExt cx="213200" cy="2089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09D7676-24C9-D284-7745-1E0476D2DE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E067B62-8905-E5CF-2CE1-AFF4CC56BB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597936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F4364C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Rectangle 14">
                <a:extLst>
                  <a:ext uri="{FF2B5EF4-FFF2-40B4-BE49-F238E27FC236}">
                    <a16:creationId xmlns:a16="http://schemas.microsoft.com/office/drawing/2014/main" id="{2ED8ED90-F6E9-2DDA-1208-72514C2421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469325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6A5BD4A-5654-7FD6-88CD-CC557137A7E1}"/>
                </a:ext>
              </a:extLst>
            </p:cNvPr>
            <p:cNvGrpSpPr/>
            <p:nvPr userDrawn="1"/>
          </p:nvGrpSpPr>
          <p:grpSpPr>
            <a:xfrm>
              <a:off x="5313659" y="4479479"/>
              <a:ext cx="222818" cy="212323"/>
              <a:chOff x="5294609" y="4467633"/>
              <a:chExt cx="222818" cy="212323"/>
            </a:xfrm>
          </p:grpSpPr>
          <p:sp>
            <p:nvSpPr>
              <p:cNvPr id="90" name="Rectangle 87">
                <a:extLst>
                  <a:ext uri="{FF2B5EF4-FFF2-40B4-BE49-F238E27FC236}">
                    <a16:creationId xmlns:a16="http://schemas.microsoft.com/office/drawing/2014/main" id="{FA7F27EC-A77A-8BF3-4B0F-B4D399479D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46763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1" name="Rectangle 88">
                <a:extLst>
                  <a:ext uri="{FF2B5EF4-FFF2-40B4-BE49-F238E27FC236}">
                    <a16:creationId xmlns:a16="http://schemas.microsoft.com/office/drawing/2014/main" id="{7C28F47B-8AD2-FB82-20F0-2CB83DCA9D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603012"/>
                <a:ext cx="22281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C73ECC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Rectangle 95">
                <a:extLst>
                  <a:ext uri="{FF2B5EF4-FFF2-40B4-BE49-F238E27FC236}">
                    <a16:creationId xmlns:a16="http://schemas.microsoft.com/office/drawing/2014/main" id="{0397442F-6B46-BE99-3B0D-0CDBCE4631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46763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49" name="Footer Placeholder 2">
            <a:extLst>
              <a:ext uri="{FF2B5EF4-FFF2-40B4-BE49-F238E27FC236}">
                <a16:creationId xmlns:a16="http://schemas.microsoft.com/office/drawing/2014/main" id="{D484F4D1-D679-5A64-EFBC-0310E92E663F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64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  <p:sldLayoutId id="2147483730" r:id="rId42"/>
    <p:sldLayoutId id="2147483731" r:id="rId43"/>
    <p:sldLayoutId id="2147483732" r:id="rId44"/>
    <p:sldLayoutId id="2147483733" r:id="rId45"/>
    <p:sldLayoutId id="2147483734" r:id="rId46"/>
    <p:sldLayoutId id="2147483735" r:id="rId47"/>
    <p:sldLayoutId id="2147483736" r:id="rId48"/>
    <p:sldLayoutId id="2147483737" r:id="rId49"/>
    <p:sldLayoutId id="2147483738" r:id="rId50"/>
    <p:sldLayoutId id="2147483739" r:id="rId51"/>
    <p:sldLayoutId id="2147483740" r:id="rId5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2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aka.ms/ppac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3496"/>
            <a:ext cx="6957391" cy="2385781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rgbClr val="F4F1FA"/>
                </a:solidFill>
                <a:latin typeface="DM Sans" pitchFamily="34" charset="0"/>
              </a:rPr>
              <a:t>Enterprise Apps &amp; Agents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01019-6AD5-8165-776C-55816BE8B289}"/>
              </a:ext>
            </a:extLst>
          </p:cNvPr>
          <p:cNvSpPr txBox="1"/>
          <p:nvPr/>
        </p:nvSpPr>
        <p:spPr>
          <a:xfrm>
            <a:off x="388730" y="4138157"/>
            <a:ext cx="63433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B9B2D3"/>
                </a:solidFill>
                <a:latin typeface="DM Sans" pitchFamily="34" charset="0"/>
              </a:rPr>
              <a:t>Enterprise Code App → Dataverse → AI Builder → Copilot Studio Agent → Governed Automation → Capstone Project</a:t>
            </a:r>
            <a:endParaRPr lang="en-IN" sz="2200" dirty="0">
              <a:solidFill>
                <a:srgbClr val="B9B2D3"/>
              </a:solidFill>
              <a:latin typeface="DM Sans" pitchFamily="34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BBF71FA-8F76-EC43-39ED-B9EB4ACE33D2}"/>
              </a:ext>
            </a:extLst>
          </p:cNvPr>
          <p:cNvSpPr/>
          <p:nvPr/>
        </p:nvSpPr>
        <p:spPr>
          <a:xfrm>
            <a:off x="316482" y="1077338"/>
            <a:ext cx="5607879" cy="326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4B9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lang="en-US" sz="14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9775C04-67D4-DEBA-335E-62C26F4E3ED8}"/>
              </a:ext>
            </a:extLst>
          </p:cNvPr>
          <p:cNvSpPr/>
          <p:nvPr/>
        </p:nvSpPr>
        <p:spPr>
          <a:xfrm>
            <a:off x="388730" y="3913400"/>
            <a:ext cx="1884017" cy="55626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F9AF0A7-841D-4263-B548-39ED1298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8" y="290403"/>
            <a:ext cx="11579496" cy="5539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18AB3"/>
                </a:solidFill>
                <a:ea typeface="+mj-ea"/>
                <a:cs typeface="+mj-cs"/>
              </a:rPr>
              <a:t>Know your environments</a:t>
            </a:r>
            <a:endParaRPr lang="en-CA" dirty="0">
              <a:solidFill>
                <a:srgbClr val="418AB3"/>
              </a:solidFill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BB710-6F23-455B-9039-026DAE9AD1CF}"/>
              </a:ext>
            </a:extLst>
          </p:cNvPr>
          <p:cNvSpPr/>
          <p:nvPr/>
        </p:nvSpPr>
        <p:spPr>
          <a:xfrm>
            <a:off x="344758" y="1309156"/>
            <a:ext cx="11085242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Environments are containers that administrators can use to manage apps, flows, connectors and other assets, along with permission to allow organization users to use the resources.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672C4FA6-EAEE-4A42-A981-96AC73331923}"/>
              </a:ext>
            </a:extLst>
          </p:cNvPr>
          <p:cNvSpPr/>
          <p:nvPr/>
        </p:nvSpPr>
        <p:spPr>
          <a:xfrm>
            <a:off x="682487" y="3065145"/>
            <a:ext cx="10784616" cy="3400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58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E0B54-78B2-4DBC-A300-85E1C68A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09" y="171453"/>
            <a:ext cx="8472312" cy="498598"/>
          </a:xfrm>
        </p:spPr>
        <p:txBody>
          <a:bodyPr>
            <a:normAutofit fontScale="90000"/>
          </a:bodyPr>
          <a:lstStyle/>
          <a:p>
            <a:r>
              <a:rPr lang="en-US" sz="3600" spc="-50" dirty="0">
                <a:solidFill>
                  <a:srgbClr val="418AB3"/>
                </a:solidFill>
                <a:ea typeface="+mj-ea"/>
                <a:cs typeface="+mj-cs"/>
              </a:rPr>
              <a:t>Environment key facts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3DE6E5-693D-49AC-A66B-9101EEF7B2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1002" y="3041955"/>
            <a:ext cx="6589924" cy="3722427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448F28-35E1-4FDD-AF58-1B5B3446CD25}"/>
              </a:ext>
            </a:extLst>
          </p:cNvPr>
          <p:cNvSpPr/>
          <p:nvPr/>
        </p:nvSpPr>
        <p:spPr>
          <a:xfrm>
            <a:off x="495870" y="3041955"/>
            <a:ext cx="496893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17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tenant has a Default environment where all licensed Power Apps and Power Automate users can create apps &amp; flows</a:t>
            </a:r>
          </a:p>
          <a:p>
            <a:pPr marL="342900" indent="-342900" algn="just" defTabSz="1219170">
              <a:buFont typeface="Wingdings" panose="05000000000000000000" pitchFamily="2" charset="2"/>
              <a:buChar char="ü"/>
            </a:pP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defTabSz="121917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Non-default environments offer more control around permissions</a:t>
            </a:r>
          </a:p>
          <a:p>
            <a:pPr marL="342900" indent="-342900" algn="just" defTabSz="1219170">
              <a:buFont typeface="Wingdings" panose="05000000000000000000" pitchFamily="2" charset="2"/>
              <a:buChar char="ü"/>
            </a:pP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defTabSz="121917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Non-default environment creation can be restricted to only global and service admins from the Power Platform admin center: </a:t>
            </a:r>
            <a:r>
              <a:rPr lang="en-US" sz="2000" dirty="0">
                <a:solidFill>
                  <a:prstClr val="black"/>
                </a:solidFill>
                <a:latin typeface="Segoe UI Light"/>
                <a:hlinkClick r:id="rId4"/>
              </a:rPr>
              <a:t>https://aka.ms/ppac</a:t>
            </a:r>
            <a:r>
              <a:rPr lang="en-US" sz="2000" dirty="0">
                <a:solidFill>
                  <a:prstClr val="black"/>
                </a:solidFill>
                <a:latin typeface="Segoe UI Light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930EF-7D81-4BAA-B7E7-11287C864FF2}"/>
              </a:ext>
            </a:extLst>
          </p:cNvPr>
          <p:cNvSpPr/>
          <p:nvPr/>
        </p:nvSpPr>
        <p:spPr>
          <a:xfrm>
            <a:off x="495870" y="1246709"/>
            <a:ext cx="112002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121917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Environments are tied to a geographic location that is configured at the time the environment is created</a:t>
            </a:r>
            <a:b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defTabSz="121917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Environments can be used to target different audiences and/or for different purposes such as dev, test and production</a:t>
            </a:r>
          </a:p>
        </p:txBody>
      </p:sp>
    </p:spTree>
    <p:extLst>
      <p:ext uri="{BB962C8B-B14F-4D97-AF65-F5344CB8AC3E}">
        <p14:creationId xmlns:p14="http://schemas.microsoft.com/office/powerpoint/2010/main" val="84760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B322-EC12-4BD9-AEB4-6811504A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79" y="228603"/>
            <a:ext cx="11296416" cy="498598"/>
          </a:xfrm>
        </p:spPr>
        <p:txBody>
          <a:bodyPr>
            <a:normAutofit fontScale="90000"/>
          </a:bodyPr>
          <a:lstStyle/>
          <a:p>
            <a:r>
              <a:rPr lang="en-US" sz="3600" spc="-50" dirty="0">
                <a:solidFill>
                  <a:srgbClr val="418AB3"/>
                </a:solidFill>
                <a:ea typeface="+mj-ea"/>
                <a:cs typeface="+mj-cs"/>
              </a:rPr>
              <a:t>Types of environments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348A8F-B674-44BF-8ED5-55DDEBF958ED}"/>
              </a:ext>
            </a:extLst>
          </p:cNvPr>
          <p:cNvGraphicFramePr>
            <a:graphicFrameLocks noGrp="1"/>
          </p:cNvGraphicFramePr>
          <p:nvPr/>
        </p:nvGraphicFramePr>
        <p:xfrm>
          <a:off x="911424" y="1124745"/>
          <a:ext cx="10177131" cy="4323375"/>
        </p:xfrm>
        <a:graphic>
          <a:graphicData uri="http://schemas.openxmlformats.org/drawingml/2006/table">
            <a:tbl>
              <a:tblPr firstRow="1" bandRow="1">
                <a:solidFill>
                  <a:srgbClr val="C00000"/>
                </a:solidFill>
                <a:tableStyleId>{93296810-A885-4BE3-A3E7-6D5BEEA58F35}</a:tableStyleId>
              </a:tblPr>
              <a:tblGrid>
                <a:gridCol w="2885176">
                  <a:extLst>
                    <a:ext uri="{9D8B030D-6E8A-4147-A177-3AD203B41FA5}">
                      <a16:colId xmlns:a16="http://schemas.microsoft.com/office/drawing/2014/main" val="1511346437"/>
                    </a:ext>
                  </a:extLst>
                </a:gridCol>
                <a:gridCol w="7291955">
                  <a:extLst>
                    <a:ext uri="{9D8B030D-6E8A-4147-A177-3AD203B41FA5}">
                      <a16:colId xmlns:a16="http://schemas.microsoft.com/office/drawing/2014/main" val="4013040"/>
                    </a:ext>
                  </a:extLst>
                </a:gridCol>
              </a:tblGrid>
              <a:tr h="462494">
                <a:tc>
                  <a:txBody>
                    <a:bodyPr/>
                    <a:lstStyle/>
                    <a:p>
                      <a:r>
                        <a:rPr lang="en-US" sz="1800" dirty="0"/>
                        <a:t>Type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Description</a:t>
                      </a:r>
                      <a:endParaRPr 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667325565"/>
                  </a:ext>
                </a:extLst>
              </a:tr>
              <a:tr h="462494">
                <a:tc>
                  <a:txBody>
                    <a:bodyPr/>
                    <a:lstStyle/>
                    <a:p>
                      <a:r>
                        <a:rPr lang="en-US" sz="1800"/>
                        <a:t>Trial</a:t>
                      </a:r>
                      <a:endParaRPr 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Expire after 30 days, limit 1 per user</a:t>
                      </a:r>
                      <a:endParaRPr 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708479154"/>
                  </a:ext>
                </a:extLst>
              </a:tr>
              <a:tr h="849331">
                <a:tc>
                  <a:txBody>
                    <a:bodyPr/>
                    <a:lstStyle/>
                    <a:p>
                      <a:r>
                        <a:rPr lang="en-US" sz="1800"/>
                        <a:t>Developer</a:t>
                      </a:r>
                      <a:endParaRPr 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One per user - community program – single user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23913968"/>
                  </a:ext>
                </a:extLst>
              </a:tr>
              <a:tr h="1043281">
                <a:tc>
                  <a:txBody>
                    <a:bodyPr/>
                    <a:lstStyle/>
                    <a:p>
                      <a:r>
                        <a:rPr lang="en-US" sz="1800" dirty="0"/>
                        <a:t>Default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Every tenant has one default environment – useful for personal productivity assets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730067414"/>
                  </a:ext>
                </a:extLst>
              </a:tr>
              <a:tr h="1043281">
                <a:tc>
                  <a:txBody>
                    <a:bodyPr/>
                    <a:lstStyle/>
                    <a:p>
                      <a:r>
                        <a:rPr lang="en-US" sz="1800" dirty="0"/>
                        <a:t>Sandbox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Non-production environment enables some additional options like copy and reset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109713178"/>
                  </a:ext>
                </a:extLst>
              </a:tr>
              <a:tr h="462494">
                <a:tc>
                  <a:txBody>
                    <a:bodyPr/>
                    <a:lstStyle/>
                    <a:p>
                      <a:r>
                        <a:rPr lang="en-US" sz="1800"/>
                        <a:t>Production</a:t>
                      </a:r>
                      <a:endParaRPr lang="en-US" sz="18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Non-expiring full environment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8696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70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E429-1D41-861A-92BC-E190CCFC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914" y="2074363"/>
            <a:ext cx="2752354" cy="2709275"/>
          </a:xfrm>
          <a:prstGeom prst="rect">
            <a:avLst/>
          </a:prstGeom>
          <a:solidFill>
            <a:srgbClr val="7B4571"/>
          </a:solidFill>
          <a:ln>
            <a:solidFill>
              <a:srgbClr val="7B457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AD911-74FC-6690-6B79-764BC3E0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665" y="1821537"/>
            <a:ext cx="6804078" cy="32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6473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3C9D3C-64C5-FD08-188C-5C2A68DB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605" y="557189"/>
            <a:ext cx="8416790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489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237006"/>
            <a:ext cx="10945368" cy="4678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122248"/>
                </a:solidFill>
                <a:latin typeface="Aptos"/>
              </a:rPr>
              <a:t>Deploy to Power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749808"/>
            <a:ext cx="1051560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882"/>
                </a:solidFill>
                <a:latin typeface="Aptos"/>
              </a:rPr>
              <a:t>Promote the same versioned solution through controlled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42316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423160"/>
          </a:xfrm>
          <a:prstGeom prst="rect">
            <a:avLst/>
          </a:prstGeom>
          <a:solidFill>
            <a:srgbClr val="741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301752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41F88"/>
                </a:solidFill>
                <a:latin typeface="Aptos"/>
              </a:rPr>
              <a:t>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08376" cy="182880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Build and validate
Developer testing, mock data, fast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697480"/>
            <a:ext cx="384048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066C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242316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73152" cy="2423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938528"/>
            <a:ext cx="301752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66CC"/>
                </a:solidFill>
                <a:latin typeface="Aptos"/>
              </a:rPr>
              <a:t>TEST / UAT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40864"/>
            <a:ext cx="3008376" cy="182880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Verify behavior
Integration tests, business acceptance,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697480"/>
            <a:ext cx="384048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066C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3337560" cy="242316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1828800"/>
            <a:ext cx="73152" cy="2423160"/>
          </a:xfrm>
          <a:prstGeom prst="rect">
            <a:avLst/>
          </a:prstGeom>
          <a:solidFill>
            <a:srgbClr val="23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938528"/>
            <a:ext cx="301752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3964A"/>
                </a:solidFill>
                <a:latin typeface="Aptos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40864"/>
            <a:ext cx="3008376" cy="182880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Release safely
Approved change, monitoring, rollback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5166360" cy="100584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800600"/>
            <a:ext cx="73152" cy="1005840"/>
          </a:xfrm>
          <a:prstGeom prst="rect">
            <a:avLst/>
          </a:prstGeom>
          <a:solidFill>
            <a:srgbClr val="00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910328"/>
            <a:ext cx="484632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7E78"/>
                </a:solidFill>
                <a:latin typeface="Aptos"/>
              </a:rPr>
              <a:t>Promotion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12664"/>
            <a:ext cx="4837176" cy="4114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738"/>
                </a:solidFill>
                <a:latin typeface="Aptos"/>
              </a:rPr>
              <a:t>Import solution • Configure variables • Bind connections • Assign roles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5166360" cy="100584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800600"/>
            <a:ext cx="73152" cy="1005840"/>
          </a:xfrm>
          <a:prstGeom prst="rect">
            <a:avLst/>
          </a:prstGeom>
          <a:solidFill>
            <a:srgbClr val="EE5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910328"/>
            <a:ext cx="484632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E5726"/>
                </a:solidFill>
                <a:latin typeface="Aptos"/>
              </a:rPr>
              <a:t>Operational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12664"/>
            <a:ext cx="4837176" cy="4114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738"/>
                </a:solidFill>
                <a:latin typeface="Aptos"/>
              </a:rPr>
              <a:t>Smoke test • Monitoring • Support owner • Rollback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67DD77-ADE7-7283-D919-DEDCDC9CD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4199" y="3160864"/>
            <a:ext cx="11011601" cy="3111919"/>
          </a:xfrm>
          <a:prstGeom prst="rect">
            <a:avLst/>
          </a:prstGeom>
          <a:ln w="38100">
            <a:solidFill>
              <a:srgbClr val="C73ECC"/>
            </a:solidFill>
          </a:ln>
        </p:spPr>
        <p:txBody>
          <a:bodyPr vert="horz" wrap="square" lIns="0" tIns="0" rIns="0" bIns="0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200" kern="1200" spc="0" baseline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3675E-B857-77F4-31FB-52E0C1F9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Manual Solution Export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8704C-A3C8-BA51-1BCE-F701E97CBB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104644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Always export both managed and unmanaged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1800"/>
              <a:t>Managed solutions are deployed read-only to test/production. 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1800"/>
              <a:t>Unmanaged solutions can be used to restore your dev environment or store in source control.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22EDF51-6CE2-83C0-A39F-60331C6B1AF4}"/>
              </a:ext>
            </a:extLst>
          </p:cNvPr>
          <p:cNvSpPr txBox="1">
            <a:spLocks/>
          </p:cNvSpPr>
          <p:nvPr/>
        </p:nvSpPr>
        <p:spPr>
          <a:xfrm>
            <a:off x="584199" y="2712397"/>
            <a:ext cx="11011601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200" kern="1200" spc="0" baseline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Publish all and check for issues should be part of your export process</a:t>
            </a:r>
          </a:p>
        </p:txBody>
      </p:sp>
      <p:pic>
        <p:nvPicPr>
          <p:cNvPr id="6" name="Picture 5" descr="select the solution for export">
            <a:extLst>
              <a:ext uri="{FF2B5EF4-FFF2-40B4-BE49-F238E27FC236}">
                <a16:creationId xmlns:a16="http://schemas.microsoft.com/office/drawing/2014/main" id="{4DCC8D9E-6763-9DCB-684C-A1AE514C5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41" y="3527653"/>
            <a:ext cx="3875462" cy="2378340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C318BCB-1289-9E50-5FB7-C886972E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4839" y="4472983"/>
            <a:ext cx="766355" cy="48768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8" name="Picture 7" descr="before you export step on solution export">
            <a:extLst>
              <a:ext uri="{FF2B5EF4-FFF2-40B4-BE49-F238E27FC236}">
                <a16:creationId xmlns:a16="http://schemas.microsoft.com/office/drawing/2014/main" id="{24894875-4128-2637-07E1-960ADCFB1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230" y="3326445"/>
            <a:ext cx="2330633" cy="2780756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5F90192-5C1D-859A-8F76-4EEA6AD7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1899" y="4472983"/>
            <a:ext cx="766355" cy="48768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" name="Picture 9" descr="versioning of solution on export">
            <a:extLst>
              <a:ext uri="{FF2B5EF4-FFF2-40B4-BE49-F238E27FC236}">
                <a16:creationId xmlns:a16="http://schemas.microsoft.com/office/drawing/2014/main" id="{03831ED9-9CF5-93E6-0680-C442E4A01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8290" y="3361885"/>
            <a:ext cx="2382367" cy="2709877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18095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5C4448F-1919-37DA-B570-E2254F639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518400" y="0"/>
            <a:ext cx="4673600" cy="6858000"/>
          </a:xfrm>
          <a:solidFill>
            <a:schemeClr val="bg1"/>
          </a:solidFill>
          <a:ln w="38100">
            <a:solidFill>
              <a:srgbClr val="C73E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3675E-B857-77F4-31FB-52E0C1F9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707888" cy="492443"/>
          </a:xfrm>
        </p:spPr>
        <p:txBody>
          <a:bodyPr/>
          <a:lstStyle/>
          <a:p>
            <a:r>
              <a:rPr lang="en-US"/>
              <a:t>Manual Solution Import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8704C-A3C8-BA51-1BCE-F701E97CBB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683657"/>
            <a:ext cx="6157310" cy="2646878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latin typeface="+mn-lt"/>
              </a:rPr>
              <a:t>Allows hooking up each connection reference to a valid connection or setting up new connections as required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latin typeface="+mn-lt"/>
              </a:rPr>
              <a:t>Allows setting any environment variables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latin typeface="+mn-lt"/>
              </a:rPr>
              <a:t>Connections and environment variable values are retained during updates</a:t>
            </a:r>
          </a:p>
        </p:txBody>
      </p:sp>
      <p:pic>
        <p:nvPicPr>
          <p:cNvPr id="11" name="Picture 10" descr="browse for file for solution import">
            <a:extLst>
              <a:ext uri="{FF2B5EF4-FFF2-40B4-BE49-F238E27FC236}">
                <a16:creationId xmlns:a16="http://schemas.microsoft.com/office/drawing/2014/main" id="{434544FC-A226-E84D-27B7-E5457AE97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4" y="159041"/>
            <a:ext cx="4034972" cy="11840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1376D6E2-DE71-9AAB-5FE2-36A072F10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87152" y="1427569"/>
            <a:ext cx="536097" cy="371145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1977E8-1932-BD77-5EF1-FAD29DA2E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837714" y="1883216"/>
            <a:ext cx="4034972" cy="201506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DE04EFF2-FE4A-ECDC-4D64-430258D77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87152" y="3982785"/>
            <a:ext cx="536097" cy="371145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2" name="Picture 11" descr="adding app links">
            <a:extLst>
              <a:ext uri="{FF2B5EF4-FFF2-40B4-BE49-F238E27FC236}">
                <a16:creationId xmlns:a16="http://schemas.microsoft.com/office/drawing/2014/main" id="{B2CDDB9D-EC76-7924-21D3-00E537B88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910" y="4438433"/>
            <a:ext cx="3830579" cy="22605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370824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237006"/>
            <a:ext cx="11036808" cy="4678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248"/>
                </a:solidFill>
                <a:latin typeface="Aptos"/>
              </a:rPr>
              <a:t>ALM &amp;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749808"/>
            <a:ext cx="1051560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882"/>
                </a:solidFill>
                <a:latin typeface="Aptos"/>
              </a:rPr>
              <a:t>Automate repeatable releases with source control, pipelines, and environment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54680" cy="320040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200400"/>
          </a:xfrm>
          <a:prstGeom prst="rect">
            <a:avLst/>
          </a:prstGeom>
          <a:solidFill>
            <a:srgbClr val="EE5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83464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E5726"/>
                </a:solidFill>
                <a:latin typeface="Aptos"/>
              </a:rPr>
              <a:t>01  Source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2825496" cy="260604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Git repository
• Feature branches
• Pull requests
• Code review
• Version tags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154680" cy="320040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3200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527048"/>
            <a:ext cx="283464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66CC"/>
                </a:solidFill>
                <a:latin typeface="Aptos"/>
              </a:rPr>
              <a:t>02  CI / CD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29384"/>
            <a:ext cx="2825496" cy="260604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Automated build
• Lint &amp; tests
• Package solution
• Publish artifacts
• Approval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154680" cy="3200400"/>
          </a:xfrm>
          <a:prstGeom prst="roundRect">
            <a:avLst/>
          </a:prstGeom>
          <a:solidFill>
            <a:srgbClr val="F5F8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73152" cy="3200400"/>
          </a:xfrm>
          <a:prstGeom prst="rect">
            <a:avLst/>
          </a:prstGeom>
          <a:solidFill>
            <a:srgbClr val="23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527048"/>
            <a:ext cx="283464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3964A"/>
                </a:solidFill>
                <a:latin typeface="Aptos"/>
              </a:rPr>
              <a:t>03  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29384"/>
            <a:ext cx="2825496" cy="260604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738"/>
                </a:solidFill>
                <a:latin typeface="Aptos"/>
              </a:rPr>
              <a:t>Development
→ Test / UAT
→ Production
Separate access and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607040" cy="6400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882"/>
                </a:solidFill>
                <a:latin typeface="Aptos"/>
              </a:rPr>
              <a:t>Use Microsoft Power Platform Build Tools or the supported Power Platform CLI tasks in your Azure DevOps/GitHub workflow.</a:t>
            </a:r>
          </a:p>
        </p:txBody>
      </p:sp>
    </p:spTree>
    <p:extLst>
      <p:ext uri="{BB962C8B-B14F-4D97-AF65-F5344CB8AC3E}">
        <p14:creationId xmlns:p14="http://schemas.microsoft.com/office/powerpoint/2010/main" val="236167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16EA12-0032-5213-525B-2484B561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Pipelines in Power Platform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4703970-3AB6-BF78-BB1D-271C6475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1" y="1593850"/>
            <a:ext cx="3087914" cy="437042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>
                <a:latin typeface="+mn-lt"/>
              </a:rPr>
              <a:t>Admins configure automated deployment pipelines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>
                <a:latin typeface="+mn-lt"/>
              </a:rPr>
              <a:t>Makers have a repeatable process for deploying their solutions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>
                <a:latin typeface="+mn-lt"/>
              </a:rPr>
              <a:t>Developers can (optionally) extend pipelines and run them using the Power Platform command line interface (CLI)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2ACBD892-EBBC-24E3-14CA-9A38C1981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3"/>
          <a:srcRect l="-1838" t="-15082" r="-1838" b="-15082"/>
          <a:stretch/>
        </p:blipFill>
        <p:spPr>
          <a:xfrm>
            <a:off x="3962400" y="1581150"/>
            <a:ext cx="7637463" cy="4430713"/>
          </a:xfrm>
          <a:prstGeom prst="rect">
            <a:avLst/>
          </a:prstGeom>
          <a:solidFill>
            <a:schemeClr val="bg1"/>
          </a:solidFill>
          <a:ln w="38100">
            <a:solidFill>
              <a:srgbClr val="C73ECC"/>
            </a:solidFill>
          </a:ln>
        </p:spPr>
      </p:pic>
    </p:spTree>
    <p:extLst>
      <p:ext uri="{BB962C8B-B14F-4D97-AF65-F5344CB8AC3E}">
        <p14:creationId xmlns:p14="http://schemas.microsoft.com/office/powerpoint/2010/main" val="94956422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356DC3-5E3A-7E2E-8A64-D083700D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Automating ALM – Power Platform Build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478D75-6EAA-AA13-1782-01715609C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2" y="1289050"/>
            <a:ext cx="11013474" cy="4983734"/>
          </a:xfrm>
          <a:prstGeom prst="rect">
            <a:avLst/>
          </a:prstGeom>
          <a:solidFill>
            <a:schemeClr val="bg1"/>
          </a:solidFill>
          <a:ln w="38100">
            <a:solidFill>
              <a:srgbClr val="C73ECC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2107711-952A-0A69-BA17-748605559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44216" y="3491451"/>
            <a:ext cx="2715522" cy="678880"/>
          </a:xfrm>
          <a:custGeom>
            <a:avLst/>
            <a:gdLst>
              <a:gd name="connsiteX0" fmla="*/ 0 w 3009900"/>
              <a:gd name="connsiteY0" fmla="*/ 752475 h 752475"/>
              <a:gd name="connsiteX1" fmla="*/ 2843212 w 3009900"/>
              <a:gd name="connsiteY1" fmla="*/ 752475 h 752475"/>
              <a:gd name="connsiteX2" fmla="*/ 3009900 w 3009900"/>
              <a:gd name="connsiteY2" fmla="*/ 0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9900" h="752475">
                <a:moveTo>
                  <a:pt x="0" y="752475"/>
                </a:moveTo>
                <a:lnTo>
                  <a:pt x="2843212" y="752475"/>
                </a:lnTo>
                <a:lnTo>
                  <a:pt x="3009900" y="0"/>
                </a:lnTo>
              </a:path>
            </a:pathLst>
          </a:custGeom>
          <a:ln w="28575">
            <a:solidFill>
              <a:schemeClr val="accent6"/>
            </a:solidFill>
            <a:headEnd type="non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0DD358-73CF-7224-5346-52615BCBD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4707" y="3492477"/>
            <a:ext cx="10642588" cy="0"/>
          </a:xfrm>
          <a:prstGeom prst="line">
            <a:avLst/>
          </a:prstGeom>
          <a:ln w="28575">
            <a:solidFill>
              <a:schemeClr val="accent6"/>
            </a:solidFill>
            <a:headEnd type="none" w="lg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8E3AF87-D88B-B942-B411-62F6DB26B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4707" y="4621759"/>
            <a:ext cx="10642587" cy="0"/>
          </a:xfrm>
          <a:prstGeom prst="line">
            <a:avLst/>
          </a:prstGeom>
          <a:ln w="12700" cap="rnd">
            <a:solidFill>
              <a:schemeClr val="accent6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7B3968C-3AE7-9370-4A2C-729E45176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417295" y="4541752"/>
            <a:ext cx="0" cy="160016"/>
          </a:xfrm>
          <a:prstGeom prst="line">
            <a:avLst/>
          </a:prstGeom>
          <a:ln w="19050">
            <a:solidFill>
              <a:schemeClr val="accent6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0526ACA-B958-E1AF-1763-37C46E65E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71640" y="4621759"/>
            <a:ext cx="0" cy="253997"/>
          </a:xfrm>
          <a:prstGeom prst="line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dash"/>
            <a:headEnd type="oval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B031895-8D12-AA6F-012C-10CE11544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93179" y="4621759"/>
            <a:ext cx="0" cy="253997"/>
          </a:xfrm>
          <a:prstGeom prst="line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dash"/>
            <a:headEnd type="oval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5CD5E34-2D2C-B70F-EBBF-08E2A9262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74707" y="4541751"/>
            <a:ext cx="0" cy="160017"/>
          </a:xfrm>
          <a:prstGeom prst="line">
            <a:avLst/>
          </a:prstGeom>
          <a:ln w="19050">
            <a:solidFill>
              <a:schemeClr val="accent6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196F92B-C54A-E8DF-4E3B-0BE4DD67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022081" y="4621759"/>
            <a:ext cx="0" cy="253997"/>
          </a:xfrm>
          <a:prstGeom prst="line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dash"/>
            <a:headEnd type="oval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C10C43-C30E-8F80-9103-B2F687B3A8E5}"/>
              </a:ext>
            </a:extLst>
          </p:cNvPr>
          <p:cNvSpPr txBox="1">
            <a:spLocks/>
          </p:cNvSpPr>
          <p:nvPr/>
        </p:nvSpPr>
        <p:spPr>
          <a:xfrm>
            <a:off x="987340" y="1465031"/>
            <a:ext cx="22459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 Semibold" charset="0"/>
                <a:cs typeface="Segoe UI Semibold" charset="0"/>
              </a:rPr>
              <a:t>Initiate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E2EAAE-E767-16F3-C6DB-4DEAC23648F6}"/>
              </a:ext>
            </a:extLst>
          </p:cNvPr>
          <p:cNvSpPr txBox="1">
            <a:spLocks/>
          </p:cNvSpPr>
          <p:nvPr/>
        </p:nvSpPr>
        <p:spPr>
          <a:xfrm>
            <a:off x="987340" y="1764656"/>
            <a:ext cx="2245970" cy="16937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 panose="020B0402040204020203" pitchFamily="34" charset="0"/>
              </a:rPr>
              <a:t>Getting started, faster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AA6F0F-44D1-5902-778E-9E5F4BCB8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86671" y="2042712"/>
            <a:ext cx="1047310" cy="1046598"/>
            <a:chOff x="1373206" y="2466740"/>
            <a:chExt cx="1264980" cy="126412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7C8DB3A-ADA4-A21A-64E3-654F54BF7A46}"/>
                </a:ext>
              </a:extLst>
            </p:cNvPr>
            <p:cNvGrpSpPr/>
            <p:nvPr/>
          </p:nvGrpSpPr>
          <p:grpSpPr>
            <a:xfrm>
              <a:off x="1373206" y="2466740"/>
              <a:ext cx="1264980" cy="1264122"/>
              <a:chOff x="1266148" y="2689955"/>
              <a:chExt cx="1479096" cy="1478092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5D16523-D029-C9CA-A50E-7DB9993E9158}"/>
                  </a:ext>
                </a:extLst>
              </p:cNvPr>
              <p:cNvSpPr/>
              <p:nvPr/>
            </p:nvSpPr>
            <p:spPr bwMode="auto">
              <a:xfrm>
                <a:off x="1333853" y="2757158"/>
                <a:ext cx="1343684" cy="134368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3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43A5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328CA53-C3BB-509E-3BEB-9C4E06D8B75C}"/>
                  </a:ext>
                </a:extLst>
              </p:cNvPr>
              <p:cNvSpPr/>
              <p:nvPr/>
            </p:nvSpPr>
            <p:spPr>
              <a:xfrm>
                <a:off x="1266148" y="2689955"/>
                <a:ext cx="1479096" cy="1478092"/>
              </a:xfrm>
              <a:prstGeom prst="ellips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</p:grpSp>
        <p:sp>
          <p:nvSpPr>
            <p:cNvPr id="30" name="Graphic 115">
              <a:extLst>
                <a:ext uri="{FF2B5EF4-FFF2-40B4-BE49-F238E27FC236}">
                  <a16:creationId xmlns:a16="http://schemas.microsoft.com/office/drawing/2014/main" id="{FF591518-ECCE-F21E-A43F-5B8B1023CEE8}"/>
                </a:ext>
              </a:extLst>
            </p:cNvPr>
            <p:cNvSpPr/>
            <p:nvPr/>
          </p:nvSpPr>
          <p:spPr>
            <a:xfrm>
              <a:off x="1815376" y="2816873"/>
              <a:ext cx="494941" cy="563857"/>
            </a:xfrm>
            <a:custGeom>
              <a:avLst/>
              <a:gdLst>
                <a:gd name="connsiteX0" fmla="*/ 725776 w 752475"/>
                <a:gd name="connsiteY0" fmla="*/ 387779 h 857250"/>
                <a:gd name="connsiteX1" fmla="*/ 70628 w 752475"/>
                <a:gd name="connsiteY1" fmla="*/ 9570 h 857250"/>
                <a:gd name="connsiteX2" fmla="*/ 562 w 752475"/>
                <a:gd name="connsiteY2" fmla="*/ 40898 h 857250"/>
                <a:gd name="connsiteX3" fmla="*/ 0 w 752475"/>
                <a:gd name="connsiteY3" fmla="*/ 50346 h 857250"/>
                <a:gd name="connsiteX4" fmla="*/ 0 w 752475"/>
                <a:gd name="connsiteY4" fmla="*/ 806936 h 857250"/>
                <a:gd name="connsiteX5" fmla="*/ 70590 w 752475"/>
                <a:gd name="connsiteY5" fmla="*/ 847713 h 857250"/>
                <a:gd name="connsiteX6" fmla="*/ 713280 w 752475"/>
                <a:gd name="connsiteY6" fmla="*/ 476571 h 857250"/>
                <a:gd name="connsiteX7" fmla="*/ 725815 w 752475"/>
                <a:gd name="connsiteY7" fmla="*/ 469342 h 857250"/>
                <a:gd name="connsiteX8" fmla="*/ 725776 w 752475"/>
                <a:gd name="connsiteY8" fmla="*/ 387779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2475" h="857250">
                  <a:moveTo>
                    <a:pt x="725776" y="387779"/>
                  </a:moveTo>
                  <a:lnTo>
                    <a:pt x="70628" y="9570"/>
                  </a:lnTo>
                  <a:cubicBezTo>
                    <a:pt x="34652" y="-11223"/>
                    <a:pt x="4791" y="3055"/>
                    <a:pt x="562" y="40898"/>
                  </a:cubicBezTo>
                  <a:cubicBezTo>
                    <a:pt x="229" y="43908"/>
                    <a:pt x="0" y="47022"/>
                    <a:pt x="0" y="50346"/>
                  </a:cubicBezTo>
                  <a:lnTo>
                    <a:pt x="0" y="806936"/>
                  </a:lnTo>
                  <a:cubicBezTo>
                    <a:pt x="0" y="851761"/>
                    <a:pt x="31775" y="870097"/>
                    <a:pt x="70590" y="847713"/>
                  </a:cubicBezTo>
                  <a:lnTo>
                    <a:pt x="713280" y="476571"/>
                  </a:lnTo>
                  <a:lnTo>
                    <a:pt x="725815" y="469342"/>
                  </a:lnTo>
                  <a:cubicBezTo>
                    <a:pt x="764638" y="446948"/>
                    <a:pt x="764638" y="410239"/>
                    <a:pt x="725776" y="38777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5AD2CA38-FB21-4430-974D-57E5EEDDF7E4}"/>
              </a:ext>
            </a:extLst>
          </p:cNvPr>
          <p:cNvSpPr/>
          <p:nvPr/>
        </p:nvSpPr>
        <p:spPr bwMode="auto">
          <a:xfrm>
            <a:off x="751287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Create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Repo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E8F63F-BAB2-B6F7-48BC-312A6AEE0FCC}"/>
              </a:ext>
            </a:extLst>
          </p:cNvPr>
          <p:cNvSpPr/>
          <p:nvPr/>
        </p:nvSpPr>
        <p:spPr bwMode="auto">
          <a:xfrm>
            <a:off x="1454826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Export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Unmanaged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E0E5E5-4977-DDB9-8114-02A7C4E39806}"/>
              </a:ext>
            </a:extLst>
          </p:cNvPr>
          <p:cNvSpPr/>
          <p:nvPr/>
        </p:nvSpPr>
        <p:spPr bwMode="auto">
          <a:xfrm>
            <a:off x="2158365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Unpack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Solution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E8073C7-51AD-22CB-B93F-0B281234726E}"/>
              </a:ext>
            </a:extLst>
          </p:cNvPr>
          <p:cNvSpPr/>
          <p:nvPr/>
        </p:nvSpPr>
        <p:spPr bwMode="auto">
          <a:xfrm>
            <a:off x="2861904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Check in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to source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028F47B-F6E4-008F-F4F2-2959FF40DCC0}"/>
              </a:ext>
            </a:extLst>
          </p:cNvPr>
          <p:cNvSpPr/>
          <p:nvPr/>
        </p:nvSpPr>
        <p:spPr bwMode="auto">
          <a:xfrm>
            <a:off x="751287" y="3875428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Provision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Environment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986E7E-79B8-8C78-4CA9-92AA07EC9ADD}"/>
              </a:ext>
            </a:extLst>
          </p:cNvPr>
          <p:cNvSpPr/>
          <p:nvPr/>
        </p:nvSpPr>
        <p:spPr bwMode="auto">
          <a:xfrm>
            <a:off x="1454826" y="3875428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Deploy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Dependencies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848370E-F0F3-EF35-A8E4-497AF8B915DD}"/>
              </a:ext>
            </a:extLst>
          </p:cNvPr>
          <p:cNvSpPr/>
          <p:nvPr/>
        </p:nvSpPr>
        <p:spPr bwMode="auto">
          <a:xfrm>
            <a:off x="2158365" y="3875428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Pack Source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Code from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 Repo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422DA2-08F1-A9A0-96D4-2290149147C3}"/>
              </a:ext>
            </a:extLst>
          </p:cNvPr>
          <p:cNvSpPr/>
          <p:nvPr/>
        </p:nvSpPr>
        <p:spPr bwMode="auto">
          <a:xfrm>
            <a:off x="2861904" y="3875428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Import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Solution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10D126-D88D-BB62-FF74-36167743FBF6}"/>
              </a:ext>
            </a:extLst>
          </p:cNvPr>
          <p:cNvSpPr/>
          <p:nvPr/>
        </p:nvSpPr>
        <p:spPr bwMode="auto">
          <a:xfrm>
            <a:off x="774707" y="4875756"/>
            <a:ext cx="2494749" cy="82335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91440" rIns="13716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1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  <a:t>Initial Build Pipeline instantiates pristine Development Environment daily, exports solutions and unpack to Source Control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4FC00A-C1CB-69B3-486E-B4752E68C128}"/>
              </a:ext>
            </a:extLst>
          </p:cNvPr>
          <p:cNvSpPr txBox="1">
            <a:spLocks/>
          </p:cNvSpPr>
          <p:nvPr/>
        </p:nvSpPr>
        <p:spPr>
          <a:xfrm>
            <a:off x="3975832" y="1465031"/>
            <a:ext cx="22459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 Semibold" charset="0"/>
                <a:cs typeface="Segoe UI Semibold" charset="0"/>
              </a:rPr>
              <a:t>Build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428C1C-FB28-6996-3EDD-5A3746E71C28}"/>
              </a:ext>
            </a:extLst>
          </p:cNvPr>
          <p:cNvSpPr txBox="1">
            <a:spLocks/>
          </p:cNvSpPr>
          <p:nvPr/>
        </p:nvSpPr>
        <p:spPr>
          <a:xfrm>
            <a:off x="3975832" y="1764656"/>
            <a:ext cx="2245970" cy="16937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 panose="020B0402040204020203" pitchFamily="34" charset="0"/>
              </a:rPr>
              <a:t>Build and Test Automation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F7029B-96DC-B4BE-A41C-564E3D4E7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5163" y="2042712"/>
            <a:ext cx="1047310" cy="1046598"/>
            <a:chOff x="4100075" y="2466740"/>
            <a:chExt cx="1264980" cy="12641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E140A1-D1DF-7AFC-C786-E18CD4A3F651}"/>
                </a:ext>
              </a:extLst>
            </p:cNvPr>
            <p:cNvGrpSpPr/>
            <p:nvPr/>
          </p:nvGrpSpPr>
          <p:grpSpPr>
            <a:xfrm>
              <a:off x="4100075" y="2466740"/>
              <a:ext cx="1264980" cy="1264122"/>
              <a:chOff x="3993017" y="2689955"/>
              <a:chExt cx="1479096" cy="147809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F21DAD3-CCC8-4592-DF57-93F9AB57EB2E}"/>
                  </a:ext>
                </a:extLst>
              </p:cNvPr>
              <p:cNvSpPr/>
              <p:nvPr/>
            </p:nvSpPr>
            <p:spPr bwMode="auto">
              <a:xfrm>
                <a:off x="4060723" y="2757158"/>
                <a:ext cx="1343684" cy="134368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43A5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44CC956-117C-5EDA-372F-AD376C8CE06B}"/>
                  </a:ext>
                </a:extLst>
              </p:cNvPr>
              <p:cNvSpPr/>
              <p:nvPr/>
            </p:nvSpPr>
            <p:spPr>
              <a:xfrm>
                <a:off x="3993017" y="2689955"/>
                <a:ext cx="1479096" cy="1478092"/>
              </a:xfrm>
              <a:prstGeom prst="ellips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499E2-9512-DEEA-4084-7D114CBCB06B}"/>
                </a:ext>
              </a:extLst>
            </p:cNvPr>
            <p:cNvGrpSpPr/>
            <p:nvPr/>
          </p:nvGrpSpPr>
          <p:grpSpPr>
            <a:xfrm>
              <a:off x="4362905" y="2720155"/>
              <a:ext cx="739320" cy="757292"/>
              <a:chOff x="4324829" y="2681153"/>
              <a:chExt cx="815472" cy="835296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4496BFD-8655-59CD-78DF-3568DEA53659}"/>
                  </a:ext>
                </a:extLst>
              </p:cNvPr>
              <p:cNvSpPr/>
              <p:nvPr/>
            </p:nvSpPr>
            <p:spPr>
              <a:xfrm>
                <a:off x="4324829" y="2681153"/>
                <a:ext cx="396501" cy="568318"/>
              </a:xfrm>
              <a:custGeom>
                <a:avLst/>
                <a:gdLst>
                  <a:gd name="connsiteX0" fmla="*/ 37207 w 446484"/>
                  <a:gd name="connsiteY0" fmla="*/ 492621 h 639960"/>
                  <a:gd name="connsiteX1" fmla="*/ 376535 w 446484"/>
                  <a:gd name="connsiteY1" fmla="*/ 87064 h 639960"/>
                  <a:gd name="connsiteX2" fmla="*/ 354211 w 446484"/>
                  <a:gd name="connsiteY2" fmla="*/ 109389 h 639960"/>
                  <a:gd name="connsiteX3" fmla="*/ 380256 w 446484"/>
                  <a:gd name="connsiteY3" fmla="*/ 135434 h 639960"/>
                  <a:gd name="connsiteX4" fmla="*/ 447229 w 446484"/>
                  <a:gd name="connsiteY4" fmla="*/ 68461 h 639960"/>
                  <a:gd name="connsiteX5" fmla="*/ 378768 w 446484"/>
                  <a:gd name="connsiteY5" fmla="*/ 0 h 639960"/>
                  <a:gd name="connsiteX6" fmla="*/ 352723 w 446484"/>
                  <a:gd name="connsiteY6" fmla="*/ 26045 h 639960"/>
                  <a:gd name="connsiteX7" fmla="*/ 375791 w 446484"/>
                  <a:gd name="connsiteY7" fmla="*/ 49113 h 639960"/>
                  <a:gd name="connsiteX8" fmla="*/ 0 w 446484"/>
                  <a:gd name="connsiteY8" fmla="*/ 492621 h 639960"/>
                  <a:gd name="connsiteX9" fmla="*/ 20092 w 446484"/>
                  <a:gd name="connsiteY9" fmla="*/ 625078 h 639960"/>
                  <a:gd name="connsiteX10" fmla="*/ 25301 w 446484"/>
                  <a:gd name="connsiteY10" fmla="*/ 642938 h 639960"/>
                  <a:gd name="connsiteX11" fmla="*/ 61020 w 446484"/>
                  <a:gd name="connsiteY11" fmla="*/ 631775 h 639960"/>
                  <a:gd name="connsiteX12" fmla="*/ 55811 w 446484"/>
                  <a:gd name="connsiteY12" fmla="*/ 613916 h 639960"/>
                  <a:gd name="connsiteX13" fmla="*/ 37207 w 446484"/>
                  <a:gd name="connsiteY13" fmla="*/ 492621 h 639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6484" h="639960">
                    <a:moveTo>
                      <a:pt x="37207" y="492621"/>
                    </a:moveTo>
                    <a:cubicBezTo>
                      <a:pt x="37207" y="291703"/>
                      <a:pt x="179338" y="122039"/>
                      <a:pt x="376535" y="87064"/>
                    </a:cubicBezTo>
                    <a:lnTo>
                      <a:pt x="354211" y="109389"/>
                    </a:lnTo>
                    <a:lnTo>
                      <a:pt x="380256" y="135434"/>
                    </a:lnTo>
                    <a:lnTo>
                      <a:pt x="447229" y="68461"/>
                    </a:lnTo>
                    <a:lnTo>
                      <a:pt x="378768" y="0"/>
                    </a:lnTo>
                    <a:lnTo>
                      <a:pt x="352723" y="26045"/>
                    </a:lnTo>
                    <a:lnTo>
                      <a:pt x="375791" y="49113"/>
                    </a:lnTo>
                    <a:cubicBezTo>
                      <a:pt x="158502" y="85576"/>
                      <a:pt x="0" y="271611"/>
                      <a:pt x="0" y="492621"/>
                    </a:cubicBezTo>
                    <a:cubicBezTo>
                      <a:pt x="0" y="538014"/>
                      <a:pt x="6697" y="582662"/>
                      <a:pt x="20092" y="625078"/>
                    </a:cubicBezTo>
                    <a:lnTo>
                      <a:pt x="25301" y="642938"/>
                    </a:lnTo>
                    <a:lnTo>
                      <a:pt x="61020" y="631775"/>
                    </a:lnTo>
                    <a:lnTo>
                      <a:pt x="55811" y="613916"/>
                    </a:lnTo>
                    <a:cubicBezTo>
                      <a:pt x="43160" y="575221"/>
                      <a:pt x="37207" y="534293"/>
                      <a:pt x="37207" y="4926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3A9D586-2B26-B15C-037D-1874F32E3BC2}"/>
                  </a:ext>
                </a:extLst>
              </p:cNvPr>
              <p:cNvSpPr/>
              <p:nvPr/>
            </p:nvSpPr>
            <p:spPr>
              <a:xfrm>
                <a:off x="4384304" y="3311590"/>
                <a:ext cx="647619" cy="204859"/>
              </a:xfrm>
              <a:custGeom>
                <a:avLst/>
                <a:gdLst>
                  <a:gd name="connsiteX0" fmla="*/ 695027 w 729257"/>
                  <a:gd name="connsiteY0" fmla="*/ 52090 h 230683"/>
                  <a:gd name="connsiteX1" fmla="*/ 382488 w 729257"/>
                  <a:gd name="connsiteY1" fmla="*/ 194965 h 230683"/>
                  <a:gd name="connsiteX2" fmla="*/ 67717 w 729257"/>
                  <a:gd name="connsiteY2" fmla="*/ 48369 h 230683"/>
                  <a:gd name="connsiteX3" fmla="*/ 104924 w 729257"/>
                  <a:gd name="connsiteY3" fmla="*/ 56555 h 230683"/>
                  <a:gd name="connsiteX4" fmla="*/ 112365 w 729257"/>
                  <a:gd name="connsiteY4" fmla="*/ 20092 h 230683"/>
                  <a:gd name="connsiteX5" fmla="*/ 20092 w 729257"/>
                  <a:gd name="connsiteY5" fmla="*/ 0 h 230683"/>
                  <a:gd name="connsiteX6" fmla="*/ 0 w 729257"/>
                  <a:gd name="connsiteY6" fmla="*/ 95250 h 230683"/>
                  <a:gd name="connsiteX7" fmla="*/ 36463 w 729257"/>
                  <a:gd name="connsiteY7" fmla="*/ 102691 h 230683"/>
                  <a:gd name="connsiteX8" fmla="*/ 42416 w 729257"/>
                  <a:gd name="connsiteY8" fmla="*/ 75158 h 230683"/>
                  <a:gd name="connsiteX9" fmla="*/ 383232 w 729257"/>
                  <a:gd name="connsiteY9" fmla="*/ 232172 h 230683"/>
                  <a:gd name="connsiteX10" fmla="*/ 723305 w 729257"/>
                  <a:gd name="connsiteY10" fmla="*/ 75902 h 230683"/>
                  <a:gd name="connsiteX11" fmla="*/ 735211 w 729257"/>
                  <a:gd name="connsiteY11" fmla="*/ 61764 h 230683"/>
                  <a:gd name="connsiteX12" fmla="*/ 706934 w 729257"/>
                  <a:gd name="connsiteY12" fmla="*/ 37207 h 230683"/>
                  <a:gd name="connsiteX13" fmla="*/ 695027 w 729257"/>
                  <a:gd name="connsiteY13" fmla="*/ 52090 h 23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29257" h="230683">
                    <a:moveTo>
                      <a:pt x="695027" y="52090"/>
                    </a:moveTo>
                    <a:cubicBezTo>
                      <a:pt x="616893" y="142875"/>
                      <a:pt x="503039" y="194965"/>
                      <a:pt x="382488" y="194965"/>
                    </a:cubicBezTo>
                    <a:cubicBezTo>
                      <a:pt x="261193" y="194965"/>
                      <a:pt x="145852" y="141387"/>
                      <a:pt x="67717" y="48369"/>
                    </a:cubicBezTo>
                    <a:lnTo>
                      <a:pt x="104924" y="56555"/>
                    </a:lnTo>
                    <a:lnTo>
                      <a:pt x="112365" y="20092"/>
                    </a:lnTo>
                    <a:lnTo>
                      <a:pt x="20092" y="0"/>
                    </a:lnTo>
                    <a:lnTo>
                      <a:pt x="0" y="95250"/>
                    </a:lnTo>
                    <a:lnTo>
                      <a:pt x="36463" y="102691"/>
                    </a:lnTo>
                    <a:lnTo>
                      <a:pt x="42416" y="75158"/>
                    </a:lnTo>
                    <a:cubicBezTo>
                      <a:pt x="127992" y="174873"/>
                      <a:pt x="252264" y="232172"/>
                      <a:pt x="383232" y="232172"/>
                    </a:cubicBezTo>
                    <a:cubicBezTo>
                      <a:pt x="514201" y="232172"/>
                      <a:pt x="637729" y="175617"/>
                      <a:pt x="723305" y="75902"/>
                    </a:cubicBezTo>
                    <a:lnTo>
                      <a:pt x="735211" y="61764"/>
                    </a:lnTo>
                    <a:lnTo>
                      <a:pt x="706934" y="37207"/>
                    </a:lnTo>
                    <a:lnTo>
                      <a:pt x="695027" y="52090"/>
                    </a:lnTo>
                    <a:close/>
                  </a:path>
                </a:pathLst>
              </a:custGeom>
              <a:solidFill>
                <a:schemeClr val="accent2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B22E861-BBD1-CB85-64C2-04373961791B}"/>
                  </a:ext>
                </a:extLst>
              </p:cNvPr>
              <p:cNvSpPr/>
              <p:nvPr/>
            </p:nvSpPr>
            <p:spPr>
              <a:xfrm>
                <a:off x="4770233" y="2722786"/>
                <a:ext cx="370068" cy="574926"/>
              </a:xfrm>
              <a:custGeom>
                <a:avLst/>
                <a:gdLst>
                  <a:gd name="connsiteX0" fmla="*/ 407045 w 416718"/>
                  <a:gd name="connsiteY0" fmla="*/ 579686 h 647402"/>
                  <a:gd name="connsiteX1" fmla="*/ 372814 w 416718"/>
                  <a:gd name="connsiteY1" fmla="*/ 593824 h 647402"/>
                  <a:gd name="connsiteX2" fmla="*/ 398115 w 416718"/>
                  <a:gd name="connsiteY2" fmla="*/ 445740 h 647402"/>
                  <a:gd name="connsiteX3" fmla="*/ 25301 w 416718"/>
                  <a:gd name="connsiteY3" fmla="*/ 2977 h 647402"/>
                  <a:gd name="connsiteX4" fmla="*/ 5953 w 416718"/>
                  <a:gd name="connsiteY4" fmla="*/ 0 h 647402"/>
                  <a:gd name="connsiteX5" fmla="*/ 0 w 416718"/>
                  <a:gd name="connsiteY5" fmla="*/ 36463 h 647402"/>
                  <a:gd name="connsiteX6" fmla="*/ 18604 w 416718"/>
                  <a:gd name="connsiteY6" fmla="*/ 39439 h 647402"/>
                  <a:gd name="connsiteX7" fmla="*/ 360908 w 416718"/>
                  <a:gd name="connsiteY7" fmla="*/ 445740 h 647402"/>
                  <a:gd name="connsiteX8" fmla="*/ 340816 w 416718"/>
                  <a:gd name="connsiteY8" fmla="*/ 573732 h 647402"/>
                  <a:gd name="connsiteX9" fmla="*/ 330398 w 416718"/>
                  <a:gd name="connsiteY9" fmla="*/ 549176 h 647402"/>
                  <a:gd name="connsiteX10" fmla="*/ 296168 w 416718"/>
                  <a:gd name="connsiteY10" fmla="*/ 563314 h 647402"/>
                  <a:gd name="connsiteX11" fmla="*/ 331887 w 416718"/>
                  <a:gd name="connsiteY11" fmla="*/ 651123 h 647402"/>
                  <a:gd name="connsiteX12" fmla="*/ 421928 w 416718"/>
                  <a:gd name="connsiteY12" fmla="*/ 614660 h 647402"/>
                  <a:gd name="connsiteX13" fmla="*/ 407045 w 416718"/>
                  <a:gd name="connsiteY13" fmla="*/ 579686 h 647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6718" h="647402">
                    <a:moveTo>
                      <a:pt x="407045" y="579686"/>
                    </a:moveTo>
                    <a:lnTo>
                      <a:pt x="372814" y="593824"/>
                    </a:lnTo>
                    <a:cubicBezTo>
                      <a:pt x="389186" y="546199"/>
                      <a:pt x="398115" y="496342"/>
                      <a:pt x="398115" y="445740"/>
                    </a:cubicBezTo>
                    <a:cubicBezTo>
                      <a:pt x="398115" y="226219"/>
                      <a:pt x="241102" y="39439"/>
                      <a:pt x="25301" y="2977"/>
                    </a:cubicBezTo>
                    <a:lnTo>
                      <a:pt x="5953" y="0"/>
                    </a:lnTo>
                    <a:lnTo>
                      <a:pt x="0" y="36463"/>
                    </a:lnTo>
                    <a:lnTo>
                      <a:pt x="18604" y="39439"/>
                    </a:lnTo>
                    <a:cubicBezTo>
                      <a:pt x="216545" y="73670"/>
                      <a:pt x="360908" y="244078"/>
                      <a:pt x="360908" y="445740"/>
                    </a:cubicBezTo>
                    <a:cubicBezTo>
                      <a:pt x="360908" y="489645"/>
                      <a:pt x="354211" y="532805"/>
                      <a:pt x="340816" y="573732"/>
                    </a:cubicBezTo>
                    <a:lnTo>
                      <a:pt x="330398" y="549176"/>
                    </a:lnTo>
                    <a:lnTo>
                      <a:pt x="296168" y="563314"/>
                    </a:lnTo>
                    <a:lnTo>
                      <a:pt x="331887" y="651123"/>
                    </a:lnTo>
                    <a:lnTo>
                      <a:pt x="421928" y="614660"/>
                    </a:lnTo>
                    <a:lnTo>
                      <a:pt x="407045" y="579686"/>
                    </a:lnTo>
                    <a:close/>
                  </a:path>
                </a:pathLst>
              </a:custGeom>
              <a:solidFill>
                <a:schemeClr val="accent2"/>
              </a:solidFill>
              <a:ln w="74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" name="Graphic 82">
                <a:extLst>
                  <a:ext uri="{FF2B5EF4-FFF2-40B4-BE49-F238E27FC236}">
                    <a16:creationId xmlns:a16="http://schemas.microsoft.com/office/drawing/2014/main" id="{BD7AE66F-0C68-4508-6425-DE262CA30E06}"/>
                  </a:ext>
                </a:extLst>
              </p:cNvPr>
              <p:cNvSpPr/>
              <p:nvPr/>
            </p:nvSpPr>
            <p:spPr>
              <a:xfrm>
                <a:off x="4447084" y="2841075"/>
                <a:ext cx="548494" cy="548494"/>
              </a:xfrm>
              <a:custGeom>
                <a:avLst/>
                <a:gdLst>
                  <a:gd name="connsiteX0" fmla="*/ 1148334 w 1962150"/>
                  <a:gd name="connsiteY0" fmla="*/ 0 h 1962150"/>
                  <a:gd name="connsiteX1" fmla="*/ 821912 w 1962150"/>
                  <a:gd name="connsiteY1" fmla="*/ 0 h 1962150"/>
                  <a:gd name="connsiteX2" fmla="*/ 763238 w 1962150"/>
                  <a:gd name="connsiteY2" fmla="*/ 58674 h 1962150"/>
                  <a:gd name="connsiteX3" fmla="*/ 763238 w 1962150"/>
                  <a:gd name="connsiteY3" fmla="*/ 194691 h 1962150"/>
                  <a:gd name="connsiteX4" fmla="*/ 582454 w 1962150"/>
                  <a:gd name="connsiteY4" fmla="*/ 269748 h 1962150"/>
                  <a:gd name="connsiteX5" fmla="*/ 486156 w 1962150"/>
                  <a:gd name="connsiteY5" fmla="*/ 173546 h 1962150"/>
                  <a:gd name="connsiteX6" fmla="*/ 403955 w 1962150"/>
                  <a:gd name="connsiteY6" fmla="*/ 173546 h 1962150"/>
                  <a:gd name="connsiteX7" fmla="*/ 173736 w 1962150"/>
                  <a:gd name="connsiteY7" fmla="*/ 403479 h 1962150"/>
                  <a:gd name="connsiteX8" fmla="*/ 173736 w 1962150"/>
                  <a:gd name="connsiteY8" fmla="*/ 485585 h 1962150"/>
                  <a:gd name="connsiteX9" fmla="*/ 270034 w 1962150"/>
                  <a:gd name="connsiteY9" fmla="*/ 581787 h 1962150"/>
                  <a:gd name="connsiteX10" fmla="*/ 194881 w 1962150"/>
                  <a:gd name="connsiteY10" fmla="*/ 762381 h 1962150"/>
                  <a:gd name="connsiteX11" fmla="*/ 58674 w 1962150"/>
                  <a:gd name="connsiteY11" fmla="*/ 762381 h 1962150"/>
                  <a:gd name="connsiteX12" fmla="*/ 0 w 1962150"/>
                  <a:gd name="connsiteY12" fmla="*/ 821055 h 1962150"/>
                  <a:gd name="connsiteX13" fmla="*/ 0 w 1962150"/>
                  <a:gd name="connsiteY13" fmla="*/ 1147096 h 1962150"/>
                  <a:gd name="connsiteX14" fmla="*/ 58674 w 1962150"/>
                  <a:gd name="connsiteY14" fmla="*/ 1205770 h 1962150"/>
                  <a:gd name="connsiteX15" fmla="*/ 194881 w 1962150"/>
                  <a:gd name="connsiteY15" fmla="*/ 1205770 h 1962150"/>
                  <a:gd name="connsiteX16" fmla="*/ 270034 w 1962150"/>
                  <a:gd name="connsiteY16" fmla="*/ 1386364 h 1962150"/>
                  <a:gd name="connsiteX17" fmla="*/ 173736 w 1962150"/>
                  <a:gd name="connsiteY17" fmla="*/ 1482566 h 1962150"/>
                  <a:gd name="connsiteX18" fmla="*/ 173736 w 1962150"/>
                  <a:gd name="connsiteY18" fmla="*/ 1564672 h 1962150"/>
                  <a:gd name="connsiteX19" fmla="*/ 403860 w 1962150"/>
                  <a:gd name="connsiteY19" fmla="*/ 1794605 h 1962150"/>
                  <a:gd name="connsiteX20" fmla="*/ 486061 w 1962150"/>
                  <a:gd name="connsiteY20" fmla="*/ 1794605 h 1962150"/>
                  <a:gd name="connsiteX21" fmla="*/ 582359 w 1962150"/>
                  <a:gd name="connsiteY21" fmla="*/ 1698403 h 1962150"/>
                  <a:gd name="connsiteX22" fmla="*/ 763143 w 1962150"/>
                  <a:gd name="connsiteY22" fmla="*/ 1773460 h 1962150"/>
                  <a:gd name="connsiteX23" fmla="*/ 763143 w 1962150"/>
                  <a:gd name="connsiteY23" fmla="*/ 1909477 h 1962150"/>
                  <a:gd name="connsiteX24" fmla="*/ 821817 w 1962150"/>
                  <a:gd name="connsiteY24" fmla="*/ 1968151 h 1962150"/>
                  <a:gd name="connsiteX25" fmla="*/ 1148239 w 1962150"/>
                  <a:gd name="connsiteY25" fmla="*/ 1968151 h 1962150"/>
                  <a:gd name="connsiteX26" fmla="*/ 1206913 w 1962150"/>
                  <a:gd name="connsiteY26" fmla="*/ 1909477 h 1962150"/>
                  <a:gd name="connsiteX27" fmla="*/ 1206913 w 1962150"/>
                  <a:gd name="connsiteY27" fmla="*/ 1773460 h 1962150"/>
                  <a:gd name="connsiteX28" fmla="*/ 1387697 w 1962150"/>
                  <a:gd name="connsiteY28" fmla="*/ 1698403 h 1962150"/>
                  <a:gd name="connsiteX29" fmla="*/ 1483995 w 1962150"/>
                  <a:gd name="connsiteY29" fmla="*/ 1794605 h 1962150"/>
                  <a:gd name="connsiteX30" fmla="*/ 1566196 w 1962150"/>
                  <a:gd name="connsiteY30" fmla="*/ 1794605 h 1962150"/>
                  <a:gd name="connsiteX31" fmla="*/ 1796320 w 1962150"/>
                  <a:gd name="connsiteY31" fmla="*/ 1564672 h 1962150"/>
                  <a:gd name="connsiteX32" fmla="*/ 1796320 w 1962150"/>
                  <a:gd name="connsiteY32" fmla="*/ 1482566 h 1962150"/>
                  <a:gd name="connsiteX33" fmla="*/ 1700022 w 1962150"/>
                  <a:gd name="connsiteY33" fmla="*/ 1386364 h 1962150"/>
                  <a:gd name="connsiteX34" fmla="*/ 1775174 w 1962150"/>
                  <a:gd name="connsiteY34" fmla="*/ 1205770 h 1962150"/>
                  <a:gd name="connsiteX35" fmla="*/ 1911382 w 1962150"/>
                  <a:gd name="connsiteY35" fmla="*/ 1205770 h 1962150"/>
                  <a:gd name="connsiteX36" fmla="*/ 1970056 w 1962150"/>
                  <a:gd name="connsiteY36" fmla="*/ 1147096 h 1962150"/>
                  <a:gd name="connsiteX37" fmla="*/ 1970056 w 1962150"/>
                  <a:gd name="connsiteY37" fmla="*/ 823341 h 1962150"/>
                  <a:gd name="connsiteX38" fmla="*/ 1911382 w 1962150"/>
                  <a:gd name="connsiteY38" fmla="*/ 764667 h 1962150"/>
                  <a:gd name="connsiteX39" fmla="*/ 1775174 w 1962150"/>
                  <a:gd name="connsiteY39" fmla="*/ 764667 h 1962150"/>
                  <a:gd name="connsiteX40" fmla="*/ 1700022 w 1962150"/>
                  <a:gd name="connsiteY40" fmla="*/ 584073 h 1962150"/>
                  <a:gd name="connsiteX41" fmla="*/ 1796320 w 1962150"/>
                  <a:gd name="connsiteY41" fmla="*/ 487871 h 1962150"/>
                  <a:gd name="connsiteX42" fmla="*/ 1796320 w 1962150"/>
                  <a:gd name="connsiteY42" fmla="*/ 405765 h 1962150"/>
                  <a:gd name="connsiteX43" fmla="*/ 1566196 w 1962150"/>
                  <a:gd name="connsiteY43" fmla="*/ 175831 h 1962150"/>
                  <a:gd name="connsiteX44" fmla="*/ 1523905 w 1962150"/>
                  <a:gd name="connsiteY44" fmla="*/ 159449 h 1962150"/>
                  <a:gd name="connsiteX45" fmla="*/ 1523905 w 1962150"/>
                  <a:gd name="connsiteY45" fmla="*/ 159449 h 1962150"/>
                  <a:gd name="connsiteX46" fmla="*/ 1481614 w 1962150"/>
                  <a:gd name="connsiteY46" fmla="*/ 175831 h 1962150"/>
                  <a:gd name="connsiteX47" fmla="*/ 1385316 w 1962150"/>
                  <a:gd name="connsiteY47" fmla="*/ 274320 h 1962150"/>
                  <a:gd name="connsiteX48" fmla="*/ 1204532 w 1962150"/>
                  <a:gd name="connsiteY48" fmla="*/ 199263 h 1962150"/>
                  <a:gd name="connsiteX49" fmla="*/ 1204532 w 1962150"/>
                  <a:gd name="connsiteY49" fmla="*/ 60960 h 1962150"/>
                  <a:gd name="connsiteX50" fmla="*/ 1148334 w 1962150"/>
                  <a:gd name="connsiteY50" fmla="*/ 0 h 1962150"/>
                  <a:gd name="connsiteX51" fmla="*/ 1148334 w 1962150"/>
                  <a:gd name="connsiteY51" fmla="*/ 0 h 1962150"/>
                  <a:gd name="connsiteX52" fmla="*/ 1412272 w 1962150"/>
                  <a:gd name="connsiteY52" fmla="*/ 984028 h 1962150"/>
                  <a:gd name="connsiteX53" fmla="*/ 985171 w 1962150"/>
                  <a:gd name="connsiteY53" fmla="*/ 1398842 h 1962150"/>
                  <a:gd name="connsiteX54" fmla="*/ 558070 w 1962150"/>
                  <a:gd name="connsiteY54" fmla="*/ 984028 h 1962150"/>
                  <a:gd name="connsiteX55" fmla="*/ 985171 w 1962150"/>
                  <a:gd name="connsiteY55" fmla="*/ 569214 h 1962150"/>
                  <a:gd name="connsiteX56" fmla="*/ 1412272 w 1962150"/>
                  <a:gd name="connsiteY56" fmla="*/ 984028 h 1962150"/>
                  <a:gd name="connsiteX57" fmla="*/ 1412272 w 1962150"/>
                  <a:gd name="connsiteY57" fmla="*/ 984028 h 196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1962150" h="1962150">
                    <a:moveTo>
                      <a:pt x="1148334" y="0"/>
                    </a:moveTo>
                    <a:lnTo>
                      <a:pt x="821912" y="0"/>
                    </a:lnTo>
                    <a:cubicBezTo>
                      <a:pt x="789051" y="0"/>
                      <a:pt x="763238" y="25813"/>
                      <a:pt x="763238" y="58674"/>
                    </a:cubicBezTo>
                    <a:lnTo>
                      <a:pt x="763238" y="194691"/>
                    </a:lnTo>
                    <a:cubicBezTo>
                      <a:pt x="699802" y="213455"/>
                      <a:pt x="638747" y="236887"/>
                      <a:pt x="582454" y="269748"/>
                    </a:cubicBezTo>
                    <a:lnTo>
                      <a:pt x="486156" y="173546"/>
                    </a:lnTo>
                    <a:cubicBezTo>
                      <a:pt x="465011" y="152400"/>
                      <a:pt x="425101" y="152400"/>
                      <a:pt x="403955" y="173546"/>
                    </a:cubicBezTo>
                    <a:lnTo>
                      <a:pt x="173736" y="403479"/>
                    </a:lnTo>
                    <a:cubicBezTo>
                      <a:pt x="150209" y="426911"/>
                      <a:pt x="150209" y="464439"/>
                      <a:pt x="173736" y="485585"/>
                    </a:cubicBezTo>
                    <a:lnTo>
                      <a:pt x="270034" y="581787"/>
                    </a:lnTo>
                    <a:cubicBezTo>
                      <a:pt x="237173" y="638080"/>
                      <a:pt x="213646" y="699040"/>
                      <a:pt x="194881" y="762381"/>
                    </a:cubicBezTo>
                    <a:lnTo>
                      <a:pt x="58674" y="762381"/>
                    </a:lnTo>
                    <a:cubicBezTo>
                      <a:pt x="25813" y="762381"/>
                      <a:pt x="0" y="788194"/>
                      <a:pt x="0" y="821055"/>
                    </a:cubicBezTo>
                    <a:lnTo>
                      <a:pt x="0" y="1147096"/>
                    </a:lnTo>
                    <a:cubicBezTo>
                      <a:pt x="0" y="1179957"/>
                      <a:pt x="25813" y="1205770"/>
                      <a:pt x="58674" y="1205770"/>
                    </a:cubicBezTo>
                    <a:lnTo>
                      <a:pt x="194881" y="1205770"/>
                    </a:lnTo>
                    <a:cubicBezTo>
                      <a:pt x="213646" y="1269111"/>
                      <a:pt x="237173" y="1330071"/>
                      <a:pt x="270034" y="1386364"/>
                    </a:cubicBezTo>
                    <a:lnTo>
                      <a:pt x="173736" y="1482566"/>
                    </a:lnTo>
                    <a:cubicBezTo>
                      <a:pt x="150209" y="1505998"/>
                      <a:pt x="150209" y="1543526"/>
                      <a:pt x="173736" y="1564672"/>
                    </a:cubicBezTo>
                    <a:lnTo>
                      <a:pt x="403860" y="1794605"/>
                    </a:lnTo>
                    <a:cubicBezTo>
                      <a:pt x="427387" y="1818037"/>
                      <a:pt x="464915" y="1818037"/>
                      <a:pt x="486061" y="1794605"/>
                    </a:cubicBezTo>
                    <a:lnTo>
                      <a:pt x="582359" y="1698403"/>
                    </a:lnTo>
                    <a:cubicBezTo>
                      <a:pt x="638747" y="1731264"/>
                      <a:pt x="699802" y="1754696"/>
                      <a:pt x="763143" y="1773460"/>
                    </a:cubicBezTo>
                    <a:lnTo>
                      <a:pt x="763143" y="1909477"/>
                    </a:lnTo>
                    <a:cubicBezTo>
                      <a:pt x="763143" y="1942338"/>
                      <a:pt x="788956" y="1968151"/>
                      <a:pt x="821817" y="1968151"/>
                    </a:cubicBezTo>
                    <a:lnTo>
                      <a:pt x="1148239" y="1968151"/>
                    </a:lnTo>
                    <a:cubicBezTo>
                      <a:pt x="1181100" y="1968151"/>
                      <a:pt x="1206913" y="1942338"/>
                      <a:pt x="1206913" y="1909477"/>
                    </a:cubicBezTo>
                    <a:lnTo>
                      <a:pt x="1206913" y="1773460"/>
                    </a:lnTo>
                    <a:cubicBezTo>
                      <a:pt x="1270349" y="1754696"/>
                      <a:pt x="1331405" y="1731264"/>
                      <a:pt x="1387697" y="1698403"/>
                    </a:cubicBezTo>
                    <a:lnTo>
                      <a:pt x="1483995" y="1794605"/>
                    </a:lnTo>
                    <a:cubicBezTo>
                      <a:pt x="1507522" y="1818037"/>
                      <a:pt x="1545050" y="1818037"/>
                      <a:pt x="1566196" y="1794605"/>
                    </a:cubicBezTo>
                    <a:lnTo>
                      <a:pt x="1796320" y="1564672"/>
                    </a:lnTo>
                    <a:cubicBezTo>
                      <a:pt x="1819847" y="1541240"/>
                      <a:pt x="1819847" y="1503712"/>
                      <a:pt x="1796320" y="1482566"/>
                    </a:cubicBezTo>
                    <a:lnTo>
                      <a:pt x="1700022" y="1386364"/>
                    </a:lnTo>
                    <a:cubicBezTo>
                      <a:pt x="1732883" y="1330071"/>
                      <a:pt x="1756410" y="1269111"/>
                      <a:pt x="1775174" y="1205770"/>
                    </a:cubicBezTo>
                    <a:lnTo>
                      <a:pt x="1911382" y="1205770"/>
                    </a:lnTo>
                    <a:cubicBezTo>
                      <a:pt x="1944243" y="1205770"/>
                      <a:pt x="1970056" y="1179957"/>
                      <a:pt x="1970056" y="1147096"/>
                    </a:cubicBezTo>
                    <a:lnTo>
                      <a:pt x="1970056" y="823341"/>
                    </a:lnTo>
                    <a:cubicBezTo>
                      <a:pt x="1970056" y="790480"/>
                      <a:pt x="1944243" y="764667"/>
                      <a:pt x="1911382" y="764667"/>
                    </a:cubicBezTo>
                    <a:lnTo>
                      <a:pt x="1775174" y="764667"/>
                    </a:lnTo>
                    <a:cubicBezTo>
                      <a:pt x="1756410" y="701326"/>
                      <a:pt x="1732883" y="640366"/>
                      <a:pt x="1700022" y="584073"/>
                    </a:cubicBezTo>
                    <a:lnTo>
                      <a:pt x="1796320" y="487871"/>
                    </a:lnTo>
                    <a:cubicBezTo>
                      <a:pt x="1819847" y="464439"/>
                      <a:pt x="1819847" y="426911"/>
                      <a:pt x="1796320" y="405765"/>
                    </a:cubicBezTo>
                    <a:lnTo>
                      <a:pt x="1566196" y="175831"/>
                    </a:lnTo>
                    <a:cubicBezTo>
                      <a:pt x="1554480" y="164116"/>
                      <a:pt x="1540383" y="159449"/>
                      <a:pt x="1523905" y="159449"/>
                    </a:cubicBezTo>
                    <a:lnTo>
                      <a:pt x="1523905" y="159449"/>
                    </a:lnTo>
                    <a:cubicBezTo>
                      <a:pt x="1507427" y="159449"/>
                      <a:pt x="1493330" y="166497"/>
                      <a:pt x="1481614" y="175831"/>
                    </a:cubicBezTo>
                    <a:lnTo>
                      <a:pt x="1385316" y="274320"/>
                    </a:lnTo>
                    <a:cubicBezTo>
                      <a:pt x="1328928" y="241459"/>
                      <a:pt x="1267873" y="218027"/>
                      <a:pt x="1204532" y="199263"/>
                    </a:cubicBezTo>
                    <a:lnTo>
                      <a:pt x="1204532" y="60960"/>
                    </a:lnTo>
                    <a:cubicBezTo>
                      <a:pt x="1207103" y="28194"/>
                      <a:pt x="1181291" y="0"/>
                      <a:pt x="1148334" y="0"/>
                    </a:cubicBezTo>
                    <a:lnTo>
                      <a:pt x="1148334" y="0"/>
                    </a:lnTo>
                    <a:close/>
                    <a:moveTo>
                      <a:pt x="1412272" y="984028"/>
                    </a:moveTo>
                    <a:cubicBezTo>
                      <a:pt x="1412272" y="1211961"/>
                      <a:pt x="1219867" y="1398842"/>
                      <a:pt x="985171" y="1398842"/>
                    </a:cubicBezTo>
                    <a:cubicBezTo>
                      <a:pt x="750475" y="1398842"/>
                      <a:pt x="558070" y="1214247"/>
                      <a:pt x="558070" y="984028"/>
                    </a:cubicBezTo>
                    <a:cubicBezTo>
                      <a:pt x="558070" y="753809"/>
                      <a:pt x="750475" y="569214"/>
                      <a:pt x="985171" y="569214"/>
                    </a:cubicBezTo>
                    <a:cubicBezTo>
                      <a:pt x="1219867" y="569214"/>
                      <a:pt x="1412272" y="756190"/>
                      <a:pt x="1412272" y="984028"/>
                    </a:cubicBezTo>
                    <a:lnTo>
                      <a:pt x="1412272" y="984028"/>
                    </a:lnTo>
                    <a:close/>
                  </a:path>
                </a:pathLst>
              </a:custGeom>
              <a:solidFill>
                <a:schemeClr val="tx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BD9D80B6-5005-E777-D3A8-FA78D5C79465}"/>
              </a:ext>
            </a:extLst>
          </p:cNvPr>
          <p:cNvSpPr/>
          <p:nvPr/>
        </p:nvSpPr>
        <p:spPr bwMode="auto">
          <a:xfrm>
            <a:off x="3795600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Run Unit</a:t>
            </a:r>
            <a:b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Test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48A18F2-81DE-FB42-B2B0-8EE19CC88077}"/>
              </a:ext>
            </a:extLst>
          </p:cNvPr>
          <p:cNvSpPr/>
          <p:nvPr/>
        </p:nvSpPr>
        <p:spPr bwMode="auto">
          <a:xfrm>
            <a:off x="4460392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Run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Power Apps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Checker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7CC1866-9704-9199-EFA4-1EEDADE358FF}"/>
              </a:ext>
            </a:extLst>
          </p:cNvPr>
          <p:cNvSpPr/>
          <p:nvPr/>
        </p:nvSpPr>
        <p:spPr bwMode="auto">
          <a:xfrm>
            <a:off x="5125184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Export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 Solution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83B2AFB-976A-0D61-19B6-72F063CB1C10}"/>
              </a:ext>
            </a:extLst>
          </p:cNvPr>
          <p:cNvSpPr/>
          <p:nvPr/>
        </p:nvSpPr>
        <p:spPr bwMode="auto">
          <a:xfrm>
            <a:off x="5789975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Unpack to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Repo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054DD0-7FF5-4FE9-9548-0E206094A3C9}"/>
              </a:ext>
            </a:extLst>
          </p:cNvPr>
          <p:cNvSpPr/>
          <p:nvPr/>
        </p:nvSpPr>
        <p:spPr bwMode="auto">
          <a:xfrm>
            <a:off x="3389061" y="4875756"/>
            <a:ext cx="3165158" cy="82335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91440" rIns="13716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1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  <a:t>Build Pipeline Automates manual steps. </a:t>
            </a:r>
          </a:p>
          <a:p>
            <a:pPr marL="0" marR="0" lvl="0" indent="0" algn="ctr" defTabSz="9321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  <a:t>No more upload to Solution checker and manually export solution, unpack and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  <a:t>push to repo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3AB217-6121-1D7A-01EC-FCDAB1731A17}"/>
              </a:ext>
            </a:extLst>
          </p:cNvPr>
          <p:cNvSpPr txBox="1">
            <a:spLocks/>
          </p:cNvSpPr>
          <p:nvPr/>
        </p:nvSpPr>
        <p:spPr>
          <a:xfrm>
            <a:off x="7876103" y="1465031"/>
            <a:ext cx="22459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 Semibold" charset="0"/>
                <a:cs typeface="Segoe UI Semibold" charset="0"/>
              </a:rPr>
              <a:t>Release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2BDC2E-EDEE-AD49-7194-C660B0DE331B}"/>
              </a:ext>
            </a:extLst>
          </p:cNvPr>
          <p:cNvSpPr txBox="1">
            <a:spLocks/>
          </p:cNvSpPr>
          <p:nvPr/>
        </p:nvSpPr>
        <p:spPr>
          <a:xfrm>
            <a:off x="7575117" y="1757011"/>
            <a:ext cx="2847942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marL="0" marR="0" lvl="0" indent="0" algn="ctr" defTabSz="89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light" panose="020B0402040204020203" pitchFamily="34" charset="0"/>
              </a:rPr>
              <a:t>Automated, Predictive, Repeatable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145A9E-FB6E-0FAF-92AA-4C7DB84FB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75433" y="2042712"/>
            <a:ext cx="1047310" cy="1046598"/>
            <a:chOff x="6826945" y="2466740"/>
            <a:chExt cx="1264980" cy="126412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7400BB0-6978-0FCB-F402-54A513E6EA89}"/>
                </a:ext>
              </a:extLst>
            </p:cNvPr>
            <p:cNvGrpSpPr/>
            <p:nvPr/>
          </p:nvGrpSpPr>
          <p:grpSpPr>
            <a:xfrm>
              <a:off x="6826945" y="2466740"/>
              <a:ext cx="1264980" cy="1264122"/>
              <a:chOff x="6719887" y="2689955"/>
              <a:chExt cx="1479096" cy="1478092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6D66DEF-09A1-097D-3395-C7B922198530}"/>
                  </a:ext>
                </a:extLst>
              </p:cNvPr>
              <p:cNvSpPr/>
              <p:nvPr/>
            </p:nvSpPr>
            <p:spPr bwMode="auto">
              <a:xfrm>
                <a:off x="6787593" y="2757158"/>
                <a:ext cx="1343684" cy="134368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78D4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43A5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24BBD61-F174-640A-55C7-CDA5B51832BA}"/>
                  </a:ext>
                </a:extLst>
              </p:cNvPr>
              <p:cNvSpPr/>
              <p:nvPr/>
            </p:nvSpPr>
            <p:spPr>
              <a:xfrm>
                <a:off x="6719887" y="2689955"/>
                <a:ext cx="1479096" cy="1478092"/>
              </a:xfrm>
              <a:prstGeom prst="ellipse">
                <a:avLst/>
              </a:prstGeom>
              <a:noFill/>
              <a:ln w="6350" cap="rnd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FC30925-09B1-6655-5747-E5448255F855}"/>
                </a:ext>
              </a:extLst>
            </p:cNvPr>
            <p:cNvGrpSpPr/>
            <p:nvPr/>
          </p:nvGrpSpPr>
          <p:grpSpPr>
            <a:xfrm>
              <a:off x="7159739" y="2811976"/>
              <a:ext cx="599393" cy="573651"/>
              <a:chOff x="356719" y="3925962"/>
              <a:chExt cx="936988" cy="896747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22A37A9-00BD-C769-1FC0-5BA609D17086}"/>
                  </a:ext>
                </a:extLst>
              </p:cNvPr>
              <p:cNvSpPr/>
              <p:nvPr/>
            </p:nvSpPr>
            <p:spPr>
              <a:xfrm>
                <a:off x="472780" y="3925962"/>
                <a:ext cx="820927" cy="821137"/>
              </a:xfrm>
              <a:custGeom>
                <a:avLst/>
                <a:gdLst>
                  <a:gd name="connsiteX0" fmla="*/ 483295 w 820926"/>
                  <a:gd name="connsiteY0" fmla="*/ 610974 h 821134"/>
                  <a:gd name="connsiteX1" fmla="*/ 483295 w 820926"/>
                  <a:gd name="connsiteY1" fmla="*/ 610975 h 821134"/>
                  <a:gd name="connsiteX2" fmla="*/ 487260 w 820926"/>
                  <a:gd name="connsiteY2" fmla="*/ 653826 h 821134"/>
                  <a:gd name="connsiteX3" fmla="*/ 487480 w 820926"/>
                  <a:gd name="connsiteY3" fmla="*/ 667052 h 821134"/>
                  <a:gd name="connsiteX4" fmla="*/ 487480 w 820926"/>
                  <a:gd name="connsiteY4" fmla="*/ 667052 h 821134"/>
                  <a:gd name="connsiteX5" fmla="*/ 487260 w 820926"/>
                  <a:gd name="connsiteY5" fmla="*/ 653825 h 821134"/>
                  <a:gd name="connsiteX6" fmla="*/ 738020 w 820926"/>
                  <a:gd name="connsiteY6" fmla="*/ 82903 h 821134"/>
                  <a:gd name="connsiteX7" fmla="*/ 706559 w 820926"/>
                  <a:gd name="connsiteY7" fmla="*/ 85966 h 821134"/>
                  <a:gd name="connsiteX8" fmla="*/ 574513 w 820926"/>
                  <a:gd name="connsiteY8" fmla="*/ 119407 h 821134"/>
                  <a:gd name="connsiteX9" fmla="*/ 467440 w 820926"/>
                  <a:gd name="connsiteY9" fmla="*/ 187866 h 821134"/>
                  <a:gd name="connsiteX10" fmla="*/ 369713 w 820926"/>
                  <a:gd name="connsiteY10" fmla="*/ 285707 h 821134"/>
                  <a:gd name="connsiteX11" fmla="*/ 259648 w 820926"/>
                  <a:gd name="connsiteY11" fmla="*/ 336124 h 821134"/>
                  <a:gd name="connsiteX12" fmla="*/ 167216 w 820926"/>
                  <a:gd name="connsiteY12" fmla="*/ 333814 h 821134"/>
                  <a:gd name="connsiteX13" fmla="*/ 136238 w 820926"/>
                  <a:gd name="connsiteY13" fmla="*/ 337585 h 821134"/>
                  <a:gd name="connsiteX14" fmla="*/ 109566 w 820926"/>
                  <a:gd name="connsiteY14" fmla="*/ 362816 h 821134"/>
                  <a:gd name="connsiteX15" fmla="*/ 101659 w 820926"/>
                  <a:gd name="connsiteY15" fmla="*/ 375373 h 821134"/>
                  <a:gd name="connsiteX16" fmla="*/ 84876 w 820926"/>
                  <a:gd name="connsiteY16" fmla="*/ 410933 h 821134"/>
                  <a:gd name="connsiteX17" fmla="*/ 84876 w 820926"/>
                  <a:gd name="connsiteY17" fmla="*/ 410934 h 821134"/>
                  <a:gd name="connsiteX18" fmla="*/ 101659 w 820926"/>
                  <a:gd name="connsiteY18" fmla="*/ 375374 h 821134"/>
                  <a:gd name="connsiteX19" fmla="*/ 109566 w 820926"/>
                  <a:gd name="connsiteY19" fmla="*/ 362817 h 821134"/>
                  <a:gd name="connsiteX20" fmla="*/ 136238 w 820926"/>
                  <a:gd name="connsiteY20" fmla="*/ 337586 h 821134"/>
                  <a:gd name="connsiteX21" fmla="*/ 167216 w 820926"/>
                  <a:gd name="connsiteY21" fmla="*/ 333815 h 821134"/>
                  <a:gd name="connsiteX22" fmla="*/ 259648 w 820926"/>
                  <a:gd name="connsiteY22" fmla="*/ 336125 h 821134"/>
                  <a:gd name="connsiteX23" fmla="*/ 369713 w 820926"/>
                  <a:gd name="connsiteY23" fmla="*/ 285708 h 821134"/>
                  <a:gd name="connsiteX24" fmla="*/ 467440 w 820926"/>
                  <a:gd name="connsiteY24" fmla="*/ 187867 h 821134"/>
                  <a:gd name="connsiteX25" fmla="*/ 574513 w 820926"/>
                  <a:gd name="connsiteY25" fmla="*/ 119408 h 821134"/>
                  <a:gd name="connsiteX26" fmla="*/ 706559 w 820926"/>
                  <a:gd name="connsiteY26" fmla="*/ 85967 h 821134"/>
                  <a:gd name="connsiteX27" fmla="*/ 738020 w 820926"/>
                  <a:gd name="connsiteY27" fmla="*/ 82904 h 821134"/>
                  <a:gd name="connsiteX28" fmla="*/ 760010 w 820926"/>
                  <a:gd name="connsiteY28" fmla="*/ 750 h 821134"/>
                  <a:gd name="connsiteX29" fmla="*/ 803801 w 820926"/>
                  <a:gd name="connsiteY29" fmla="*/ 17128 h 821134"/>
                  <a:gd name="connsiteX30" fmla="*/ 780204 w 820926"/>
                  <a:gd name="connsiteY30" fmla="*/ 272270 h 821134"/>
                  <a:gd name="connsiteX31" fmla="*/ 691837 w 820926"/>
                  <a:gd name="connsiteY31" fmla="*/ 411979 h 821134"/>
                  <a:gd name="connsiteX32" fmla="*/ 593866 w 820926"/>
                  <a:gd name="connsiteY32" fmla="*/ 510064 h 821134"/>
                  <a:gd name="connsiteX33" fmla="*/ 569337 w 820926"/>
                  <a:gd name="connsiteY33" fmla="*/ 642755 h 821134"/>
                  <a:gd name="connsiteX34" fmla="*/ 570488 w 820926"/>
                  <a:gd name="connsiteY34" fmla="*/ 656376 h 821134"/>
                  <a:gd name="connsiteX35" fmla="*/ 570326 w 820926"/>
                  <a:gd name="connsiteY35" fmla="*/ 669955 h 821134"/>
                  <a:gd name="connsiteX36" fmla="*/ 569780 w 820926"/>
                  <a:gd name="connsiteY36" fmla="*/ 676577 h 821134"/>
                  <a:gd name="connsiteX37" fmla="*/ 561671 w 820926"/>
                  <a:gd name="connsiteY37" fmla="*/ 712077 h 821134"/>
                  <a:gd name="connsiteX38" fmla="*/ 430193 w 820926"/>
                  <a:gd name="connsiteY38" fmla="*/ 817220 h 821134"/>
                  <a:gd name="connsiteX39" fmla="*/ 355031 w 820926"/>
                  <a:gd name="connsiteY39" fmla="*/ 798220 h 821134"/>
                  <a:gd name="connsiteX40" fmla="*/ 188954 w 820926"/>
                  <a:gd name="connsiteY40" fmla="*/ 631971 h 821134"/>
                  <a:gd name="connsiteX41" fmla="*/ 22918 w 820926"/>
                  <a:gd name="connsiteY41" fmla="*/ 466112 h 821134"/>
                  <a:gd name="connsiteX42" fmla="*/ 3889 w 820926"/>
                  <a:gd name="connsiteY42" fmla="*/ 391015 h 821134"/>
                  <a:gd name="connsiteX43" fmla="*/ 108979 w 820926"/>
                  <a:gd name="connsiteY43" fmla="*/ 259373 h 821134"/>
                  <a:gd name="connsiteX44" fmla="*/ 145964 w 820926"/>
                  <a:gd name="connsiteY44" fmla="*/ 251133 h 821134"/>
                  <a:gd name="connsiteX45" fmla="*/ 178358 w 820926"/>
                  <a:gd name="connsiteY45" fmla="*/ 251740 h 821134"/>
                  <a:gd name="connsiteX46" fmla="*/ 311109 w 820926"/>
                  <a:gd name="connsiteY46" fmla="*/ 227176 h 821134"/>
                  <a:gd name="connsiteX47" fmla="*/ 408840 w 820926"/>
                  <a:gd name="connsiteY47" fmla="*/ 129336 h 821134"/>
                  <a:gd name="connsiteX48" fmla="*/ 548891 w 820926"/>
                  <a:gd name="connsiteY48" fmla="*/ 40646 h 821134"/>
                  <a:gd name="connsiteX49" fmla="*/ 760010 w 820926"/>
                  <a:gd name="connsiteY49" fmla="*/ 750 h 821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20926" h="821134">
                    <a:moveTo>
                      <a:pt x="483295" y="610974"/>
                    </a:moveTo>
                    <a:lnTo>
                      <a:pt x="483295" y="610975"/>
                    </a:lnTo>
                    <a:cubicBezTo>
                      <a:pt x="483957" y="626670"/>
                      <a:pt x="485560" y="641268"/>
                      <a:pt x="487260" y="653826"/>
                    </a:cubicBezTo>
                    <a:lnTo>
                      <a:pt x="487480" y="667052"/>
                    </a:lnTo>
                    <a:lnTo>
                      <a:pt x="487480" y="667052"/>
                    </a:lnTo>
                    <a:cubicBezTo>
                      <a:pt x="487964" y="661954"/>
                      <a:pt x="487765" y="657565"/>
                      <a:pt x="487260" y="653825"/>
                    </a:cubicBezTo>
                    <a:close/>
                    <a:moveTo>
                      <a:pt x="738020" y="82903"/>
                    </a:moveTo>
                    <a:cubicBezTo>
                      <a:pt x="729568" y="83166"/>
                      <a:pt x="719074" y="84111"/>
                      <a:pt x="706559" y="85966"/>
                    </a:cubicBezTo>
                    <a:cubicBezTo>
                      <a:pt x="665224" y="92093"/>
                      <a:pt x="616187" y="105849"/>
                      <a:pt x="574513" y="119407"/>
                    </a:cubicBezTo>
                    <a:cubicBezTo>
                      <a:pt x="535829" y="131995"/>
                      <a:pt x="499614" y="155659"/>
                      <a:pt x="467440" y="187866"/>
                    </a:cubicBezTo>
                    <a:lnTo>
                      <a:pt x="369713" y="285707"/>
                    </a:lnTo>
                    <a:cubicBezTo>
                      <a:pt x="335779" y="319669"/>
                      <a:pt x="293659" y="331979"/>
                      <a:pt x="259648" y="336124"/>
                    </a:cubicBezTo>
                    <a:cubicBezTo>
                      <a:pt x="225716" y="340264"/>
                      <a:pt x="192392" y="337231"/>
                      <a:pt x="167216" y="333814"/>
                    </a:cubicBezTo>
                    <a:cubicBezTo>
                      <a:pt x="159674" y="332787"/>
                      <a:pt x="149503" y="332959"/>
                      <a:pt x="136238" y="337585"/>
                    </a:cubicBezTo>
                    <a:cubicBezTo>
                      <a:pt x="131202" y="339334"/>
                      <a:pt x="121597" y="345502"/>
                      <a:pt x="109566" y="362816"/>
                    </a:cubicBezTo>
                    <a:cubicBezTo>
                      <a:pt x="106795" y="366799"/>
                      <a:pt x="104167" y="371011"/>
                      <a:pt x="101659" y="375373"/>
                    </a:cubicBezTo>
                    <a:cubicBezTo>
                      <a:pt x="95168" y="386682"/>
                      <a:pt x="89527" y="398997"/>
                      <a:pt x="84876" y="410933"/>
                    </a:cubicBezTo>
                    <a:lnTo>
                      <a:pt x="84876" y="410934"/>
                    </a:lnTo>
                    <a:lnTo>
                      <a:pt x="101659" y="375374"/>
                    </a:lnTo>
                    <a:cubicBezTo>
                      <a:pt x="104167" y="371012"/>
                      <a:pt x="106795" y="366800"/>
                      <a:pt x="109566" y="362817"/>
                    </a:cubicBezTo>
                    <a:cubicBezTo>
                      <a:pt x="121597" y="345503"/>
                      <a:pt x="131202" y="339335"/>
                      <a:pt x="136238" y="337586"/>
                    </a:cubicBezTo>
                    <a:cubicBezTo>
                      <a:pt x="149503" y="332960"/>
                      <a:pt x="159674" y="332788"/>
                      <a:pt x="167216" y="333815"/>
                    </a:cubicBezTo>
                    <a:cubicBezTo>
                      <a:pt x="192392" y="337232"/>
                      <a:pt x="225716" y="340265"/>
                      <a:pt x="259648" y="336125"/>
                    </a:cubicBezTo>
                    <a:cubicBezTo>
                      <a:pt x="293659" y="331980"/>
                      <a:pt x="335779" y="319670"/>
                      <a:pt x="369713" y="285708"/>
                    </a:cubicBezTo>
                    <a:lnTo>
                      <a:pt x="467440" y="187867"/>
                    </a:lnTo>
                    <a:cubicBezTo>
                      <a:pt x="499614" y="155660"/>
                      <a:pt x="535829" y="131996"/>
                      <a:pt x="574513" y="119408"/>
                    </a:cubicBezTo>
                    <a:cubicBezTo>
                      <a:pt x="616187" y="105850"/>
                      <a:pt x="665224" y="92094"/>
                      <a:pt x="706559" y="85967"/>
                    </a:cubicBezTo>
                    <a:lnTo>
                      <a:pt x="738020" y="82904"/>
                    </a:lnTo>
                    <a:close/>
                    <a:moveTo>
                      <a:pt x="760010" y="750"/>
                    </a:moveTo>
                    <a:cubicBezTo>
                      <a:pt x="778950" y="2529"/>
                      <a:pt x="794256" y="7586"/>
                      <a:pt x="803801" y="17128"/>
                    </a:cubicBezTo>
                    <a:cubicBezTo>
                      <a:pt x="842000" y="55326"/>
                      <a:pt x="808311" y="185900"/>
                      <a:pt x="780204" y="272270"/>
                    </a:cubicBezTo>
                    <a:cubicBezTo>
                      <a:pt x="762893" y="325437"/>
                      <a:pt x="731349" y="372421"/>
                      <a:pt x="691837" y="411979"/>
                    </a:cubicBezTo>
                    <a:lnTo>
                      <a:pt x="593866" y="510064"/>
                    </a:lnTo>
                    <a:cubicBezTo>
                      <a:pt x="561551" y="542412"/>
                      <a:pt x="563228" y="597437"/>
                      <a:pt x="569337" y="642755"/>
                    </a:cubicBezTo>
                    <a:cubicBezTo>
                      <a:pt x="569925" y="647133"/>
                      <a:pt x="570326" y="651676"/>
                      <a:pt x="570488" y="656376"/>
                    </a:cubicBezTo>
                    <a:cubicBezTo>
                      <a:pt x="570650" y="660770"/>
                      <a:pt x="570612" y="665296"/>
                      <a:pt x="570326" y="669955"/>
                    </a:cubicBezTo>
                    <a:cubicBezTo>
                      <a:pt x="570206" y="672134"/>
                      <a:pt x="570024" y="674345"/>
                      <a:pt x="569780" y="676577"/>
                    </a:cubicBezTo>
                    <a:cubicBezTo>
                      <a:pt x="568587" y="687730"/>
                      <a:pt x="566020" y="699591"/>
                      <a:pt x="561671" y="712077"/>
                    </a:cubicBezTo>
                    <a:cubicBezTo>
                      <a:pt x="542178" y="768026"/>
                      <a:pt x="475308" y="800903"/>
                      <a:pt x="430193" y="817220"/>
                    </a:cubicBezTo>
                    <a:cubicBezTo>
                      <a:pt x="403705" y="826803"/>
                      <a:pt x="374931" y="818152"/>
                      <a:pt x="355031" y="798220"/>
                    </a:cubicBezTo>
                    <a:lnTo>
                      <a:pt x="188954" y="631971"/>
                    </a:lnTo>
                    <a:lnTo>
                      <a:pt x="22918" y="466112"/>
                    </a:lnTo>
                    <a:cubicBezTo>
                      <a:pt x="3000" y="446221"/>
                      <a:pt x="-5655" y="417493"/>
                      <a:pt x="3889" y="391015"/>
                    </a:cubicBezTo>
                    <a:cubicBezTo>
                      <a:pt x="20168" y="345855"/>
                      <a:pt x="52987" y="278883"/>
                      <a:pt x="108979" y="259373"/>
                    </a:cubicBezTo>
                    <a:cubicBezTo>
                      <a:pt x="122022" y="254829"/>
                      <a:pt x="134377" y="252245"/>
                      <a:pt x="145964" y="251133"/>
                    </a:cubicBezTo>
                    <a:cubicBezTo>
                      <a:pt x="157550" y="250021"/>
                      <a:pt x="168389" y="250385"/>
                      <a:pt x="178358" y="251740"/>
                    </a:cubicBezTo>
                    <a:cubicBezTo>
                      <a:pt x="223694" y="257897"/>
                      <a:pt x="278777" y="259550"/>
                      <a:pt x="311109" y="227176"/>
                    </a:cubicBezTo>
                    <a:lnTo>
                      <a:pt x="408840" y="129336"/>
                    </a:lnTo>
                    <a:cubicBezTo>
                      <a:pt x="448473" y="89662"/>
                      <a:pt x="495568" y="57995"/>
                      <a:pt x="548891" y="40646"/>
                    </a:cubicBezTo>
                    <a:cubicBezTo>
                      <a:pt x="613666" y="19573"/>
                      <a:pt x="703190" y="-4588"/>
                      <a:pt x="760010" y="750"/>
                    </a:cubicBezTo>
                    <a:close/>
                  </a:path>
                </a:pathLst>
              </a:custGeom>
              <a:solidFill>
                <a:schemeClr val="tx2"/>
              </a:solidFill>
              <a:ln w="414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E75F767-5AA6-727B-936E-9490F56A4592}"/>
                  </a:ext>
                </a:extLst>
              </p:cNvPr>
              <p:cNvSpPr/>
              <p:nvPr/>
            </p:nvSpPr>
            <p:spPr>
              <a:xfrm>
                <a:off x="871713" y="4182444"/>
                <a:ext cx="165652" cy="165653"/>
              </a:xfrm>
              <a:custGeom>
                <a:avLst/>
                <a:gdLst>
                  <a:gd name="connsiteX0" fmla="*/ 141387 w 165652"/>
                  <a:gd name="connsiteY0" fmla="*/ 141394 h 165652"/>
                  <a:gd name="connsiteX1" fmla="*/ 24267 w 165652"/>
                  <a:gd name="connsiteY1" fmla="*/ 141394 h 165652"/>
                  <a:gd name="connsiteX2" fmla="*/ 24267 w 165652"/>
                  <a:gd name="connsiteY2" fmla="*/ 24258 h 165652"/>
                  <a:gd name="connsiteX3" fmla="*/ 141387 w 165652"/>
                  <a:gd name="connsiteY3" fmla="*/ 24258 h 165652"/>
                  <a:gd name="connsiteX4" fmla="*/ 141387 w 165652"/>
                  <a:gd name="connsiteY4" fmla="*/ 141394 h 165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652" h="165652">
                    <a:moveTo>
                      <a:pt x="141387" y="141394"/>
                    </a:moveTo>
                    <a:cubicBezTo>
                      <a:pt x="109052" y="173738"/>
                      <a:pt x="56598" y="173738"/>
                      <a:pt x="24267" y="141394"/>
                    </a:cubicBezTo>
                    <a:cubicBezTo>
                      <a:pt x="-8089" y="109045"/>
                      <a:pt x="-8089" y="56607"/>
                      <a:pt x="24267" y="24258"/>
                    </a:cubicBezTo>
                    <a:cubicBezTo>
                      <a:pt x="56598" y="-8086"/>
                      <a:pt x="109052" y="-8086"/>
                      <a:pt x="141387" y="24258"/>
                    </a:cubicBezTo>
                    <a:cubicBezTo>
                      <a:pt x="173743" y="56607"/>
                      <a:pt x="173743" y="109045"/>
                      <a:pt x="141387" y="141394"/>
                    </a:cubicBezTo>
                    <a:close/>
                  </a:path>
                </a:pathLst>
              </a:custGeom>
              <a:solidFill>
                <a:srgbClr val="0078D4"/>
              </a:solidFill>
              <a:ln w="414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BA39AC9-C71E-3AA5-55C0-4EA1CDF348BB}"/>
                  </a:ext>
                </a:extLst>
              </p:cNvPr>
              <p:cNvSpPr/>
              <p:nvPr/>
            </p:nvSpPr>
            <p:spPr>
              <a:xfrm>
                <a:off x="356739" y="4569203"/>
                <a:ext cx="248479" cy="248479"/>
              </a:xfrm>
              <a:custGeom>
                <a:avLst/>
                <a:gdLst>
                  <a:gd name="connsiteX0" fmla="*/ 275676 w 248478"/>
                  <a:gd name="connsiteY0" fmla="*/ 12132 h 248478"/>
                  <a:gd name="connsiteX1" fmla="*/ 217115 w 248478"/>
                  <a:gd name="connsiteY1" fmla="*/ 12132 h 248478"/>
                  <a:gd name="connsiteX2" fmla="*/ 12133 w 248478"/>
                  <a:gd name="connsiteY2" fmla="*/ 217114 h 248478"/>
                  <a:gd name="connsiteX3" fmla="*/ 12133 w 248478"/>
                  <a:gd name="connsiteY3" fmla="*/ 275680 h 248478"/>
                  <a:gd name="connsiteX4" fmla="*/ 70693 w 248478"/>
                  <a:gd name="connsiteY4" fmla="*/ 275680 h 248478"/>
                  <a:gd name="connsiteX5" fmla="*/ 275676 w 248478"/>
                  <a:gd name="connsiteY5" fmla="*/ 70698 h 248478"/>
                  <a:gd name="connsiteX6" fmla="*/ 275676 w 248478"/>
                  <a:gd name="connsiteY6" fmla="*/ 12132 h 248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8478" h="248478">
                    <a:moveTo>
                      <a:pt x="275676" y="12132"/>
                    </a:moveTo>
                    <a:cubicBezTo>
                      <a:pt x="259499" y="-4044"/>
                      <a:pt x="233292" y="-4044"/>
                      <a:pt x="217115" y="12132"/>
                    </a:cubicBezTo>
                    <a:lnTo>
                      <a:pt x="12133" y="217114"/>
                    </a:lnTo>
                    <a:cubicBezTo>
                      <a:pt x="-4044" y="233286"/>
                      <a:pt x="-4044" y="259509"/>
                      <a:pt x="12133" y="275680"/>
                    </a:cubicBezTo>
                    <a:cubicBezTo>
                      <a:pt x="28310" y="291852"/>
                      <a:pt x="54516" y="291852"/>
                      <a:pt x="70693" y="275680"/>
                    </a:cubicBezTo>
                    <a:lnTo>
                      <a:pt x="275676" y="70698"/>
                    </a:lnTo>
                    <a:cubicBezTo>
                      <a:pt x="291853" y="54526"/>
                      <a:pt x="291853" y="28304"/>
                      <a:pt x="275676" y="12132"/>
                    </a:cubicBezTo>
                    <a:close/>
                  </a:path>
                </a:pathLst>
              </a:custGeom>
              <a:solidFill>
                <a:srgbClr val="0078D4"/>
              </a:solidFill>
              <a:ln w="414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15ADD6C-2CF5-C9CC-7B4F-6E6D698D6ADD}"/>
                  </a:ext>
                </a:extLst>
              </p:cNvPr>
              <p:cNvSpPr/>
              <p:nvPr/>
            </p:nvSpPr>
            <p:spPr>
              <a:xfrm>
                <a:off x="356719" y="4481348"/>
                <a:ext cx="165652" cy="165653"/>
              </a:xfrm>
              <a:custGeom>
                <a:avLst/>
                <a:gdLst>
                  <a:gd name="connsiteX0" fmla="*/ 129274 w 165652"/>
                  <a:gd name="connsiteY0" fmla="*/ 12135 h 165652"/>
                  <a:gd name="connsiteX1" fmla="*/ 187835 w 165652"/>
                  <a:gd name="connsiteY1" fmla="*/ 12135 h 165652"/>
                  <a:gd name="connsiteX2" fmla="*/ 187835 w 165652"/>
                  <a:gd name="connsiteY2" fmla="*/ 70701 h 165652"/>
                  <a:gd name="connsiteX3" fmla="*/ 70714 w 165652"/>
                  <a:gd name="connsiteY3" fmla="*/ 187830 h 165652"/>
                  <a:gd name="connsiteX4" fmla="*/ 12133 w 165652"/>
                  <a:gd name="connsiteY4" fmla="*/ 187830 h 165652"/>
                  <a:gd name="connsiteX5" fmla="*/ 12133 w 165652"/>
                  <a:gd name="connsiteY5" fmla="*/ 129264 h 165652"/>
                  <a:gd name="connsiteX6" fmla="*/ 129274 w 165652"/>
                  <a:gd name="connsiteY6" fmla="*/ 12135 h 165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5652" h="165652">
                    <a:moveTo>
                      <a:pt x="129274" y="12135"/>
                    </a:moveTo>
                    <a:cubicBezTo>
                      <a:pt x="145451" y="-4045"/>
                      <a:pt x="171658" y="-4045"/>
                      <a:pt x="187835" y="12135"/>
                    </a:cubicBezTo>
                    <a:cubicBezTo>
                      <a:pt x="204012" y="28307"/>
                      <a:pt x="204012" y="54525"/>
                      <a:pt x="187835" y="70701"/>
                    </a:cubicBezTo>
                    <a:lnTo>
                      <a:pt x="70714" y="187830"/>
                    </a:lnTo>
                    <a:cubicBezTo>
                      <a:pt x="54536" y="204006"/>
                      <a:pt x="28310" y="204006"/>
                      <a:pt x="12133" y="187830"/>
                    </a:cubicBezTo>
                    <a:cubicBezTo>
                      <a:pt x="-4044" y="171658"/>
                      <a:pt x="-4044" y="145435"/>
                      <a:pt x="12133" y="129264"/>
                    </a:cubicBezTo>
                    <a:lnTo>
                      <a:pt x="129274" y="12135"/>
                    </a:lnTo>
                    <a:close/>
                  </a:path>
                </a:pathLst>
              </a:custGeom>
              <a:solidFill>
                <a:srgbClr val="0078D4"/>
              </a:solidFill>
              <a:ln w="414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6BA151A-4B9B-5233-0A78-0171D410512B}"/>
                  </a:ext>
                </a:extLst>
              </p:cNvPr>
              <p:cNvSpPr/>
              <p:nvPr/>
            </p:nvSpPr>
            <p:spPr>
              <a:xfrm>
                <a:off x="532420" y="4657056"/>
                <a:ext cx="165652" cy="165653"/>
              </a:xfrm>
              <a:custGeom>
                <a:avLst/>
                <a:gdLst>
                  <a:gd name="connsiteX0" fmla="*/ 187835 w 165652"/>
                  <a:gd name="connsiteY0" fmla="*/ 12132 h 165652"/>
                  <a:gd name="connsiteX1" fmla="*/ 129274 w 165652"/>
                  <a:gd name="connsiteY1" fmla="*/ 12132 h 165652"/>
                  <a:gd name="connsiteX2" fmla="*/ 12133 w 165652"/>
                  <a:gd name="connsiteY2" fmla="*/ 129265 h 165652"/>
                  <a:gd name="connsiteX3" fmla="*/ 12133 w 165652"/>
                  <a:gd name="connsiteY3" fmla="*/ 187831 h 165652"/>
                  <a:gd name="connsiteX4" fmla="*/ 70714 w 165652"/>
                  <a:gd name="connsiteY4" fmla="*/ 187831 h 165652"/>
                  <a:gd name="connsiteX5" fmla="*/ 187835 w 165652"/>
                  <a:gd name="connsiteY5" fmla="*/ 70698 h 165652"/>
                  <a:gd name="connsiteX6" fmla="*/ 199947 w 165652"/>
                  <a:gd name="connsiteY6" fmla="*/ 40169 h 165652"/>
                  <a:gd name="connsiteX7" fmla="*/ 187835 w 165652"/>
                  <a:gd name="connsiteY7" fmla="*/ 12132 h 165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5652" h="165652">
                    <a:moveTo>
                      <a:pt x="187835" y="12132"/>
                    </a:moveTo>
                    <a:cubicBezTo>
                      <a:pt x="171658" y="-4044"/>
                      <a:pt x="145451" y="-4044"/>
                      <a:pt x="129274" y="12132"/>
                    </a:cubicBezTo>
                    <a:lnTo>
                      <a:pt x="12133" y="129265"/>
                    </a:lnTo>
                    <a:cubicBezTo>
                      <a:pt x="-4044" y="145436"/>
                      <a:pt x="-4044" y="171659"/>
                      <a:pt x="12133" y="187831"/>
                    </a:cubicBezTo>
                    <a:cubicBezTo>
                      <a:pt x="28310" y="204007"/>
                      <a:pt x="54537" y="204007"/>
                      <a:pt x="70714" y="187831"/>
                    </a:cubicBezTo>
                    <a:lnTo>
                      <a:pt x="187835" y="70698"/>
                    </a:lnTo>
                    <a:cubicBezTo>
                      <a:pt x="196247" y="62296"/>
                      <a:pt x="200291" y="51180"/>
                      <a:pt x="199947" y="40169"/>
                    </a:cubicBezTo>
                    <a:cubicBezTo>
                      <a:pt x="199644" y="29989"/>
                      <a:pt x="195600" y="19905"/>
                      <a:pt x="187835" y="12132"/>
                    </a:cubicBezTo>
                    <a:close/>
                  </a:path>
                </a:pathLst>
              </a:custGeom>
              <a:solidFill>
                <a:srgbClr val="0078D4"/>
              </a:solidFill>
              <a:ln w="414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6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69FED156-58CA-B13C-E0CC-B699531376DD}"/>
              </a:ext>
            </a:extLst>
          </p:cNvPr>
          <p:cNvSpPr/>
          <p:nvPr/>
        </p:nvSpPr>
        <p:spPr bwMode="auto">
          <a:xfrm>
            <a:off x="6745054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Run Unit</a:t>
            </a:r>
            <a:b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Test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B7FAD8-4CE6-CAE3-6597-50B8DFC6EC0C}"/>
              </a:ext>
            </a:extLst>
          </p:cNvPr>
          <p:cNvSpPr/>
          <p:nvPr/>
        </p:nvSpPr>
        <p:spPr bwMode="auto">
          <a:xfrm>
            <a:off x="7396613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Pack</a:t>
            </a:r>
            <a:b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Solution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131AA82-402B-6CFC-7CC8-4B0CEF39255B}"/>
              </a:ext>
            </a:extLst>
          </p:cNvPr>
          <p:cNvSpPr/>
          <p:nvPr/>
        </p:nvSpPr>
        <p:spPr bwMode="auto">
          <a:xfrm>
            <a:off x="8048172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Run</a:t>
            </a:r>
            <a:b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</a:b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Solution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Checker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22AE9D6-D0C6-96A6-17E9-79C9BAE251CC}"/>
              </a:ext>
            </a:extLst>
          </p:cNvPr>
          <p:cNvSpPr/>
          <p:nvPr/>
        </p:nvSpPr>
        <p:spPr bwMode="auto">
          <a:xfrm>
            <a:off x="8699731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Run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Integration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Test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4ADE94D-21E8-164E-3612-F8F55A089DB5}"/>
              </a:ext>
            </a:extLst>
          </p:cNvPr>
          <p:cNvSpPr/>
          <p:nvPr/>
        </p:nvSpPr>
        <p:spPr bwMode="auto">
          <a:xfrm>
            <a:off x="9351290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Import as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unmanaged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B504255-87D0-9A7C-0258-9C6CF4884A7C}"/>
              </a:ext>
            </a:extLst>
          </p:cNvPr>
          <p:cNvSpPr/>
          <p:nvPr/>
        </p:nvSpPr>
        <p:spPr bwMode="auto">
          <a:xfrm>
            <a:off x="10002849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Increment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Version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69DA44E-0AE7-7CD3-9DA7-0B77BEA265C1}"/>
              </a:ext>
            </a:extLst>
          </p:cNvPr>
          <p:cNvSpPr/>
          <p:nvPr/>
        </p:nvSpPr>
        <p:spPr bwMode="auto">
          <a:xfrm>
            <a:off x="10654406" y="3191827"/>
            <a:ext cx="601300" cy="6013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Export </a:t>
            </a:r>
          </a:p>
          <a:p>
            <a:pPr marL="0" marR="0" lvl="0" indent="0" algn="ctr" defTabSz="9130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Managed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134E53-0F8F-D635-EA58-E8F46D991992}"/>
              </a:ext>
            </a:extLst>
          </p:cNvPr>
          <p:cNvSpPr/>
          <p:nvPr/>
        </p:nvSpPr>
        <p:spPr bwMode="auto">
          <a:xfrm>
            <a:off x="7464457" y="4875756"/>
            <a:ext cx="2657444" cy="82335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91440" rIns="13716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1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 Semibold" charset="0"/>
                <a:cs typeface="Segoe UI Semibold" charset="0"/>
              </a:rPr>
              <a:t>Automated Release Pipeline removes manual steps. Weekly, daily or hourly releases becomes the new standard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3C55A37-7FB7-CD93-9032-82AEF2D4B629}"/>
              </a:ext>
            </a:extLst>
          </p:cNvPr>
          <p:cNvSpPr>
            <a:spLocks/>
          </p:cNvSpPr>
          <p:nvPr/>
        </p:nvSpPr>
        <p:spPr bwMode="auto">
          <a:xfrm>
            <a:off x="774707" y="5802999"/>
            <a:ext cx="10642588" cy="359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11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 Semibold" charset="0"/>
                <a:cs typeface="Segoe Sans Display Semilight" pitchFamily="2" charset="0"/>
              </a:rPr>
              <a:t>Powered by Azure DevOps and Git</a:t>
            </a:r>
          </a:p>
        </p:txBody>
      </p:sp>
    </p:spTree>
    <p:extLst>
      <p:ext uri="{BB962C8B-B14F-4D97-AF65-F5344CB8AC3E}">
        <p14:creationId xmlns:p14="http://schemas.microsoft.com/office/powerpoint/2010/main" val="115930672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CE95-24EF-6D6A-32AC-FB5C1214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Identify Microsoft Power Platform Environments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CF3F6-29B5-F827-B840-D531FCDFF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2" y="1289050"/>
            <a:ext cx="11013474" cy="4983734"/>
          </a:xfrm>
          <a:prstGeom prst="rect">
            <a:avLst/>
          </a:prstGeom>
          <a:solidFill>
            <a:schemeClr val="bg1"/>
          </a:solidFill>
          <a:ln w="38100">
            <a:solidFill>
              <a:srgbClr val="C73ECC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Screenshot of Microsoft Power Platform Admin Center displaying a list of environments including Personal Productivity, Production, Test, and Development.">
            <a:extLst>
              <a:ext uri="{FF2B5EF4-FFF2-40B4-BE49-F238E27FC236}">
                <a16:creationId xmlns:a16="http://schemas.microsoft.com/office/drawing/2014/main" id="{2EE60340-2A7E-39C3-A844-88C4B09512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3798" y="1784319"/>
            <a:ext cx="10822402" cy="399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44434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022B3-D6F3-2F4E-F404-2D2811BF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81DAF6-784D-0DBB-4727-4DB8ED537921}"/>
              </a:ext>
            </a:extLst>
          </p:cNvPr>
          <p:cNvSpPr/>
          <p:nvPr/>
        </p:nvSpPr>
        <p:spPr>
          <a:xfrm>
            <a:off x="812800" y="16548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0CD648-DB3B-5098-B492-2E096A39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157760"/>
            <a:ext cx="10883392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930"/>
              </a:lnSpc>
            </a:pPr>
            <a:r>
              <a:rPr lang="en-US" sz="6600" b="1" i="0" dirty="0">
                <a:solidFill>
                  <a:srgbClr val="F4F1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</a:t>
            </a:r>
            <a:endParaRPr lang="en-US" sz="6600" b="1" dirty="0">
              <a:solidFill>
                <a:srgbClr val="F4F1FA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3858D5-A6C4-F806-CE48-5B6FF34F92EB}"/>
              </a:ext>
            </a:extLst>
          </p:cNvPr>
          <p:cNvSpPr/>
          <p:nvPr/>
        </p:nvSpPr>
        <p:spPr>
          <a:xfrm>
            <a:off x="812800" y="3156601"/>
            <a:ext cx="889000" cy="50800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C36B88-BDFD-29D8-DA60-E1A871D76BCB}"/>
              </a:ext>
            </a:extLst>
          </p:cNvPr>
          <p:cNvSpPr/>
          <p:nvPr/>
        </p:nvSpPr>
        <p:spPr>
          <a:xfrm>
            <a:off x="812799" y="3442939"/>
            <a:ext cx="10626659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lnSpc>
                <a:spcPts val="2860"/>
              </a:lnSpc>
              <a:defRPr/>
            </a:pPr>
            <a:r>
              <a:rPr lang="en-US" sz="220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</a:t>
            </a: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Banking: test a payments module and add diagnostics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H2. Finance: package a managed solution with environment variables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H3. Supply Chain: configure connection references and deploy to test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6" name="Image 0" descr="Code">
            <a:extLst>
              <a:ext uri="{FF2B5EF4-FFF2-40B4-BE49-F238E27FC236}">
                <a16:creationId xmlns:a16="http://schemas.microsoft.com/office/drawing/2014/main" id="{13109805-ABAF-520B-5A05-B22DFE06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63200" y="8128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44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AC67-E814-EAAD-C01A-41CE5EB3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Closing slide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4F4DE7-C129-72C8-6B68-3FB890D46E64}"/>
              </a:ext>
            </a:extLst>
          </p:cNvPr>
          <p:cNvSpPr txBox="1">
            <a:spLocks/>
          </p:cNvSpPr>
          <p:nvPr/>
        </p:nvSpPr>
        <p:spPr>
          <a:xfrm>
            <a:off x="584200" y="2976187"/>
            <a:ext cx="5325533" cy="55758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555860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ower Apps Code Apps Quickstart">
  <a:themeElements>
    <a:clrScheme name="Power Apps Code Apps Quickstart">
      <a:dk1>
        <a:srgbClr val="1E1736"/>
      </a:dk1>
      <a:lt1>
        <a:srgbClr val="F6F4FA"/>
      </a:lt1>
      <a:dk2>
        <a:srgbClr val="544E67"/>
      </a:dk2>
      <a:lt2>
        <a:srgbClr val="E0DEE6"/>
      </a:lt2>
      <a:accent1>
        <a:srgbClr val="6B2FD6"/>
      </a:accent1>
      <a:accent2>
        <a:srgbClr val="F4B942"/>
      </a:accent2>
      <a:accent3>
        <a:srgbClr val="2A2250"/>
      </a:accent3>
      <a:accent4>
        <a:srgbClr val="5A2FAE"/>
      </a:accent4>
      <a:accent5>
        <a:srgbClr val="D9CCF5"/>
      </a:accent5>
      <a:accent6>
        <a:srgbClr val="B794F6"/>
      </a:accent6>
      <a:hlink>
        <a:srgbClr val="0563C1"/>
      </a:hlink>
      <a:folHlink>
        <a:srgbClr val="954F72"/>
      </a:folHlink>
    </a:clrScheme>
    <a:fontScheme name="Power Apps Code Apps Quickstart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Vibe Coding with GitHub Copilot for Power Apps Code Apps">
  <a:themeElements>
    <a:clrScheme name="Vibe Coding with GitHub Copilot for Power Apps Code Apps">
      <a:dk1>
        <a:srgbClr val="742774"/>
      </a:dk1>
      <a:lt1>
        <a:srgbClr val="F4F1FA"/>
      </a:lt1>
      <a:dk2>
        <a:srgbClr val="945A96"/>
      </a:dk2>
      <a:lt2>
        <a:srgbClr val="E7DDED"/>
      </a:lt2>
      <a:accent1>
        <a:srgbClr val="1B1340"/>
      </a:accent1>
      <a:accent2>
        <a:srgbClr val="E58BFF"/>
      </a:accent2>
      <a:accent3>
        <a:srgbClr val="C98BE0"/>
      </a:accent3>
      <a:accent4>
        <a:srgbClr val="2A52B8"/>
      </a:accent4>
      <a:accent5>
        <a:srgbClr val="D9D3EE"/>
      </a:accent5>
      <a:accent6>
        <a:srgbClr val="9AA0A6"/>
      </a:accent6>
      <a:hlink>
        <a:srgbClr val="0563C1"/>
      </a:hlink>
      <a:folHlink>
        <a:srgbClr val="954F72"/>
      </a:folHlink>
    </a:clrScheme>
    <a:fontScheme name="Vibe Coding with GitHub Copilot for Power Apps Code App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1181</Words>
  <Application>Microsoft Office PowerPoint</Application>
  <PresentationFormat>Widescreen</PresentationFormat>
  <Paragraphs>164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DM Sans</vt:lpstr>
      <vt:lpstr>Segoe UI</vt:lpstr>
      <vt:lpstr>Segoe UI Black</vt:lpstr>
      <vt:lpstr>Segoe UI Light</vt:lpstr>
      <vt:lpstr>Segoe UI Semibold</vt:lpstr>
      <vt:lpstr>Wingdings</vt:lpstr>
      <vt:lpstr>Office Theme</vt:lpstr>
      <vt:lpstr>Power Apps Code Apps Quickstart</vt:lpstr>
      <vt:lpstr>Vibe Coding with GitHub Copilot for Power Apps Code Apps</vt:lpstr>
      <vt:lpstr>1_LIGHT MODE</vt:lpstr>
      <vt:lpstr>Enterprise Apps &amp; Agents </vt:lpstr>
      <vt:lpstr>Know your environments</vt:lpstr>
      <vt:lpstr>Environment key facts </vt:lpstr>
      <vt:lpstr>Types of environments</vt:lpstr>
      <vt:lpstr>Solution</vt:lpstr>
      <vt:lpstr>PowerPoint Presentation</vt:lpstr>
      <vt:lpstr>PowerPoint Presentation</vt:lpstr>
      <vt:lpstr>Manual Solution Export</vt:lpstr>
      <vt:lpstr>Manual Solution Import</vt:lpstr>
      <vt:lpstr>PowerPoint Presentation</vt:lpstr>
      <vt:lpstr>Pipelines in Power Platform</vt:lpstr>
      <vt:lpstr>Automating ALM – Power Platform Build Tools</vt:lpstr>
      <vt:lpstr>Identify Microsoft Power Platform Environments</vt:lpstr>
      <vt:lpstr>Demo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Jenkins NS</dc:creator>
  <cp:lastModifiedBy>Jenkins NS</cp:lastModifiedBy>
  <cp:revision>1</cp:revision>
  <dcterms:created xsi:type="dcterms:W3CDTF">2026-05-23T19:27:32Z</dcterms:created>
  <dcterms:modified xsi:type="dcterms:W3CDTF">2026-10-22T21:09:39Z</dcterms:modified>
</cp:coreProperties>
</file>