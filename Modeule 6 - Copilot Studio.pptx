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8" r:id="rId3"/>
  </p:sldMasterIdLst>
  <p:notesMasterIdLst>
    <p:notesMasterId r:id="rId24"/>
  </p:notesMasterIdLst>
  <p:sldIdLst>
    <p:sldId id="21474795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147479602" r:id="rId22"/>
    <p:sldId id="21425334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FD9"/>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20EB0-5DD8-4CDF-B363-212A902E7FF8}" v="5" dt="2026-10-22T21:09:20.600"/>
    <p1510:client id="{86BB08CA-B7A6-4B56-B251-75270BF6414D}" v="5" dt="2026-10-23T05:57:49.028"/>
    <p1510:client id="{9DF06EC0-6773-4754-B5CF-3A86373E55DF}" v="92" dt="2026-10-22T17:12:19.706"/>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9126" autoAdjust="0"/>
  </p:normalViewPr>
  <p:slideViewPr>
    <p:cSldViewPr snapToGrid="0">
      <p:cViewPr varScale="1">
        <p:scale>
          <a:sx n="76" d="100"/>
          <a:sy n="76" d="100"/>
        </p:scale>
        <p:origin x="62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delSld modSld sldOrd">
      <pc:chgData name="Jenkins NS" userId="8bdba4d2-1367-40cf-ad35-f59b31261896" providerId="ADAL" clId="{589DD08C-61DE-4FF6-B5A3-AEEE15003728}" dt="2026-10-22T20:53:47.113" v="2"/>
      <pc:docMkLst>
        <pc:docMk/>
      </pc:docMkLst>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3:43.579" v="0" actId="47"/>
        <pc:sldMkLst>
          <pc:docMk/>
          <pc:sldMk cId="172466689" sldId="2147479598"/>
        </pc:sldMkLst>
      </pc:sldChg>
      <pc:sldChg chg="ord">
        <pc:chgData name="Jenkins NS" userId="8bdba4d2-1367-40cf-ad35-f59b31261896" providerId="ADAL" clId="{589DD08C-61DE-4FF6-B5A3-AEEE15003728}" dt="2026-10-22T20:53:47.113" v="2"/>
        <pc:sldMkLst>
          <pc:docMk/>
          <pc:sldMk cId="1525641040" sldId="2147479603"/>
        </pc:sldMkLst>
      </pc:sld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ldChg>
      <pc:sldChg chg="modSp add mod">
        <pc:chgData name="Jenkins NS" userId="8bdba4d2-1367-40cf-ad35-f59b31261896" providerId="ADAL" clId="{9DF06EC0-6773-4754-B5CF-3A86373E55DF}" dt="2026-10-21T19:44:54.496" v="293" actId="123"/>
        <pc:sldMkLst>
          <pc:docMk/>
          <pc:sldMk cId="0" sldId="257"/>
        </pc:sldMkLst>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pChg chg="mod">
          <ac:chgData name="Jenkins NS" userId="8bdba4d2-1367-40cf-ad35-f59b31261896" providerId="ADAL" clId="{9DF06EC0-6773-4754-B5CF-3A86373E55DF}" dt="2026-10-22T17:16:18.362" v="499" actId="20577"/>
          <ac:spMkLst>
            <pc:docMk/>
            <pc:sldMk cId="2979084665" sldId="2147479593"/>
            <ac:spMk id="3" creationId="{E1E21D66-9B9B-D583-A6D9-39E93A43781F}"/>
          </ac:spMkLst>
        </pc:spChg>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pChg chg="mod">
          <ac:chgData name="Jenkins NS" userId="8bdba4d2-1367-40cf-ad35-f59b31261896" providerId="ADAL" clId="{9DF06EC0-6773-4754-B5CF-3A86373E55DF}" dt="2026-10-21T22:27:40.341" v="466" actId="20577"/>
          <ac:spMkLst>
            <pc:docMk/>
            <pc:sldMk cId="3585144251" sldId="2147479602"/>
            <ac:spMk id="5" creationId="{C5C36B88-BDFD-29D8-DA60-E1A871D76BCB}"/>
          </ac:spMkLst>
        </pc:spChg>
      </pc:sldChg>
      <pc:sldChg chg="modSp add mod">
        <pc:chgData name="Jenkins NS" userId="8bdba4d2-1367-40cf-ad35-f59b31261896" providerId="ADAL" clId="{9DF06EC0-6773-4754-B5CF-3A86373E55DF}" dt="2026-10-22T17:12:25.880" v="489" actId="2057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del mod">
            <ac:chgData name="Jenkins NS" userId="8bdba4d2-1367-40cf-ad35-f59b31261896" providerId="ADAL" clId="{9DF06EC0-6773-4754-B5CF-3A86373E55DF}" dt="2026-10-22T17:10:37.795" v="467" actId="478"/>
            <ac:picMkLst>
              <pc:docMk/>
              <pc:sldMasterMk cId="975404246" sldId="2147483648"/>
              <pc:sldLayoutMk cId="3241650075" sldId="2147483672"/>
              <ac:picMk id="13" creationId="{3301086E-F595-9F37-140F-1279F2C885C8}"/>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3EF20EB0-5DD8-4CDF-B363-212A902E7FF8}"/>
    <pc:docChg chg="custSel addSld delSld modSld">
      <pc:chgData name="Jenkins NS" userId="8bdba4d2-1367-40cf-ad35-f59b31261896" providerId="ADAL" clId="{3EF20EB0-5DD8-4CDF-B363-212A902E7FF8}" dt="2026-10-22T21:09:35.441" v="21" actId="47"/>
      <pc:docMkLst>
        <pc:docMk/>
      </pc:docMkLst>
      <pc:sldChg chg="delSp modSp del mod">
        <pc:chgData name="Jenkins NS" userId="8bdba4d2-1367-40cf-ad35-f59b31261896" providerId="ADAL" clId="{3EF20EB0-5DD8-4CDF-B363-212A902E7FF8}" dt="2026-10-22T21:06:08.851" v="16" actId="2696"/>
        <pc:sldMkLst>
          <pc:docMk/>
          <pc:sldMk cId="0" sldId="265"/>
        </pc:sldMkLst>
        <pc:spChg chg="del">
          <ac:chgData name="Jenkins NS" userId="8bdba4d2-1367-40cf-ad35-f59b31261896" providerId="ADAL" clId="{3EF20EB0-5DD8-4CDF-B363-212A902E7FF8}" dt="2026-10-22T20:57:08.080" v="11" actId="478"/>
          <ac:spMkLst>
            <pc:docMk/>
            <pc:sldMk cId="0" sldId="265"/>
            <ac:spMk id="2" creationId="{00000000-0000-0000-0000-000000000000}"/>
          </ac:spMkLst>
        </pc:spChg>
        <pc:spChg chg="del">
          <ac:chgData name="Jenkins NS" userId="8bdba4d2-1367-40cf-ad35-f59b31261896" providerId="ADAL" clId="{3EF20EB0-5DD8-4CDF-B363-212A902E7FF8}" dt="2026-10-22T20:57:06.439" v="10" actId="478"/>
          <ac:spMkLst>
            <pc:docMk/>
            <pc:sldMk cId="0" sldId="265"/>
            <ac:spMk id="3" creationId="{00000000-0000-0000-0000-000000000000}"/>
          </ac:spMkLst>
        </pc:spChg>
        <pc:spChg chg="del">
          <ac:chgData name="Jenkins NS" userId="8bdba4d2-1367-40cf-ad35-f59b31261896" providerId="ADAL" clId="{3EF20EB0-5DD8-4CDF-B363-212A902E7FF8}" dt="2026-10-22T20:57:05.537" v="9" actId="478"/>
          <ac:spMkLst>
            <pc:docMk/>
            <pc:sldMk cId="0" sldId="265"/>
            <ac:spMk id="4" creationId="{00000000-0000-0000-0000-000000000000}"/>
          </ac:spMkLst>
        </pc:spChg>
        <pc:spChg chg="mod">
          <ac:chgData name="Jenkins NS" userId="8bdba4d2-1367-40cf-ad35-f59b31261896" providerId="ADAL" clId="{3EF20EB0-5DD8-4CDF-B363-212A902E7FF8}" dt="2026-10-22T20:57:10.473" v="12" actId="14100"/>
          <ac:spMkLst>
            <pc:docMk/>
            <pc:sldMk cId="0" sldId="265"/>
            <ac:spMk id="5" creationId="{00000000-0000-0000-0000-000000000000}"/>
          </ac:spMkLst>
        </pc:spChg>
      </pc:sldChg>
      <pc:sldChg chg="add">
        <pc:chgData name="Jenkins NS" userId="8bdba4d2-1367-40cf-ad35-f59b31261896" providerId="ADAL" clId="{3EF20EB0-5DD8-4CDF-B363-212A902E7FF8}" dt="2026-10-22T21:06:15.681" v="17"/>
        <pc:sldMkLst>
          <pc:docMk/>
          <pc:sldMk cId="2361673258" sldId="265"/>
        </pc:sldMkLst>
      </pc:sldChg>
      <pc:sldChg chg="add">
        <pc:chgData name="Jenkins NS" userId="8bdba4d2-1367-40cf-ad35-f59b31261896" providerId="ADAL" clId="{3EF20EB0-5DD8-4CDF-B363-212A902E7FF8}" dt="2026-10-22T21:09:20.600" v="20"/>
        <pc:sldMkLst>
          <pc:docMk/>
          <pc:sldMk cId="1096705017" sldId="10341"/>
        </pc:sldMkLst>
      </pc:sldChg>
      <pc:sldChg chg="add">
        <pc:chgData name="Jenkins NS" userId="8bdba4d2-1367-40cf-ad35-f59b31261896" providerId="ADAL" clId="{3EF20EB0-5DD8-4CDF-B363-212A902E7FF8}" dt="2026-10-22T21:09:20.600" v="20"/>
        <pc:sldMkLst>
          <pc:docMk/>
          <pc:sldMk cId="2980580362" sldId="2076137821"/>
        </pc:sldMkLst>
      </pc:sldChg>
      <pc:sldChg chg="add">
        <pc:chgData name="Jenkins NS" userId="8bdba4d2-1367-40cf-ad35-f59b31261896" providerId="ADAL" clId="{3EF20EB0-5DD8-4CDF-B363-212A902E7FF8}" dt="2026-10-22T21:09:20.600" v="20"/>
        <pc:sldMkLst>
          <pc:docMk/>
          <pc:sldMk cId="847600138" sldId="2076137823"/>
        </pc:sldMkLst>
      </pc:sldChg>
      <pc:sldChg chg="add del">
        <pc:chgData name="Jenkins NS" userId="8bdba4d2-1367-40cf-ad35-f59b31261896" providerId="ADAL" clId="{3EF20EB0-5DD8-4CDF-B363-212A902E7FF8}" dt="2026-10-22T21:05:53.409" v="15"/>
        <pc:sldMkLst>
          <pc:docMk/>
          <pc:sldMk cId="3031809596" sldId="2142533535"/>
        </pc:sldMkLst>
      </pc:sldChg>
      <pc:sldChg chg="add del">
        <pc:chgData name="Jenkins NS" userId="8bdba4d2-1367-40cf-ad35-f59b31261896" providerId="ADAL" clId="{3EF20EB0-5DD8-4CDF-B363-212A902E7FF8}" dt="2026-10-22T21:05:53.409" v="15"/>
        <pc:sldMkLst>
          <pc:docMk/>
          <pc:sldMk cId="493708244" sldId="2142533536"/>
        </pc:sldMkLst>
      </pc:sldChg>
      <pc:sldChg chg="add del">
        <pc:chgData name="Jenkins NS" userId="8bdba4d2-1367-40cf-ad35-f59b31261896" providerId="ADAL" clId="{3EF20EB0-5DD8-4CDF-B363-212A902E7FF8}" dt="2026-10-22T21:06:19.259" v="18" actId="47"/>
        <pc:sldMkLst>
          <pc:docMk/>
          <pc:sldMk cId="759828517" sldId="2142533537"/>
        </pc:sldMkLst>
      </pc:sldChg>
      <pc:sldChg chg="add del">
        <pc:chgData name="Jenkins NS" userId="8bdba4d2-1367-40cf-ad35-f59b31261896" providerId="ADAL" clId="{3EF20EB0-5DD8-4CDF-B363-212A902E7FF8}" dt="2026-10-22T21:05:53.409" v="15"/>
        <pc:sldMkLst>
          <pc:docMk/>
          <pc:sldMk cId="949564228" sldId="2142533538"/>
        </pc:sldMkLst>
      </pc:sldChg>
      <pc:sldChg chg="add del">
        <pc:chgData name="Jenkins NS" userId="8bdba4d2-1367-40cf-ad35-f59b31261896" providerId="ADAL" clId="{3EF20EB0-5DD8-4CDF-B363-212A902E7FF8}" dt="2026-10-22T21:05:53.409" v="15"/>
        <pc:sldMkLst>
          <pc:docMk/>
          <pc:sldMk cId="1159306728" sldId="2142533539"/>
        </pc:sldMkLst>
      </pc:sldChg>
      <pc:sldChg chg="add del">
        <pc:chgData name="Jenkins NS" userId="8bdba4d2-1367-40cf-ad35-f59b31261896" providerId="ADAL" clId="{3EF20EB0-5DD8-4CDF-B363-212A902E7FF8}" dt="2026-10-22T21:05:53.409" v="15"/>
        <pc:sldMkLst>
          <pc:docMk/>
          <pc:sldMk cId="2306444340" sldId="2142533540"/>
        </pc:sldMkLst>
      </pc:sldChg>
      <pc:sldChg chg="add setBg">
        <pc:chgData name="Jenkins NS" userId="8bdba4d2-1367-40cf-ad35-f59b31261896" providerId="ADAL" clId="{3EF20EB0-5DD8-4CDF-B363-212A902E7FF8}" dt="2026-10-22T21:09:20.600" v="20"/>
        <pc:sldMkLst>
          <pc:docMk/>
          <pc:sldMk cId="2194364739" sldId="2142533583"/>
        </pc:sldMkLst>
      </pc:sldChg>
      <pc:sldChg chg="delSp add setBg delDesignElem">
        <pc:chgData name="Jenkins NS" userId="8bdba4d2-1367-40cf-ad35-f59b31261896" providerId="ADAL" clId="{3EF20EB0-5DD8-4CDF-B363-212A902E7FF8}" dt="2026-10-22T21:09:20.600" v="20"/>
        <pc:sldMkLst>
          <pc:docMk/>
          <pc:sldMk cId="3661348972" sldId="2142533584"/>
        </pc:sldMkLst>
        <pc:spChg chg="del">
          <ac:chgData name="Jenkins NS" userId="8bdba4d2-1367-40cf-ad35-f59b31261896" providerId="ADAL" clId="{3EF20EB0-5DD8-4CDF-B363-212A902E7FF8}" dt="2026-10-22T21:09:20.600" v="20"/>
          <ac:spMkLst>
            <pc:docMk/>
            <pc:sldMk cId="3661348972" sldId="2142533584"/>
            <ac:spMk id="18" creationId="{3B47FC9C-2ED3-4100-A4EF-E8CDFEE106C9}"/>
          </ac:spMkLst>
        </pc:spChg>
      </pc:sldChg>
      <pc:sldChg chg="delSp modSp del mod">
        <pc:chgData name="Jenkins NS" userId="8bdba4d2-1367-40cf-ad35-f59b31261896" providerId="ADAL" clId="{3EF20EB0-5DD8-4CDF-B363-212A902E7FF8}" dt="2026-10-22T21:09:35.441" v="21" actId="47"/>
        <pc:sldMkLst>
          <pc:docMk/>
          <pc:sldMk cId="0" sldId="2147479595"/>
        </pc:sldMkLst>
        <pc:spChg chg="del">
          <ac:chgData name="Jenkins NS" userId="8bdba4d2-1367-40cf-ad35-f59b31261896" providerId="ADAL" clId="{3EF20EB0-5DD8-4CDF-B363-212A902E7FF8}" dt="2026-10-22T20:56:45.704" v="3" actId="478"/>
          <ac:spMkLst>
            <pc:docMk/>
            <pc:sldMk cId="0" sldId="2147479595"/>
            <ac:spMk id="2" creationId="{00000000-0000-0000-0000-000000000000}"/>
          </ac:spMkLst>
        </pc:spChg>
        <pc:spChg chg="del">
          <ac:chgData name="Jenkins NS" userId="8bdba4d2-1367-40cf-ad35-f59b31261896" providerId="ADAL" clId="{3EF20EB0-5DD8-4CDF-B363-212A902E7FF8}" dt="2026-10-22T20:56:44.153" v="2" actId="478"/>
          <ac:spMkLst>
            <pc:docMk/>
            <pc:sldMk cId="0" sldId="2147479595"/>
            <ac:spMk id="3" creationId="{00000000-0000-0000-0000-000000000000}"/>
          </ac:spMkLst>
        </pc:spChg>
        <pc:spChg chg="del">
          <ac:chgData name="Jenkins NS" userId="8bdba4d2-1367-40cf-ad35-f59b31261896" providerId="ADAL" clId="{3EF20EB0-5DD8-4CDF-B363-212A902E7FF8}" dt="2026-10-22T20:56:43.483" v="1" actId="478"/>
          <ac:spMkLst>
            <pc:docMk/>
            <pc:sldMk cId="0" sldId="2147479595"/>
            <ac:spMk id="4" creationId="{00000000-0000-0000-0000-000000000000}"/>
          </ac:spMkLst>
        </pc:spChg>
        <pc:spChg chg="mod">
          <ac:chgData name="Jenkins NS" userId="8bdba4d2-1367-40cf-ad35-f59b31261896" providerId="ADAL" clId="{3EF20EB0-5DD8-4CDF-B363-212A902E7FF8}" dt="2026-10-22T20:56:47.992" v="4" actId="14100"/>
          <ac:spMkLst>
            <pc:docMk/>
            <pc:sldMk cId="0" sldId="2147479595"/>
            <ac:spMk id="5" creationId="{00000000-0000-0000-0000-000000000000}"/>
          </ac:spMkLst>
        </pc:spChg>
      </pc:sldChg>
      <pc:sldChg chg="delSp modSp del mod">
        <pc:chgData name="Jenkins NS" userId="8bdba4d2-1367-40cf-ad35-f59b31261896" providerId="ADAL" clId="{3EF20EB0-5DD8-4CDF-B363-212A902E7FF8}" dt="2026-10-22T21:09:35.441" v="21" actId="47"/>
        <pc:sldMkLst>
          <pc:docMk/>
          <pc:sldMk cId="0" sldId="2147479596"/>
        </pc:sldMkLst>
        <pc:spChg chg="del">
          <ac:chgData name="Jenkins NS" userId="8bdba4d2-1367-40cf-ad35-f59b31261896" providerId="ADAL" clId="{3EF20EB0-5DD8-4CDF-B363-212A902E7FF8}" dt="2026-10-22T20:56:51.211" v="5" actId="478"/>
          <ac:spMkLst>
            <pc:docMk/>
            <pc:sldMk cId="0" sldId="2147479596"/>
            <ac:spMk id="2"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3"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4" creationId="{00000000-0000-0000-0000-000000000000}"/>
          </ac:spMkLst>
        </pc:spChg>
        <pc:spChg chg="mod">
          <ac:chgData name="Jenkins NS" userId="8bdba4d2-1367-40cf-ad35-f59b31261896" providerId="ADAL" clId="{3EF20EB0-5DD8-4CDF-B363-212A902E7FF8}" dt="2026-10-22T20:56:53.288" v="6" actId="14100"/>
          <ac:spMkLst>
            <pc:docMk/>
            <pc:sldMk cId="0" sldId="2147479596"/>
            <ac:spMk id="5" creationId="{00000000-0000-0000-0000-000000000000}"/>
          </ac:spMkLst>
        </pc:spChg>
      </pc:sldChg>
      <pc:sldChg chg="delSp modSp mod">
        <pc:chgData name="Jenkins NS" userId="8bdba4d2-1367-40cf-ad35-f59b31261896" providerId="ADAL" clId="{3EF20EB0-5DD8-4CDF-B363-212A902E7FF8}" dt="2026-10-22T20:57:02.946" v="8" actId="14100"/>
        <pc:sldMkLst>
          <pc:docMk/>
          <pc:sldMk cId="0" sldId="2147479597"/>
        </pc:sldMkLst>
        <pc:spChg chg="del">
          <ac:chgData name="Jenkins NS" userId="8bdba4d2-1367-40cf-ad35-f59b31261896" providerId="ADAL" clId="{3EF20EB0-5DD8-4CDF-B363-212A902E7FF8}" dt="2026-10-22T20:57:00.697" v="7" actId="478"/>
          <ac:spMkLst>
            <pc:docMk/>
            <pc:sldMk cId="0" sldId="2147479597"/>
            <ac:spMk id="2"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3"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4" creationId="{00000000-0000-0000-0000-000000000000}"/>
          </ac:spMkLst>
        </pc:spChg>
        <pc:spChg chg="mod">
          <ac:chgData name="Jenkins NS" userId="8bdba4d2-1367-40cf-ad35-f59b31261896" providerId="ADAL" clId="{3EF20EB0-5DD8-4CDF-B363-212A902E7FF8}" dt="2026-10-22T20:57:02.946" v="8" actId="14100"/>
          <ac:spMkLst>
            <pc:docMk/>
            <pc:sldMk cId="0" sldId="2147479597"/>
            <ac:spMk id="5" creationId="{00000000-0000-0000-0000-000000000000}"/>
          </ac:spMkLst>
        </pc:spChg>
      </pc:sldChg>
      <pc:sldChg chg="del">
        <pc:chgData name="Jenkins NS" userId="8bdba4d2-1367-40cf-ad35-f59b31261896" providerId="ADAL" clId="{3EF20EB0-5DD8-4CDF-B363-212A902E7FF8}" dt="2026-10-22T20:56:41.008" v="0" actId="47"/>
        <pc:sldMkLst>
          <pc:docMk/>
          <pc:sldMk cId="3382622447" sldId="2147479600"/>
        </pc:sldMkLst>
      </pc:sldChg>
      <pc:sldChg chg="del">
        <pc:chgData name="Jenkins NS" userId="8bdba4d2-1367-40cf-ad35-f59b31261896" providerId="ADAL" clId="{3EF20EB0-5DD8-4CDF-B363-212A902E7FF8}" dt="2026-10-22T20:56:41.008" v="0" actId="47"/>
        <pc:sldMkLst>
          <pc:docMk/>
          <pc:sldMk cId="703889543" sldId="2147479601"/>
        </pc:sldMkLst>
      </pc:sld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35087783-BA59-4BF9-AF06-0D08442361EA}"/>
    <pc:docChg chg="delSld">
      <pc:chgData name="Jenkins NS" userId="8bdba4d2-1367-40cf-ad35-f59b31261896" providerId="ADAL" clId="{35087783-BA59-4BF9-AF06-0D08442361EA}" dt="2026-10-22T20:54:52.392" v="0" actId="47"/>
      <pc:docMkLst>
        <pc:docMk/>
      </pc:docMkLst>
      <pc:sldChg chg="del">
        <pc:chgData name="Jenkins NS" userId="8bdba4d2-1367-40cf-ad35-f59b31261896" providerId="ADAL" clId="{35087783-BA59-4BF9-AF06-0D08442361EA}" dt="2026-10-22T20:54:52.392" v="0" actId="47"/>
        <pc:sldMkLst>
          <pc:docMk/>
          <pc:sldMk cId="2497367714" sldId="2044"/>
        </pc:sldMkLst>
      </pc:sldChg>
      <pc:sldChg chg="del">
        <pc:chgData name="Jenkins NS" userId="8bdba4d2-1367-40cf-ad35-f59b31261896" providerId="ADAL" clId="{35087783-BA59-4BF9-AF06-0D08442361EA}" dt="2026-10-22T20:54:52.392" v="0" actId="47"/>
        <pc:sldMkLst>
          <pc:docMk/>
          <pc:sldMk cId="3099915628" sldId="2045"/>
        </pc:sldMkLst>
      </pc:sldChg>
      <pc:sldChg chg="del">
        <pc:chgData name="Jenkins NS" userId="8bdba4d2-1367-40cf-ad35-f59b31261896" providerId="ADAL" clId="{35087783-BA59-4BF9-AF06-0D08442361EA}" dt="2026-10-22T20:54:52.392" v="0" actId="47"/>
        <pc:sldMkLst>
          <pc:docMk/>
          <pc:sldMk cId="1470740852" sldId="2047"/>
        </pc:sldMkLst>
      </pc:sldChg>
      <pc:sldChg chg="del">
        <pc:chgData name="Jenkins NS" userId="8bdba4d2-1367-40cf-ad35-f59b31261896" providerId="ADAL" clId="{35087783-BA59-4BF9-AF06-0D08442361EA}" dt="2026-10-22T20:54:52.392" v="0" actId="47"/>
        <pc:sldMkLst>
          <pc:docMk/>
          <pc:sldMk cId="2010521932" sldId="2048"/>
        </pc:sldMkLst>
      </pc:sldChg>
      <pc:sldChg chg="del">
        <pc:chgData name="Jenkins NS" userId="8bdba4d2-1367-40cf-ad35-f59b31261896" providerId="ADAL" clId="{35087783-BA59-4BF9-AF06-0D08442361EA}" dt="2026-10-22T20:54:52.392" v="0" actId="47"/>
        <pc:sldMkLst>
          <pc:docMk/>
          <pc:sldMk cId="254325681" sldId="10819"/>
        </pc:sldMkLst>
      </pc:sldChg>
      <pc:sldChg chg="del">
        <pc:chgData name="Jenkins NS" userId="8bdba4d2-1367-40cf-ad35-f59b31261896" providerId="ADAL" clId="{35087783-BA59-4BF9-AF06-0D08442361EA}" dt="2026-10-22T20:54:52.392" v="0" actId="47"/>
        <pc:sldMkLst>
          <pc:docMk/>
          <pc:sldMk cId="220853581" sldId="2076136495"/>
        </pc:sldMkLst>
      </pc:sldChg>
      <pc:sldChg chg="del">
        <pc:chgData name="Jenkins NS" userId="8bdba4d2-1367-40cf-ad35-f59b31261896" providerId="ADAL" clId="{35087783-BA59-4BF9-AF06-0D08442361EA}" dt="2026-10-22T20:54:52.392" v="0" actId="47"/>
        <pc:sldMkLst>
          <pc:docMk/>
          <pc:sldMk cId="3937804750" sldId="2076136496"/>
        </pc:sldMkLst>
      </pc:sldChg>
      <pc:sldChg chg="del">
        <pc:chgData name="Jenkins NS" userId="8bdba4d2-1367-40cf-ad35-f59b31261896" providerId="ADAL" clId="{35087783-BA59-4BF9-AF06-0D08442361EA}" dt="2026-10-22T20:54:52.392" v="0" actId="47"/>
        <pc:sldMkLst>
          <pc:docMk/>
          <pc:sldMk cId="0" sldId="2147479594"/>
        </pc:sldMkLst>
      </pc:sldChg>
      <pc:sldChg chg="del">
        <pc:chgData name="Jenkins NS" userId="8bdba4d2-1367-40cf-ad35-f59b31261896" providerId="ADAL" clId="{35087783-BA59-4BF9-AF06-0D08442361EA}" dt="2026-10-22T20:54:52.392" v="0" actId="47"/>
        <pc:sldMkLst>
          <pc:docMk/>
          <pc:sldMk cId="2017300280" sldId="2147479599"/>
        </pc:sldMkLst>
      </pc:sldChg>
      <pc:sldChg chg="del">
        <pc:chgData name="Jenkins NS" userId="8bdba4d2-1367-40cf-ad35-f59b31261896" providerId="ADAL" clId="{35087783-BA59-4BF9-AF06-0D08442361EA}" dt="2026-10-22T20:54:52.392" v="0" actId="47"/>
        <pc:sldMkLst>
          <pc:docMk/>
          <pc:sldMk cId="1525641040" sldId="2147479603"/>
        </pc:sldMkLst>
      </pc:sldChg>
      <pc:sldMasterChg chg="delSldLayout">
        <pc:chgData name="Jenkins NS" userId="8bdba4d2-1367-40cf-ad35-f59b31261896" providerId="ADAL" clId="{35087783-BA59-4BF9-AF06-0D08442361EA}" dt="2026-10-22T20:54:52.392" v="0" actId="47"/>
        <pc:sldMasterMkLst>
          <pc:docMk/>
          <pc:sldMasterMk cId="2494316984" sldId="2147483684"/>
        </pc:sldMasterMkLst>
        <pc:sldLayoutChg chg="del">
          <pc:chgData name="Jenkins NS" userId="8bdba4d2-1367-40cf-ad35-f59b31261896" providerId="ADAL" clId="{35087783-BA59-4BF9-AF06-0D08442361EA}" dt="2026-10-22T20:54:52.392" v="0" actId="47"/>
          <pc:sldLayoutMkLst>
            <pc:docMk/>
            <pc:sldMasterMk cId="2494316984" sldId="2147483684"/>
            <pc:sldLayoutMk cId="2641358860" sldId="2147483688"/>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74860342" sldId="2147483689"/>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1877322716" sldId="2147483690"/>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466656009" sldId="2147483691"/>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86BB08CA-B7A6-4B56-B251-75270BF6414D}"/>
    <pc:docChg chg="undo custSel addSld delSld modSld delMainMaster">
      <pc:chgData name="Jenkins NS" userId="8bdba4d2-1367-40cf-ad35-f59b31261896" providerId="ADAL" clId="{86BB08CA-B7A6-4B56-B251-75270BF6414D}" dt="2026-10-23T05:57:51.036" v="59" actId="20577"/>
      <pc:docMkLst>
        <pc:docMk/>
      </pc:docMkLst>
      <pc:sldChg chg="delSp add mod setBg">
        <pc:chgData name="Jenkins NS" userId="8bdba4d2-1367-40cf-ad35-f59b31261896" providerId="ADAL" clId="{86BB08CA-B7A6-4B56-B251-75270BF6414D}" dt="2026-10-23T05:48:10.230" v="8" actId="478"/>
        <pc:sldMkLst>
          <pc:docMk/>
          <pc:sldMk cId="0" sldId="258"/>
        </pc:sldMkLst>
        <pc:spChg chg="del">
          <ac:chgData name="Jenkins NS" userId="8bdba4d2-1367-40cf-ad35-f59b31261896" providerId="ADAL" clId="{86BB08CA-B7A6-4B56-B251-75270BF6414D}" dt="2026-10-23T05:48:10.230" v="8" actId="478"/>
          <ac:spMkLst>
            <pc:docMk/>
            <pc:sldMk cId="0" sldId="258"/>
            <ac:spMk id="17" creationId="{00000000-0000-0000-0000-000000000000}"/>
          </ac:spMkLst>
        </pc:spChg>
      </pc:sldChg>
      <pc:sldChg chg="delSp add mod setBg">
        <pc:chgData name="Jenkins NS" userId="8bdba4d2-1367-40cf-ad35-f59b31261896" providerId="ADAL" clId="{86BB08CA-B7A6-4B56-B251-75270BF6414D}" dt="2026-10-23T05:48:17.686" v="9" actId="478"/>
        <pc:sldMkLst>
          <pc:docMk/>
          <pc:sldMk cId="0" sldId="259"/>
        </pc:sldMkLst>
        <pc:spChg chg="del">
          <ac:chgData name="Jenkins NS" userId="8bdba4d2-1367-40cf-ad35-f59b31261896" providerId="ADAL" clId="{86BB08CA-B7A6-4B56-B251-75270BF6414D}" dt="2026-10-23T05:48:17.686" v="9" actId="478"/>
          <ac:spMkLst>
            <pc:docMk/>
            <pc:sldMk cId="0" sldId="259"/>
            <ac:spMk id="28" creationId="{00000000-0000-0000-0000-000000000000}"/>
          </ac:spMkLst>
        </pc:spChg>
      </pc:sldChg>
      <pc:sldChg chg="delSp modSp add mod setBg">
        <pc:chgData name="Jenkins NS" userId="8bdba4d2-1367-40cf-ad35-f59b31261896" providerId="ADAL" clId="{86BB08CA-B7A6-4B56-B251-75270BF6414D}" dt="2026-10-23T05:54:17.275" v="56" actId="207"/>
        <pc:sldMkLst>
          <pc:docMk/>
          <pc:sldMk cId="0" sldId="260"/>
        </pc:sldMkLst>
        <pc:spChg chg="mod">
          <ac:chgData name="Jenkins NS" userId="8bdba4d2-1367-40cf-ad35-f59b31261896" providerId="ADAL" clId="{86BB08CA-B7A6-4B56-B251-75270BF6414D}" dt="2026-10-23T05:54:17.275" v="56" actId="207"/>
          <ac:spMkLst>
            <pc:docMk/>
            <pc:sldMk cId="0" sldId="260"/>
            <ac:spMk id="3" creationId="{00000000-0000-0000-0000-000000000000}"/>
          </ac:spMkLst>
        </pc:spChg>
        <pc:spChg chg="del">
          <ac:chgData name="Jenkins NS" userId="8bdba4d2-1367-40cf-ad35-f59b31261896" providerId="ADAL" clId="{86BB08CA-B7A6-4B56-B251-75270BF6414D}" dt="2026-10-23T05:48:25.294" v="10" actId="478"/>
          <ac:spMkLst>
            <pc:docMk/>
            <pc:sldMk cId="0" sldId="260"/>
            <ac:spMk id="11" creationId="{00000000-0000-0000-0000-000000000000}"/>
          </ac:spMkLst>
        </pc:spChg>
      </pc:sldChg>
      <pc:sldChg chg="delSp modSp add mod setBg">
        <pc:chgData name="Jenkins NS" userId="8bdba4d2-1367-40cf-ad35-f59b31261896" providerId="ADAL" clId="{86BB08CA-B7A6-4B56-B251-75270BF6414D}" dt="2026-10-23T05:54:13.639" v="55" actId="207"/>
        <pc:sldMkLst>
          <pc:docMk/>
          <pc:sldMk cId="0" sldId="261"/>
        </pc:sldMkLst>
        <pc:spChg chg="mod">
          <ac:chgData name="Jenkins NS" userId="8bdba4d2-1367-40cf-ad35-f59b31261896" providerId="ADAL" clId="{86BB08CA-B7A6-4B56-B251-75270BF6414D}" dt="2026-10-23T05:54:13.639" v="55" actId="207"/>
          <ac:spMkLst>
            <pc:docMk/>
            <pc:sldMk cId="0" sldId="261"/>
            <ac:spMk id="3" creationId="{00000000-0000-0000-0000-000000000000}"/>
          </ac:spMkLst>
        </pc:spChg>
        <pc:spChg chg="del">
          <ac:chgData name="Jenkins NS" userId="8bdba4d2-1367-40cf-ad35-f59b31261896" providerId="ADAL" clId="{86BB08CA-B7A6-4B56-B251-75270BF6414D}" dt="2026-10-23T05:48:33.785" v="11" actId="478"/>
          <ac:spMkLst>
            <pc:docMk/>
            <pc:sldMk cId="0" sldId="261"/>
            <ac:spMk id="20" creationId="{00000000-0000-0000-0000-000000000000}"/>
          </ac:spMkLst>
        </pc:spChg>
      </pc:sldChg>
      <pc:sldChg chg="delSp modSp add mod setBg">
        <pc:chgData name="Jenkins NS" userId="8bdba4d2-1367-40cf-ad35-f59b31261896" providerId="ADAL" clId="{86BB08CA-B7A6-4B56-B251-75270BF6414D}" dt="2026-10-23T05:54:10.570" v="54" actId="207"/>
        <pc:sldMkLst>
          <pc:docMk/>
          <pc:sldMk cId="0" sldId="262"/>
        </pc:sldMkLst>
        <pc:spChg chg="mod">
          <ac:chgData name="Jenkins NS" userId="8bdba4d2-1367-40cf-ad35-f59b31261896" providerId="ADAL" clId="{86BB08CA-B7A6-4B56-B251-75270BF6414D}" dt="2026-10-23T05:54:10.570" v="54" actId="207"/>
          <ac:spMkLst>
            <pc:docMk/>
            <pc:sldMk cId="0" sldId="262"/>
            <ac:spMk id="3" creationId="{00000000-0000-0000-0000-000000000000}"/>
          </ac:spMkLst>
        </pc:spChg>
        <pc:spChg chg="del">
          <ac:chgData name="Jenkins NS" userId="8bdba4d2-1367-40cf-ad35-f59b31261896" providerId="ADAL" clId="{86BB08CA-B7A6-4B56-B251-75270BF6414D}" dt="2026-10-23T05:48:39.843" v="12" actId="478"/>
          <ac:spMkLst>
            <pc:docMk/>
            <pc:sldMk cId="0" sldId="262"/>
            <ac:spMk id="10" creationId="{00000000-0000-0000-0000-000000000000}"/>
          </ac:spMkLst>
        </pc:spChg>
      </pc:sldChg>
      <pc:sldChg chg="delSp modSp add mod setBg">
        <pc:chgData name="Jenkins NS" userId="8bdba4d2-1367-40cf-ad35-f59b31261896" providerId="ADAL" clId="{86BB08CA-B7A6-4B56-B251-75270BF6414D}" dt="2026-10-23T05:54:06.931" v="53" actId="207"/>
        <pc:sldMkLst>
          <pc:docMk/>
          <pc:sldMk cId="0" sldId="263"/>
        </pc:sldMkLst>
        <pc:spChg chg="mod">
          <ac:chgData name="Jenkins NS" userId="8bdba4d2-1367-40cf-ad35-f59b31261896" providerId="ADAL" clId="{86BB08CA-B7A6-4B56-B251-75270BF6414D}" dt="2026-10-23T05:49:07.208" v="17" actId="108"/>
          <ac:spMkLst>
            <pc:docMk/>
            <pc:sldMk cId="0" sldId="263"/>
            <ac:spMk id="2" creationId="{00000000-0000-0000-0000-000000000000}"/>
          </ac:spMkLst>
        </pc:spChg>
        <pc:spChg chg="mod">
          <ac:chgData name="Jenkins NS" userId="8bdba4d2-1367-40cf-ad35-f59b31261896" providerId="ADAL" clId="{86BB08CA-B7A6-4B56-B251-75270BF6414D}" dt="2026-10-23T05:54:06.931" v="53" actId="207"/>
          <ac:spMkLst>
            <pc:docMk/>
            <pc:sldMk cId="0" sldId="263"/>
            <ac:spMk id="3" creationId="{00000000-0000-0000-0000-000000000000}"/>
          </ac:spMkLst>
        </pc:spChg>
        <pc:spChg chg="mod">
          <ac:chgData name="Jenkins NS" userId="8bdba4d2-1367-40cf-ad35-f59b31261896" providerId="ADAL" clId="{86BB08CA-B7A6-4B56-B251-75270BF6414D}" dt="2026-10-23T05:49:02.112" v="16" actId="108"/>
          <ac:spMkLst>
            <pc:docMk/>
            <pc:sldMk cId="0" sldId="263"/>
            <ac:spMk id="18" creationId="{00000000-0000-0000-0000-000000000000}"/>
          </ac:spMkLst>
        </pc:spChg>
        <pc:spChg chg="del">
          <ac:chgData name="Jenkins NS" userId="8bdba4d2-1367-40cf-ad35-f59b31261896" providerId="ADAL" clId="{86BB08CA-B7A6-4B56-B251-75270BF6414D}" dt="2026-10-23T05:48:43.698" v="13" actId="478"/>
          <ac:spMkLst>
            <pc:docMk/>
            <pc:sldMk cId="0" sldId="263"/>
            <ac:spMk id="19" creationId="{00000000-0000-0000-0000-000000000000}"/>
          </ac:spMkLst>
        </pc:spChg>
      </pc:sldChg>
      <pc:sldChg chg="delSp add mod setBg">
        <pc:chgData name="Jenkins NS" userId="8bdba4d2-1367-40cf-ad35-f59b31261896" providerId="ADAL" clId="{86BB08CA-B7A6-4B56-B251-75270BF6414D}" dt="2026-10-23T05:49:14.672" v="18" actId="478"/>
        <pc:sldMkLst>
          <pc:docMk/>
          <pc:sldMk cId="0" sldId="264"/>
        </pc:sldMkLst>
        <pc:spChg chg="del">
          <ac:chgData name="Jenkins NS" userId="8bdba4d2-1367-40cf-ad35-f59b31261896" providerId="ADAL" clId="{86BB08CA-B7A6-4B56-B251-75270BF6414D}" dt="2026-10-23T05:49:14.672" v="18" actId="478"/>
          <ac:spMkLst>
            <pc:docMk/>
            <pc:sldMk cId="0" sldId="264"/>
            <ac:spMk id="6" creationId="{00000000-0000-0000-0000-000000000000}"/>
          </ac:spMkLst>
        </pc:spChg>
      </pc:sldChg>
      <pc:sldChg chg="delSp modSp add mod setBg">
        <pc:chgData name="Jenkins NS" userId="8bdba4d2-1367-40cf-ad35-f59b31261896" providerId="ADAL" clId="{86BB08CA-B7A6-4B56-B251-75270BF6414D}" dt="2026-10-23T05:54:03.219" v="52" actId="207"/>
        <pc:sldMkLst>
          <pc:docMk/>
          <pc:sldMk cId="0" sldId="265"/>
        </pc:sldMkLst>
        <pc:spChg chg="mod">
          <ac:chgData name="Jenkins NS" userId="8bdba4d2-1367-40cf-ad35-f59b31261896" providerId="ADAL" clId="{86BB08CA-B7A6-4B56-B251-75270BF6414D}" dt="2026-10-23T05:54:03.219" v="52" actId="207"/>
          <ac:spMkLst>
            <pc:docMk/>
            <pc:sldMk cId="0" sldId="265"/>
            <ac:spMk id="3" creationId="{00000000-0000-0000-0000-000000000000}"/>
          </ac:spMkLst>
        </pc:spChg>
        <pc:spChg chg="del">
          <ac:chgData name="Jenkins NS" userId="8bdba4d2-1367-40cf-ad35-f59b31261896" providerId="ADAL" clId="{86BB08CA-B7A6-4B56-B251-75270BF6414D}" dt="2026-10-23T05:49:20.083" v="19" actId="478"/>
          <ac:spMkLst>
            <pc:docMk/>
            <pc:sldMk cId="0" sldId="265"/>
            <ac:spMk id="32" creationId="{00000000-0000-0000-0000-000000000000}"/>
          </ac:spMkLst>
        </pc:spChg>
      </pc:sldChg>
      <pc:sldChg chg="del">
        <pc:chgData name="Jenkins NS" userId="8bdba4d2-1367-40cf-ad35-f59b31261896" providerId="ADAL" clId="{86BB08CA-B7A6-4B56-B251-75270BF6414D}" dt="2026-10-23T05:31:21.916" v="0" actId="47"/>
        <pc:sldMkLst>
          <pc:docMk/>
          <pc:sldMk cId="2361673258" sldId="265"/>
        </pc:sldMkLst>
      </pc:sldChg>
      <pc:sldChg chg="delSp modSp add mod setBg">
        <pc:chgData name="Jenkins NS" userId="8bdba4d2-1367-40cf-ad35-f59b31261896" providerId="ADAL" clId="{86BB08CA-B7A6-4B56-B251-75270BF6414D}" dt="2026-10-23T05:53:58.991" v="51" actId="207"/>
        <pc:sldMkLst>
          <pc:docMk/>
          <pc:sldMk cId="0" sldId="266"/>
        </pc:sldMkLst>
        <pc:spChg chg="mod">
          <ac:chgData name="Jenkins NS" userId="8bdba4d2-1367-40cf-ad35-f59b31261896" providerId="ADAL" clId="{86BB08CA-B7A6-4B56-B251-75270BF6414D}" dt="2026-10-23T05:53:58.991" v="51" actId="207"/>
          <ac:spMkLst>
            <pc:docMk/>
            <pc:sldMk cId="0" sldId="266"/>
            <ac:spMk id="2" creationId="{00000000-0000-0000-0000-000000000000}"/>
          </ac:spMkLst>
        </pc:spChg>
        <pc:spChg chg="mod">
          <ac:chgData name="Jenkins NS" userId="8bdba4d2-1367-40cf-ad35-f59b31261896" providerId="ADAL" clId="{86BB08CA-B7A6-4B56-B251-75270BF6414D}" dt="2026-10-23T05:53:54.104" v="50" actId="207"/>
          <ac:spMkLst>
            <pc:docMk/>
            <pc:sldMk cId="0" sldId="266"/>
            <ac:spMk id="3" creationId="{00000000-0000-0000-0000-000000000000}"/>
          </ac:spMkLst>
        </pc:spChg>
        <pc:spChg chg="del">
          <ac:chgData name="Jenkins NS" userId="8bdba4d2-1367-40cf-ad35-f59b31261896" providerId="ADAL" clId="{86BB08CA-B7A6-4B56-B251-75270BF6414D}" dt="2026-10-23T05:49:28.135" v="20" actId="478"/>
          <ac:spMkLst>
            <pc:docMk/>
            <pc:sldMk cId="0" sldId="266"/>
            <ac:spMk id="32" creationId="{00000000-0000-0000-0000-000000000000}"/>
          </ac:spMkLst>
        </pc:spChg>
      </pc:sldChg>
      <pc:sldChg chg="delSp add del mod setBg">
        <pc:chgData name="Jenkins NS" userId="8bdba4d2-1367-40cf-ad35-f59b31261896" providerId="ADAL" clId="{86BB08CA-B7A6-4B56-B251-75270BF6414D}" dt="2026-10-23T05:50:05.767" v="22" actId="47"/>
        <pc:sldMkLst>
          <pc:docMk/>
          <pc:sldMk cId="0" sldId="267"/>
        </pc:sldMkLst>
        <pc:spChg chg="del">
          <ac:chgData name="Jenkins NS" userId="8bdba4d2-1367-40cf-ad35-f59b31261896" providerId="ADAL" clId="{86BB08CA-B7A6-4B56-B251-75270BF6414D}" dt="2026-10-23T05:49:37.110" v="21" actId="478"/>
          <ac:spMkLst>
            <pc:docMk/>
            <pc:sldMk cId="0" sldId="267"/>
            <ac:spMk id="14" creationId="{00000000-0000-0000-0000-000000000000}"/>
          </ac:spMkLst>
        </pc:spChg>
      </pc:sldChg>
      <pc:sldChg chg="delSp modSp add mod setBg">
        <pc:chgData name="Jenkins NS" userId="8bdba4d2-1367-40cf-ad35-f59b31261896" providerId="ADAL" clId="{86BB08CA-B7A6-4B56-B251-75270BF6414D}" dt="2026-10-23T05:53:49.507" v="49" actId="207"/>
        <pc:sldMkLst>
          <pc:docMk/>
          <pc:sldMk cId="0" sldId="268"/>
        </pc:sldMkLst>
        <pc:spChg chg="mod">
          <ac:chgData name="Jenkins NS" userId="8bdba4d2-1367-40cf-ad35-f59b31261896" providerId="ADAL" clId="{86BB08CA-B7A6-4B56-B251-75270BF6414D}" dt="2026-10-23T05:53:49.507" v="49" actId="207"/>
          <ac:spMkLst>
            <pc:docMk/>
            <pc:sldMk cId="0" sldId="268"/>
            <ac:spMk id="3" creationId="{00000000-0000-0000-0000-000000000000}"/>
          </ac:spMkLst>
        </pc:spChg>
        <pc:spChg chg="del">
          <ac:chgData name="Jenkins NS" userId="8bdba4d2-1367-40cf-ad35-f59b31261896" providerId="ADAL" clId="{86BB08CA-B7A6-4B56-B251-75270BF6414D}" dt="2026-10-23T05:50:08.643" v="23" actId="478"/>
          <ac:spMkLst>
            <pc:docMk/>
            <pc:sldMk cId="0" sldId="268"/>
            <ac:spMk id="29" creationId="{00000000-0000-0000-0000-000000000000}"/>
          </ac:spMkLst>
        </pc:spChg>
      </pc:sldChg>
      <pc:sldChg chg="delSp modSp add mod setBg">
        <pc:chgData name="Jenkins NS" userId="8bdba4d2-1367-40cf-ad35-f59b31261896" providerId="ADAL" clId="{86BB08CA-B7A6-4B56-B251-75270BF6414D}" dt="2026-10-23T05:53:46.557" v="48" actId="207"/>
        <pc:sldMkLst>
          <pc:docMk/>
          <pc:sldMk cId="0" sldId="269"/>
        </pc:sldMkLst>
        <pc:spChg chg="mod">
          <ac:chgData name="Jenkins NS" userId="8bdba4d2-1367-40cf-ad35-f59b31261896" providerId="ADAL" clId="{86BB08CA-B7A6-4B56-B251-75270BF6414D}" dt="2026-10-23T05:53:46.557" v="48" actId="207"/>
          <ac:spMkLst>
            <pc:docMk/>
            <pc:sldMk cId="0" sldId="269"/>
            <ac:spMk id="3" creationId="{00000000-0000-0000-0000-000000000000}"/>
          </ac:spMkLst>
        </pc:spChg>
        <pc:spChg chg="mod">
          <ac:chgData name="Jenkins NS" userId="8bdba4d2-1367-40cf-ad35-f59b31261896" providerId="ADAL" clId="{86BB08CA-B7A6-4B56-B251-75270BF6414D}" dt="2026-10-23T05:50:28.429" v="25" actId="33524"/>
          <ac:spMkLst>
            <pc:docMk/>
            <pc:sldMk cId="0" sldId="269"/>
            <ac:spMk id="13" creationId="{00000000-0000-0000-0000-000000000000}"/>
          </ac:spMkLst>
        </pc:spChg>
        <pc:spChg chg="del">
          <ac:chgData name="Jenkins NS" userId="8bdba4d2-1367-40cf-ad35-f59b31261896" providerId="ADAL" clId="{86BB08CA-B7A6-4B56-B251-75270BF6414D}" dt="2026-10-23T05:50:15.085" v="24" actId="478"/>
          <ac:spMkLst>
            <pc:docMk/>
            <pc:sldMk cId="0" sldId="269"/>
            <ac:spMk id="14" creationId="{00000000-0000-0000-0000-000000000000}"/>
          </ac:spMkLst>
        </pc:spChg>
      </pc:sldChg>
      <pc:sldChg chg="delSp modSp add mod setBg">
        <pc:chgData name="Jenkins NS" userId="8bdba4d2-1367-40cf-ad35-f59b31261896" providerId="ADAL" clId="{86BB08CA-B7A6-4B56-B251-75270BF6414D}" dt="2026-10-23T05:53:43.763" v="47" actId="207"/>
        <pc:sldMkLst>
          <pc:docMk/>
          <pc:sldMk cId="0" sldId="270"/>
        </pc:sldMkLst>
        <pc:spChg chg="mod">
          <ac:chgData name="Jenkins NS" userId="8bdba4d2-1367-40cf-ad35-f59b31261896" providerId="ADAL" clId="{86BB08CA-B7A6-4B56-B251-75270BF6414D}" dt="2026-10-23T05:53:43.763" v="47" actId="207"/>
          <ac:spMkLst>
            <pc:docMk/>
            <pc:sldMk cId="0" sldId="270"/>
            <ac:spMk id="3" creationId="{00000000-0000-0000-0000-000000000000}"/>
          </ac:spMkLst>
        </pc:spChg>
        <pc:spChg chg="del">
          <ac:chgData name="Jenkins NS" userId="8bdba4d2-1367-40cf-ad35-f59b31261896" providerId="ADAL" clId="{86BB08CA-B7A6-4B56-B251-75270BF6414D}" dt="2026-10-23T05:50:32.877" v="26" actId="478"/>
          <ac:spMkLst>
            <pc:docMk/>
            <pc:sldMk cId="0" sldId="270"/>
            <ac:spMk id="18" creationId="{00000000-0000-0000-0000-000000000000}"/>
          </ac:spMkLst>
        </pc:spChg>
      </pc:sldChg>
      <pc:sldChg chg="delSp modSp add mod setBg">
        <pc:chgData name="Jenkins NS" userId="8bdba4d2-1367-40cf-ad35-f59b31261896" providerId="ADAL" clId="{86BB08CA-B7A6-4B56-B251-75270BF6414D}" dt="2026-10-23T05:53:38.652" v="46" actId="207"/>
        <pc:sldMkLst>
          <pc:docMk/>
          <pc:sldMk cId="0" sldId="271"/>
        </pc:sldMkLst>
        <pc:spChg chg="mod">
          <ac:chgData name="Jenkins NS" userId="8bdba4d2-1367-40cf-ad35-f59b31261896" providerId="ADAL" clId="{86BB08CA-B7A6-4B56-B251-75270BF6414D}" dt="2026-10-23T05:53:38.652" v="46" actId="207"/>
          <ac:spMkLst>
            <pc:docMk/>
            <pc:sldMk cId="0" sldId="271"/>
            <ac:spMk id="3" creationId="{00000000-0000-0000-0000-000000000000}"/>
          </ac:spMkLst>
        </pc:spChg>
        <pc:spChg chg="del">
          <ac:chgData name="Jenkins NS" userId="8bdba4d2-1367-40cf-ad35-f59b31261896" providerId="ADAL" clId="{86BB08CA-B7A6-4B56-B251-75270BF6414D}" dt="2026-10-23T05:50:44.170" v="27" actId="478"/>
          <ac:spMkLst>
            <pc:docMk/>
            <pc:sldMk cId="0" sldId="271"/>
            <ac:spMk id="19" creationId="{00000000-0000-0000-0000-000000000000}"/>
          </ac:spMkLst>
        </pc:spChg>
      </pc:sldChg>
      <pc:sldChg chg="delSp modSp add mod setBg">
        <pc:chgData name="Jenkins NS" userId="8bdba4d2-1367-40cf-ad35-f59b31261896" providerId="ADAL" clId="{86BB08CA-B7A6-4B56-B251-75270BF6414D}" dt="2026-10-23T05:53:07.545" v="38" actId="207"/>
        <pc:sldMkLst>
          <pc:docMk/>
          <pc:sldMk cId="0" sldId="272"/>
        </pc:sldMkLst>
        <pc:spChg chg="mod">
          <ac:chgData name="Jenkins NS" userId="8bdba4d2-1367-40cf-ad35-f59b31261896" providerId="ADAL" clId="{86BB08CA-B7A6-4B56-B251-75270BF6414D}" dt="2026-10-23T05:53:07.545" v="38" actId="207"/>
          <ac:spMkLst>
            <pc:docMk/>
            <pc:sldMk cId="0" sldId="272"/>
            <ac:spMk id="3" creationId="{00000000-0000-0000-0000-000000000000}"/>
          </ac:spMkLst>
        </pc:spChg>
        <pc:spChg chg="mod">
          <ac:chgData name="Jenkins NS" userId="8bdba4d2-1367-40cf-ad35-f59b31261896" providerId="ADAL" clId="{86BB08CA-B7A6-4B56-B251-75270BF6414D}" dt="2026-10-23T05:52:38.597" v="37" actId="1076"/>
          <ac:spMkLst>
            <pc:docMk/>
            <pc:sldMk cId="0" sldId="272"/>
            <ac:spMk id="20" creationId="{00000000-0000-0000-0000-000000000000}"/>
          </ac:spMkLst>
        </pc:spChg>
        <pc:spChg chg="del">
          <ac:chgData name="Jenkins NS" userId="8bdba4d2-1367-40cf-ad35-f59b31261896" providerId="ADAL" clId="{86BB08CA-B7A6-4B56-B251-75270BF6414D}" dt="2026-10-23T05:50:50.598" v="28" actId="478"/>
          <ac:spMkLst>
            <pc:docMk/>
            <pc:sldMk cId="0" sldId="272"/>
            <ac:spMk id="25" creationId="{00000000-0000-0000-0000-000000000000}"/>
          </ac:spMkLst>
        </pc:spChg>
      </pc:sldChg>
      <pc:sldChg chg="delSp modSp add mod setBg">
        <pc:chgData name="Jenkins NS" userId="8bdba4d2-1367-40cf-ad35-f59b31261896" providerId="ADAL" clId="{86BB08CA-B7A6-4B56-B251-75270BF6414D}" dt="2026-10-23T05:53:33.467" v="45" actId="207"/>
        <pc:sldMkLst>
          <pc:docMk/>
          <pc:sldMk cId="0" sldId="273"/>
        </pc:sldMkLst>
        <pc:spChg chg="mod">
          <ac:chgData name="Jenkins NS" userId="8bdba4d2-1367-40cf-ad35-f59b31261896" providerId="ADAL" clId="{86BB08CA-B7A6-4B56-B251-75270BF6414D}" dt="2026-10-23T05:51:02.847" v="31" actId="27636"/>
          <ac:spMkLst>
            <pc:docMk/>
            <pc:sldMk cId="0" sldId="273"/>
            <ac:spMk id="2" creationId="{00000000-0000-0000-0000-000000000000}"/>
          </ac:spMkLst>
        </pc:spChg>
        <pc:spChg chg="mod">
          <ac:chgData name="Jenkins NS" userId="8bdba4d2-1367-40cf-ad35-f59b31261896" providerId="ADAL" clId="{86BB08CA-B7A6-4B56-B251-75270BF6414D}" dt="2026-10-23T05:53:33.467" v="45" actId="207"/>
          <ac:spMkLst>
            <pc:docMk/>
            <pc:sldMk cId="0" sldId="273"/>
            <ac:spMk id="3" creationId="{00000000-0000-0000-0000-000000000000}"/>
          </ac:spMkLst>
        </pc:spChg>
        <pc:spChg chg="mod">
          <ac:chgData name="Jenkins NS" userId="8bdba4d2-1367-40cf-ad35-f59b31261896" providerId="ADAL" clId="{86BB08CA-B7A6-4B56-B251-75270BF6414D}" dt="2026-10-23T05:50:59.916" v="29" actId="108"/>
          <ac:spMkLst>
            <pc:docMk/>
            <pc:sldMk cId="0" sldId="273"/>
            <ac:spMk id="13" creationId="{00000000-0000-0000-0000-000000000000}"/>
          </ac:spMkLst>
        </pc:spChg>
        <pc:spChg chg="del">
          <ac:chgData name="Jenkins NS" userId="8bdba4d2-1367-40cf-ad35-f59b31261896" providerId="ADAL" clId="{86BB08CA-B7A6-4B56-B251-75270BF6414D}" dt="2026-10-23T05:53:31.174" v="44" actId="478"/>
          <ac:spMkLst>
            <pc:docMk/>
            <pc:sldMk cId="0" sldId="273"/>
            <ac:spMk id="14" creationId="{00000000-0000-0000-0000-000000000000}"/>
          </ac:spMkLst>
        </pc:spChg>
      </pc:sldChg>
      <pc:sldChg chg="delSp modSp add mod setBg">
        <pc:chgData name="Jenkins NS" userId="8bdba4d2-1367-40cf-ad35-f59b31261896" providerId="ADAL" clId="{86BB08CA-B7A6-4B56-B251-75270BF6414D}" dt="2026-10-23T05:53:26.740" v="43" actId="478"/>
        <pc:sldMkLst>
          <pc:docMk/>
          <pc:sldMk cId="0" sldId="274"/>
        </pc:sldMkLst>
        <pc:spChg chg="mod">
          <ac:chgData name="Jenkins NS" userId="8bdba4d2-1367-40cf-ad35-f59b31261896" providerId="ADAL" clId="{86BB08CA-B7A6-4B56-B251-75270BF6414D}" dt="2026-10-23T05:53:24.140" v="42" actId="207"/>
          <ac:spMkLst>
            <pc:docMk/>
            <pc:sldMk cId="0" sldId="274"/>
            <ac:spMk id="3" creationId="{00000000-0000-0000-0000-000000000000}"/>
          </ac:spMkLst>
        </pc:spChg>
        <pc:spChg chg="del">
          <ac:chgData name="Jenkins NS" userId="8bdba4d2-1367-40cf-ad35-f59b31261896" providerId="ADAL" clId="{86BB08CA-B7A6-4B56-B251-75270BF6414D}" dt="2026-10-23T05:53:26.740" v="43" actId="478"/>
          <ac:spMkLst>
            <pc:docMk/>
            <pc:sldMk cId="0" sldId="274"/>
            <ac:spMk id="15" creationId="{00000000-0000-0000-0000-000000000000}"/>
          </ac:spMkLst>
        </pc:spChg>
      </pc:sldChg>
      <pc:sldChg chg="delSp modSp add mod setBg">
        <pc:chgData name="Jenkins NS" userId="8bdba4d2-1367-40cf-ad35-f59b31261896" providerId="ADAL" clId="{86BB08CA-B7A6-4B56-B251-75270BF6414D}" dt="2026-10-23T05:53:20.012" v="41" actId="207"/>
        <pc:sldMkLst>
          <pc:docMk/>
          <pc:sldMk cId="0" sldId="275"/>
        </pc:sldMkLst>
        <pc:spChg chg="mod">
          <ac:chgData name="Jenkins NS" userId="8bdba4d2-1367-40cf-ad35-f59b31261896" providerId="ADAL" clId="{86BB08CA-B7A6-4B56-B251-75270BF6414D}" dt="2026-10-23T05:53:20.012" v="41" actId="207"/>
          <ac:spMkLst>
            <pc:docMk/>
            <pc:sldMk cId="0" sldId="275"/>
            <ac:spMk id="2" creationId="{00000000-0000-0000-0000-000000000000}"/>
          </ac:spMkLst>
        </pc:spChg>
        <pc:spChg chg="mod">
          <ac:chgData name="Jenkins NS" userId="8bdba4d2-1367-40cf-ad35-f59b31261896" providerId="ADAL" clId="{86BB08CA-B7A6-4B56-B251-75270BF6414D}" dt="2026-10-23T05:53:16.758" v="40" actId="207"/>
          <ac:spMkLst>
            <pc:docMk/>
            <pc:sldMk cId="0" sldId="275"/>
            <ac:spMk id="3" creationId="{00000000-0000-0000-0000-000000000000}"/>
          </ac:spMkLst>
        </pc:spChg>
        <pc:spChg chg="del">
          <ac:chgData name="Jenkins NS" userId="8bdba4d2-1367-40cf-ad35-f59b31261896" providerId="ADAL" clId="{86BB08CA-B7A6-4B56-B251-75270BF6414D}" dt="2026-10-23T05:51:20.094" v="33" actId="478"/>
          <ac:spMkLst>
            <pc:docMk/>
            <pc:sldMk cId="0" sldId="275"/>
            <ac:spMk id="15" creationId="{00000000-0000-0000-0000-000000000000}"/>
          </ac:spMkLst>
        </pc:spChg>
      </pc:sldChg>
      <pc:sldChg chg="del">
        <pc:chgData name="Jenkins NS" userId="8bdba4d2-1367-40cf-ad35-f59b31261896" providerId="ADAL" clId="{86BB08CA-B7A6-4B56-B251-75270BF6414D}" dt="2026-10-23T05:31:21.916" v="0" actId="47"/>
        <pc:sldMkLst>
          <pc:docMk/>
          <pc:sldMk cId="1096705017" sldId="10341"/>
        </pc:sldMkLst>
      </pc:sldChg>
      <pc:sldChg chg="del">
        <pc:chgData name="Jenkins NS" userId="8bdba4d2-1367-40cf-ad35-f59b31261896" providerId="ADAL" clId="{86BB08CA-B7A6-4B56-B251-75270BF6414D}" dt="2026-10-23T05:31:21.916" v="0" actId="47"/>
        <pc:sldMkLst>
          <pc:docMk/>
          <pc:sldMk cId="2980580362" sldId="2076137821"/>
        </pc:sldMkLst>
      </pc:sldChg>
      <pc:sldChg chg="del">
        <pc:chgData name="Jenkins NS" userId="8bdba4d2-1367-40cf-ad35-f59b31261896" providerId="ADAL" clId="{86BB08CA-B7A6-4B56-B251-75270BF6414D}" dt="2026-10-23T05:31:21.916" v="0" actId="47"/>
        <pc:sldMkLst>
          <pc:docMk/>
          <pc:sldMk cId="847600138" sldId="2076137823"/>
        </pc:sldMkLst>
      </pc:sldChg>
      <pc:sldChg chg="del">
        <pc:chgData name="Jenkins NS" userId="8bdba4d2-1367-40cf-ad35-f59b31261896" providerId="ADAL" clId="{86BB08CA-B7A6-4B56-B251-75270BF6414D}" dt="2026-10-23T05:31:21.916" v="0" actId="47"/>
        <pc:sldMkLst>
          <pc:docMk/>
          <pc:sldMk cId="3031809596" sldId="2142533535"/>
        </pc:sldMkLst>
      </pc:sldChg>
      <pc:sldChg chg="del">
        <pc:chgData name="Jenkins NS" userId="8bdba4d2-1367-40cf-ad35-f59b31261896" providerId="ADAL" clId="{86BB08CA-B7A6-4B56-B251-75270BF6414D}" dt="2026-10-23T05:31:21.916" v="0" actId="47"/>
        <pc:sldMkLst>
          <pc:docMk/>
          <pc:sldMk cId="493708244" sldId="2142533536"/>
        </pc:sldMkLst>
      </pc:sldChg>
      <pc:sldChg chg="del">
        <pc:chgData name="Jenkins NS" userId="8bdba4d2-1367-40cf-ad35-f59b31261896" providerId="ADAL" clId="{86BB08CA-B7A6-4B56-B251-75270BF6414D}" dt="2026-10-23T05:31:21.916" v="0" actId="47"/>
        <pc:sldMkLst>
          <pc:docMk/>
          <pc:sldMk cId="949564228" sldId="2142533538"/>
        </pc:sldMkLst>
      </pc:sldChg>
      <pc:sldChg chg="del">
        <pc:chgData name="Jenkins NS" userId="8bdba4d2-1367-40cf-ad35-f59b31261896" providerId="ADAL" clId="{86BB08CA-B7A6-4B56-B251-75270BF6414D}" dt="2026-10-23T05:31:21.916" v="0" actId="47"/>
        <pc:sldMkLst>
          <pc:docMk/>
          <pc:sldMk cId="1159306728" sldId="2142533539"/>
        </pc:sldMkLst>
      </pc:sldChg>
      <pc:sldChg chg="del">
        <pc:chgData name="Jenkins NS" userId="8bdba4d2-1367-40cf-ad35-f59b31261896" providerId="ADAL" clId="{86BB08CA-B7A6-4B56-B251-75270BF6414D}" dt="2026-10-23T05:31:21.916" v="0" actId="47"/>
        <pc:sldMkLst>
          <pc:docMk/>
          <pc:sldMk cId="2306444340" sldId="2142533540"/>
        </pc:sldMkLst>
      </pc:sldChg>
      <pc:sldChg chg="del">
        <pc:chgData name="Jenkins NS" userId="8bdba4d2-1367-40cf-ad35-f59b31261896" providerId="ADAL" clId="{86BB08CA-B7A6-4B56-B251-75270BF6414D}" dt="2026-10-23T05:31:21.916" v="0" actId="47"/>
        <pc:sldMkLst>
          <pc:docMk/>
          <pc:sldMk cId="2194364739" sldId="2142533583"/>
        </pc:sldMkLst>
      </pc:sldChg>
      <pc:sldChg chg="del">
        <pc:chgData name="Jenkins NS" userId="8bdba4d2-1367-40cf-ad35-f59b31261896" providerId="ADAL" clId="{86BB08CA-B7A6-4B56-B251-75270BF6414D}" dt="2026-10-23T05:31:21.916" v="0" actId="47"/>
        <pc:sldMkLst>
          <pc:docMk/>
          <pc:sldMk cId="3661348972" sldId="2142533584"/>
        </pc:sldMkLst>
      </pc:sldChg>
      <pc:sldChg chg="add del">
        <pc:chgData name="Jenkins NS" userId="8bdba4d2-1367-40cf-ad35-f59b31261896" providerId="ADAL" clId="{86BB08CA-B7A6-4B56-B251-75270BF6414D}" dt="2026-10-23T05:48:04.982" v="7" actId="47"/>
        <pc:sldMkLst>
          <pc:docMk/>
          <pc:sldMk cId="1488354913" sldId="2147471059"/>
        </pc:sldMkLst>
      </pc:sldChg>
      <pc:sldChg chg="add del">
        <pc:chgData name="Jenkins NS" userId="8bdba4d2-1367-40cf-ad35-f59b31261896" providerId="ADAL" clId="{86BB08CA-B7A6-4B56-B251-75270BF6414D}" dt="2026-10-23T05:48:04.982" v="7" actId="47"/>
        <pc:sldMkLst>
          <pc:docMk/>
          <pc:sldMk cId="2866244905" sldId="2147471060"/>
        </pc:sldMkLst>
      </pc:sldChg>
      <pc:sldChg chg="add del">
        <pc:chgData name="Jenkins NS" userId="8bdba4d2-1367-40cf-ad35-f59b31261896" providerId="ADAL" clId="{86BB08CA-B7A6-4B56-B251-75270BF6414D}" dt="2026-10-23T05:48:04.982" v="7" actId="47"/>
        <pc:sldMkLst>
          <pc:docMk/>
          <pc:sldMk cId="4128555809" sldId="2147471061"/>
        </pc:sldMkLst>
      </pc:sldChg>
      <pc:sldChg chg="del">
        <pc:chgData name="Jenkins NS" userId="8bdba4d2-1367-40cf-ad35-f59b31261896" providerId="ADAL" clId="{86BB08CA-B7A6-4B56-B251-75270BF6414D}" dt="2026-10-23T05:31:21.916" v="0" actId="47"/>
        <pc:sldMkLst>
          <pc:docMk/>
          <pc:sldMk cId="0" sldId="2147479597"/>
        </pc:sldMkLst>
      </pc:sldChg>
      <pc:sldChg chg="modSp mod">
        <pc:chgData name="Jenkins NS" userId="8bdba4d2-1367-40cf-ad35-f59b31261896" providerId="ADAL" clId="{86BB08CA-B7A6-4B56-B251-75270BF6414D}" dt="2026-10-23T05:57:51.036" v="59" actId="20577"/>
        <pc:sldMkLst>
          <pc:docMk/>
          <pc:sldMk cId="3585144251" sldId="2147479602"/>
        </pc:sldMkLst>
        <pc:spChg chg="mod">
          <ac:chgData name="Jenkins NS" userId="8bdba4d2-1367-40cf-ad35-f59b31261896" providerId="ADAL" clId="{86BB08CA-B7A6-4B56-B251-75270BF6414D}" dt="2026-10-23T05:57:51.036" v="59" actId="20577"/>
          <ac:spMkLst>
            <pc:docMk/>
            <pc:sldMk cId="3585144251" sldId="2147479602"/>
            <ac:spMk id="5" creationId="{C5C36B88-BDFD-29D8-DA60-E1A871D76BCB}"/>
          </ac:spMkLst>
        </pc:spChg>
      </pc:sldChg>
      <pc:sldChg chg="add del">
        <pc:chgData name="Jenkins NS" userId="8bdba4d2-1367-40cf-ad35-f59b31261896" providerId="ADAL" clId="{86BB08CA-B7A6-4B56-B251-75270BF6414D}" dt="2026-10-23T05:47:54.363" v="4" actId="47"/>
        <pc:sldMkLst>
          <pc:docMk/>
          <pc:sldMk cId="3940752053" sldId="2147482268"/>
        </pc:sldMkLst>
      </pc:sldChg>
      <pc:sldChg chg="add del">
        <pc:chgData name="Jenkins NS" userId="8bdba4d2-1367-40cf-ad35-f59b31261896" providerId="ADAL" clId="{86BB08CA-B7A6-4B56-B251-75270BF6414D}" dt="2026-10-23T05:48:04.982" v="7" actId="47"/>
        <pc:sldMkLst>
          <pc:docMk/>
          <pc:sldMk cId="3498080330" sldId="2147482371"/>
        </pc:sldMkLst>
      </pc:sldChg>
      <pc:sldChg chg="add del">
        <pc:chgData name="Jenkins NS" userId="8bdba4d2-1367-40cf-ad35-f59b31261896" providerId="ADAL" clId="{86BB08CA-B7A6-4B56-B251-75270BF6414D}" dt="2026-10-23T05:47:56.818" v="5" actId="47"/>
        <pc:sldMkLst>
          <pc:docMk/>
          <pc:sldMk cId="4025133718" sldId="2147482372"/>
        </pc:sldMkLst>
      </pc:sldChg>
      <pc:sldMasterChg chg="delSldLayout">
        <pc:chgData name="Jenkins NS" userId="8bdba4d2-1367-40cf-ad35-f59b31261896" providerId="ADAL" clId="{86BB08CA-B7A6-4B56-B251-75270BF6414D}" dt="2026-10-23T05:48:04.982" v="7" actId="47"/>
        <pc:sldMasterMkLst>
          <pc:docMk/>
          <pc:sldMasterMk cId="975404246" sldId="2147483648"/>
        </pc:sldMasterMkLst>
        <pc:sldLayoutChg chg="del">
          <pc:chgData name="Jenkins NS" userId="8bdba4d2-1367-40cf-ad35-f59b31261896" providerId="ADAL" clId="{86BB08CA-B7A6-4B56-B251-75270BF6414D}" dt="2026-10-23T05:48:04.982" v="7" actId="47"/>
          <pc:sldLayoutMkLst>
            <pc:docMk/>
            <pc:sldMasterMk cId="975404246" sldId="2147483648"/>
            <pc:sldLayoutMk cId="2134342542" sldId="2147483740"/>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3150296090" sldId="2147483741"/>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926884318" sldId="2147483742"/>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287352221" sldId="2147483743"/>
          </pc:sldLayoutMkLst>
        </pc:sldLayoutChg>
      </pc:sldMasterChg>
      <pc:sldMasterChg chg="del delSldLayout">
        <pc:chgData name="Jenkins NS" userId="8bdba4d2-1367-40cf-ad35-f59b31261896" providerId="ADAL" clId="{86BB08CA-B7A6-4B56-B251-75270BF6414D}" dt="2026-10-23T05:31:21.916" v="0" actId="47"/>
        <pc:sldMasterMkLst>
          <pc:docMk/>
          <pc:sldMasterMk cId="2494316984" sldId="2147483684"/>
        </pc:sldMasterMkLst>
        <pc:sldLayoutChg chg="del">
          <pc:chgData name="Jenkins NS" userId="8bdba4d2-1367-40cf-ad35-f59b31261896" providerId="ADAL" clId="{86BB08CA-B7A6-4B56-B251-75270BF6414D}" dt="2026-10-23T05:31:21.916" v="0" actId="47"/>
          <pc:sldLayoutMkLst>
            <pc:docMk/>
            <pc:sldMasterMk cId="2494316984" sldId="2147483684"/>
            <pc:sldLayoutMk cId="380069328" sldId="2147483685"/>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3599421431" sldId="2147483686"/>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636360322" sldId="2147483687"/>
          </pc:sldLayoutMkLst>
        </pc:sldLayoutChg>
      </pc:sldMasterChg>
      <pc:sldMasterChg chg="delSldLayout">
        <pc:chgData name="Jenkins NS" userId="8bdba4d2-1367-40cf-ad35-f59b31261896" providerId="ADAL" clId="{86BB08CA-B7A6-4B56-B251-75270BF6414D}" dt="2026-10-23T05:31:21.916" v="0" actId="47"/>
        <pc:sldMasterMkLst>
          <pc:docMk/>
          <pc:sldMasterMk cId="2576410728" sldId="2147483688"/>
        </pc:sldMasterMkLst>
        <pc:sldLayoutChg chg="del">
          <pc:chgData name="Jenkins NS" userId="8bdba4d2-1367-40cf-ad35-f59b31261896" providerId="ADAL" clId="{86BB08CA-B7A6-4B56-B251-75270BF6414D}" dt="2026-10-23T05:31:21.916" v="0" actId="47"/>
          <pc:sldLayoutMkLst>
            <pc:docMk/>
            <pc:sldMasterMk cId="2576410728" sldId="2147483688"/>
            <pc:sldLayoutMk cId="267021193" sldId="2147483740"/>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a graphical, low-code tool for building agents and agent flows. It is a standalone web app. You describe the agent, add knowledge sources and tools, test it, and publish. Anything you build is your own product or service, separate from Copilot Studio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pieces left to right. Stress that the orchestrator ties them together: with generative orchestration the agent decides which topic, tool or knowledge source fits the request, so descriptions matter a lot. Skills are part of the newer agent experience and need the GitHub Copilot harness; standard harness agents do not have a Skills component.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experiences exist side by side today. In the classic experience, explicit topics, triggers and branching flows shape behavior. In the new experience you describe the agent in an instructions editor and attach components from a panel: knowledge, tools and skills. Pick per project and check the Microsoft Learn note on feature gaps first, because conversion from new to classic is not possible.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purchase paths. Microsoft 365 Copilot users can build and use agents inside the organization; to publish or share agents to outside channels you need a standalone Copilot Studio plan. Capacity packs are prepaid at 25,000 credits per month for 200 dollars. Pay-as-you-go is 1 cent per credit and needs an Azure subscription. There is also a pre-purchase plan where one commit unit equals 1 dollar and converts to 100 credits. Prices are USD and subject to change; check Microsoft’s licensing guide before buying.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billable thing the agent does draws down credits at a fixed rate. Classic answers are the scripted replies you write; generative answers come from AI over your knowledge. Under generative orchestration the decision to call a topic or tool is itself an agent action. Microsoft 365 Copilot licensed users interacting with internal agents are not charged for classic answers, generative answers, agent actions or tenant graph grounding. Voice is billed per minute on 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arithmetic: 4 times 1 plus 2 times 2 is 8 credits per session. 8 times 900 sessions is 7,200 credits a day, about 216,000 a month, which is roughly 2,160 dollars at the pay-as-you-go rate. Encourage attendees to use Microsoft’s agent usage estimator for their own agent mix, and to remember that reasoning models, grounding and actions raise the per-session number.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classic orchestration the default trigger is user says a phrase, so trigger phrases matter. With generative orchestration the default is the agent chooses, which compares the topic name and the description on the trigger node with the request, so write descriptions carefully. Inside a topic, saving answers to variables is the key habit: later nodes can reuse them. If several triggers qualify, the Priority property sets the order.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topics are created with every agent. Fallback fires when nothing matches, Multiple Topics Matched is the did you mean prompt, On Error captures timestamp and error text, and Reset Conversation clears variables and forces the latest published version. Microsoft recommends not customizing them until you are comfortable building a complete conversation. Under generative orchestration the agent often picks a topic itself, so Fallback and Conversation Start may not fire.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leave-request topic. Open the topic editor, point at the trigger at the top, then use the plus icon below any node to add the next one: ask a question, add a condition, call an action such as a tool, prompt or agent flow, and send a message. The most important habit is saving answers to variables so later nodes can use them. Under generative orchestration the agent picks this topic by matching the request to its description.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extend an agent beyond conversation. In the tool picker you can filter by featured, MCP, connectors and workflows, and for connectors you choose which actions to expose. Some tools need you to sign in first. The generative orchestrator chooses tools from their names and descriptions, so vague or overlapping descriptions cause wrong picks. Each tool call is an agent action and consumes credits.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flows give a Power Automate style authoring experience inside Copilot Studio. Create one by describing it in natural language or with the visual designer, and add human-in-the-loop steps such as approvals. A flow with the trigger When an agent calls the flow can be added to an agent as a tool. Running a flow from a topic uses one classic answer plus the flow actions; under generative orchestration it uses one agent action plus the flow actions. You can convert a Power Automate cloud flow to an agent flow, but conversion is one-way because billing changes.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builder lets you write a custom prompt, define input variables for runtime content, and test it before wiring it in. In Copilot Studio you can create one from an agent’s Tools page, from a topic node, or from the global Tools page; prompts created in Tools can be used in any agent or topic. Code interpreter lets a prompt generate and run Python, for data analysis and for processing Word, Excel, PowerPoint and PDF files. It counts as a premium text and generative AI tool for billing.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a live exercise: ask attendees to rewrite the vague prompt for their own scenario. Microsoft’s guidance for prompts is to use precise prompts with examples, known as few-shot prompting, to specify the output such as JSON, Excel or PDF, and to use another AI tool to draft a first version you then refine. The same habits apply to agent instructions: keep them short, concrete and testable.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creates a version of the agent that users can reach through the enabled channels. For Teams: select Publish, open Channels, choose Teams plus Microsoft 365, optionally tick Make agent available in Microsoft 365 Copilot, then Save and publish. After that you can configure the agent listing that employees see. Every time you change the agent, publish again; the update goes to all connected channels, and there is no staged rollout from the Copilot Studio UI.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 is the integration point where users talk to the agent. Teams and Microsoft 365 Copilot are the primary enterprise channels, and they share one configuration. Web options are the demo website, a custom website and mobile or custom apps. Messaging channels such as WhatsApp and Facebook, and further ones through Azure Bot Service, are also available. Features differ by channel: for example single sign-on works in Teams but not on a public website, and adaptive cards render in some channels and not others, so test on the channel you plan to ship.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configured under Settings and Security for the agent. Authenticate with Microsoft is the default and works through Microsoft Entra ID in Teams, Power Apps and Microsoft 365 Copilot. Choose manual authentication when you need a different identity provider. The demo website uses the published version of the agent and is meant for internal testing, so do not share that URL with customers. Always re-test sign-in after changing authentication, because behavior differs by channel.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hands-on exercise of 45 to 60 minutes. The lab outline here is a suggested path, not an official Microsoft lab. For guided missions, point people to the Agent Academy site, which includes a mission on publishing an agent to Teams and Microsoft 365 Copilot. Remind them that building, testing and evaluating agents can consume Copilot Credits, so use a trial or a sandbox environment.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A7ED-DC40-CE06-B7DA-1885B021A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3B286-1C66-28F9-DCA0-76A1F5347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34ACB-46A1-096F-9553-394C2007A3AB}"/>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9C95DA92-060D-7ED4-B51B-3F2C096111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236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and body">
    <p:bg>
      <p:bgPr>
        <a:solidFill>
          <a:srgbClr val="F6F5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122B"/>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10011"/>
            <a:ext cx="10566400" cy="4135189"/>
          </a:xfrm>
          <a:prstGeom prst="rect">
            <a:avLst/>
          </a:prstGeom>
          <a:noFill/>
          <a:ln/>
        </p:spPr>
        <p:txBody>
          <a:bodyPr wrap="square" lIns="0" tIns="0" rIns="0" bIns="0" rtlCol="0" anchor="t"/>
          <a:lstStyle>
            <a:lvl1pPr marL="0" indent="0" algn="l">
              <a:lnSpc>
                <a:spcPct val="140000"/>
              </a:lnSpc>
              <a:buNone/>
              <a:defRPr lang="en-US" sz="1600" dirty="0">
                <a:solidFill>
                  <a:srgbClr val="14122B"/>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932449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1691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579369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4550045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8031315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17739271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31092842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4499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009677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1917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90018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643236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526584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60306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2903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7218379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9996160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199" y="2995283"/>
            <a:ext cx="2644762"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377868"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171536"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199"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377868"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171536"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415117"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4208784"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700245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8" name="Text Placeholder 11">
            <a:extLst>
              <a:ext uri="{FF2B5EF4-FFF2-40B4-BE49-F238E27FC236}">
                <a16:creationId xmlns:a16="http://schemas.microsoft.com/office/drawing/2014/main" id="{BCF4E607-C6B2-5DBD-A66E-6AC21DF3514B}"/>
              </a:ext>
            </a:extLst>
          </p:cNvPr>
          <p:cNvSpPr>
            <a:spLocks noGrp="1"/>
          </p:cNvSpPr>
          <p:nvPr>
            <p:ph type="body" sz="quarter" idx="26"/>
          </p:nvPr>
        </p:nvSpPr>
        <p:spPr>
          <a:xfrm>
            <a:off x="8965203"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79F6309B-E822-8B2F-6639-A0BB3E2D4398}"/>
              </a:ext>
            </a:extLst>
          </p:cNvPr>
          <p:cNvSpPr>
            <a:spLocks noGrp="1"/>
          </p:cNvSpPr>
          <p:nvPr>
            <p:ph type="body" sz="quarter" idx="27"/>
          </p:nvPr>
        </p:nvSpPr>
        <p:spPr>
          <a:xfrm>
            <a:off x="8965202"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1" name="Oval 20">
            <a:extLst>
              <a:ext uri="{FF2B5EF4-FFF2-40B4-BE49-F238E27FC236}">
                <a16:creationId xmlns:a16="http://schemas.microsoft.com/office/drawing/2014/main" id="{F9B6085C-652E-6BD6-58B4-4FD4FE4E867F}"/>
              </a:ext>
              <a:ext uri="{C183D7F6-B498-43B3-948B-1728B52AA6E4}">
                <adec:decorative xmlns:adec="http://schemas.microsoft.com/office/drawing/2017/decorative" val="1"/>
              </a:ext>
            </a:extLst>
          </p:cNvPr>
          <p:cNvSpPr/>
          <p:nvPr userDrawn="1"/>
        </p:nvSpPr>
        <p:spPr bwMode="auto">
          <a:xfrm>
            <a:off x="979611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6819062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33531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922813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16472310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7427391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22520313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8552987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51025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857924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1923746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3557090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471744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306898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344970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470627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273327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26162502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242015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0542724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7368839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976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103825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29591970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61325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7963935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749291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12249161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2511702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2036658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761721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136818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886290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583961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8799497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6926625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50" Type="http://schemas.openxmlformats.org/officeDocument/2006/relationships/slideLayout" Target="../slideLayouts/slideLayout66.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theme" Target="../theme/theme3.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1" Type="http://schemas.openxmlformats.org/officeDocument/2006/relationships/slideLayout" Target="../slideLayouts/slideLayout17.xml"/><Relationship Id="rId6"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2" r:id="rId13"/>
    <p:sldLayoutId id="214748374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7641072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OVERVIEW</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22B"/>
                </a:solidFill>
                <a:latin typeface="DM Sans" pitchFamily="34" charset="0"/>
                <a:ea typeface="DM Sans" pitchFamily="34" charset="-122"/>
                <a:cs typeface="DM Sans" pitchFamily="34" charset="-120"/>
              </a:rPr>
              <a:t>A low-code workspace for AI agents</a:t>
            </a:r>
            <a:endParaRPr lang="en-US" sz="3600" dirty="0"/>
          </a:p>
        </p:txBody>
      </p:sp>
      <p:sp>
        <p:nvSpPr>
          <p:cNvPr id="4" name="Shape 2"/>
          <p:cNvSpPr/>
          <p:nvPr/>
        </p:nvSpPr>
        <p:spPr>
          <a:xfrm>
            <a:off x="815975" y="1913186"/>
            <a:ext cx="3380284" cy="2546251"/>
          </a:xfrm>
          <a:prstGeom prst="roundRect">
            <a:avLst>
              <a:gd name="adj" fmla="val 4863"/>
            </a:avLst>
          </a:prstGeom>
          <a:solidFill>
            <a:srgbClr val="FDFCFF"/>
          </a:solidFill>
          <a:ln w="6350">
            <a:solidFill>
              <a:srgbClr val="E0DCF2"/>
            </a:solidFill>
            <a:prstDash val="solid"/>
          </a:ln>
        </p:spPr>
        <p:txBody>
          <a:bodyPr/>
          <a:lstStyle/>
          <a:p>
            <a:endParaRPr lang="en-IN"/>
          </a:p>
        </p:txBody>
      </p:sp>
      <p:pic>
        <p:nvPicPr>
          <p:cNvPr id="5" name="Image 0" descr="Chat"/>
          <p:cNvPicPr>
            <a:picLocks noChangeAspect="1"/>
          </p:cNvPicPr>
          <p:nvPr/>
        </p:nvPicPr>
        <p:blipFill>
          <a:blip r:embed="rId3"/>
          <a:srcRect/>
          <a:stretch/>
        </p:blipFill>
        <p:spPr>
          <a:xfrm>
            <a:off x="1073150" y="2170361"/>
            <a:ext cx="355600" cy="355600"/>
          </a:xfrm>
          <a:prstGeom prst="rect">
            <a:avLst/>
          </a:prstGeom>
        </p:spPr>
      </p:pic>
      <p:sp>
        <p:nvSpPr>
          <p:cNvPr id="6" name="Text 3"/>
          <p:cNvSpPr/>
          <p:nvPr/>
        </p:nvSpPr>
        <p:spPr>
          <a:xfrm>
            <a:off x="1073150" y="2627561"/>
            <a:ext cx="295191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22B"/>
                </a:solidFill>
                <a:latin typeface="DM Sans" pitchFamily="34" charset="0"/>
                <a:ea typeface="DM Sans" pitchFamily="34" charset="-122"/>
                <a:cs typeface="DM Sans" pitchFamily="34" charset="-120"/>
              </a:rPr>
              <a:t>Describe</a:t>
            </a:r>
            <a:endParaRPr lang="en-US" sz="2200" dirty="0"/>
          </a:p>
        </p:txBody>
      </p:sp>
      <p:sp>
        <p:nvSpPr>
          <p:cNvPr id="7" name="Text 4"/>
          <p:cNvSpPr/>
          <p:nvPr/>
        </p:nvSpPr>
        <p:spPr>
          <a:xfrm>
            <a:off x="1073150" y="3064421"/>
            <a:ext cx="2951912"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Say in plain language what the agent should do, then add instructions, knowledge and tools.</a:t>
            </a:r>
            <a:endParaRPr lang="en-US" sz="1600" dirty="0"/>
          </a:p>
        </p:txBody>
      </p:sp>
      <p:sp>
        <p:nvSpPr>
          <p:cNvPr id="8" name="Shape 5"/>
          <p:cNvSpPr/>
          <p:nvPr/>
        </p:nvSpPr>
        <p:spPr>
          <a:xfrm>
            <a:off x="4405809" y="1913186"/>
            <a:ext cx="3380333" cy="2546251"/>
          </a:xfrm>
          <a:prstGeom prst="roundRect">
            <a:avLst>
              <a:gd name="adj" fmla="val 4863"/>
            </a:avLst>
          </a:prstGeom>
          <a:solidFill>
            <a:srgbClr val="FDFCFF"/>
          </a:solidFill>
          <a:ln w="6350">
            <a:solidFill>
              <a:srgbClr val="E0DCF2"/>
            </a:solidFill>
            <a:prstDash val="solid"/>
          </a:ln>
        </p:spPr>
        <p:txBody>
          <a:bodyPr/>
          <a:lstStyle/>
          <a:p>
            <a:endParaRPr lang="en-IN"/>
          </a:p>
        </p:txBody>
      </p:sp>
      <p:pic>
        <p:nvPicPr>
          <p:cNvPr id="9" name="Image 1" descr="Link"/>
          <p:cNvPicPr>
            <a:picLocks noChangeAspect="1"/>
          </p:cNvPicPr>
          <p:nvPr/>
        </p:nvPicPr>
        <p:blipFill>
          <a:blip r:embed="rId4"/>
          <a:srcRect/>
          <a:stretch/>
        </p:blipFill>
        <p:spPr>
          <a:xfrm>
            <a:off x="4662984" y="2170361"/>
            <a:ext cx="355600" cy="355600"/>
          </a:xfrm>
          <a:prstGeom prst="rect">
            <a:avLst/>
          </a:prstGeom>
        </p:spPr>
      </p:pic>
      <p:sp>
        <p:nvSpPr>
          <p:cNvPr id="10" name="Text 6"/>
          <p:cNvSpPr/>
          <p:nvPr/>
        </p:nvSpPr>
        <p:spPr>
          <a:xfrm>
            <a:off x="4662984" y="2627561"/>
            <a:ext cx="295196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22B"/>
                </a:solidFill>
                <a:latin typeface="DM Sans" pitchFamily="34" charset="0"/>
                <a:ea typeface="DM Sans" pitchFamily="34" charset="-122"/>
                <a:cs typeface="DM Sans" pitchFamily="34" charset="-120"/>
              </a:rPr>
              <a:t>Connect</a:t>
            </a:r>
            <a:endParaRPr lang="en-US" sz="2200" dirty="0"/>
          </a:p>
        </p:txBody>
      </p:sp>
      <p:sp>
        <p:nvSpPr>
          <p:cNvPr id="11" name="Text 7"/>
          <p:cNvSpPr/>
          <p:nvPr/>
        </p:nvSpPr>
        <p:spPr>
          <a:xfrm>
            <a:off x="4662984" y="306442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Prebuilt and custom connectors link the agent to your apps, services and data.</a:t>
            </a:r>
            <a:endParaRPr lang="en-US" sz="1600" dirty="0"/>
          </a:p>
        </p:txBody>
      </p:sp>
      <p:sp>
        <p:nvSpPr>
          <p:cNvPr id="12" name="Shape 8"/>
          <p:cNvSpPr/>
          <p:nvPr/>
        </p:nvSpPr>
        <p:spPr>
          <a:xfrm>
            <a:off x="7995692" y="1913186"/>
            <a:ext cx="3380284" cy="2546251"/>
          </a:xfrm>
          <a:prstGeom prst="roundRect">
            <a:avLst>
              <a:gd name="adj" fmla="val 4863"/>
            </a:avLst>
          </a:prstGeom>
          <a:solidFill>
            <a:srgbClr val="FDFCFF"/>
          </a:solidFill>
          <a:ln w="6350">
            <a:solidFill>
              <a:srgbClr val="E0DCF2"/>
            </a:solidFill>
            <a:prstDash val="solid"/>
          </a:ln>
        </p:spPr>
        <p:txBody>
          <a:bodyPr/>
          <a:lstStyle/>
          <a:p>
            <a:endParaRPr lang="en-IN"/>
          </a:p>
        </p:txBody>
      </p:sp>
      <p:pic>
        <p:nvPicPr>
          <p:cNvPr id="13" name="Image 2" descr="PaperPlane"/>
          <p:cNvPicPr>
            <a:picLocks noChangeAspect="1"/>
          </p:cNvPicPr>
          <p:nvPr/>
        </p:nvPicPr>
        <p:blipFill>
          <a:blip r:embed="rId5"/>
          <a:srcRect/>
          <a:stretch/>
        </p:blipFill>
        <p:spPr>
          <a:xfrm>
            <a:off x="8252867" y="2170361"/>
            <a:ext cx="355600" cy="355600"/>
          </a:xfrm>
          <a:prstGeom prst="rect">
            <a:avLst/>
          </a:prstGeom>
        </p:spPr>
      </p:pic>
      <p:sp>
        <p:nvSpPr>
          <p:cNvPr id="14" name="Text 9"/>
          <p:cNvSpPr/>
          <p:nvPr/>
        </p:nvSpPr>
        <p:spPr>
          <a:xfrm>
            <a:off x="8252867" y="2627561"/>
            <a:ext cx="295191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22B"/>
                </a:solidFill>
                <a:latin typeface="DM Sans" pitchFamily="34" charset="0"/>
                <a:ea typeface="DM Sans" pitchFamily="34" charset="-122"/>
                <a:cs typeface="DM Sans" pitchFamily="34" charset="-120"/>
              </a:rPr>
              <a:t>Publish</a:t>
            </a:r>
            <a:endParaRPr lang="en-US" sz="2200" dirty="0"/>
          </a:p>
        </p:txBody>
      </p:sp>
      <p:sp>
        <p:nvSpPr>
          <p:cNvPr id="15" name="Text 10"/>
          <p:cNvSpPr/>
          <p:nvPr/>
        </p:nvSpPr>
        <p:spPr>
          <a:xfrm>
            <a:off x="8252867" y="3064421"/>
            <a:ext cx="2951912"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Test in the side pane, then deploy to Teams, Microsoft 365 Copilot, websites and more.</a:t>
            </a:r>
            <a:endParaRPr lang="en-US" sz="1600" dirty="0"/>
          </a:p>
        </p:txBody>
      </p:sp>
      <p:sp>
        <p:nvSpPr>
          <p:cNvPr id="16" name="Text 11"/>
          <p:cNvSpPr/>
          <p:nvPr/>
        </p:nvSpPr>
        <p:spPr>
          <a:xfrm>
            <a:off x="812800" y="476741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Open it at copilotstudio.microsoft.com, no install needed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OVERVIEW</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22B"/>
                </a:solidFill>
                <a:latin typeface="DM Sans" pitchFamily="34" charset="0"/>
                <a:ea typeface="DM Sans" pitchFamily="34" charset="-122"/>
                <a:cs typeface="DM Sans" pitchFamily="34" charset="-120"/>
              </a:rPr>
              <a:t>Building blocks of an agent</a:t>
            </a:r>
            <a:endParaRPr lang="en-US" sz="3600" dirty="0"/>
          </a:p>
        </p:txBody>
      </p:sp>
      <p:sp>
        <p:nvSpPr>
          <p:cNvPr id="4" name="Shape 2"/>
          <p:cNvSpPr/>
          <p:nvPr/>
        </p:nvSpPr>
        <p:spPr>
          <a:xfrm>
            <a:off x="815975" y="19131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5" name="Text 3"/>
          <p:cNvSpPr/>
          <p:nvPr/>
        </p:nvSpPr>
        <p:spPr>
          <a:xfrm>
            <a:off x="1022350" y="21195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Instructions</a:t>
            </a:r>
            <a:endParaRPr lang="en-US" sz="1600" dirty="0"/>
          </a:p>
        </p:txBody>
      </p:sp>
      <p:sp>
        <p:nvSpPr>
          <p:cNvPr id="6" name="Text 4"/>
          <p:cNvSpPr/>
          <p:nvPr/>
        </p:nvSpPr>
        <p:spPr>
          <a:xfrm>
            <a:off x="1022350" y="24141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The agent’s role, tone and boundaries, in plain language.</a:t>
            </a:r>
            <a:endParaRPr lang="en-US" sz="1200" dirty="0"/>
          </a:p>
        </p:txBody>
      </p:sp>
      <p:sp>
        <p:nvSpPr>
          <p:cNvPr id="7" name="Shape 5"/>
          <p:cNvSpPr/>
          <p:nvPr/>
        </p:nvSpPr>
        <p:spPr>
          <a:xfrm>
            <a:off x="3495675" y="19131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8" name="Text 6"/>
          <p:cNvSpPr/>
          <p:nvPr/>
        </p:nvSpPr>
        <p:spPr>
          <a:xfrm>
            <a:off x="3702050" y="21195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Knowledge</a:t>
            </a:r>
            <a:endParaRPr lang="en-US" sz="1600" dirty="0"/>
          </a:p>
        </p:txBody>
      </p:sp>
      <p:sp>
        <p:nvSpPr>
          <p:cNvPr id="9" name="Text 7"/>
          <p:cNvSpPr/>
          <p:nvPr/>
        </p:nvSpPr>
        <p:spPr>
          <a:xfrm>
            <a:off x="3702050" y="24141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Sources the agent can ground its answers on.</a:t>
            </a:r>
            <a:endParaRPr lang="en-US" sz="1200" dirty="0"/>
          </a:p>
        </p:txBody>
      </p:sp>
      <p:sp>
        <p:nvSpPr>
          <p:cNvPr id="10" name="Shape 8"/>
          <p:cNvSpPr/>
          <p:nvPr/>
        </p:nvSpPr>
        <p:spPr>
          <a:xfrm>
            <a:off x="6175375" y="19131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1" name="Text 9"/>
          <p:cNvSpPr/>
          <p:nvPr/>
        </p:nvSpPr>
        <p:spPr>
          <a:xfrm>
            <a:off x="6381750" y="21195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Tools</a:t>
            </a:r>
            <a:endParaRPr lang="en-US" sz="1600" dirty="0"/>
          </a:p>
        </p:txBody>
      </p:sp>
      <p:sp>
        <p:nvSpPr>
          <p:cNvPr id="12" name="Text 10"/>
          <p:cNvSpPr/>
          <p:nvPr/>
        </p:nvSpPr>
        <p:spPr>
          <a:xfrm>
            <a:off x="6381750" y="2414191"/>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Connectors, prompts, MCP servers and APIs that take action.</a:t>
            </a:r>
            <a:endParaRPr lang="en-US" sz="1200" dirty="0"/>
          </a:p>
        </p:txBody>
      </p:sp>
      <p:sp>
        <p:nvSpPr>
          <p:cNvPr id="13" name="Shape 11"/>
          <p:cNvSpPr/>
          <p:nvPr/>
        </p:nvSpPr>
        <p:spPr>
          <a:xfrm>
            <a:off x="8855075" y="19131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4" name="Text 12"/>
          <p:cNvSpPr/>
          <p:nvPr/>
        </p:nvSpPr>
        <p:spPr>
          <a:xfrm>
            <a:off x="9061450" y="21195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Topics</a:t>
            </a:r>
            <a:endParaRPr lang="en-US" sz="1600" dirty="0"/>
          </a:p>
        </p:txBody>
      </p:sp>
      <p:sp>
        <p:nvSpPr>
          <p:cNvPr id="15" name="Text 13"/>
          <p:cNvSpPr/>
          <p:nvPr/>
        </p:nvSpPr>
        <p:spPr>
          <a:xfrm>
            <a:off x="9061450" y="24141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Authored conversation paths with triggers and nodes.</a:t>
            </a:r>
            <a:endParaRPr lang="en-US" sz="1200" dirty="0"/>
          </a:p>
        </p:txBody>
      </p:sp>
      <p:sp>
        <p:nvSpPr>
          <p:cNvPr id="16" name="Shape 14"/>
          <p:cNvSpPr/>
          <p:nvPr/>
        </p:nvSpPr>
        <p:spPr>
          <a:xfrm>
            <a:off x="815975" y="3419277"/>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7" name="Text 15"/>
          <p:cNvSpPr/>
          <p:nvPr/>
        </p:nvSpPr>
        <p:spPr>
          <a:xfrm>
            <a:off x="1022350" y="36256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Skills</a:t>
            </a:r>
            <a:endParaRPr lang="en-US" sz="1600" dirty="0"/>
          </a:p>
        </p:txBody>
      </p:sp>
      <p:sp>
        <p:nvSpPr>
          <p:cNvPr id="18" name="Text 16"/>
          <p:cNvSpPr/>
          <p:nvPr/>
        </p:nvSpPr>
        <p:spPr>
          <a:xfrm>
            <a:off x="1022350" y="3920282"/>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Reusable packages that teach the agent how to do a task.</a:t>
            </a:r>
            <a:endParaRPr lang="en-US" sz="1200" dirty="0"/>
          </a:p>
        </p:txBody>
      </p:sp>
      <p:sp>
        <p:nvSpPr>
          <p:cNvPr id="19" name="Shape 17"/>
          <p:cNvSpPr/>
          <p:nvPr/>
        </p:nvSpPr>
        <p:spPr>
          <a:xfrm>
            <a:off x="3495675" y="3419277"/>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20" name="Text 18"/>
          <p:cNvSpPr/>
          <p:nvPr/>
        </p:nvSpPr>
        <p:spPr>
          <a:xfrm>
            <a:off x="3702050" y="36256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Agent flows</a:t>
            </a:r>
            <a:endParaRPr lang="en-US" sz="1600" dirty="0"/>
          </a:p>
        </p:txBody>
      </p:sp>
      <p:sp>
        <p:nvSpPr>
          <p:cNvPr id="21" name="Text 19"/>
          <p:cNvSpPr/>
          <p:nvPr/>
        </p:nvSpPr>
        <p:spPr>
          <a:xfrm>
            <a:off x="3702050" y="392028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Rule-based automations the agent can call as a tool.</a:t>
            </a:r>
            <a:endParaRPr lang="en-US" sz="1200" dirty="0"/>
          </a:p>
        </p:txBody>
      </p:sp>
      <p:sp>
        <p:nvSpPr>
          <p:cNvPr id="22" name="Shape 20"/>
          <p:cNvSpPr/>
          <p:nvPr/>
        </p:nvSpPr>
        <p:spPr>
          <a:xfrm>
            <a:off x="6175375" y="3419277"/>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23" name="Text 21"/>
          <p:cNvSpPr/>
          <p:nvPr/>
        </p:nvSpPr>
        <p:spPr>
          <a:xfrm>
            <a:off x="6381750" y="36256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Channels</a:t>
            </a:r>
            <a:endParaRPr lang="en-US" sz="1600" dirty="0"/>
          </a:p>
        </p:txBody>
      </p:sp>
      <p:sp>
        <p:nvSpPr>
          <p:cNvPr id="24" name="Text 22"/>
          <p:cNvSpPr/>
          <p:nvPr/>
        </p:nvSpPr>
        <p:spPr>
          <a:xfrm>
            <a:off x="6381750" y="392028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Teams, Microsoft 365 Copilot, websites and more.</a:t>
            </a:r>
            <a:endParaRPr lang="en-US" sz="1200" dirty="0"/>
          </a:p>
        </p:txBody>
      </p:sp>
      <p:sp>
        <p:nvSpPr>
          <p:cNvPr id="25" name="Shape 23"/>
          <p:cNvSpPr/>
          <p:nvPr/>
        </p:nvSpPr>
        <p:spPr>
          <a:xfrm>
            <a:off x="8851900" y="3416102"/>
            <a:ext cx="2527300" cy="1353691"/>
          </a:xfrm>
          <a:prstGeom prst="roundRect">
            <a:avLst>
              <a:gd name="adj" fmla="val 9382"/>
            </a:avLst>
          </a:prstGeom>
          <a:solidFill>
            <a:srgbClr val="5B3FD9"/>
          </a:solidFill>
          <a:ln/>
        </p:spPr>
        <p:txBody>
          <a:bodyPr/>
          <a:lstStyle/>
          <a:p>
            <a:endParaRPr lang="en-IN"/>
          </a:p>
        </p:txBody>
      </p:sp>
      <p:sp>
        <p:nvSpPr>
          <p:cNvPr id="26" name="Text 24"/>
          <p:cNvSpPr/>
          <p:nvPr/>
        </p:nvSpPr>
        <p:spPr>
          <a:xfrm>
            <a:off x="9055100" y="3732312"/>
            <a:ext cx="21845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Orchestrator</a:t>
            </a:r>
            <a:endParaRPr lang="en-US" sz="1600" dirty="0"/>
          </a:p>
        </p:txBody>
      </p:sp>
      <p:sp>
        <p:nvSpPr>
          <p:cNvPr id="27" name="Text 25"/>
          <p:cNvSpPr/>
          <p:nvPr/>
        </p:nvSpPr>
        <p:spPr>
          <a:xfrm>
            <a:off x="9055100" y="4026942"/>
            <a:ext cx="21845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FF"/>
                </a:solidFill>
                <a:latin typeface="DM Sans" pitchFamily="34" charset="0"/>
                <a:ea typeface="DM Sans" pitchFamily="34" charset="-122"/>
                <a:cs typeface="DM Sans" pitchFamily="34" charset="-120"/>
              </a:rPr>
              <a:t>Chooses the right piece for each request.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9BFF"/>
                </a:solidFill>
                <a:latin typeface="DM Sans" pitchFamily="34" charset="0"/>
                <a:ea typeface="DM Sans" pitchFamily="34" charset="-122"/>
                <a:cs typeface="DM Sans" pitchFamily="34" charset="-120"/>
              </a:rPr>
              <a:t>OVERVIEW</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Two ways to build an agent</a:t>
            </a:r>
            <a:endParaRPr lang="en-US" sz="3600" dirty="0">
              <a:solidFill>
                <a:srgbClr val="5B3FD9"/>
              </a:solidFill>
            </a:endParaRPr>
          </a:p>
        </p:txBody>
      </p:sp>
      <p:sp>
        <p:nvSpPr>
          <p:cNvPr id="4" name="Shape 2"/>
          <p:cNvSpPr/>
          <p:nvPr/>
        </p:nvSpPr>
        <p:spPr>
          <a:xfrm>
            <a:off x="815975" y="1913186"/>
            <a:ext cx="5175250" cy="2378571"/>
          </a:xfrm>
          <a:prstGeom prst="roundRect">
            <a:avLst>
              <a:gd name="adj" fmla="val 5206"/>
            </a:avLst>
          </a:prstGeom>
          <a:solidFill>
            <a:srgbClr val="221E45"/>
          </a:solidFill>
          <a:ln w="6350">
            <a:solidFill>
              <a:srgbClr val="3A3466"/>
            </a:solidFill>
            <a:prstDash val="solid"/>
          </a:ln>
        </p:spPr>
        <p:txBody>
          <a:bodyPr/>
          <a:lstStyle/>
          <a:p>
            <a:endParaRPr lang="en-IN"/>
          </a:p>
        </p:txBody>
      </p:sp>
      <p:sp>
        <p:nvSpPr>
          <p:cNvPr id="5" name="Text 3"/>
          <p:cNvSpPr/>
          <p:nvPr/>
        </p:nvSpPr>
        <p:spPr>
          <a:xfrm>
            <a:off x="1123950" y="2221161"/>
            <a:ext cx="469607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2FF"/>
                </a:solidFill>
                <a:latin typeface="DM Sans" pitchFamily="34" charset="0"/>
                <a:ea typeface="DM Sans" pitchFamily="34" charset="-122"/>
                <a:cs typeface="DM Sans" pitchFamily="34" charset="-120"/>
              </a:rPr>
              <a:t>Classic experience</a:t>
            </a:r>
            <a:endParaRPr lang="en-US" sz="2200" dirty="0"/>
          </a:p>
        </p:txBody>
      </p:sp>
      <p:sp>
        <p:nvSpPr>
          <p:cNvPr id="6" name="Text 4"/>
          <p:cNvSpPr/>
          <p:nvPr/>
        </p:nvSpPr>
        <p:spPr>
          <a:xfrm>
            <a:off x="1187958" y="2683421"/>
            <a:ext cx="4624451" cy="1325761"/>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Topics, triggers and branching nodes</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Authored conversation paths</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Agent flows for automation</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Full control over every step</a:t>
            </a:r>
            <a:endParaRPr lang="en-US" sz="1600" dirty="0"/>
          </a:p>
        </p:txBody>
      </p:sp>
      <p:sp>
        <p:nvSpPr>
          <p:cNvPr id="7" name="Shape 5"/>
          <p:cNvSpPr/>
          <p:nvPr/>
        </p:nvSpPr>
        <p:spPr>
          <a:xfrm>
            <a:off x="6200775" y="1913186"/>
            <a:ext cx="5175250" cy="2378571"/>
          </a:xfrm>
          <a:prstGeom prst="roundRect">
            <a:avLst>
              <a:gd name="adj" fmla="val 5206"/>
            </a:avLst>
          </a:prstGeom>
          <a:solidFill>
            <a:srgbClr val="221E45"/>
          </a:solidFill>
          <a:ln w="6350">
            <a:solidFill>
              <a:srgbClr val="5EDCD0"/>
            </a:solidFill>
            <a:prstDash val="solid"/>
          </a:ln>
        </p:spPr>
        <p:txBody>
          <a:bodyPr/>
          <a:lstStyle/>
          <a:p>
            <a:endParaRPr lang="en-IN"/>
          </a:p>
        </p:txBody>
      </p:sp>
      <p:sp>
        <p:nvSpPr>
          <p:cNvPr id="8" name="Text 6"/>
          <p:cNvSpPr/>
          <p:nvPr/>
        </p:nvSpPr>
        <p:spPr>
          <a:xfrm>
            <a:off x="6508750" y="2221161"/>
            <a:ext cx="469607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5EDCD0"/>
                </a:solidFill>
                <a:latin typeface="DM Sans" pitchFamily="34" charset="0"/>
                <a:ea typeface="DM Sans" pitchFamily="34" charset="-122"/>
                <a:cs typeface="DM Sans" pitchFamily="34" charset="-120"/>
              </a:rPr>
              <a:t>New agent experience</a:t>
            </a:r>
            <a:endParaRPr lang="en-US" sz="2200" dirty="0"/>
          </a:p>
        </p:txBody>
      </p:sp>
      <p:sp>
        <p:nvSpPr>
          <p:cNvPr id="9" name="Text 7"/>
          <p:cNvSpPr/>
          <p:nvPr/>
        </p:nvSpPr>
        <p:spPr>
          <a:xfrm>
            <a:off x="6572758" y="2683421"/>
            <a:ext cx="4624451" cy="1325761"/>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Build tab: instructions plus components</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Skills, tools and knowledge</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Natural-language-first authoring</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Some classic features not yet available</a:t>
            </a:r>
            <a:endParaRPr lang="en-US" sz="1600" dirty="0"/>
          </a:p>
        </p:txBody>
      </p:sp>
      <p:sp>
        <p:nvSpPr>
          <p:cNvPr id="10" name="Text 8"/>
          <p:cNvSpPr/>
          <p:nvPr/>
        </p:nvSpPr>
        <p:spPr>
          <a:xfrm>
            <a:off x="812800" y="459973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99BFF"/>
                </a:solidFill>
                <a:latin typeface="DM Sans" pitchFamily="34" charset="0"/>
                <a:ea typeface="DM Sans" pitchFamily="34" charset="-122"/>
                <a:cs typeface="DM Sans" pitchFamily="34" charset="-120"/>
              </a:rPr>
              <a:t>Agents created in the new experience can’t be converted to classic.</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LICENSING</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Three ways to pay</a:t>
            </a:r>
            <a:endParaRPr lang="en-US" sz="3600" dirty="0">
              <a:solidFill>
                <a:srgbClr val="5B3FD9"/>
              </a:solidFill>
            </a:endParaRPr>
          </a:p>
        </p:txBody>
      </p:sp>
      <p:sp>
        <p:nvSpPr>
          <p:cNvPr id="4" name="Shape 2"/>
          <p:cNvSpPr/>
          <p:nvPr/>
        </p:nvSpPr>
        <p:spPr>
          <a:xfrm>
            <a:off x="815975" y="1913186"/>
            <a:ext cx="3380284" cy="2810321"/>
          </a:xfrm>
          <a:prstGeom prst="roundRect">
            <a:avLst>
              <a:gd name="adj" fmla="val 4406"/>
            </a:avLst>
          </a:prstGeom>
          <a:solidFill>
            <a:srgbClr val="FDFCFF"/>
          </a:solidFill>
          <a:ln w="6350">
            <a:solidFill>
              <a:srgbClr val="E0DCF2"/>
            </a:solidFill>
            <a:prstDash val="solid"/>
          </a:ln>
        </p:spPr>
        <p:txBody>
          <a:bodyPr/>
          <a:lstStyle/>
          <a:p>
            <a:endParaRPr lang="en-IN"/>
          </a:p>
        </p:txBody>
      </p:sp>
      <p:sp>
        <p:nvSpPr>
          <p:cNvPr id="5" name="Text 3"/>
          <p:cNvSpPr/>
          <p:nvPr/>
        </p:nvSpPr>
        <p:spPr>
          <a:xfrm>
            <a:off x="1073150" y="217036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3FD9"/>
                </a:solidFill>
                <a:latin typeface="DM Sans" pitchFamily="34" charset="0"/>
                <a:ea typeface="DM Sans" pitchFamily="34" charset="-122"/>
                <a:cs typeface="DM Sans" pitchFamily="34" charset="-120"/>
              </a:rPr>
              <a:t>MICROSOFT 365 COPILOT</a:t>
            </a:r>
            <a:endParaRPr lang="en-US" sz="1200" dirty="0"/>
          </a:p>
        </p:txBody>
      </p:sp>
      <p:sp>
        <p:nvSpPr>
          <p:cNvPr id="6" name="Text 4"/>
          <p:cNvSpPr/>
          <p:nvPr/>
        </p:nvSpPr>
        <p:spPr>
          <a:xfrm>
            <a:off x="1073150" y="2459881"/>
            <a:ext cx="2951912"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122B"/>
                </a:solidFill>
                <a:latin typeface="DM Sans" pitchFamily="34" charset="0"/>
                <a:ea typeface="DM Sans" pitchFamily="34" charset="-122"/>
                <a:cs typeface="DM Sans" pitchFamily="34" charset="-120"/>
              </a:rPr>
              <a:t>$30</a:t>
            </a:r>
            <a:endParaRPr lang="en-US" sz="3600" dirty="0"/>
          </a:p>
        </p:txBody>
      </p:sp>
      <p:sp>
        <p:nvSpPr>
          <p:cNvPr id="7" name="Text 5"/>
          <p:cNvSpPr/>
          <p:nvPr/>
        </p:nvSpPr>
        <p:spPr>
          <a:xfrm>
            <a:off x="1073150" y="3038971"/>
            <a:ext cx="2951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per user per month, billed yearly</a:t>
            </a:r>
            <a:endParaRPr lang="en-US" sz="1200" dirty="0"/>
          </a:p>
        </p:txBody>
      </p:sp>
      <p:sp>
        <p:nvSpPr>
          <p:cNvPr id="8" name="Text 6"/>
          <p:cNvSpPr/>
          <p:nvPr/>
        </p:nvSpPr>
        <p:spPr>
          <a:xfrm>
            <a:off x="1073150" y="3328491"/>
            <a:ext cx="295191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22B"/>
                </a:solidFill>
                <a:latin typeface="DM Sans" pitchFamily="34" charset="0"/>
                <a:ea typeface="DM Sans" pitchFamily="34" charset="-122"/>
                <a:cs typeface="DM Sans" pitchFamily="34" charset="-120"/>
              </a:rPr>
              <a:t>Internal agents for licensed employees carry no extra credit charge.</a:t>
            </a:r>
            <a:endParaRPr lang="en-US" sz="1600" dirty="0"/>
          </a:p>
        </p:txBody>
      </p:sp>
      <p:sp>
        <p:nvSpPr>
          <p:cNvPr id="9" name="Shape 7"/>
          <p:cNvSpPr/>
          <p:nvPr/>
        </p:nvSpPr>
        <p:spPr>
          <a:xfrm>
            <a:off x="4405809" y="1913186"/>
            <a:ext cx="3380333" cy="2810321"/>
          </a:xfrm>
          <a:prstGeom prst="roundRect">
            <a:avLst>
              <a:gd name="adj" fmla="val 4406"/>
            </a:avLst>
          </a:prstGeom>
          <a:solidFill>
            <a:srgbClr val="FDFCFF"/>
          </a:solidFill>
          <a:ln w="6350">
            <a:solidFill>
              <a:srgbClr val="E0DCF2"/>
            </a:solidFill>
            <a:prstDash val="solid"/>
          </a:ln>
        </p:spPr>
        <p:txBody>
          <a:bodyPr/>
          <a:lstStyle/>
          <a:p>
            <a:endParaRPr lang="en-IN"/>
          </a:p>
        </p:txBody>
      </p:sp>
      <p:sp>
        <p:nvSpPr>
          <p:cNvPr id="10" name="Text 8"/>
          <p:cNvSpPr/>
          <p:nvPr/>
        </p:nvSpPr>
        <p:spPr>
          <a:xfrm>
            <a:off x="4662984" y="2170361"/>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3FD9"/>
                </a:solidFill>
                <a:latin typeface="DM Sans" pitchFamily="34" charset="0"/>
                <a:ea typeface="DM Sans" pitchFamily="34" charset="-122"/>
                <a:cs typeface="DM Sans" pitchFamily="34" charset="-120"/>
              </a:rPr>
              <a:t>CAPACITY PACK</a:t>
            </a:r>
            <a:endParaRPr lang="en-US" sz="1200" dirty="0"/>
          </a:p>
        </p:txBody>
      </p:sp>
      <p:sp>
        <p:nvSpPr>
          <p:cNvPr id="11" name="Text 9"/>
          <p:cNvSpPr/>
          <p:nvPr/>
        </p:nvSpPr>
        <p:spPr>
          <a:xfrm>
            <a:off x="4662984" y="2459881"/>
            <a:ext cx="2951963"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122B"/>
                </a:solidFill>
                <a:latin typeface="DM Sans" pitchFamily="34" charset="0"/>
                <a:ea typeface="DM Sans" pitchFamily="34" charset="-122"/>
                <a:cs typeface="DM Sans" pitchFamily="34" charset="-120"/>
              </a:rPr>
              <a:t>$200</a:t>
            </a:r>
            <a:endParaRPr lang="en-US" sz="3600" dirty="0"/>
          </a:p>
        </p:txBody>
      </p:sp>
      <p:sp>
        <p:nvSpPr>
          <p:cNvPr id="12" name="Text 10"/>
          <p:cNvSpPr/>
          <p:nvPr/>
        </p:nvSpPr>
        <p:spPr>
          <a:xfrm>
            <a:off x="4662984" y="3038971"/>
            <a:ext cx="29519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per pack per month, billed yearly</a:t>
            </a:r>
            <a:endParaRPr lang="en-US" sz="1200" dirty="0"/>
          </a:p>
        </p:txBody>
      </p:sp>
      <p:sp>
        <p:nvSpPr>
          <p:cNvPr id="13" name="Text 11"/>
          <p:cNvSpPr/>
          <p:nvPr/>
        </p:nvSpPr>
        <p:spPr>
          <a:xfrm>
            <a:off x="4662984" y="3328491"/>
            <a:ext cx="2951963"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22B"/>
                </a:solidFill>
                <a:latin typeface="DM Sans" pitchFamily="34" charset="0"/>
                <a:ea typeface="DM Sans" pitchFamily="34" charset="-122"/>
                <a:cs typeface="DM Sans" pitchFamily="34" charset="-120"/>
              </a:rPr>
              <a:t>25,000 Copilot Credits a month, pooled across the tenant. Unused credits don’t roll over.</a:t>
            </a:r>
            <a:endParaRPr lang="en-US" sz="1600" dirty="0"/>
          </a:p>
        </p:txBody>
      </p:sp>
      <p:sp>
        <p:nvSpPr>
          <p:cNvPr id="14" name="Shape 12"/>
          <p:cNvSpPr/>
          <p:nvPr/>
        </p:nvSpPr>
        <p:spPr>
          <a:xfrm>
            <a:off x="7995692" y="1913186"/>
            <a:ext cx="3380284" cy="2810321"/>
          </a:xfrm>
          <a:prstGeom prst="roundRect">
            <a:avLst>
              <a:gd name="adj" fmla="val 4406"/>
            </a:avLst>
          </a:prstGeom>
          <a:solidFill>
            <a:srgbClr val="FDFCFF"/>
          </a:solidFill>
          <a:ln w="6350">
            <a:solidFill>
              <a:srgbClr val="E0DCF2"/>
            </a:solidFill>
            <a:prstDash val="solid"/>
          </a:ln>
        </p:spPr>
        <p:txBody>
          <a:bodyPr/>
          <a:lstStyle/>
          <a:p>
            <a:endParaRPr lang="en-IN"/>
          </a:p>
        </p:txBody>
      </p:sp>
      <p:sp>
        <p:nvSpPr>
          <p:cNvPr id="15" name="Text 13"/>
          <p:cNvSpPr/>
          <p:nvPr/>
        </p:nvSpPr>
        <p:spPr>
          <a:xfrm>
            <a:off x="8252867" y="217036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3FD9"/>
                </a:solidFill>
                <a:latin typeface="DM Sans" pitchFamily="34" charset="0"/>
                <a:ea typeface="DM Sans" pitchFamily="34" charset="-122"/>
                <a:cs typeface="DM Sans" pitchFamily="34" charset="-120"/>
              </a:rPr>
              <a:t>PAY-AS-YOU-GO</a:t>
            </a:r>
            <a:endParaRPr lang="en-US" sz="1200" dirty="0"/>
          </a:p>
        </p:txBody>
      </p:sp>
      <p:sp>
        <p:nvSpPr>
          <p:cNvPr id="16" name="Text 14"/>
          <p:cNvSpPr/>
          <p:nvPr/>
        </p:nvSpPr>
        <p:spPr>
          <a:xfrm>
            <a:off x="8252867" y="2459881"/>
            <a:ext cx="2951912"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122B"/>
                </a:solidFill>
                <a:latin typeface="DM Sans" pitchFamily="34" charset="0"/>
                <a:ea typeface="DM Sans" pitchFamily="34" charset="-122"/>
                <a:cs typeface="DM Sans" pitchFamily="34" charset="-120"/>
              </a:rPr>
              <a:t>$0.01</a:t>
            </a:r>
            <a:endParaRPr lang="en-US" sz="3600" dirty="0"/>
          </a:p>
        </p:txBody>
      </p:sp>
      <p:sp>
        <p:nvSpPr>
          <p:cNvPr id="17" name="Text 15"/>
          <p:cNvSpPr/>
          <p:nvPr/>
        </p:nvSpPr>
        <p:spPr>
          <a:xfrm>
            <a:off x="8252867" y="3038971"/>
            <a:ext cx="2951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per Copilot Credit used</a:t>
            </a:r>
            <a:endParaRPr lang="en-US" sz="1200" dirty="0"/>
          </a:p>
        </p:txBody>
      </p:sp>
      <p:sp>
        <p:nvSpPr>
          <p:cNvPr id="18" name="Text 16"/>
          <p:cNvSpPr/>
          <p:nvPr/>
        </p:nvSpPr>
        <p:spPr>
          <a:xfrm>
            <a:off x="8252867" y="3328491"/>
            <a:ext cx="295191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22B"/>
                </a:solidFill>
                <a:latin typeface="DM Sans" pitchFamily="34" charset="0"/>
                <a:ea typeface="DM Sans" pitchFamily="34" charset="-122"/>
                <a:cs typeface="DM Sans" pitchFamily="34" charset="-120"/>
              </a:rPr>
              <a:t>No commitment. Usage is billed monthly in arrears.</a:t>
            </a:r>
            <a:endParaRPr lang="en-US" sz="1600" dirty="0"/>
          </a:p>
        </p:txBody>
      </p:sp>
      <p:sp>
        <p:nvSpPr>
          <p:cNvPr id="19" name="Text 17"/>
          <p:cNvSpPr/>
          <p:nvPr/>
        </p:nvSpPr>
        <p:spPr>
          <a:xfrm>
            <a:off x="812800" y="503148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Priced per credit and pooled across the tenant, not per seat.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LICENSING</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What a Copilot Credit buys</a:t>
            </a:r>
            <a:endParaRPr lang="en-US" sz="3600" dirty="0">
              <a:solidFill>
                <a:srgbClr val="5B3FD9"/>
              </a:solidFill>
            </a:endParaRPr>
          </a:p>
        </p:txBody>
      </p:sp>
      <p:graphicFrame>
        <p:nvGraphicFramePr>
          <p:cNvPr id="4" name="Table 0"/>
          <p:cNvGraphicFramePr>
            <a:graphicFrameLocks noGrp="1"/>
          </p:cNvGraphicFramePr>
          <p:nvPr/>
        </p:nvGraphicFramePr>
        <p:xfrm>
          <a:off x="825500" y="1922711"/>
          <a:ext cx="6692900" cy="2636046"/>
        </p:xfrm>
        <a:graphic>
          <a:graphicData uri="http://schemas.openxmlformats.org/drawingml/2006/table">
            <a:tbl>
              <a:tblPr/>
              <a:tblGrid>
                <a:gridCol w="3480308">
                  <a:extLst>
                    <a:ext uri="{9D8B030D-6E8A-4147-A177-3AD203B41FA5}">
                      <a16:colId xmlns:a16="http://schemas.microsoft.com/office/drawing/2014/main" val="20000"/>
                    </a:ext>
                  </a:extLst>
                </a:gridCol>
                <a:gridCol w="1338580">
                  <a:extLst>
                    <a:ext uri="{9D8B030D-6E8A-4147-A177-3AD203B41FA5}">
                      <a16:colId xmlns:a16="http://schemas.microsoft.com/office/drawing/2014/main" val="20001"/>
                    </a:ext>
                  </a:extLst>
                </a:gridCol>
                <a:gridCol w="1874012">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122B"/>
                          </a:solidFill>
                          <a:latin typeface="DM Sans" pitchFamily="34" charset="0"/>
                          <a:ea typeface="DM Sans" pitchFamily="34" charset="-122"/>
                          <a:cs typeface="DM Sans" pitchFamily="34" charset="-120"/>
                        </a:rPr>
                        <a:t>Agent feature</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tc>
                  <a:txBody>
                    <a:bodyPr/>
                    <a:lstStyle/>
                    <a:p>
                      <a:pPr marL="0" indent="0" algn="r">
                        <a:lnSpc>
                          <a:spcPts val="2240"/>
                        </a:lnSpc>
                        <a:buNone/>
                      </a:pPr>
                      <a:r>
                        <a:rPr lang="en-US" sz="1600" b="1" dirty="0">
                          <a:solidFill>
                            <a:srgbClr val="14122B"/>
                          </a:solidFill>
                          <a:latin typeface="DM Sans" pitchFamily="34" charset="0"/>
                          <a:ea typeface="DM Sans" pitchFamily="34" charset="-122"/>
                          <a:cs typeface="DM Sans" pitchFamily="34" charset="-120"/>
                        </a:rPr>
                        <a:t>Credits</a:t>
                      </a:r>
                      <a:endParaRPr lang="en-US" sz="1600" dirty="0">
                        <a:latin typeface="DM Sans" charset="0"/>
                        <a:ea typeface="DM Sans" charset="0"/>
                        <a:cs typeface="DM Sans" charset="0"/>
                      </a:endParaRPr>
                    </a:p>
                  </a:txBody>
                  <a:tcPr marL="71120" marR="71120" marT="71120" marB="71120">
                    <a:lnL w="12700" cap="flat" cmpd="sng" algn="ctr">
                      <a:solidFill>
                        <a:srgbClr val="B6B2C5"/>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tc>
                  <a:txBody>
                    <a:bodyPr/>
                    <a:lstStyle/>
                    <a:p>
                      <a:pPr marL="0" indent="0" algn="r">
                        <a:lnSpc>
                          <a:spcPts val="2240"/>
                        </a:lnSpc>
                        <a:buNone/>
                      </a:pPr>
                      <a:r>
                        <a:rPr lang="en-US" sz="1600" b="1" dirty="0">
                          <a:solidFill>
                            <a:srgbClr val="14122B"/>
                          </a:solidFill>
                          <a:latin typeface="DM Sans" pitchFamily="34" charset="0"/>
                          <a:ea typeface="DM Sans" pitchFamily="34" charset="-122"/>
                          <a:cs typeface="DM Sans" pitchFamily="34" charset="-120"/>
                        </a:rPr>
                        <a:t>At $0.01</a:t>
                      </a:r>
                      <a:endParaRPr lang="en-US" sz="1600" dirty="0">
                        <a:latin typeface="DM Sans" charset="0"/>
                        <a:ea typeface="DM Sans" charset="0"/>
                        <a:cs typeface="DM Sans" charset="0"/>
                      </a:endParaRPr>
                    </a:p>
                  </a:txBody>
                  <a:tcPr marL="71120" marR="71120" marT="71120" marB="71120">
                    <a:lnL w="12700" cap="flat" cmpd="sng" algn="ctr">
                      <a:solidFill>
                        <a:srgbClr val="B6B2C5"/>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Classic answer</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1</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$0.01</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Generative answer</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2</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$0.02</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Agent action</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5</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$0.05</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Tenant graph grounding</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10</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$0.10</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Flow actions per 100</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13</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gn="r">
                        <a:lnSpc>
                          <a:spcPts val="2240"/>
                        </a:lnSpc>
                        <a:buNone/>
                      </a:pPr>
                      <a:r>
                        <a:rPr lang="en-US" sz="1600" dirty="0">
                          <a:solidFill>
                            <a:srgbClr val="14122B"/>
                          </a:solidFill>
                          <a:latin typeface="DM Sans" pitchFamily="34" charset="0"/>
                          <a:ea typeface="DM Sans" pitchFamily="34" charset="-122"/>
                          <a:cs typeface="DM Sans" pitchFamily="34" charset="-120"/>
                        </a:rPr>
                        <a:t>$0.13</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extLst>
                  <a:ext uri="{0D108BD9-81ED-4DB2-BD59-A6C34878D82A}">
                    <a16:rowId xmlns:a16="http://schemas.microsoft.com/office/drawing/2014/main" val="10005"/>
                  </a:ext>
                </a:extLst>
              </a:tr>
            </a:tbl>
          </a:graphicData>
        </a:graphic>
      </p:graphicFrame>
      <p:sp>
        <p:nvSpPr>
          <p:cNvPr id="5" name="Shape 2"/>
          <p:cNvSpPr/>
          <p:nvPr/>
        </p:nvSpPr>
        <p:spPr>
          <a:xfrm>
            <a:off x="7823200" y="1910011"/>
            <a:ext cx="3556000" cy="2473722"/>
          </a:xfrm>
          <a:prstGeom prst="roundRect">
            <a:avLst>
              <a:gd name="adj" fmla="val 5134"/>
            </a:avLst>
          </a:prstGeom>
          <a:solidFill>
            <a:srgbClr val="14122B"/>
          </a:solidFill>
          <a:ln/>
        </p:spPr>
        <p:txBody>
          <a:bodyPr/>
          <a:lstStyle/>
          <a:p>
            <a:endParaRPr lang="en-IN"/>
          </a:p>
        </p:txBody>
      </p:sp>
      <p:sp>
        <p:nvSpPr>
          <p:cNvPr id="6" name="Text 3"/>
          <p:cNvSpPr/>
          <p:nvPr/>
        </p:nvSpPr>
        <p:spPr>
          <a:xfrm>
            <a:off x="8077200" y="2164011"/>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9BFF"/>
                </a:solidFill>
                <a:latin typeface="DM Sans" pitchFamily="34" charset="0"/>
                <a:ea typeface="DM Sans" pitchFamily="34" charset="-122"/>
                <a:cs typeface="DM Sans" pitchFamily="34" charset="-120"/>
              </a:rPr>
              <a:t>ONE GROUNDED ANSWER</a:t>
            </a:r>
            <a:endParaRPr lang="en-US" sz="1200" dirty="0"/>
          </a:p>
        </p:txBody>
      </p:sp>
      <p:sp>
        <p:nvSpPr>
          <p:cNvPr id="7" name="Text 4"/>
          <p:cNvSpPr/>
          <p:nvPr/>
        </p:nvSpPr>
        <p:spPr>
          <a:xfrm>
            <a:off x="8077200" y="2453531"/>
            <a:ext cx="313944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4F2FF"/>
                </a:solidFill>
                <a:latin typeface="DM Sans" pitchFamily="34" charset="0"/>
                <a:ea typeface="DM Sans" pitchFamily="34" charset="-122"/>
                <a:cs typeface="DM Sans" pitchFamily="34" charset="-120"/>
              </a:rPr>
              <a:t>12</a:t>
            </a:r>
            <a:endParaRPr lang="en-US" sz="4800" dirty="0"/>
          </a:p>
        </p:txBody>
      </p:sp>
      <p:sp>
        <p:nvSpPr>
          <p:cNvPr id="8" name="Text 5"/>
          <p:cNvSpPr/>
          <p:nvPr/>
        </p:nvSpPr>
        <p:spPr>
          <a:xfrm>
            <a:off x="8077200" y="3200251"/>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10 for tenant graph grounding plus 2 for the generative answer.</a:t>
            </a:r>
            <a:endParaRPr lang="en-US" sz="1200" dirty="0"/>
          </a:p>
        </p:txBody>
      </p:sp>
      <p:sp>
        <p:nvSpPr>
          <p:cNvPr id="9" name="Text 6"/>
          <p:cNvSpPr/>
          <p:nvPr/>
        </p:nvSpPr>
        <p:spPr>
          <a:xfrm>
            <a:off x="8077200" y="3703092"/>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DCD0"/>
                </a:solidFill>
                <a:latin typeface="DM Sans" pitchFamily="34" charset="0"/>
                <a:ea typeface="DM Sans" pitchFamily="34" charset="-122"/>
                <a:cs typeface="DM Sans" pitchFamily="34" charset="-120"/>
              </a:rPr>
              <a:t>Reasoning models and premium AI tools add to the total.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5B3FD9"/>
                </a:solidFill>
                <a:latin typeface="DM Sans" pitchFamily="34" charset="0"/>
              </a:rPr>
              <a:t>LICENSING · WORKED EXAMPLE</a:t>
            </a:r>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A customer support agent</a:t>
            </a:r>
            <a:endParaRPr lang="en-US" sz="3600" dirty="0">
              <a:solidFill>
                <a:srgbClr val="5B3FD9"/>
              </a:solidFill>
            </a:endParaRPr>
          </a:p>
        </p:txBody>
      </p:sp>
      <p:sp>
        <p:nvSpPr>
          <p:cNvPr id="4" name="Shape 2"/>
          <p:cNvSpPr/>
          <p:nvPr/>
        </p:nvSpPr>
        <p:spPr>
          <a:xfrm>
            <a:off x="815975" y="1913186"/>
            <a:ext cx="3007767" cy="1713111"/>
          </a:xfrm>
          <a:prstGeom prst="roundRect">
            <a:avLst>
              <a:gd name="adj" fmla="val 7228"/>
            </a:avLst>
          </a:prstGeom>
          <a:solidFill>
            <a:srgbClr val="221E45"/>
          </a:solidFill>
          <a:ln w="6350">
            <a:solidFill>
              <a:srgbClr val="3A3466"/>
            </a:solidFill>
            <a:prstDash val="solid"/>
          </a:ln>
        </p:spPr>
        <p:txBody>
          <a:bodyPr/>
          <a:lstStyle/>
          <a:p>
            <a:endParaRPr lang="en-IN"/>
          </a:p>
        </p:txBody>
      </p:sp>
      <p:sp>
        <p:nvSpPr>
          <p:cNvPr id="5" name="Text 3"/>
          <p:cNvSpPr/>
          <p:nvPr/>
        </p:nvSpPr>
        <p:spPr>
          <a:xfrm>
            <a:off x="1073150" y="2170361"/>
            <a:ext cx="25682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9BFF"/>
                </a:solidFill>
                <a:latin typeface="DM Sans" pitchFamily="34" charset="0"/>
                <a:ea typeface="DM Sans" pitchFamily="34" charset="-122"/>
                <a:cs typeface="DM Sans" pitchFamily="34" charset="-120"/>
              </a:rPr>
              <a:t>PER SESSION</a:t>
            </a:r>
            <a:endParaRPr lang="en-US" sz="1200" dirty="0"/>
          </a:p>
        </p:txBody>
      </p:sp>
      <p:sp>
        <p:nvSpPr>
          <p:cNvPr id="6" name="Text 4"/>
          <p:cNvSpPr/>
          <p:nvPr/>
        </p:nvSpPr>
        <p:spPr>
          <a:xfrm>
            <a:off x="1073150" y="2434481"/>
            <a:ext cx="2568219"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4F2FF"/>
                </a:solidFill>
                <a:latin typeface="DM Sans" pitchFamily="34" charset="0"/>
                <a:ea typeface="DM Sans" pitchFamily="34" charset="-122"/>
                <a:cs typeface="DM Sans" pitchFamily="34" charset="-120"/>
              </a:rPr>
              <a:t>8</a:t>
            </a:r>
            <a:endParaRPr lang="en-US" sz="4800" dirty="0"/>
          </a:p>
        </p:txBody>
      </p:sp>
      <p:sp>
        <p:nvSpPr>
          <p:cNvPr id="7" name="Text 5"/>
          <p:cNvSpPr/>
          <p:nvPr/>
        </p:nvSpPr>
        <p:spPr>
          <a:xfrm>
            <a:off x="1073150" y="3155801"/>
            <a:ext cx="25682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credits</a:t>
            </a:r>
            <a:endParaRPr lang="en-US" sz="1200" dirty="0"/>
          </a:p>
        </p:txBody>
      </p:sp>
      <p:pic>
        <p:nvPicPr>
          <p:cNvPr id="8" name="Image 0" descr="arrow-right"/>
          <p:cNvPicPr>
            <a:picLocks noChangeAspect="1"/>
          </p:cNvPicPr>
          <p:nvPr/>
        </p:nvPicPr>
        <p:blipFill>
          <a:blip r:embed="rId3"/>
          <a:srcRect/>
          <a:stretch/>
        </p:blipFill>
        <p:spPr>
          <a:xfrm>
            <a:off x="3979317" y="2642741"/>
            <a:ext cx="457200" cy="254000"/>
          </a:xfrm>
          <a:prstGeom prst="rect">
            <a:avLst/>
          </a:prstGeom>
        </p:spPr>
      </p:pic>
      <p:sp>
        <p:nvSpPr>
          <p:cNvPr id="9" name="Shape 6"/>
          <p:cNvSpPr/>
          <p:nvPr/>
        </p:nvSpPr>
        <p:spPr>
          <a:xfrm>
            <a:off x="4592092" y="1913186"/>
            <a:ext cx="3007816" cy="1713111"/>
          </a:xfrm>
          <a:prstGeom prst="roundRect">
            <a:avLst>
              <a:gd name="adj" fmla="val 7228"/>
            </a:avLst>
          </a:prstGeom>
          <a:solidFill>
            <a:srgbClr val="221E45"/>
          </a:solidFill>
          <a:ln w="6350">
            <a:solidFill>
              <a:srgbClr val="3A3466"/>
            </a:solidFill>
            <a:prstDash val="solid"/>
          </a:ln>
        </p:spPr>
        <p:txBody>
          <a:bodyPr/>
          <a:lstStyle/>
          <a:p>
            <a:endParaRPr lang="en-IN"/>
          </a:p>
        </p:txBody>
      </p:sp>
      <p:sp>
        <p:nvSpPr>
          <p:cNvPr id="10" name="Text 7"/>
          <p:cNvSpPr/>
          <p:nvPr/>
        </p:nvSpPr>
        <p:spPr>
          <a:xfrm>
            <a:off x="4849267" y="2170361"/>
            <a:ext cx="25682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9BFF"/>
                </a:solidFill>
                <a:latin typeface="DM Sans" pitchFamily="34" charset="0"/>
                <a:ea typeface="DM Sans" pitchFamily="34" charset="-122"/>
                <a:cs typeface="DM Sans" pitchFamily="34" charset="-120"/>
              </a:rPr>
              <a:t>PER DAY</a:t>
            </a:r>
            <a:endParaRPr lang="en-US" sz="1200" dirty="0"/>
          </a:p>
        </p:txBody>
      </p:sp>
      <p:sp>
        <p:nvSpPr>
          <p:cNvPr id="11" name="Text 8"/>
          <p:cNvSpPr/>
          <p:nvPr/>
        </p:nvSpPr>
        <p:spPr>
          <a:xfrm>
            <a:off x="4849267" y="2434481"/>
            <a:ext cx="256827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4F2FF"/>
                </a:solidFill>
                <a:latin typeface="DM Sans" pitchFamily="34" charset="0"/>
                <a:ea typeface="DM Sans" pitchFamily="34" charset="-122"/>
                <a:cs typeface="DM Sans" pitchFamily="34" charset="-120"/>
              </a:rPr>
              <a:t>7,200</a:t>
            </a:r>
            <a:endParaRPr lang="en-US" sz="4800" dirty="0"/>
          </a:p>
        </p:txBody>
      </p:sp>
      <p:sp>
        <p:nvSpPr>
          <p:cNvPr id="12" name="Text 9"/>
          <p:cNvSpPr/>
          <p:nvPr/>
        </p:nvSpPr>
        <p:spPr>
          <a:xfrm>
            <a:off x="4849267" y="3155801"/>
            <a:ext cx="25682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credits</a:t>
            </a:r>
            <a:endParaRPr lang="en-US" sz="1200" dirty="0"/>
          </a:p>
        </p:txBody>
      </p:sp>
      <p:pic>
        <p:nvPicPr>
          <p:cNvPr id="13" name="Image 1" descr="arrow-right"/>
          <p:cNvPicPr>
            <a:picLocks noChangeAspect="1"/>
          </p:cNvPicPr>
          <p:nvPr/>
        </p:nvPicPr>
        <p:blipFill>
          <a:blip r:embed="rId3"/>
          <a:srcRect/>
          <a:stretch/>
        </p:blipFill>
        <p:spPr>
          <a:xfrm>
            <a:off x="7755483" y="2642741"/>
            <a:ext cx="457200" cy="254000"/>
          </a:xfrm>
          <a:prstGeom prst="rect">
            <a:avLst/>
          </a:prstGeom>
        </p:spPr>
      </p:pic>
      <p:sp>
        <p:nvSpPr>
          <p:cNvPr id="14" name="Shape 10"/>
          <p:cNvSpPr/>
          <p:nvPr/>
        </p:nvSpPr>
        <p:spPr>
          <a:xfrm>
            <a:off x="8368258" y="1913186"/>
            <a:ext cx="3007767" cy="1713111"/>
          </a:xfrm>
          <a:prstGeom prst="roundRect">
            <a:avLst>
              <a:gd name="adj" fmla="val 7228"/>
            </a:avLst>
          </a:prstGeom>
          <a:solidFill>
            <a:srgbClr val="221E45"/>
          </a:solidFill>
          <a:ln w="6350">
            <a:solidFill>
              <a:srgbClr val="5EDCD0"/>
            </a:solidFill>
            <a:prstDash val="solid"/>
          </a:ln>
        </p:spPr>
        <p:txBody>
          <a:bodyPr/>
          <a:lstStyle/>
          <a:p>
            <a:endParaRPr lang="en-IN"/>
          </a:p>
        </p:txBody>
      </p:sp>
      <p:sp>
        <p:nvSpPr>
          <p:cNvPr id="15" name="Text 11"/>
          <p:cNvSpPr/>
          <p:nvPr/>
        </p:nvSpPr>
        <p:spPr>
          <a:xfrm>
            <a:off x="8625433" y="2170361"/>
            <a:ext cx="25682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DCD0"/>
                </a:solidFill>
                <a:latin typeface="DM Sans" pitchFamily="34" charset="0"/>
                <a:ea typeface="DM Sans" pitchFamily="34" charset="-122"/>
                <a:cs typeface="DM Sans" pitchFamily="34" charset="-120"/>
              </a:rPr>
              <a:t>PER MONTH</a:t>
            </a:r>
            <a:endParaRPr lang="en-US" sz="1200" dirty="0"/>
          </a:p>
        </p:txBody>
      </p:sp>
      <p:sp>
        <p:nvSpPr>
          <p:cNvPr id="16" name="Text 12"/>
          <p:cNvSpPr/>
          <p:nvPr/>
        </p:nvSpPr>
        <p:spPr>
          <a:xfrm>
            <a:off x="8625433" y="2434481"/>
            <a:ext cx="2568219"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5EDCD0"/>
                </a:solidFill>
                <a:latin typeface="DM Sans" pitchFamily="34" charset="0"/>
                <a:ea typeface="DM Sans" pitchFamily="34" charset="-122"/>
                <a:cs typeface="DM Sans" pitchFamily="34" charset="-120"/>
              </a:rPr>
              <a:t>$2,160</a:t>
            </a:r>
            <a:endParaRPr lang="en-US" sz="4800" dirty="0"/>
          </a:p>
        </p:txBody>
      </p:sp>
      <p:sp>
        <p:nvSpPr>
          <p:cNvPr id="17" name="Text 13"/>
          <p:cNvSpPr/>
          <p:nvPr/>
        </p:nvSpPr>
        <p:spPr>
          <a:xfrm>
            <a:off x="8625433" y="3155801"/>
            <a:ext cx="25682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about 216,000 credits</a:t>
            </a:r>
            <a:endParaRPr lang="en-US" sz="1200" dirty="0"/>
          </a:p>
        </p:txBody>
      </p:sp>
      <p:sp>
        <p:nvSpPr>
          <p:cNvPr id="18" name="Text 14"/>
          <p:cNvSpPr/>
          <p:nvPr/>
        </p:nvSpPr>
        <p:spPr>
          <a:xfrm>
            <a:off x="812800" y="3934271"/>
            <a:ext cx="10883392"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rPr>
              <a:t>Each session: 4 classic answers (1 credit each) and 2 generative answers (2 credits each). 900 sessions a day, 30 days, at $0.01 per credit.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TOPICS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22B"/>
                </a:solidFill>
                <a:latin typeface="DM Sans" pitchFamily="34" charset="0"/>
                <a:ea typeface="DM Sans" pitchFamily="34" charset="-122"/>
                <a:cs typeface="DM Sans" pitchFamily="34" charset="-120"/>
              </a:rPr>
              <a:t>Topics and their triggers</a:t>
            </a:r>
            <a:endParaRPr lang="en-US" sz="3600" dirty="0"/>
          </a:p>
        </p:txBody>
      </p:sp>
      <p:sp>
        <p:nvSpPr>
          <p:cNvPr id="4" name="Text 2"/>
          <p:cNvSpPr/>
          <p:nvPr/>
        </p:nvSpPr>
        <p:spPr>
          <a:xfrm>
            <a:off x="812800" y="185921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A topic is a conversation path: one trigger, then nodes that ask, branch, call tools and reply.</a:t>
            </a:r>
            <a:endParaRPr lang="en-US" sz="1600" dirty="0"/>
          </a:p>
        </p:txBody>
      </p:sp>
      <p:graphicFrame>
        <p:nvGraphicFramePr>
          <p:cNvPr id="5" name="Table 0"/>
          <p:cNvGraphicFramePr>
            <a:graphicFrameLocks noGrp="1"/>
          </p:cNvGraphicFramePr>
          <p:nvPr/>
        </p:nvGraphicFramePr>
        <p:xfrm>
          <a:off x="825500" y="2410371"/>
          <a:ext cx="10553700" cy="2196705"/>
        </p:xfrm>
        <a:graphic>
          <a:graphicData uri="http://schemas.openxmlformats.org/drawingml/2006/table">
            <a:tbl>
              <a:tblPr/>
              <a:tblGrid>
                <a:gridCol w="3588258">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122B"/>
                          </a:solidFill>
                          <a:latin typeface="DM Sans" pitchFamily="34" charset="0"/>
                          <a:ea typeface="DM Sans" pitchFamily="34" charset="-122"/>
                          <a:cs typeface="DM Sans" pitchFamily="34" charset="-120"/>
                        </a:rPr>
                        <a:t>Trigger</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tc>
                  <a:txBody>
                    <a:bodyPr/>
                    <a:lstStyle/>
                    <a:p>
                      <a:pPr marL="0" indent="0">
                        <a:lnSpc>
                          <a:spcPts val="2240"/>
                        </a:lnSpc>
                        <a:buNone/>
                      </a:pPr>
                      <a:r>
                        <a:rPr lang="en-US" sz="1600" b="1" dirty="0">
                          <a:solidFill>
                            <a:srgbClr val="14122B"/>
                          </a:solidFill>
                          <a:latin typeface="DM Sans" pitchFamily="34" charset="0"/>
                          <a:ea typeface="DM Sans" pitchFamily="34" charset="-122"/>
                          <a:cs typeface="DM Sans" pitchFamily="34" charset="-120"/>
                        </a:rPr>
                        <a:t>Used with</a:t>
                      </a:r>
                      <a:endParaRPr lang="en-US" sz="1600" dirty="0">
                        <a:latin typeface="DM Sans" charset="0"/>
                        <a:ea typeface="DM Sans" charset="0"/>
                        <a:cs typeface="DM Sans" charset="0"/>
                      </a:endParaRPr>
                    </a:p>
                  </a:txBody>
                  <a:tcPr marL="71120" marR="71120" marT="71120" marB="71120">
                    <a:lnL w="12700" cap="flat" cmpd="sng" algn="ctr">
                      <a:solidFill>
                        <a:srgbClr val="B6B2C5"/>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tc>
                  <a:txBody>
                    <a:bodyPr/>
                    <a:lstStyle/>
                    <a:p>
                      <a:pPr marL="0" indent="0">
                        <a:lnSpc>
                          <a:spcPts val="2240"/>
                        </a:lnSpc>
                        <a:buNone/>
                      </a:pPr>
                      <a:r>
                        <a:rPr lang="en-US" sz="1600" b="1" dirty="0">
                          <a:solidFill>
                            <a:srgbClr val="14122B"/>
                          </a:solidFill>
                          <a:latin typeface="DM Sans" pitchFamily="34" charset="0"/>
                          <a:ea typeface="DM Sans" pitchFamily="34" charset="-122"/>
                          <a:cs typeface="DM Sans" pitchFamily="34" charset="-120"/>
                        </a:rPr>
                        <a:t>Fires when</a:t>
                      </a:r>
                      <a:endParaRPr lang="en-US" sz="1600" dirty="0">
                        <a:latin typeface="DM Sans" charset="0"/>
                        <a:ea typeface="DM Sans" charset="0"/>
                        <a:cs typeface="DM Sans" charset="0"/>
                      </a:endParaRPr>
                    </a:p>
                  </a:txBody>
                  <a:tcPr marL="71120" marR="71120" marT="71120" marB="71120">
                    <a:lnL w="12700" cap="flat" cmpd="sng" algn="ctr">
                      <a:solidFill>
                        <a:srgbClr val="B6B2C5"/>
                      </a:solidFill>
                      <a:prstDash val="solid"/>
                      <a:round/>
                      <a:headEnd type="none" w="med" len="med"/>
                      <a:tailEnd type="none" w="med" len="med"/>
                    </a:lnL>
                    <a:lnR w="12700" cap="flat" cmpd="sng" algn="ctr">
                      <a:solidFill>
                        <a:srgbClr val="B6B2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2C5"/>
                      </a:solidFill>
                      <a:prstDash val="solid"/>
                      <a:round/>
                      <a:headEnd type="none" w="med" len="med"/>
                      <a:tailEnd type="none" w="med" len="med"/>
                    </a:lnB>
                    <a:solidFill>
                      <a:srgbClr val="E4DFF7"/>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User says a phrase</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Classic</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Phrases closely match the message</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B6B2C5"/>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The agent chooses</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Generative</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Name and description match the request</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 message is received</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Any</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 message activity arrives</a:t>
                      </a:r>
                      <a:endParaRPr lang="en-US" sz="1600" dirty="0">
                        <a:latin typeface="DM Sans" charset="0"/>
                        <a:ea typeface="DM Sans" charset="0"/>
                        <a:cs typeface="DM Sans" charset="0"/>
                      </a:endParaRPr>
                    </a:p>
                  </a:txBody>
                  <a:tcPr marL="71120" marR="71120" marT="71120" marB="71120">
                    <a:lnL w="12700" cap="flat" cmpd="sng" algn="ctr">
                      <a:solidFill>
                        <a:srgbClr val="CAC9CB"/>
                      </a:solidFill>
                      <a:prstDash val="solid"/>
                      <a:round/>
                      <a:headEnd type="none" w="med" len="med"/>
                      <a:tailEnd type="none" w="med" len="med"/>
                    </a:lnL>
                    <a:lnR w="12700" cap="flat" cmpd="sng" algn="ctr">
                      <a:solidFill>
                        <a:srgbClr val="CAC9CB"/>
                      </a:solidFill>
                      <a:prstDash val="solid"/>
                      <a:round/>
                      <a:headEnd type="none" w="med" len="med"/>
                      <a:tailEnd type="none" w="med" len="med"/>
                    </a:lnR>
                    <a:lnT w="12700" cap="flat" cmpd="sng" algn="ctr">
                      <a:solidFill>
                        <a:srgbClr val="C0BDC8"/>
                      </a:solidFill>
                      <a:prstDash val="solid"/>
                      <a:round/>
                      <a:headEnd type="none" w="med" len="med"/>
                      <a:tailEnd type="none" w="med" len="med"/>
                    </a:lnT>
                    <a:lnB w="12700" cap="flat" cmpd="sng" algn="ctr">
                      <a:solidFill>
                        <a:srgbClr val="CAC9CB"/>
                      </a:solidFill>
                      <a:prstDash val="solid"/>
                      <a:round/>
                      <a:headEnd type="none" w="med" len="med"/>
                      <a:tailEnd type="none" w="med" len="med"/>
                    </a:lnB>
                    <a:solidFill>
                      <a:srgbClr val="FDFCFF"/>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 plan completes</a:t>
                      </a:r>
                      <a:endParaRPr lang="en-US" sz="1600" dirty="0">
                        <a:latin typeface="DM Sans" charset="0"/>
                        <a:ea typeface="DM Sans" charset="0"/>
                        <a:cs typeface="DM Sans" charset="0"/>
                      </a:endParaRPr>
                    </a:p>
                  </a:txBody>
                  <a:tcPr marL="71120" marR="71120" marT="71120" marB="71120">
                    <a:lnL w="12700" cap="flat" cmpd="sng" algn="ctr">
                      <a:solidFill>
                        <a:srgbClr val="C4C4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Generative</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tc>
                  <a:txBody>
                    <a:bodyPr/>
                    <a:lstStyle/>
                    <a:p>
                      <a:pPr marL="0" indent="0">
                        <a:lnSpc>
                          <a:spcPts val="2240"/>
                        </a:lnSpc>
                        <a:buNone/>
                      </a:pPr>
                      <a:r>
                        <a:rPr lang="en-US" sz="1600" dirty="0">
                          <a:solidFill>
                            <a:srgbClr val="14122B"/>
                          </a:solidFill>
                          <a:latin typeface="DM Sans" pitchFamily="34" charset="0"/>
                          <a:ea typeface="DM Sans" pitchFamily="34" charset="-122"/>
                          <a:cs typeface="DM Sans" pitchFamily="34" charset="-120"/>
                        </a:rPr>
                        <a:t>All planned steps are finished</a:t>
                      </a:r>
                      <a:endParaRPr lang="en-US" sz="1600" dirty="0">
                        <a:latin typeface="DM Sans" charset="0"/>
                        <a:ea typeface="DM Sans" charset="0"/>
                        <a:cs typeface="DM Sans" charset="0"/>
                      </a:endParaRPr>
                    </a:p>
                  </a:txBody>
                  <a:tcPr marL="71120" marR="71120" marT="71120" marB="71120">
                    <a:lnL w="12700" cap="flat" cmpd="sng" algn="ctr">
                      <a:solidFill>
                        <a:srgbClr val="C0BDC8"/>
                      </a:solidFill>
                      <a:prstDash val="solid"/>
                      <a:round/>
                      <a:headEnd type="none" w="med" len="med"/>
                      <a:tailEnd type="none" w="med" len="med"/>
                    </a:lnL>
                    <a:lnR w="12700" cap="flat" cmpd="sng" algn="ctr">
                      <a:solidFill>
                        <a:srgbClr val="C0BDC8"/>
                      </a:solidFill>
                      <a:prstDash val="solid"/>
                      <a:round/>
                      <a:headEnd type="none" w="med" len="med"/>
                      <a:tailEnd type="none" w="med" len="med"/>
                    </a:lnR>
                    <a:lnT w="12700" cap="flat" cmpd="sng" algn="ctr">
                      <a:solidFill>
                        <a:srgbClr val="CAC9CB"/>
                      </a:solidFill>
                      <a:prstDash val="solid"/>
                      <a:round/>
                      <a:headEnd type="none" w="med" len="med"/>
                      <a:tailEnd type="none" w="med" len="med"/>
                    </a:lnT>
                    <a:lnB w="12700" cap="flat" cmpd="sng" algn="ctr">
                      <a:solidFill>
                        <a:srgbClr val="C0BDC8"/>
                      </a:solidFill>
                      <a:prstDash val="solid"/>
                      <a:round/>
                      <a:headEnd type="none" w="med" len="med"/>
                      <a:tailEnd type="none" w="med" len="med"/>
                    </a:lnB>
                    <a:solidFill>
                      <a:srgbClr val="F0ED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TOPICS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Nine built-in system topics</a:t>
            </a:r>
            <a:endParaRPr lang="en-US" sz="3600" dirty="0">
              <a:solidFill>
                <a:srgbClr val="5B3FD9"/>
              </a:solidFill>
            </a:endParaRPr>
          </a:p>
        </p:txBody>
      </p:sp>
      <p:sp>
        <p:nvSpPr>
          <p:cNvPr id="4" name="Shape 2"/>
          <p:cNvSpPr/>
          <p:nvPr/>
        </p:nvSpPr>
        <p:spPr>
          <a:xfrm>
            <a:off x="815975" y="186238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5" name="Text 3"/>
          <p:cNvSpPr/>
          <p:nvPr/>
        </p:nvSpPr>
        <p:spPr>
          <a:xfrm>
            <a:off x="971550" y="201796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Conversation Start</a:t>
            </a:r>
            <a:endParaRPr lang="en-US" sz="1600" dirty="0"/>
          </a:p>
        </p:txBody>
      </p:sp>
      <p:sp>
        <p:nvSpPr>
          <p:cNvPr id="6" name="Text 4"/>
          <p:cNvSpPr/>
          <p:nvPr/>
        </p:nvSpPr>
        <p:spPr>
          <a:xfrm>
            <a:off x="971550" y="229989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Welcome message at session start</a:t>
            </a:r>
            <a:endParaRPr lang="en-US" sz="1200" dirty="0"/>
          </a:p>
        </p:txBody>
      </p:sp>
      <p:sp>
        <p:nvSpPr>
          <p:cNvPr id="7" name="Shape 5"/>
          <p:cNvSpPr/>
          <p:nvPr/>
        </p:nvSpPr>
        <p:spPr>
          <a:xfrm>
            <a:off x="4388892" y="186238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8" name="Text 6"/>
          <p:cNvSpPr/>
          <p:nvPr/>
        </p:nvSpPr>
        <p:spPr>
          <a:xfrm>
            <a:off x="4544467" y="201796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Conversational boosting</a:t>
            </a:r>
            <a:endParaRPr lang="en-US" sz="1600" dirty="0"/>
          </a:p>
        </p:txBody>
      </p:sp>
      <p:sp>
        <p:nvSpPr>
          <p:cNvPr id="9" name="Text 7"/>
          <p:cNvSpPr/>
          <p:nvPr/>
        </p:nvSpPr>
        <p:spPr>
          <a:xfrm>
            <a:off x="4544467" y="229989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Generative answers from your data</a:t>
            </a:r>
            <a:endParaRPr lang="en-US" sz="1200" dirty="0"/>
          </a:p>
        </p:txBody>
      </p:sp>
      <p:sp>
        <p:nvSpPr>
          <p:cNvPr id="10" name="Shape 8"/>
          <p:cNvSpPr/>
          <p:nvPr/>
        </p:nvSpPr>
        <p:spPr>
          <a:xfrm>
            <a:off x="7961809" y="1862386"/>
            <a:ext cx="3414216"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11" name="Text 9"/>
          <p:cNvSpPr/>
          <p:nvPr/>
        </p:nvSpPr>
        <p:spPr>
          <a:xfrm>
            <a:off x="8117384" y="2017961"/>
            <a:ext cx="319615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End of Conversation</a:t>
            </a:r>
            <a:endParaRPr lang="en-US" sz="1600" dirty="0"/>
          </a:p>
        </p:txBody>
      </p:sp>
      <p:sp>
        <p:nvSpPr>
          <p:cNvPr id="12" name="Text 10"/>
          <p:cNvSpPr/>
          <p:nvPr/>
        </p:nvSpPr>
        <p:spPr>
          <a:xfrm>
            <a:off x="8117384" y="2299891"/>
            <a:ext cx="31961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Closing message and feedback</a:t>
            </a:r>
            <a:endParaRPr lang="en-US" sz="1200" dirty="0"/>
          </a:p>
        </p:txBody>
      </p:sp>
      <p:sp>
        <p:nvSpPr>
          <p:cNvPr id="13" name="Shape 11"/>
          <p:cNvSpPr/>
          <p:nvPr/>
        </p:nvSpPr>
        <p:spPr>
          <a:xfrm>
            <a:off x="815975" y="282753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14" name="Text 12"/>
          <p:cNvSpPr/>
          <p:nvPr/>
        </p:nvSpPr>
        <p:spPr>
          <a:xfrm>
            <a:off x="971550" y="298311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Escalate</a:t>
            </a:r>
            <a:endParaRPr lang="en-US" sz="1600" dirty="0"/>
          </a:p>
        </p:txBody>
      </p:sp>
      <p:sp>
        <p:nvSpPr>
          <p:cNvPr id="15" name="Text 13"/>
          <p:cNvSpPr/>
          <p:nvPr/>
        </p:nvSpPr>
        <p:spPr>
          <a:xfrm>
            <a:off x="971550" y="326504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Hands the user to a live agent</a:t>
            </a:r>
            <a:endParaRPr lang="en-US" sz="1200" dirty="0"/>
          </a:p>
        </p:txBody>
      </p:sp>
      <p:sp>
        <p:nvSpPr>
          <p:cNvPr id="16" name="Shape 14"/>
          <p:cNvSpPr/>
          <p:nvPr/>
        </p:nvSpPr>
        <p:spPr>
          <a:xfrm>
            <a:off x="4388892" y="282753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17" name="Text 15"/>
          <p:cNvSpPr/>
          <p:nvPr/>
        </p:nvSpPr>
        <p:spPr>
          <a:xfrm>
            <a:off x="4544467" y="298311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Fallback</a:t>
            </a:r>
            <a:endParaRPr lang="en-US" sz="1600" dirty="0"/>
          </a:p>
        </p:txBody>
      </p:sp>
      <p:sp>
        <p:nvSpPr>
          <p:cNvPr id="18" name="Text 16"/>
          <p:cNvSpPr/>
          <p:nvPr/>
        </p:nvSpPr>
        <p:spPr>
          <a:xfrm>
            <a:off x="4544467" y="326504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No topic matched, ask to retry</a:t>
            </a:r>
            <a:endParaRPr lang="en-US" sz="1200" dirty="0"/>
          </a:p>
        </p:txBody>
      </p:sp>
      <p:sp>
        <p:nvSpPr>
          <p:cNvPr id="19" name="Shape 17"/>
          <p:cNvSpPr/>
          <p:nvPr/>
        </p:nvSpPr>
        <p:spPr>
          <a:xfrm>
            <a:off x="7961809" y="2827536"/>
            <a:ext cx="3414216"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20" name="Text 18"/>
          <p:cNvSpPr/>
          <p:nvPr/>
        </p:nvSpPr>
        <p:spPr>
          <a:xfrm>
            <a:off x="8117384" y="2983111"/>
            <a:ext cx="319615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Multiple Topics Matched</a:t>
            </a:r>
            <a:endParaRPr lang="en-US" sz="1600" dirty="0"/>
          </a:p>
        </p:txBody>
      </p:sp>
      <p:sp>
        <p:nvSpPr>
          <p:cNvPr id="21" name="Text 19"/>
          <p:cNvSpPr/>
          <p:nvPr/>
        </p:nvSpPr>
        <p:spPr>
          <a:xfrm>
            <a:off x="8117384" y="3265041"/>
            <a:ext cx="31961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The “did you mean” prompt</a:t>
            </a:r>
            <a:endParaRPr lang="en-US" sz="1200" dirty="0"/>
          </a:p>
        </p:txBody>
      </p:sp>
      <p:sp>
        <p:nvSpPr>
          <p:cNvPr id="22" name="Shape 20"/>
          <p:cNvSpPr/>
          <p:nvPr/>
        </p:nvSpPr>
        <p:spPr>
          <a:xfrm>
            <a:off x="815975" y="379268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23" name="Text 21"/>
          <p:cNvSpPr/>
          <p:nvPr/>
        </p:nvSpPr>
        <p:spPr>
          <a:xfrm>
            <a:off x="971550" y="394826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On Error</a:t>
            </a:r>
            <a:endParaRPr lang="en-US" sz="1600" dirty="0"/>
          </a:p>
        </p:txBody>
      </p:sp>
      <p:sp>
        <p:nvSpPr>
          <p:cNvPr id="24" name="Text 22"/>
          <p:cNvSpPr/>
          <p:nvPr/>
        </p:nvSpPr>
        <p:spPr>
          <a:xfrm>
            <a:off x="971550" y="423019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Handles failures and timeouts</a:t>
            </a:r>
            <a:endParaRPr lang="en-US" sz="1200" dirty="0"/>
          </a:p>
        </p:txBody>
      </p:sp>
      <p:sp>
        <p:nvSpPr>
          <p:cNvPr id="25" name="Shape 23"/>
          <p:cNvSpPr/>
          <p:nvPr/>
        </p:nvSpPr>
        <p:spPr>
          <a:xfrm>
            <a:off x="4388892" y="3792686"/>
            <a:ext cx="3414167"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26" name="Text 24"/>
          <p:cNvSpPr/>
          <p:nvPr/>
        </p:nvSpPr>
        <p:spPr>
          <a:xfrm>
            <a:off x="4544467" y="3948261"/>
            <a:ext cx="319610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Reset Conversation</a:t>
            </a:r>
            <a:endParaRPr lang="en-US" sz="1600" dirty="0"/>
          </a:p>
        </p:txBody>
      </p:sp>
      <p:sp>
        <p:nvSpPr>
          <p:cNvPr id="27" name="Text 25"/>
          <p:cNvSpPr/>
          <p:nvPr/>
        </p:nvSpPr>
        <p:spPr>
          <a:xfrm>
            <a:off x="4544467" y="4230191"/>
            <a:ext cx="3196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Clears variables, starts fresh</a:t>
            </a:r>
            <a:endParaRPr lang="en-US" sz="1200" dirty="0"/>
          </a:p>
        </p:txBody>
      </p:sp>
      <p:sp>
        <p:nvSpPr>
          <p:cNvPr id="28" name="Shape 26"/>
          <p:cNvSpPr/>
          <p:nvPr/>
        </p:nvSpPr>
        <p:spPr>
          <a:xfrm>
            <a:off x="7961809" y="3792686"/>
            <a:ext cx="3414216" cy="806400"/>
          </a:xfrm>
          <a:prstGeom prst="roundRect">
            <a:avLst>
              <a:gd name="adj" fmla="val 15355"/>
            </a:avLst>
          </a:prstGeom>
          <a:solidFill>
            <a:srgbClr val="FDFCFF"/>
          </a:solidFill>
          <a:ln w="6350">
            <a:solidFill>
              <a:srgbClr val="E0DCF2"/>
            </a:solidFill>
            <a:prstDash val="solid"/>
          </a:ln>
        </p:spPr>
        <p:txBody>
          <a:bodyPr/>
          <a:lstStyle/>
          <a:p>
            <a:endParaRPr lang="en-IN"/>
          </a:p>
        </p:txBody>
      </p:sp>
      <p:sp>
        <p:nvSpPr>
          <p:cNvPr id="29" name="Text 27"/>
          <p:cNvSpPr/>
          <p:nvPr/>
        </p:nvSpPr>
        <p:spPr>
          <a:xfrm>
            <a:off x="8117384" y="3948261"/>
            <a:ext cx="319615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Sign In</a:t>
            </a:r>
            <a:endParaRPr lang="en-US" sz="1600" dirty="0"/>
          </a:p>
        </p:txBody>
      </p:sp>
      <p:sp>
        <p:nvSpPr>
          <p:cNvPr id="30" name="Text 28"/>
          <p:cNvSpPr/>
          <p:nvPr/>
        </p:nvSpPr>
        <p:spPr>
          <a:xfrm>
            <a:off x="8117384" y="4230191"/>
            <a:ext cx="31961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Prompts sign-in when auth is on</a:t>
            </a:r>
            <a:endParaRPr lang="en-US" sz="1200" dirty="0"/>
          </a:p>
        </p:txBody>
      </p:sp>
      <p:sp>
        <p:nvSpPr>
          <p:cNvPr id="31" name="Text 29"/>
          <p:cNvSpPr/>
          <p:nvPr/>
        </p:nvSpPr>
        <p:spPr>
          <a:xfrm>
            <a:off x="812800" y="485626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Added automatically. Leave them alone until end-to-end chats feel familiar.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TOPICS · CONVERSATION FLOW</a:t>
            </a:r>
            <a:endParaRPr lang="en-US" sz="1200" dirty="0">
              <a:solidFill>
                <a:srgbClr val="5B3FD9"/>
              </a:solidFill>
            </a:endParaRPr>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From trigger to reply</a:t>
            </a:r>
            <a:endParaRPr lang="en-US" sz="3600" dirty="0">
              <a:solidFill>
                <a:srgbClr val="5B3FD9"/>
              </a:solidFill>
            </a:endParaRPr>
          </a:p>
        </p:txBody>
      </p:sp>
      <p:sp>
        <p:nvSpPr>
          <p:cNvPr id="4" name="Shape 2"/>
          <p:cNvSpPr/>
          <p:nvPr/>
        </p:nvSpPr>
        <p:spPr>
          <a:xfrm>
            <a:off x="815975" y="1913186"/>
            <a:ext cx="1659880" cy="1032421"/>
          </a:xfrm>
          <a:prstGeom prst="roundRect">
            <a:avLst>
              <a:gd name="adj" fmla="val 11994"/>
            </a:avLst>
          </a:prstGeom>
          <a:solidFill>
            <a:srgbClr val="221E45"/>
          </a:solidFill>
          <a:ln w="6350">
            <a:solidFill>
              <a:srgbClr val="A99BFF"/>
            </a:solidFill>
            <a:prstDash val="solid"/>
          </a:ln>
        </p:spPr>
        <p:txBody>
          <a:bodyPr/>
          <a:lstStyle/>
          <a:p>
            <a:endParaRPr lang="en-IN"/>
          </a:p>
        </p:txBody>
      </p:sp>
      <p:sp>
        <p:nvSpPr>
          <p:cNvPr id="5" name="Text 3"/>
          <p:cNvSpPr/>
          <p:nvPr/>
        </p:nvSpPr>
        <p:spPr>
          <a:xfrm>
            <a:off x="971550" y="2068761"/>
            <a:ext cx="1399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Trigger</a:t>
            </a:r>
            <a:endParaRPr lang="en-US" sz="1600" dirty="0"/>
          </a:p>
        </p:txBody>
      </p:sp>
      <p:sp>
        <p:nvSpPr>
          <p:cNvPr id="6" name="Text 4"/>
          <p:cNvSpPr/>
          <p:nvPr/>
        </p:nvSpPr>
        <p:spPr>
          <a:xfrm>
            <a:off x="971550" y="2363391"/>
            <a:ext cx="13995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User asks to book leave</a:t>
            </a:r>
            <a:endParaRPr lang="en-US" sz="1200" dirty="0"/>
          </a:p>
        </p:txBody>
      </p:sp>
      <p:pic>
        <p:nvPicPr>
          <p:cNvPr id="7" name="Image 0" descr="arrow-right"/>
          <p:cNvPicPr>
            <a:picLocks noChangeAspect="1"/>
          </p:cNvPicPr>
          <p:nvPr/>
        </p:nvPicPr>
        <p:blipFill>
          <a:blip r:embed="rId3"/>
          <a:srcRect/>
          <a:stretch/>
        </p:blipFill>
        <p:spPr>
          <a:xfrm>
            <a:off x="2580630" y="2327771"/>
            <a:ext cx="355600" cy="203200"/>
          </a:xfrm>
          <a:prstGeom prst="rect">
            <a:avLst/>
          </a:prstGeom>
        </p:spPr>
      </p:pic>
      <p:sp>
        <p:nvSpPr>
          <p:cNvPr id="8" name="Shape 5"/>
          <p:cNvSpPr/>
          <p:nvPr/>
        </p:nvSpPr>
        <p:spPr>
          <a:xfrm>
            <a:off x="3041005" y="1913186"/>
            <a:ext cx="1659930" cy="1032421"/>
          </a:xfrm>
          <a:prstGeom prst="roundRect">
            <a:avLst>
              <a:gd name="adj" fmla="val 11994"/>
            </a:avLst>
          </a:prstGeom>
          <a:solidFill>
            <a:srgbClr val="221E45"/>
          </a:solidFill>
          <a:ln w="6350">
            <a:solidFill>
              <a:srgbClr val="3A3466"/>
            </a:solidFill>
            <a:prstDash val="solid"/>
          </a:ln>
        </p:spPr>
        <p:txBody>
          <a:bodyPr/>
          <a:lstStyle/>
          <a:p>
            <a:endParaRPr lang="en-IN"/>
          </a:p>
        </p:txBody>
      </p:sp>
      <p:sp>
        <p:nvSpPr>
          <p:cNvPr id="9" name="Text 6"/>
          <p:cNvSpPr/>
          <p:nvPr/>
        </p:nvSpPr>
        <p:spPr>
          <a:xfrm>
            <a:off x="3196580" y="2068761"/>
            <a:ext cx="139958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Question</a:t>
            </a:r>
            <a:endParaRPr lang="en-US" sz="1600" dirty="0"/>
          </a:p>
        </p:txBody>
      </p:sp>
      <p:sp>
        <p:nvSpPr>
          <p:cNvPr id="10" name="Text 7"/>
          <p:cNvSpPr/>
          <p:nvPr/>
        </p:nvSpPr>
        <p:spPr>
          <a:xfrm>
            <a:off x="3196580" y="2363391"/>
            <a:ext cx="13995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Ask for dates, save to a variable</a:t>
            </a:r>
            <a:endParaRPr lang="en-US" sz="1200" dirty="0"/>
          </a:p>
        </p:txBody>
      </p:sp>
      <p:pic>
        <p:nvPicPr>
          <p:cNvPr id="11" name="Image 1" descr="arrow-right"/>
          <p:cNvPicPr>
            <a:picLocks noChangeAspect="1"/>
          </p:cNvPicPr>
          <p:nvPr/>
        </p:nvPicPr>
        <p:blipFill>
          <a:blip r:embed="rId3"/>
          <a:srcRect/>
          <a:stretch/>
        </p:blipFill>
        <p:spPr>
          <a:xfrm>
            <a:off x="4805710" y="2327771"/>
            <a:ext cx="355600" cy="203200"/>
          </a:xfrm>
          <a:prstGeom prst="rect">
            <a:avLst/>
          </a:prstGeom>
        </p:spPr>
      </p:pic>
      <p:sp>
        <p:nvSpPr>
          <p:cNvPr id="12" name="Shape 8"/>
          <p:cNvSpPr/>
          <p:nvPr/>
        </p:nvSpPr>
        <p:spPr>
          <a:xfrm>
            <a:off x="5266085" y="1913186"/>
            <a:ext cx="1659880" cy="1032421"/>
          </a:xfrm>
          <a:prstGeom prst="roundRect">
            <a:avLst>
              <a:gd name="adj" fmla="val 11994"/>
            </a:avLst>
          </a:prstGeom>
          <a:solidFill>
            <a:srgbClr val="221E45"/>
          </a:solidFill>
          <a:ln w="6350">
            <a:solidFill>
              <a:srgbClr val="3A3466"/>
            </a:solidFill>
            <a:prstDash val="solid"/>
          </a:ln>
        </p:spPr>
        <p:txBody>
          <a:bodyPr/>
          <a:lstStyle/>
          <a:p>
            <a:endParaRPr lang="en-IN"/>
          </a:p>
        </p:txBody>
      </p:sp>
      <p:sp>
        <p:nvSpPr>
          <p:cNvPr id="13" name="Text 9"/>
          <p:cNvSpPr/>
          <p:nvPr/>
        </p:nvSpPr>
        <p:spPr>
          <a:xfrm>
            <a:off x="5421660" y="2068761"/>
            <a:ext cx="1399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Condition</a:t>
            </a:r>
            <a:endParaRPr lang="en-US" sz="1600" dirty="0"/>
          </a:p>
        </p:txBody>
      </p:sp>
      <p:sp>
        <p:nvSpPr>
          <p:cNvPr id="14" name="Text 10"/>
          <p:cNvSpPr/>
          <p:nvPr/>
        </p:nvSpPr>
        <p:spPr>
          <a:xfrm>
            <a:off x="5421660" y="2363391"/>
            <a:ext cx="13995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Is the balance enough?</a:t>
            </a:r>
            <a:endParaRPr lang="en-US" sz="1200" dirty="0"/>
          </a:p>
        </p:txBody>
      </p:sp>
      <p:pic>
        <p:nvPicPr>
          <p:cNvPr id="15" name="Image 2" descr="arrow-right"/>
          <p:cNvPicPr>
            <a:picLocks noChangeAspect="1"/>
          </p:cNvPicPr>
          <p:nvPr/>
        </p:nvPicPr>
        <p:blipFill>
          <a:blip r:embed="rId3"/>
          <a:srcRect/>
          <a:stretch/>
        </p:blipFill>
        <p:spPr>
          <a:xfrm>
            <a:off x="7030740" y="2327771"/>
            <a:ext cx="355600" cy="203200"/>
          </a:xfrm>
          <a:prstGeom prst="rect">
            <a:avLst/>
          </a:prstGeom>
        </p:spPr>
      </p:pic>
      <p:sp>
        <p:nvSpPr>
          <p:cNvPr id="16" name="Shape 11"/>
          <p:cNvSpPr/>
          <p:nvPr/>
        </p:nvSpPr>
        <p:spPr>
          <a:xfrm>
            <a:off x="7491115" y="1913186"/>
            <a:ext cx="1659880" cy="1032421"/>
          </a:xfrm>
          <a:prstGeom prst="roundRect">
            <a:avLst>
              <a:gd name="adj" fmla="val 11994"/>
            </a:avLst>
          </a:prstGeom>
          <a:solidFill>
            <a:srgbClr val="221E45"/>
          </a:solidFill>
          <a:ln w="6350">
            <a:solidFill>
              <a:srgbClr val="3A3466"/>
            </a:solidFill>
            <a:prstDash val="solid"/>
          </a:ln>
        </p:spPr>
        <p:txBody>
          <a:bodyPr/>
          <a:lstStyle/>
          <a:p>
            <a:endParaRPr lang="en-IN"/>
          </a:p>
        </p:txBody>
      </p:sp>
      <p:sp>
        <p:nvSpPr>
          <p:cNvPr id="17" name="Text 12"/>
          <p:cNvSpPr/>
          <p:nvPr/>
        </p:nvSpPr>
        <p:spPr>
          <a:xfrm>
            <a:off x="7646690" y="2068761"/>
            <a:ext cx="1399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Action</a:t>
            </a:r>
            <a:endParaRPr lang="en-US" sz="1600" dirty="0"/>
          </a:p>
        </p:txBody>
      </p:sp>
      <p:sp>
        <p:nvSpPr>
          <p:cNvPr id="18" name="Text 13"/>
          <p:cNvSpPr/>
          <p:nvPr/>
        </p:nvSpPr>
        <p:spPr>
          <a:xfrm>
            <a:off x="7646690" y="2363391"/>
            <a:ext cx="13995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Call a tool, prompt or agent flow</a:t>
            </a:r>
            <a:endParaRPr lang="en-US" sz="1200" dirty="0"/>
          </a:p>
        </p:txBody>
      </p:sp>
      <p:pic>
        <p:nvPicPr>
          <p:cNvPr id="19" name="Image 3" descr="arrow-right"/>
          <p:cNvPicPr>
            <a:picLocks noChangeAspect="1"/>
          </p:cNvPicPr>
          <p:nvPr/>
        </p:nvPicPr>
        <p:blipFill>
          <a:blip r:embed="rId3"/>
          <a:srcRect/>
          <a:stretch/>
        </p:blipFill>
        <p:spPr>
          <a:xfrm>
            <a:off x="9255770" y="2327771"/>
            <a:ext cx="355600" cy="203200"/>
          </a:xfrm>
          <a:prstGeom prst="rect">
            <a:avLst/>
          </a:prstGeom>
        </p:spPr>
      </p:pic>
      <p:sp>
        <p:nvSpPr>
          <p:cNvPr id="20" name="Shape 14"/>
          <p:cNvSpPr/>
          <p:nvPr/>
        </p:nvSpPr>
        <p:spPr>
          <a:xfrm>
            <a:off x="9716145" y="1913186"/>
            <a:ext cx="1659880" cy="1032421"/>
          </a:xfrm>
          <a:prstGeom prst="roundRect">
            <a:avLst>
              <a:gd name="adj" fmla="val 11994"/>
            </a:avLst>
          </a:prstGeom>
          <a:solidFill>
            <a:srgbClr val="221E45"/>
          </a:solidFill>
          <a:ln w="6350">
            <a:solidFill>
              <a:srgbClr val="5EDCD0"/>
            </a:solidFill>
            <a:prstDash val="solid"/>
          </a:ln>
        </p:spPr>
        <p:txBody>
          <a:bodyPr/>
          <a:lstStyle/>
          <a:p>
            <a:endParaRPr lang="en-IN"/>
          </a:p>
        </p:txBody>
      </p:sp>
      <p:sp>
        <p:nvSpPr>
          <p:cNvPr id="21" name="Text 15"/>
          <p:cNvSpPr/>
          <p:nvPr/>
        </p:nvSpPr>
        <p:spPr>
          <a:xfrm>
            <a:off x="9871720" y="2068761"/>
            <a:ext cx="1399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EDCD0"/>
                </a:solidFill>
                <a:latin typeface="DM Sans" pitchFamily="34" charset="0"/>
                <a:ea typeface="DM Sans" pitchFamily="34" charset="-122"/>
                <a:cs typeface="DM Sans" pitchFamily="34" charset="-120"/>
              </a:rPr>
              <a:t>Message</a:t>
            </a:r>
            <a:endParaRPr lang="en-US" sz="1600" dirty="0"/>
          </a:p>
        </p:txBody>
      </p:sp>
      <p:sp>
        <p:nvSpPr>
          <p:cNvPr id="22" name="Text 16"/>
          <p:cNvSpPr/>
          <p:nvPr/>
        </p:nvSpPr>
        <p:spPr>
          <a:xfrm>
            <a:off x="9871720" y="2363391"/>
            <a:ext cx="13995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Confirm and explain next steps</a:t>
            </a:r>
            <a:endParaRPr lang="en-US" sz="1200" dirty="0"/>
          </a:p>
        </p:txBody>
      </p:sp>
      <p:sp>
        <p:nvSpPr>
          <p:cNvPr id="23" name="Shape 17"/>
          <p:cNvSpPr/>
          <p:nvPr/>
        </p:nvSpPr>
        <p:spPr>
          <a:xfrm>
            <a:off x="815975" y="3256756"/>
            <a:ext cx="3414167" cy="1134021"/>
          </a:xfrm>
          <a:prstGeom prst="roundRect">
            <a:avLst>
              <a:gd name="adj" fmla="val 10919"/>
            </a:avLst>
          </a:prstGeom>
          <a:solidFill>
            <a:srgbClr val="221E45"/>
          </a:solidFill>
          <a:ln w="6350">
            <a:solidFill>
              <a:srgbClr val="3A3466"/>
            </a:solidFill>
            <a:prstDash val="solid"/>
          </a:ln>
        </p:spPr>
        <p:txBody>
          <a:bodyPr/>
          <a:lstStyle/>
          <a:p>
            <a:endParaRPr lang="en-IN"/>
          </a:p>
        </p:txBody>
      </p:sp>
      <p:sp>
        <p:nvSpPr>
          <p:cNvPr id="24" name="Text 18"/>
          <p:cNvSpPr/>
          <p:nvPr/>
        </p:nvSpPr>
        <p:spPr>
          <a:xfrm>
            <a:off x="1022350" y="3463131"/>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Variables</a:t>
            </a:r>
            <a:endParaRPr lang="en-US" sz="1600" dirty="0"/>
          </a:p>
        </p:txBody>
      </p:sp>
      <p:sp>
        <p:nvSpPr>
          <p:cNvPr id="25" name="Text 19"/>
          <p:cNvSpPr/>
          <p:nvPr/>
        </p:nvSpPr>
        <p:spPr>
          <a:xfrm>
            <a:off x="1022350" y="3757761"/>
            <a:ext cx="30914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Save an answer once and reuse it in later nodes.</a:t>
            </a:r>
            <a:endParaRPr lang="en-US" sz="1200" dirty="0"/>
          </a:p>
        </p:txBody>
      </p:sp>
      <p:sp>
        <p:nvSpPr>
          <p:cNvPr id="26" name="Shape 20"/>
          <p:cNvSpPr/>
          <p:nvPr/>
        </p:nvSpPr>
        <p:spPr>
          <a:xfrm>
            <a:off x="4388892" y="3256756"/>
            <a:ext cx="3414167" cy="1134021"/>
          </a:xfrm>
          <a:prstGeom prst="roundRect">
            <a:avLst>
              <a:gd name="adj" fmla="val 10919"/>
            </a:avLst>
          </a:prstGeom>
          <a:solidFill>
            <a:srgbClr val="221E45"/>
          </a:solidFill>
          <a:ln w="6350">
            <a:solidFill>
              <a:srgbClr val="3A3466"/>
            </a:solidFill>
            <a:prstDash val="solid"/>
          </a:ln>
        </p:spPr>
        <p:txBody>
          <a:bodyPr/>
          <a:lstStyle/>
          <a:p>
            <a:endParaRPr lang="en-IN"/>
          </a:p>
        </p:txBody>
      </p:sp>
      <p:sp>
        <p:nvSpPr>
          <p:cNvPr id="27" name="Text 21"/>
          <p:cNvSpPr/>
          <p:nvPr/>
        </p:nvSpPr>
        <p:spPr>
          <a:xfrm>
            <a:off x="4595267" y="3463131"/>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Conditions</a:t>
            </a:r>
            <a:endParaRPr lang="en-US" sz="1600" dirty="0"/>
          </a:p>
        </p:txBody>
      </p:sp>
      <p:sp>
        <p:nvSpPr>
          <p:cNvPr id="28" name="Text 22"/>
          <p:cNvSpPr/>
          <p:nvPr/>
        </p:nvSpPr>
        <p:spPr>
          <a:xfrm>
            <a:off x="4595267" y="3757761"/>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Branch the path on a value or a result.</a:t>
            </a:r>
            <a:endParaRPr lang="en-US" sz="1200" dirty="0"/>
          </a:p>
        </p:txBody>
      </p:sp>
      <p:sp>
        <p:nvSpPr>
          <p:cNvPr id="29" name="Shape 23"/>
          <p:cNvSpPr/>
          <p:nvPr/>
        </p:nvSpPr>
        <p:spPr>
          <a:xfrm>
            <a:off x="7961809" y="3256756"/>
            <a:ext cx="3414216" cy="1134021"/>
          </a:xfrm>
          <a:prstGeom prst="roundRect">
            <a:avLst>
              <a:gd name="adj" fmla="val 10919"/>
            </a:avLst>
          </a:prstGeom>
          <a:solidFill>
            <a:srgbClr val="221E45"/>
          </a:solidFill>
          <a:ln w="6350">
            <a:solidFill>
              <a:srgbClr val="3A3466"/>
            </a:solidFill>
            <a:prstDash val="solid"/>
          </a:ln>
        </p:spPr>
        <p:txBody>
          <a:bodyPr/>
          <a:lstStyle/>
          <a:p>
            <a:endParaRPr lang="en-IN"/>
          </a:p>
        </p:txBody>
      </p:sp>
      <p:sp>
        <p:nvSpPr>
          <p:cNvPr id="30" name="Text 24"/>
          <p:cNvSpPr/>
          <p:nvPr/>
        </p:nvSpPr>
        <p:spPr>
          <a:xfrm>
            <a:off x="8168184" y="3463131"/>
            <a:ext cx="309151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Redirects</a:t>
            </a:r>
            <a:endParaRPr lang="en-US" sz="1600" dirty="0"/>
          </a:p>
        </p:txBody>
      </p:sp>
      <p:sp>
        <p:nvSpPr>
          <p:cNvPr id="31" name="Text 25"/>
          <p:cNvSpPr/>
          <p:nvPr/>
        </p:nvSpPr>
        <p:spPr>
          <a:xfrm>
            <a:off x="8168184" y="3757761"/>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Send the user on to another topic.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TOOLS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Tools let the agent act</a:t>
            </a:r>
            <a:endParaRPr lang="en-US" sz="3600" dirty="0">
              <a:solidFill>
                <a:srgbClr val="5B3FD9"/>
              </a:solidFill>
            </a:endParaRPr>
          </a:p>
        </p:txBody>
      </p:sp>
      <p:sp>
        <p:nvSpPr>
          <p:cNvPr id="4" name="Shape 2"/>
          <p:cNvSpPr/>
          <p:nvPr/>
        </p:nvSpPr>
        <p:spPr>
          <a:xfrm>
            <a:off x="815975" y="18623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5" name="Text 3"/>
          <p:cNvSpPr/>
          <p:nvPr/>
        </p:nvSpPr>
        <p:spPr>
          <a:xfrm>
            <a:off x="1022350" y="20687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Connectors</a:t>
            </a:r>
            <a:endParaRPr lang="en-US" sz="1600" dirty="0"/>
          </a:p>
        </p:txBody>
      </p:sp>
      <p:sp>
        <p:nvSpPr>
          <p:cNvPr id="6" name="Text 4"/>
          <p:cNvSpPr/>
          <p:nvPr/>
        </p:nvSpPr>
        <p:spPr>
          <a:xfrm>
            <a:off x="1022350" y="23633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Prebuilt links to Microsoft 365 and third-party apps.</a:t>
            </a:r>
            <a:endParaRPr lang="en-US" sz="1200" dirty="0"/>
          </a:p>
        </p:txBody>
      </p:sp>
      <p:sp>
        <p:nvSpPr>
          <p:cNvPr id="7" name="Shape 5"/>
          <p:cNvSpPr/>
          <p:nvPr/>
        </p:nvSpPr>
        <p:spPr>
          <a:xfrm>
            <a:off x="3495675" y="18623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8" name="Text 6"/>
          <p:cNvSpPr/>
          <p:nvPr/>
        </p:nvSpPr>
        <p:spPr>
          <a:xfrm>
            <a:off x="3702050" y="20687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Custom connectors</a:t>
            </a:r>
            <a:endParaRPr lang="en-US" sz="1600" dirty="0"/>
          </a:p>
        </p:txBody>
      </p:sp>
      <p:sp>
        <p:nvSpPr>
          <p:cNvPr id="9" name="Text 7"/>
          <p:cNvSpPr/>
          <p:nvPr/>
        </p:nvSpPr>
        <p:spPr>
          <a:xfrm>
            <a:off x="3702050" y="23633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For systems the standard connectors don’t cover.</a:t>
            </a:r>
            <a:endParaRPr lang="en-US" sz="1200" dirty="0"/>
          </a:p>
        </p:txBody>
      </p:sp>
      <p:sp>
        <p:nvSpPr>
          <p:cNvPr id="10" name="Shape 8"/>
          <p:cNvSpPr/>
          <p:nvPr/>
        </p:nvSpPr>
        <p:spPr>
          <a:xfrm>
            <a:off x="6175375" y="18623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1" name="Text 9"/>
          <p:cNvSpPr/>
          <p:nvPr/>
        </p:nvSpPr>
        <p:spPr>
          <a:xfrm>
            <a:off x="6381750" y="20687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REST API</a:t>
            </a:r>
            <a:endParaRPr lang="en-US" sz="1600" dirty="0"/>
          </a:p>
        </p:txBody>
      </p:sp>
      <p:sp>
        <p:nvSpPr>
          <p:cNvPr id="12" name="Text 10"/>
          <p:cNvSpPr/>
          <p:nvPr/>
        </p:nvSpPr>
        <p:spPr>
          <a:xfrm>
            <a:off x="6381750" y="23633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Call a service directly when a connector falls short.</a:t>
            </a:r>
            <a:endParaRPr lang="en-US" sz="1200" dirty="0"/>
          </a:p>
        </p:txBody>
      </p:sp>
      <p:sp>
        <p:nvSpPr>
          <p:cNvPr id="13" name="Shape 11"/>
          <p:cNvSpPr/>
          <p:nvPr/>
        </p:nvSpPr>
        <p:spPr>
          <a:xfrm>
            <a:off x="8855075" y="18623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4" name="Text 12"/>
          <p:cNvSpPr/>
          <p:nvPr/>
        </p:nvSpPr>
        <p:spPr>
          <a:xfrm>
            <a:off x="9061450" y="20687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MCP servers</a:t>
            </a:r>
            <a:endParaRPr lang="en-US" sz="1600" dirty="0"/>
          </a:p>
        </p:txBody>
      </p:sp>
      <p:sp>
        <p:nvSpPr>
          <p:cNvPr id="15" name="Text 13"/>
          <p:cNvSpPr/>
          <p:nvPr/>
        </p:nvSpPr>
        <p:spPr>
          <a:xfrm>
            <a:off x="9061450" y="2363391"/>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Tools exposed through a Model Context Protocol server.</a:t>
            </a:r>
            <a:endParaRPr lang="en-US" sz="1200" dirty="0"/>
          </a:p>
        </p:txBody>
      </p:sp>
      <p:sp>
        <p:nvSpPr>
          <p:cNvPr id="16" name="Shape 14"/>
          <p:cNvSpPr/>
          <p:nvPr/>
        </p:nvSpPr>
        <p:spPr>
          <a:xfrm>
            <a:off x="815975" y="3368477"/>
            <a:ext cx="2520950" cy="1134021"/>
          </a:xfrm>
          <a:prstGeom prst="roundRect">
            <a:avLst>
              <a:gd name="adj" fmla="val 10919"/>
            </a:avLst>
          </a:prstGeom>
          <a:solidFill>
            <a:srgbClr val="FDFCFF"/>
          </a:solidFill>
          <a:ln w="6350">
            <a:solidFill>
              <a:srgbClr val="E0DCF2"/>
            </a:solidFill>
            <a:prstDash val="solid"/>
          </a:ln>
        </p:spPr>
        <p:txBody>
          <a:bodyPr/>
          <a:lstStyle/>
          <a:p>
            <a:endParaRPr lang="en-IN"/>
          </a:p>
        </p:txBody>
      </p:sp>
      <p:sp>
        <p:nvSpPr>
          <p:cNvPr id="17" name="Text 15"/>
          <p:cNvSpPr/>
          <p:nvPr/>
        </p:nvSpPr>
        <p:spPr>
          <a:xfrm>
            <a:off x="1022350" y="35748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Prompts</a:t>
            </a:r>
            <a:endParaRPr lang="en-US" sz="1600" dirty="0"/>
          </a:p>
        </p:txBody>
      </p:sp>
      <p:sp>
        <p:nvSpPr>
          <p:cNvPr id="18" name="Text 16"/>
          <p:cNvSpPr/>
          <p:nvPr/>
        </p:nvSpPr>
        <p:spPr>
          <a:xfrm>
            <a:off x="1022350" y="386948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Reusable AI instructions for repeatable tasks.</a:t>
            </a:r>
            <a:endParaRPr lang="en-US" sz="1200" dirty="0"/>
          </a:p>
        </p:txBody>
      </p:sp>
      <p:sp>
        <p:nvSpPr>
          <p:cNvPr id="19" name="Shape 17"/>
          <p:cNvSpPr/>
          <p:nvPr/>
        </p:nvSpPr>
        <p:spPr>
          <a:xfrm>
            <a:off x="3495675" y="3368477"/>
            <a:ext cx="2520950" cy="1134021"/>
          </a:xfrm>
          <a:prstGeom prst="roundRect">
            <a:avLst>
              <a:gd name="adj" fmla="val 10919"/>
            </a:avLst>
          </a:prstGeom>
          <a:solidFill>
            <a:srgbClr val="FDFCFF"/>
          </a:solidFill>
          <a:ln w="6350">
            <a:solidFill>
              <a:srgbClr val="E0DCF2"/>
            </a:solidFill>
            <a:prstDash val="solid"/>
          </a:ln>
        </p:spPr>
        <p:txBody>
          <a:bodyPr/>
          <a:lstStyle/>
          <a:p>
            <a:endParaRPr lang="en-IN"/>
          </a:p>
        </p:txBody>
      </p:sp>
      <p:sp>
        <p:nvSpPr>
          <p:cNvPr id="20" name="Text 18"/>
          <p:cNvSpPr/>
          <p:nvPr/>
        </p:nvSpPr>
        <p:spPr>
          <a:xfrm>
            <a:off x="3702050" y="35748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Agent flows</a:t>
            </a:r>
            <a:endParaRPr lang="en-US" sz="1600" dirty="0"/>
          </a:p>
        </p:txBody>
      </p:sp>
      <p:sp>
        <p:nvSpPr>
          <p:cNvPr id="21" name="Text 19"/>
          <p:cNvSpPr/>
          <p:nvPr/>
        </p:nvSpPr>
        <p:spPr>
          <a:xfrm>
            <a:off x="3702050" y="386948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Multi-step automation the agent calls on demand.</a:t>
            </a:r>
            <a:endParaRPr lang="en-US" sz="1200" dirty="0"/>
          </a:p>
        </p:txBody>
      </p:sp>
      <p:sp>
        <p:nvSpPr>
          <p:cNvPr id="22" name="Shape 20"/>
          <p:cNvSpPr/>
          <p:nvPr/>
        </p:nvSpPr>
        <p:spPr>
          <a:xfrm>
            <a:off x="6175375" y="3368477"/>
            <a:ext cx="2520950" cy="1134021"/>
          </a:xfrm>
          <a:prstGeom prst="roundRect">
            <a:avLst>
              <a:gd name="adj" fmla="val 10919"/>
            </a:avLst>
          </a:prstGeom>
          <a:solidFill>
            <a:srgbClr val="FDFCFF"/>
          </a:solidFill>
          <a:ln w="6350">
            <a:solidFill>
              <a:srgbClr val="E0DCF2"/>
            </a:solidFill>
            <a:prstDash val="solid"/>
          </a:ln>
        </p:spPr>
        <p:txBody>
          <a:bodyPr/>
          <a:lstStyle/>
          <a:p>
            <a:endParaRPr lang="en-IN"/>
          </a:p>
        </p:txBody>
      </p:sp>
      <p:sp>
        <p:nvSpPr>
          <p:cNvPr id="23" name="Text 21"/>
          <p:cNvSpPr/>
          <p:nvPr/>
        </p:nvSpPr>
        <p:spPr>
          <a:xfrm>
            <a:off x="6381750" y="3574852"/>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Computer use</a:t>
            </a:r>
            <a:endParaRPr lang="en-US" sz="1600" dirty="0"/>
          </a:p>
        </p:txBody>
      </p:sp>
      <p:sp>
        <p:nvSpPr>
          <p:cNvPr id="24" name="Text 22"/>
          <p:cNvSpPr/>
          <p:nvPr/>
        </p:nvSpPr>
        <p:spPr>
          <a:xfrm>
            <a:off x="6381750" y="3869482"/>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Operate an app’s interface when no API exists.</a:t>
            </a:r>
            <a:endParaRPr lang="en-US" sz="1200" dirty="0"/>
          </a:p>
        </p:txBody>
      </p:sp>
      <p:sp>
        <p:nvSpPr>
          <p:cNvPr id="25" name="Shape 23"/>
          <p:cNvSpPr/>
          <p:nvPr/>
        </p:nvSpPr>
        <p:spPr>
          <a:xfrm>
            <a:off x="8851900" y="3365302"/>
            <a:ext cx="2527300" cy="1140371"/>
          </a:xfrm>
          <a:prstGeom prst="roundRect">
            <a:avLst>
              <a:gd name="adj" fmla="val 11137"/>
            </a:avLst>
          </a:prstGeom>
          <a:solidFill>
            <a:srgbClr val="5B3FD9"/>
          </a:solidFill>
          <a:ln/>
        </p:spPr>
        <p:txBody>
          <a:bodyPr/>
          <a:lstStyle/>
          <a:p>
            <a:endParaRPr lang="en-IN"/>
          </a:p>
        </p:txBody>
      </p:sp>
      <p:sp>
        <p:nvSpPr>
          <p:cNvPr id="26" name="Text 24"/>
          <p:cNvSpPr/>
          <p:nvPr/>
        </p:nvSpPr>
        <p:spPr>
          <a:xfrm>
            <a:off x="9055100" y="3574852"/>
            <a:ext cx="21845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Describe tools well</a:t>
            </a:r>
            <a:endParaRPr lang="en-US" sz="1600" dirty="0"/>
          </a:p>
        </p:txBody>
      </p:sp>
      <p:sp>
        <p:nvSpPr>
          <p:cNvPr id="27" name="Text 25"/>
          <p:cNvSpPr/>
          <p:nvPr/>
        </p:nvSpPr>
        <p:spPr>
          <a:xfrm>
            <a:off x="9055100" y="3869482"/>
            <a:ext cx="21845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FF"/>
                </a:solidFill>
                <a:latin typeface="DM Sans" pitchFamily="34" charset="0"/>
                <a:ea typeface="DM Sans" pitchFamily="34" charset="-122"/>
                <a:cs typeface="DM Sans" pitchFamily="34" charset="-120"/>
              </a:rPr>
              <a:t>Avoid vague or overlapping descriptions.</a:t>
            </a:r>
            <a:endParaRPr lang="en-US" sz="1200" dirty="0"/>
          </a:p>
        </p:txBody>
      </p:sp>
      <p:sp>
        <p:nvSpPr>
          <p:cNvPr id="28" name="Text 26"/>
          <p:cNvSpPr/>
          <p:nvPr/>
        </p:nvSpPr>
        <p:spPr>
          <a:xfrm>
            <a:off x="812800" y="475967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Add tools from the Tools page or the Build tab’s components panel.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AGENT FLOWS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Predictable automation</a:t>
            </a:r>
            <a:endParaRPr lang="en-US" sz="3600" dirty="0">
              <a:solidFill>
                <a:srgbClr val="5B3FD9"/>
              </a:solidFill>
            </a:endParaRPr>
          </a:p>
        </p:txBody>
      </p:sp>
      <p:sp>
        <p:nvSpPr>
          <p:cNvPr id="4" name="Shape 2"/>
          <p:cNvSpPr/>
          <p:nvPr/>
        </p:nvSpPr>
        <p:spPr>
          <a:xfrm>
            <a:off x="815975" y="1913186"/>
            <a:ext cx="3380284" cy="1779191"/>
          </a:xfrm>
          <a:prstGeom prst="roundRect">
            <a:avLst>
              <a:gd name="adj" fmla="val 6960"/>
            </a:avLst>
          </a:prstGeom>
          <a:solidFill>
            <a:srgbClr val="FDFCFF"/>
          </a:solidFill>
          <a:ln w="6350">
            <a:solidFill>
              <a:srgbClr val="E0DCF2"/>
            </a:solidFill>
            <a:prstDash val="solid"/>
          </a:ln>
        </p:spPr>
        <p:txBody>
          <a:bodyPr/>
          <a:lstStyle/>
          <a:p>
            <a:endParaRPr lang="en-IN"/>
          </a:p>
        </p:txBody>
      </p:sp>
      <p:sp>
        <p:nvSpPr>
          <p:cNvPr id="5" name="Text 3"/>
          <p:cNvSpPr/>
          <p:nvPr/>
        </p:nvSpPr>
        <p:spPr>
          <a:xfrm>
            <a:off x="1073150" y="2170361"/>
            <a:ext cx="295191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22B"/>
                </a:solidFill>
                <a:latin typeface="DM Sans" pitchFamily="34" charset="0"/>
                <a:ea typeface="DM Sans" pitchFamily="34" charset="-122"/>
                <a:cs typeface="DM Sans" pitchFamily="34" charset="-120"/>
              </a:rPr>
              <a:t>Trigger</a:t>
            </a:r>
            <a:endParaRPr lang="en-US" sz="2200" dirty="0"/>
          </a:p>
        </p:txBody>
      </p:sp>
      <p:sp>
        <p:nvSpPr>
          <p:cNvPr id="6" name="Text 4"/>
          <p:cNvSpPr/>
          <p:nvPr/>
        </p:nvSpPr>
        <p:spPr>
          <a:xfrm>
            <a:off x="1073150" y="2581821"/>
            <a:ext cx="295191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Instant, scheduled or event-based. “When an agent calls the flow” turns it into a tool.</a:t>
            </a:r>
            <a:endParaRPr lang="en-US" sz="1600" dirty="0"/>
          </a:p>
        </p:txBody>
      </p:sp>
      <p:sp>
        <p:nvSpPr>
          <p:cNvPr id="7" name="Shape 5"/>
          <p:cNvSpPr/>
          <p:nvPr/>
        </p:nvSpPr>
        <p:spPr>
          <a:xfrm>
            <a:off x="4405809" y="1913186"/>
            <a:ext cx="3380333" cy="1779191"/>
          </a:xfrm>
          <a:prstGeom prst="roundRect">
            <a:avLst>
              <a:gd name="adj" fmla="val 6960"/>
            </a:avLst>
          </a:prstGeom>
          <a:solidFill>
            <a:srgbClr val="FDFCFF"/>
          </a:solidFill>
          <a:ln w="6350">
            <a:solidFill>
              <a:srgbClr val="E0DCF2"/>
            </a:solidFill>
            <a:prstDash val="solid"/>
          </a:ln>
        </p:spPr>
        <p:txBody>
          <a:bodyPr/>
          <a:lstStyle/>
          <a:p>
            <a:endParaRPr lang="en-IN"/>
          </a:p>
        </p:txBody>
      </p:sp>
      <p:sp>
        <p:nvSpPr>
          <p:cNvPr id="8" name="Text 6"/>
          <p:cNvSpPr/>
          <p:nvPr/>
        </p:nvSpPr>
        <p:spPr>
          <a:xfrm>
            <a:off x="4662984" y="2170361"/>
            <a:ext cx="295196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22B"/>
                </a:solidFill>
                <a:latin typeface="DM Sans" pitchFamily="34" charset="0"/>
                <a:ea typeface="DM Sans" pitchFamily="34" charset="-122"/>
                <a:cs typeface="DM Sans" pitchFamily="34" charset="-120"/>
              </a:rPr>
              <a:t>Actions</a:t>
            </a:r>
            <a:endParaRPr lang="en-US" sz="2200" dirty="0"/>
          </a:p>
        </p:txBody>
      </p:sp>
      <p:sp>
        <p:nvSpPr>
          <p:cNvPr id="9" name="Text 7"/>
          <p:cNvSpPr/>
          <p:nvPr/>
        </p:nvSpPr>
        <p:spPr>
          <a:xfrm>
            <a:off x="4662984" y="2581821"/>
            <a:ext cx="295196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675"/>
                </a:solidFill>
                <a:latin typeface="DM Sans" pitchFamily="34" charset="0"/>
                <a:ea typeface="DM Sans" pitchFamily="34" charset="-122"/>
                <a:cs typeface="DM Sans" pitchFamily="34" charset="-120"/>
              </a:rPr>
              <a:t>Connectors, AI prompts, human approvals, plus built-in loops and branches.</a:t>
            </a:r>
            <a:endParaRPr lang="en-US" sz="1600" dirty="0"/>
          </a:p>
        </p:txBody>
      </p:sp>
      <p:sp>
        <p:nvSpPr>
          <p:cNvPr id="10" name="Shape 8"/>
          <p:cNvSpPr/>
          <p:nvPr/>
        </p:nvSpPr>
        <p:spPr>
          <a:xfrm>
            <a:off x="7992517" y="1910011"/>
            <a:ext cx="3386634" cy="1785541"/>
          </a:xfrm>
          <a:prstGeom prst="roundRect">
            <a:avLst>
              <a:gd name="adj" fmla="val 7113"/>
            </a:avLst>
          </a:prstGeom>
          <a:solidFill>
            <a:srgbClr val="5B3FD9"/>
          </a:solidFill>
          <a:ln/>
        </p:spPr>
        <p:txBody>
          <a:bodyPr/>
          <a:lstStyle/>
          <a:p>
            <a:endParaRPr lang="en-IN"/>
          </a:p>
        </p:txBody>
      </p:sp>
      <p:sp>
        <p:nvSpPr>
          <p:cNvPr id="11" name="Text 9"/>
          <p:cNvSpPr/>
          <p:nvPr/>
        </p:nvSpPr>
        <p:spPr>
          <a:xfrm>
            <a:off x="8246517" y="2164011"/>
            <a:ext cx="29649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2FF"/>
                </a:solidFill>
                <a:latin typeface="DM Sans" pitchFamily="34" charset="0"/>
                <a:ea typeface="DM Sans" pitchFamily="34" charset="-122"/>
                <a:cs typeface="DM Sans" pitchFamily="34" charset="-120"/>
              </a:rPr>
              <a:t>Deterministic</a:t>
            </a:r>
            <a:endParaRPr lang="en-US" sz="2200" dirty="0"/>
          </a:p>
        </p:txBody>
      </p:sp>
      <p:sp>
        <p:nvSpPr>
          <p:cNvPr id="12" name="Text 10"/>
          <p:cNvSpPr/>
          <p:nvPr/>
        </p:nvSpPr>
        <p:spPr>
          <a:xfrm>
            <a:off x="8246517" y="2575471"/>
            <a:ext cx="296499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DE9FF"/>
                </a:solidFill>
                <a:latin typeface="DM Sans" pitchFamily="34" charset="0"/>
                <a:ea typeface="DM Sans" pitchFamily="34" charset="-122"/>
                <a:cs typeface="DM Sans" pitchFamily="34" charset="-120"/>
              </a:rPr>
              <a:t>Same input, same output. A rule-based path you can rely on.</a:t>
            </a:r>
            <a:endParaRPr lang="en-US" sz="1600" dirty="0"/>
          </a:p>
        </p:txBody>
      </p:sp>
      <p:sp>
        <p:nvSpPr>
          <p:cNvPr id="13" name="Text 11"/>
          <p:cNvSpPr/>
          <p:nvPr/>
        </p:nvSpPr>
        <p:spPr>
          <a:xfrm>
            <a:off x="812800" y="400035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22B"/>
                </a:solidFill>
                <a:latin typeface="DM Sans" pitchFamily="34" charset="0"/>
                <a:ea typeface="DM Sans" pitchFamily="34" charset="-122"/>
                <a:cs typeface="DM Sans" pitchFamily="34" charset="-120"/>
              </a:rPr>
              <a:t>Every action a flow runs consumes Copilot Studio capacity. Test runs in the designer, or the test chat don’t.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PROMPTS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Prompt builder</a:t>
            </a:r>
            <a:endParaRPr lang="en-US" sz="3600" dirty="0">
              <a:solidFill>
                <a:srgbClr val="5B3FD9"/>
              </a:solidFill>
            </a:endParaRPr>
          </a:p>
        </p:txBody>
      </p:sp>
      <p:sp>
        <p:nvSpPr>
          <p:cNvPr id="4" name="Text 2"/>
          <p:cNvSpPr/>
          <p:nvPr/>
        </p:nvSpPr>
        <p:spPr>
          <a:xfrm>
            <a:off x="812800" y="1859211"/>
            <a:ext cx="10566400" cy="482600"/>
          </a:xfrm>
          <a:prstGeom prst="roundRect">
            <a:avLst>
              <a:gd name="adj" fmla="val 18421"/>
            </a:avLst>
          </a:prstGeom>
          <a:solidFill>
            <a:srgbClr val="14122B"/>
          </a:solidFill>
          <a:ln/>
        </p:spPr>
        <p:txBody>
          <a:bodyPr wrap="square" lIns="177162" tIns="100962" rIns="0" bIns="75562" rtlCol="0" anchor="t">
            <a:normAutofit/>
          </a:bodyPr>
          <a:lstStyle/>
          <a:p>
            <a:pPr marL="0" indent="0" algn="l">
              <a:lnSpc>
                <a:spcPts val="1800"/>
              </a:lnSpc>
              <a:buNone/>
            </a:pPr>
            <a:r>
              <a:rPr lang="en-US" sz="1200" dirty="0">
                <a:solidFill>
                  <a:srgbClr val="F4F2FF"/>
                </a:solidFill>
                <a:latin typeface="JetBrains Mono" pitchFamily="49" charset="0"/>
                <a:ea typeface="JetBrains Mono" pitchFamily="49" charset="-122"/>
                <a:cs typeface="JetBrains Mono" pitchFamily="49" charset="-120"/>
              </a:rPr>
              <a:t>Agent &gt; Tools &gt; Add a tool &gt; New tool &gt; Prompt</a:t>
            </a:r>
            <a:endParaRPr lang="en-US" sz="1200" dirty="0"/>
          </a:p>
        </p:txBody>
      </p:sp>
      <p:sp>
        <p:nvSpPr>
          <p:cNvPr id="5" name="Shape 3"/>
          <p:cNvSpPr/>
          <p:nvPr/>
        </p:nvSpPr>
        <p:spPr>
          <a:xfrm>
            <a:off x="815975" y="25989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6" name="Text 4"/>
          <p:cNvSpPr/>
          <p:nvPr/>
        </p:nvSpPr>
        <p:spPr>
          <a:xfrm>
            <a:off x="1022350" y="28053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Instructions</a:t>
            </a:r>
            <a:endParaRPr lang="en-US" sz="1600" dirty="0"/>
          </a:p>
        </p:txBody>
      </p:sp>
      <p:sp>
        <p:nvSpPr>
          <p:cNvPr id="7" name="Text 5"/>
          <p:cNvSpPr/>
          <p:nvPr/>
        </p:nvSpPr>
        <p:spPr>
          <a:xfrm>
            <a:off x="1022350" y="30999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Tell the model the task, tone and output format.</a:t>
            </a:r>
            <a:endParaRPr lang="en-US" sz="1200" dirty="0"/>
          </a:p>
        </p:txBody>
      </p:sp>
      <p:sp>
        <p:nvSpPr>
          <p:cNvPr id="8" name="Shape 6"/>
          <p:cNvSpPr/>
          <p:nvPr/>
        </p:nvSpPr>
        <p:spPr>
          <a:xfrm>
            <a:off x="3495675" y="25989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9" name="Text 7"/>
          <p:cNvSpPr/>
          <p:nvPr/>
        </p:nvSpPr>
        <p:spPr>
          <a:xfrm>
            <a:off x="3702050" y="28053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Input variables</a:t>
            </a:r>
            <a:endParaRPr lang="en-US" sz="1600" dirty="0"/>
          </a:p>
        </p:txBody>
      </p:sp>
      <p:sp>
        <p:nvSpPr>
          <p:cNvPr id="10" name="Text 8"/>
          <p:cNvSpPr/>
          <p:nvPr/>
        </p:nvSpPr>
        <p:spPr>
          <a:xfrm>
            <a:off x="3702050" y="30999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Insert dynamic content from the conversation at runtime.</a:t>
            </a:r>
            <a:endParaRPr lang="en-US" sz="1200" dirty="0"/>
          </a:p>
        </p:txBody>
      </p:sp>
      <p:sp>
        <p:nvSpPr>
          <p:cNvPr id="11" name="Shape 9"/>
          <p:cNvSpPr/>
          <p:nvPr/>
        </p:nvSpPr>
        <p:spPr>
          <a:xfrm>
            <a:off x="6175375" y="25989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2" name="Text 10"/>
          <p:cNvSpPr/>
          <p:nvPr/>
        </p:nvSpPr>
        <p:spPr>
          <a:xfrm>
            <a:off x="6381750" y="28053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Templates</a:t>
            </a:r>
            <a:endParaRPr lang="en-US" sz="1600" dirty="0"/>
          </a:p>
        </p:txBody>
      </p:sp>
      <p:sp>
        <p:nvSpPr>
          <p:cNvPr id="13" name="Text 11"/>
          <p:cNvSpPr/>
          <p:nvPr/>
        </p:nvSpPr>
        <p:spPr>
          <a:xfrm>
            <a:off x="6381750" y="3099991"/>
            <a:ext cx="217144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Start from Summarize, Extract or Classify text.</a:t>
            </a:r>
            <a:endParaRPr lang="en-US" sz="1200" dirty="0"/>
          </a:p>
        </p:txBody>
      </p:sp>
      <p:sp>
        <p:nvSpPr>
          <p:cNvPr id="14" name="Shape 12"/>
          <p:cNvSpPr/>
          <p:nvPr/>
        </p:nvSpPr>
        <p:spPr>
          <a:xfrm>
            <a:off x="8855075" y="2598986"/>
            <a:ext cx="2520950" cy="1347341"/>
          </a:xfrm>
          <a:prstGeom prst="roundRect">
            <a:avLst>
              <a:gd name="adj" fmla="val 9190"/>
            </a:avLst>
          </a:prstGeom>
          <a:solidFill>
            <a:srgbClr val="FDFCFF"/>
          </a:solidFill>
          <a:ln w="6350">
            <a:solidFill>
              <a:srgbClr val="E0DCF2"/>
            </a:solidFill>
            <a:prstDash val="solid"/>
          </a:ln>
        </p:spPr>
        <p:txBody>
          <a:bodyPr/>
          <a:lstStyle/>
          <a:p>
            <a:endParaRPr lang="en-IN"/>
          </a:p>
        </p:txBody>
      </p:sp>
      <p:sp>
        <p:nvSpPr>
          <p:cNvPr id="15" name="Text 13"/>
          <p:cNvSpPr/>
          <p:nvPr/>
        </p:nvSpPr>
        <p:spPr>
          <a:xfrm>
            <a:off x="9061450" y="2805361"/>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Test and tune</a:t>
            </a:r>
            <a:endParaRPr lang="en-US" sz="1600" dirty="0"/>
          </a:p>
        </p:txBody>
      </p:sp>
      <p:sp>
        <p:nvSpPr>
          <p:cNvPr id="16" name="Text 14"/>
          <p:cNvSpPr/>
          <p:nvPr/>
        </p:nvSpPr>
        <p:spPr>
          <a:xfrm>
            <a:off x="9061450" y="3099991"/>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Validate responses before adding the prompt to an agent.</a:t>
            </a:r>
            <a:endParaRPr lang="en-US" sz="1200" dirty="0"/>
          </a:p>
        </p:txBody>
      </p:sp>
      <p:sp>
        <p:nvSpPr>
          <p:cNvPr id="17" name="Text 15"/>
          <p:cNvSpPr/>
          <p:nvPr/>
        </p:nvSpPr>
        <p:spPr>
          <a:xfrm>
            <a:off x="812800" y="420350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Prompts made in Tools work in any agent or topic. Turn on code interpreter to run Python.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99BFF"/>
                </a:solidFill>
                <a:latin typeface="DM Sans" pitchFamily="34" charset="0"/>
                <a:ea typeface="DM Sans" pitchFamily="34" charset="-122"/>
                <a:cs typeface="DM Sans" pitchFamily="34" charset="-120"/>
              </a:rPr>
              <a:t>PROMPTS · WRITING TIPS</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Precise prompts win</a:t>
            </a:r>
            <a:endParaRPr lang="en-US" sz="3600" dirty="0">
              <a:solidFill>
                <a:srgbClr val="5B3FD9"/>
              </a:solidFill>
            </a:endParaRPr>
          </a:p>
        </p:txBody>
      </p:sp>
      <p:sp>
        <p:nvSpPr>
          <p:cNvPr id="4" name="Shape 2"/>
          <p:cNvSpPr/>
          <p:nvPr/>
        </p:nvSpPr>
        <p:spPr>
          <a:xfrm>
            <a:off x="815975" y="1913186"/>
            <a:ext cx="5175250" cy="1774180"/>
          </a:xfrm>
          <a:prstGeom prst="roundRect">
            <a:avLst>
              <a:gd name="adj" fmla="val 6979"/>
            </a:avLst>
          </a:prstGeom>
          <a:solidFill>
            <a:srgbClr val="221E45"/>
          </a:solidFill>
          <a:ln w="6350">
            <a:solidFill>
              <a:srgbClr val="3A3466"/>
            </a:solidFill>
            <a:prstDash val="solid"/>
          </a:ln>
        </p:spPr>
        <p:txBody>
          <a:bodyPr/>
          <a:lstStyle/>
          <a:p>
            <a:endParaRPr lang="en-IN"/>
          </a:p>
        </p:txBody>
      </p:sp>
      <p:sp>
        <p:nvSpPr>
          <p:cNvPr id="5" name="Text 3"/>
          <p:cNvSpPr/>
          <p:nvPr/>
        </p:nvSpPr>
        <p:spPr>
          <a:xfrm>
            <a:off x="1073150" y="217036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9B4D9"/>
                </a:solidFill>
                <a:latin typeface="DM Sans" pitchFamily="34" charset="0"/>
                <a:ea typeface="DM Sans" pitchFamily="34" charset="-122"/>
                <a:cs typeface="DM Sans" pitchFamily="34" charset="-120"/>
              </a:rPr>
              <a:t>Vague</a:t>
            </a:r>
            <a:endParaRPr lang="en-US" sz="1600" dirty="0"/>
          </a:p>
        </p:txBody>
      </p:sp>
      <p:sp>
        <p:nvSpPr>
          <p:cNvPr id="6" name="Text 4"/>
          <p:cNvSpPr/>
          <p:nvPr/>
        </p:nvSpPr>
        <p:spPr>
          <a:xfrm>
            <a:off x="1073150" y="2515791"/>
            <a:ext cx="4800727"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D5F2"/>
                </a:solidFill>
                <a:latin typeface="JetBrains Mono" pitchFamily="49" charset="0"/>
                <a:ea typeface="JetBrains Mono" pitchFamily="49" charset="-122"/>
                <a:cs typeface="JetBrains Mono" pitchFamily="49" charset="-120"/>
              </a:rPr>
              <a:t>Summarize this.</a:t>
            </a:r>
            <a:endParaRPr lang="en-US" sz="1200" dirty="0"/>
          </a:p>
        </p:txBody>
      </p:sp>
      <p:sp>
        <p:nvSpPr>
          <p:cNvPr id="7" name="Shape 5"/>
          <p:cNvSpPr/>
          <p:nvPr/>
        </p:nvSpPr>
        <p:spPr>
          <a:xfrm>
            <a:off x="6200775" y="1913186"/>
            <a:ext cx="5175250" cy="1774180"/>
          </a:xfrm>
          <a:prstGeom prst="roundRect">
            <a:avLst>
              <a:gd name="adj" fmla="val 6979"/>
            </a:avLst>
          </a:prstGeom>
          <a:solidFill>
            <a:srgbClr val="221E45"/>
          </a:solidFill>
          <a:ln w="6350">
            <a:solidFill>
              <a:srgbClr val="5EDCD0"/>
            </a:solidFill>
            <a:prstDash val="solid"/>
          </a:ln>
        </p:spPr>
        <p:txBody>
          <a:bodyPr/>
          <a:lstStyle/>
          <a:p>
            <a:endParaRPr lang="en-IN"/>
          </a:p>
        </p:txBody>
      </p:sp>
      <p:sp>
        <p:nvSpPr>
          <p:cNvPr id="8" name="Text 6"/>
          <p:cNvSpPr/>
          <p:nvPr/>
        </p:nvSpPr>
        <p:spPr>
          <a:xfrm>
            <a:off x="6457950" y="217036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EDCD0"/>
                </a:solidFill>
                <a:latin typeface="DM Sans" pitchFamily="34" charset="0"/>
                <a:ea typeface="DM Sans" pitchFamily="34" charset="-122"/>
                <a:cs typeface="DM Sans" pitchFamily="34" charset="-120"/>
              </a:rPr>
              <a:t>Specific</a:t>
            </a:r>
            <a:endParaRPr lang="en-US" sz="1600" dirty="0"/>
          </a:p>
        </p:txBody>
      </p:sp>
      <p:sp>
        <p:nvSpPr>
          <p:cNvPr id="9" name="Text 7"/>
          <p:cNvSpPr/>
          <p:nvPr/>
        </p:nvSpPr>
        <p:spPr>
          <a:xfrm>
            <a:off x="6457950" y="2515791"/>
            <a:ext cx="4800727" cy="9398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4F2FF"/>
                </a:solidFill>
                <a:latin typeface="JetBrains Mono" pitchFamily="49" charset="0"/>
                <a:ea typeface="JetBrains Mono" pitchFamily="49" charset="-122"/>
                <a:cs typeface="JetBrains Mono" pitchFamily="49" charset="-120"/>
              </a:rPr>
              <a:t>Summarize the support ticket below in three bullets for a support lead. Keep each bullet under 20 words. Return JSON with the keys summary and priority.</a:t>
            </a:r>
            <a:endParaRPr lang="en-US" sz="1200" dirty="0"/>
          </a:p>
        </p:txBody>
      </p:sp>
      <p:sp>
        <p:nvSpPr>
          <p:cNvPr id="10" name="Shape 8"/>
          <p:cNvSpPr/>
          <p:nvPr/>
        </p:nvSpPr>
        <p:spPr>
          <a:xfrm>
            <a:off x="815975" y="3998516"/>
            <a:ext cx="3414167" cy="857200"/>
          </a:xfrm>
          <a:prstGeom prst="roundRect">
            <a:avLst>
              <a:gd name="adj" fmla="val 14445"/>
            </a:avLst>
          </a:prstGeom>
          <a:solidFill>
            <a:srgbClr val="221E45"/>
          </a:solidFill>
          <a:ln w="6350">
            <a:solidFill>
              <a:srgbClr val="3A3466"/>
            </a:solidFill>
            <a:prstDash val="solid"/>
          </a:ln>
        </p:spPr>
        <p:txBody>
          <a:bodyPr/>
          <a:lstStyle/>
          <a:p>
            <a:endParaRPr lang="en-IN"/>
          </a:p>
        </p:txBody>
      </p:sp>
      <p:sp>
        <p:nvSpPr>
          <p:cNvPr id="11" name="Text 9"/>
          <p:cNvSpPr/>
          <p:nvPr/>
        </p:nvSpPr>
        <p:spPr>
          <a:xfrm>
            <a:off x="996950" y="4179491"/>
            <a:ext cx="31437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Be precise</a:t>
            </a:r>
            <a:endParaRPr lang="en-US" sz="1600" dirty="0"/>
          </a:p>
        </p:txBody>
      </p:sp>
      <p:sp>
        <p:nvSpPr>
          <p:cNvPr id="12" name="Text 10"/>
          <p:cNvSpPr/>
          <p:nvPr/>
        </p:nvSpPr>
        <p:spPr>
          <a:xfrm>
            <a:off x="996950" y="4461421"/>
            <a:ext cx="31437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Name the task, audience and limits.</a:t>
            </a:r>
            <a:endParaRPr lang="en-US" sz="1200" dirty="0"/>
          </a:p>
        </p:txBody>
      </p:sp>
      <p:sp>
        <p:nvSpPr>
          <p:cNvPr id="13" name="Shape 11"/>
          <p:cNvSpPr/>
          <p:nvPr/>
        </p:nvSpPr>
        <p:spPr>
          <a:xfrm>
            <a:off x="4388892" y="3998516"/>
            <a:ext cx="3414167" cy="857200"/>
          </a:xfrm>
          <a:prstGeom prst="roundRect">
            <a:avLst>
              <a:gd name="adj" fmla="val 14445"/>
            </a:avLst>
          </a:prstGeom>
          <a:solidFill>
            <a:srgbClr val="221E45"/>
          </a:solidFill>
          <a:ln w="6350">
            <a:solidFill>
              <a:srgbClr val="3A3466"/>
            </a:solidFill>
            <a:prstDash val="solid"/>
          </a:ln>
        </p:spPr>
        <p:txBody>
          <a:bodyPr/>
          <a:lstStyle/>
          <a:p>
            <a:endParaRPr lang="en-IN"/>
          </a:p>
        </p:txBody>
      </p:sp>
      <p:sp>
        <p:nvSpPr>
          <p:cNvPr id="14" name="Text 12"/>
          <p:cNvSpPr/>
          <p:nvPr/>
        </p:nvSpPr>
        <p:spPr>
          <a:xfrm>
            <a:off x="4569867" y="4179491"/>
            <a:ext cx="31437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Show examples</a:t>
            </a:r>
            <a:endParaRPr lang="en-US" sz="1600" dirty="0"/>
          </a:p>
        </p:txBody>
      </p:sp>
      <p:sp>
        <p:nvSpPr>
          <p:cNvPr id="15" name="Text 13"/>
          <p:cNvSpPr/>
          <p:nvPr/>
        </p:nvSpPr>
        <p:spPr>
          <a:xfrm>
            <a:off x="4569867" y="4461421"/>
            <a:ext cx="31437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A few samples beat a long description.</a:t>
            </a:r>
            <a:endParaRPr lang="en-US" sz="1200" dirty="0"/>
          </a:p>
        </p:txBody>
      </p:sp>
      <p:sp>
        <p:nvSpPr>
          <p:cNvPr id="16" name="Shape 14"/>
          <p:cNvSpPr/>
          <p:nvPr/>
        </p:nvSpPr>
        <p:spPr>
          <a:xfrm>
            <a:off x="7961809" y="3998516"/>
            <a:ext cx="3414216" cy="857200"/>
          </a:xfrm>
          <a:prstGeom prst="roundRect">
            <a:avLst>
              <a:gd name="adj" fmla="val 14445"/>
            </a:avLst>
          </a:prstGeom>
          <a:solidFill>
            <a:srgbClr val="221E45"/>
          </a:solidFill>
          <a:ln w="6350">
            <a:solidFill>
              <a:srgbClr val="3A3466"/>
            </a:solidFill>
            <a:prstDash val="solid"/>
          </a:ln>
        </p:spPr>
        <p:txBody>
          <a:bodyPr/>
          <a:lstStyle/>
          <a:p>
            <a:endParaRPr lang="en-IN"/>
          </a:p>
        </p:txBody>
      </p:sp>
      <p:sp>
        <p:nvSpPr>
          <p:cNvPr id="17" name="Text 15"/>
          <p:cNvSpPr/>
          <p:nvPr/>
        </p:nvSpPr>
        <p:spPr>
          <a:xfrm>
            <a:off x="8142784" y="4179491"/>
            <a:ext cx="31438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Specify the output</a:t>
            </a:r>
            <a:endParaRPr lang="en-US" sz="1600" dirty="0"/>
          </a:p>
        </p:txBody>
      </p:sp>
      <p:sp>
        <p:nvSpPr>
          <p:cNvPr id="18" name="Text 16"/>
          <p:cNvSpPr/>
          <p:nvPr/>
        </p:nvSpPr>
        <p:spPr>
          <a:xfrm>
            <a:off x="8142784" y="446142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D5F2"/>
                </a:solidFill>
                <a:latin typeface="DM Sans" pitchFamily="34" charset="0"/>
                <a:ea typeface="DM Sans" pitchFamily="34" charset="-122"/>
                <a:cs typeface="DM Sans" pitchFamily="34" charset="-120"/>
              </a:rPr>
              <a:t>Ask for JSON, a table or a file type.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DEPLOY AND PUBLISH</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From build to live</a:t>
            </a:r>
            <a:endParaRPr lang="en-US" sz="3600" dirty="0">
              <a:solidFill>
                <a:srgbClr val="5B3FD9"/>
              </a:solidFill>
            </a:endParaRPr>
          </a:p>
        </p:txBody>
      </p:sp>
      <p:sp>
        <p:nvSpPr>
          <p:cNvPr id="4" name="Shape 2"/>
          <p:cNvSpPr/>
          <p:nvPr/>
        </p:nvSpPr>
        <p:spPr>
          <a:xfrm>
            <a:off x="815975" y="1913186"/>
            <a:ext cx="1984970" cy="1738461"/>
          </a:xfrm>
          <a:prstGeom prst="roundRect">
            <a:avLst>
              <a:gd name="adj" fmla="val 7123"/>
            </a:avLst>
          </a:prstGeom>
          <a:solidFill>
            <a:srgbClr val="FDFCFF"/>
          </a:solidFill>
          <a:ln w="6350">
            <a:solidFill>
              <a:srgbClr val="E0DCF2"/>
            </a:solidFill>
            <a:prstDash val="solid"/>
          </a:ln>
        </p:spPr>
        <p:txBody>
          <a:bodyPr/>
          <a:lstStyle/>
          <a:p>
            <a:endParaRPr lang="en-IN"/>
          </a:p>
        </p:txBody>
      </p:sp>
      <p:sp>
        <p:nvSpPr>
          <p:cNvPr id="5" name="Text 3"/>
          <p:cNvSpPr/>
          <p:nvPr/>
        </p:nvSpPr>
        <p:spPr>
          <a:xfrm>
            <a:off x="996950" y="2094161"/>
            <a:ext cx="16738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3FD9"/>
                </a:solidFill>
                <a:latin typeface="DM Sans" pitchFamily="34" charset="0"/>
                <a:ea typeface="DM Sans" pitchFamily="34" charset="-122"/>
                <a:cs typeface="DM Sans" pitchFamily="34" charset="-120"/>
              </a:rPr>
              <a:t>1</a:t>
            </a:r>
            <a:endParaRPr lang="en-US" sz="2200" dirty="0"/>
          </a:p>
        </p:txBody>
      </p:sp>
      <p:sp>
        <p:nvSpPr>
          <p:cNvPr id="6" name="Text 4"/>
          <p:cNvSpPr/>
          <p:nvPr/>
        </p:nvSpPr>
        <p:spPr>
          <a:xfrm>
            <a:off x="996950" y="2536081"/>
            <a:ext cx="167382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Build</a:t>
            </a:r>
            <a:endParaRPr lang="en-US" sz="1600" dirty="0"/>
          </a:p>
        </p:txBody>
      </p:sp>
      <p:sp>
        <p:nvSpPr>
          <p:cNvPr id="7" name="Text 5"/>
          <p:cNvSpPr/>
          <p:nvPr/>
        </p:nvSpPr>
        <p:spPr>
          <a:xfrm>
            <a:off x="996950" y="2830711"/>
            <a:ext cx="16738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Add instructions, knowledge and tools.</a:t>
            </a:r>
            <a:endParaRPr lang="en-US" sz="1200" dirty="0"/>
          </a:p>
        </p:txBody>
      </p:sp>
      <p:sp>
        <p:nvSpPr>
          <p:cNvPr id="8" name="Shape 6"/>
          <p:cNvSpPr/>
          <p:nvPr/>
        </p:nvSpPr>
        <p:spPr>
          <a:xfrm>
            <a:off x="2959695" y="1913186"/>
            <a:ext cx="1985020" cy="1738461"/>
          </a:xfrm>
          <a:prstGeom prst="roundRect">
            <a:avLst>
              <a:gd name="adj" fmla="val 7123"/>
            </a:avLst>
          </a:prstGeom>
          <a:solidFill>
            <a:srgbClr val="FDFCFF"/>
          </a:solidFill>
          <a:ln w="6350">
            <a:solidFill>
              <a:srgbClr val="E0DCF2"/>
            </a:solidFill>
            <a:prstDash val="solid"/>
          </a:ln>
        </p:spPr>
        <p:txBody>
          <a:bodyPr/>
          <a:lstStyle/>
          <a:p>
            <a:endParaRPr lang="en-IN"/>
          </a:p>
        </p:txBody>
      </p:sp>
      <p:sp>
        <p:nvSpPr>
          <p:cNvPr id="9" name="Text 7"/>
          <p:cNvSpPr/>
          <p:nvPr/>
        </p:nvSpPr>
        <p:spPr>
          <a:xfrm>
            <a:off x="3140670" y="2094161"/>
            <a:ext cx="16738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3FD9"/>
                </a:solidFill>
                <a:latin typeface="DM Sans" pitchFamily="34" charset="0"/>
                <a:ea typeface="DM Sans" pitchFamily="34" charset="-122"/>
                <a:cs typeface="DM Sans" pitchFamily="34" charset="-120"/>
              </a:rPr>
              <a:t>2</a:t>
            </a:r>
            <a:endParaRPr lang="en-US" sz="2200" dirty="0"/>
          </a:p>
        </p:txBody>
      </p:sp>
      <p:sp>
        <p:nvSpPr>
          <p:cNvPr id="10" name="Text 8"/>
          <p:cNvSpPr/>
          <p:nvPr/>
        </p:nvSpPr>
        <p:spPr>
          <a:xfrm>
            <a:off x="3140670" y="2536081"/>
            <a:ext cx="16738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Test</a:t>
            </a:r>
            <a:endParaRPr lang="en-US" sz="1600" dirty="0"/>
          </a:p>
        </p:txBody>
      </p:sp>
      <p:sp>
        <p:nvSpPr>
          <p:cNvPr id="11" name="Text 9"/>
          <p:cNvSpPr/>
          <p:nvPr/>
        </p:nvSpPr>
        <p:spPr>
          <a:xfrm>
            <a:off x="3140670" y="2830711"/>
            <a:ext cx="16738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Chat in the test pane before anyone else sees it.</a:t>
            </a:r>
            <a:endParaRPr lang="en-US" sz="1200" dirty="0"/>
          </a:p>
        </p:txBody>
      </p:sp>
      <p:sp>
        <p:nvSpPr>
          <p:cNvPr id="12" name="Shape 10"/>
          <p:cNvSpPr/>
          <p:nvPr/>
        </p:nvSpPr>
        <p:spPr>
          <a:xfrm>
            <a:off x="5103465" y="1913186"/>
            <a:ext cx="1985020" cy="1738461"/>
          </a:xfrm>
          <a:prstGeom prst="roundRect">
            <a:avLst>
              <a:gd name="adj" fmla="val 7123"/>
            </a:avLst>
          </a:prstGeom>
          <a:solidFill>
            <a:srgbClr val="FDFCFF"/>
          </a:solidFill>
          <a:ln w="6350">
            <a:solidFill>
              <a:srgbClr val="E0DCF2"/>
            </a:solidFill>
            <a:prstDash val="solid"/>
          </a:ln>
        </p:spPr>
        <p:txBody>
          <a:bodyPr/>
          <a:lstStyle/>
          <a:p>
            <a:endParaRPr lang="en-IN"/>
          </a:p>
        </p:txBody>
      </p:sp>
      <p:sp>
        <p:nvSpPr>
          <p:cNvPr id="13" name="Text 11"/>
          <p:cNvSpPr/>
          <p:nvPr/>
        </p:nvSpPr>
        <p:spPr>
          <a:xfrm>
            <a:off x="5284440" y="2094161"/>
            <a:ext cx="16738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3FD9"/>
                </a:solidFill>
                <a:latin typeface="DM Sans" pitchFamily="34" charset="0"/>
                <a:ea typeface="DM Sans" pitchFamily="34" charset="-122"/>
                <a:cs typeface="DM Sans" pitchFamily="34" charset="-120"/>
              </a:rPr>
              <a:t>3</a:t>
            </a:r>
            <a:endParaRPr lang="en-US" sz="2200" dirty="0"/>
          </a:p>
        </p:txBody>
      </p:sp>
      <p:sp>
        <p:nvSpPr>
          <p:cNvPr id="14" name="Text 12"/>
          <p:cNvSpPr/>
          <p:nvPr/>
        </p:nvSpPr>
        <p:spPr>
          <a:xfrm>
            <a:off x="5284440" y="2536081"/>
            <a:ext cx="16738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Publish</a:t>
            </a:r>
            <a:endParaRPr lang="en-US" sz="1600" dirty="0"/>
          </a:p>
        </p:txBody>
      </p:sp>
      <p:sp>
        <p:nvSpPr>
          <p:cNvPr id="15" name="Text 13"/>
          <p:cNvSpPr/>
          <p:nvPr/>
        </p:nvSpPr>
        <p:spPr>
          <a:xfrm>
            <a:off x="5284440" y="2830711"/>
            <a:ext cx="16738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Select Publish, top right of the agent page.</a:t>
            </a:r>
            <a:endParaRPr lang="en-US" sz="1200" dirty="0"/>
          </a:p>
        </p:txBody>
      </p:sp>
      <p:sp>
        <p:nvSpPr>
          <p:cNvPr id="16" name="Shape 14"/>
          <p:cNvSpPr/>
          <p:nvPr/>
        </p:nvSpPr>
        <p:spPr>
          <a:xfrm>
            <a:off x="7247235" y="1913186"/>
            <a:ext cx="1985020" cy="1738461"/>
          </a:xfrm>
          <a:prstGeom prst="roundRect">
            <a:avLst>
              <a:gd name="adj" fmla="val 7123"/>
            </a:avLst>
          </a:prstGeom>
          <a:solidFill>
            <a:srgbClr val="FDFCFF"/>
          </a:solidFill>
          <a:ln w="6350">
            <a:solidFill>
              <a:srgbClr val="E0DCF2"/>
            </a:solidFill>
            <a:prstDash val="solid"/>
          </a:ln>
        </p:spPr>
        <p:txBody>
          <a:bodyPr/>
          <a:lstStyle/>
          <a:p>
            <a:endParaRPr lang="en-IN"/>
          </a:p>
        </p:txBody>
      </p:sp>
      <p:sp>
        <p:nvSpPr>
          <p:cNvPr id="17" name="Text 15"/>
          <p:cNvSpPr/>
          <p:nvPr/>
        </p:nvSpPr>
        <p:spPr>
          <a:xfrm>
            <a:off x="7428210" y="2094161"/>
            <a:ext cx="16738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3FD9"/>
                </a:solidFill>
                <a:latin typeface="DM Sans" pitchFamily="34" charset="0"/>
                <a:ea typeface="DM Sans" pitchFamily="34" charset="-122"/>
                <a:cs typeface="DM Sans" pitchFamily="34" charset="-120"/>
              </a:rPr>
              <a:t>4</a:t>
            </a:r>
            <a:endParaRPr lang="en-US" sz="2200" dirty="0"/>
          </a:p>
        </p:txBody>
      </p:sp>
      <p:sp>
        <p:nvSpPr>
          <p:cNvPr id="18" name="Text 16"/>
          <p:cNvSpPr/>
          <p:nvPr/>
        </p:nvSpPr>
        <p:spPr>
          <a:xfrm>
            <a:off x="7428210" y="2536081"/>
            <a:ext cx="16738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Connect</a:t>
            </a:r>
            <a:endParaRPr lang="en-US" sz="1600" dirty="0"/>
          </a:p>
        </p:txBody>
      </p:sp>
      <p:sp>
        <p:nvSpPr>
          <p:cNvPr id="19" name="Text 17"/>
          <p:cNvSpPr/>
          <p:nvPr/>
        </p:nvSpPr>
        <p:spPr>
          <a:xfrm>
            <a:off x="7428210" y="2830711"/>
            <a:ext cx="16738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Open Channels and pick where users reach it.</a:t>
            </a:r>
            <a:endParaRPr lang="en-US" sz="1200" dirty="0"/>
          </a:p>
        </p:txBody>
      </p:sp>
      <p:sp>
        <p:nvSpPr>
          <p:cNvPr id="20" name="Shape 18"/>
          <p:cNvSpPr/>
          <p:nvPr/>
        </p:nvSpPr>
        <p:spPr>
          <a:xfrm>
            <a:off x="9387830" y="1910011"/>
            <a:ext cx="1991370" cy="1744811"/>
          </a:xfrm>
          <a:prstGeom prst="roundRect">
            <a:avLst>
              <a:gd name="adj" fmla="val 7279"/>
            </a:avLst>
          </a:prstGeom>
          <a:solidFill>
            <a:srgbClr val="5B3FD9"/>
          </a:solidFill>
          <a:ln/>
        </p:spPr>
        <p:txBody>
          <a:bodyPr/>
          <a:lstStyle/>
          <a:p>
            <a:endParaRPr lang="en-IN"/>
          </a:p>
        </p:txBody>
      </p:sp>
      <p:sp>
        <p:nvSpPr>
          <p:cNvPr id="21" name="Text 19"/>
          <p:cNvSpPr/>
          <p:nvPr/>
        </p:nvSpPr>
        <p:spPr>
          <a:xfrm>
            <a:off x="9565630" y="2087811"/>
            <a:ext cx="16865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4F2FF"/>
                </a:solidFill>
                <a:latin typeface="DM Sans" pitchFamily="34" charset="0"/>
                <a:ea typeface="DM Sans" pitchFamily="34" charset="-122"/>
                <a:cs typeface="DM Sans" pitchFamily="34" charset="-120"/>
              </a:rPr>
              <a:t>5</a:t>
            </a:r>
            <a:endParaRPr lang="en-US" sz="2200" dirty="0"/>
          </a:p>
        </p:txBody>
      </p:sp>
      <p:sp>
        <p:nvSpPr>
          <p:cNvPr id="22" name="Text 20"/>
          <p:cNvSpPr/>
          <p:nvPr/>
        </p:nvSpPr>
        <p:spPr>
          <a:xfrm>
            <a:off x="9565630" y="2529731"/>
            <a:ext cx="16865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FF"/>
                </a:solidFill>
                <a:latin typeface="DM Sans" pitchFamily="34" charset="0"/>
                <a:ea typeface="DM Sans" pitchFamily="34" charset="-122"/>
                <a:cs typeface="DM Sans" pitchFamily="34" charset="-120"/>
              </a:rPr>
              <a:t>Update</a:t>
            </a:r>
            <a:endParaRPr lang="en-US" sz="1600" dirty="0"/>
          </a:p>
        </p:txBody>
      </p:sp>
      <p:sp>
        <p:nvSpPr>
          <p:cNvPr id="23" name="Text 21"/>
          <p:cNvSpPr/>
          <p:nvPr/>
        </p:nvSpPr>
        <p:spPr>
          <a:xfrm>
            <a:off x="9565630" y="2824361"/>
            <a:ext cx="16865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FF"/>
                </a:solidFill>
                <a:latin typeface="DM Sans" pitchFamily="34" charset="0"/>
                <a:ea typeface="DM Sans" pitchFamily="34" charset="-122"/>
                <a:cs typeface="DM Sans" pitchFamily="34" charset="-120"/>
              </a:rPr>
              <a:t>Republish after every change.</a:t>
            </a:r>
            <a:endParaRPr lang="en-US" sz="1200" dirty="0"/>
          </a:p>
        </p:txBody>
      </p:sp>
      <p:sp>
        <p:nvSpPr>
          <p:cNvPr id="24" name="Text 22"/>
          <p:cNvSpPr/>
          <p:nvPr/>
        </p:nvSpPr>
        <p:spPr>
          <a:xfrm>
            <a:off x="812800" y="395962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ea typeface="DM Sans" pitchFamily="34" charset="-122"/>
                <a:cs typeface="DM Sans" pitchFamily="34" charset="-120"/>
              </a:rPr>
              <a:t>Publishing applies to every channel the agent is connected to.</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fontScale="47500" lnSpcReduction="20000"/>
          </a:bodyPr>
          <a:lstStyle/>
          <a:p>
            <a:pPr>
              <a:lnSpc>
                <a:spcPts val="2240"/>
              </a:lnSpc>
            </a:pPr>
            <a:r>
              <a:rPr lang="en-US" sz="1600" b="1" dirty="0">
                <a:solidFill>
                  <a:srgbClr val="5B3FD9"/>
                </a:solidFill>
                <a:latin typeface="DM Sans" pitchFamily="34" charset="0"/>
              </a:rPr>
              <a:t>DEPLOY AND PUBLISH</a:t>
            </a:r>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Where users reach your agent</a:t>
            </a:r>
            <a:endParaRPr lang="en-US" sz="3600" dirty="0">
              <a:solidFill>
                <a:srgbClr val="5B3FD9"/>
              </a:solidFill>
            </a:endParaRPr>
          </a:p>
        </p:txBody>
      </p:sp>
      <p:sp>
        <p:nvSpPr>
          <p:cNvPr id="4" name="Shape 2"/>
          <p:cNvSpPr/>
          <p:nvPr/>
        </p:nvSpPr>
        <p:spPr>
          <a:xfrm>
            <a:off x="815975" y="1913186"/>
            <a:ext cx="3380284" cy="2251571"/>
          </a:xfrm>
          <a:prstGeom prst="roundRect">
            <a:avLst>
              <a:gd name="adj" fmla="val 5499"/>
            </a:avLst>
          </a:prstGeom>
          <a:solidFill>
            <a:srgbClr val="221E45"/>
          </a:solidFill>
          <a:ln w="6350">
            <a:solidFill>
              <a:srgbClr val="5EDCD0"/>
            </a:solidFill>
            <a:prstDash val="solid"/>
          </a:ln>
        </p:spPr>
        <p:txBody>
          <a:bodyPr/>
          <a:lstStyle/>
          <a:p>
            <a:endParaRPr lang="en-IN"/>
          </a:p>
        </p:txBody>
      </p:sp>
      <p:sp>
        <p:nvSpPr>
          <p:cNvPr id="5" name="Text 3"/>
          <p:cNvSpPr/>
          <p:nvPr/>
        </p:nvSpPr>
        <p:spPr>
          <a:xfrm>
            <a:off x="1073150" y="2170361"/>
            <a:ext cx="295191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5EDCD0"/>
                </a:solidFill>
                <a:latin typeface="DM Sans" pitchFamily="34" charset="0"/>
                <a:ea typeface="DM Sans" pitchFamily="34" charset="-122"/>
                <a:cs typeface="DM Sans" pitchFamily="34" charset="-120"/>
              </a:rPr>
              <a:t>Microsoft 365</a:t>
            </a:r>
            <a:endParaRPr lang="en-US" sz="2200" dirty="0"/>
          </a:p>
        </p:txBody>
      </p:sp>
      <p:sp>
        <p:nvSpPr>
          <p:cNvPr id="6" name="Text 4"/>
          <p:cNvSpPr/>
          <p:nvPr/>
        </p:nvSpPr>
        <p:spPr>
          <a:xfrm>
            <a:off x="1137158" y="2607221"/>
            <a:ext cx="2880284" cy="1325761"/>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Teams and Microsoft 365 Copilot</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SharePoint</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Power Pages</a:t>
            </a:r>
            <a:endParaRPr lang="en-US" sz="1600" dirty="0"/>
          </a:p>
        </p:txBody>
      </p:sp>
      <p:sp>
        <p:nvSpPr>
          <p:cNvPr id="7" name="Shape 5"/>
          <p:cNvSpPr/>
          <p:nvPr/>
        </p:nvSpPr>
        <p:spPr>
          <a:xfrm>
            <a:off x="4405809" y="1913186"/>
            <a:ext cx="3380333" cy="2251571"/>
          </a:xfrm>
          <a:prstGeom prst="roundRect">
            <a:avLst>
              <a:gd name="adj" fmla="val 5499"/>
            </a:avLst>
          </a:prstGeom>
          <a:solidFill>
            <a:srgbClr val="221E45"/>
          </a:solidFill>
          <a:ln w="6350">
            <a:solidFill>
              <a:srgbClr val="3A3466"/>
            </a:solidFill>
            <a:prstDash val="solid"/>
          </a:ln>
        </p:spPr>
        <p:txBody>
          <a:bodyPr/>
          <a:lstStyle/>
          <a:p>
            <a:endParaRPr lang="en-IN"/>
          </a:p>
        </p:txBody>
      </p:sp>
      <p:sp>
        <p:nvSpPr>
          <p:cNvPr id="8" name="Text 6"/>
          <p:cNvSpPr/>
          <p:nvPr/>
        </p:nvSpPr>
        <p:spPr>
          <a:xfrm>
            <a:off x="4662984" y="2170361"/>
            <a:ext cx="295196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A99BFF"/>
                </a:solidFill>
                <a:latin typeface="DM Sans" pitchFamily="34" charset="0"/>
                <a:ea typeface="DM Sans" pitchFamily="34" charset="-122"/>
                <a:cs typeface="DM Sans" pitchFamily="34" charset="-120"/>
              </a:rPr>
              <a:t>Web and apps</a:t>
            </a:r>
            <a:endParaRPr lang="en-US" sz="2200" dirty="0"/>
          </a:p>
        </p:txBody>
      </p:sp>
      <p:sp>
        <p:nvSpPr>
          <p:cNvPr id="9" name="Text 7"/>
          <p:cNvSpPr/>
          <p:nvPr/>
        </p:nvSpPr>
        <p:spPr>
          <a:xfrm>
            <a:off x="4726992" y="2607221"/>
            <a:ext cx="2880335" cy="1000671"/>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Demo website</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Custom website</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Mobile or custom app</a:t>
            </a:r>
            <a:endParaRPr lang="en-US" sz="1600" dirty="0"/>
          </a:p>
        </p:txBody>
      </p:sp>
      <p:sp>
        <p:nvSpPr>
          <p:cNvPr id="10" name="Shape 8"/>
          <p:cNvSpPr/>
          <p:nvPr/>
        </p:nvSpPr>
        <p:spPr>
          <a:xfrm>
            <a:off x="7995692" y="1913186"/>
            <a:ext cx="3380284" cy="2251571"/>
          </a:xfrm>
          <a:prstGeom prst="roundRect">
            <a:avLst>
              <a:gd name="adj" fmla="val 5499"/>
            </a:avLst>
          </a:prstGeom>
          <a:solidFill>
            <a:srgbClr val="221E45"/>
          </a:solidFill>
          <a:ln w="6350">
            <a:solidFill>
              <a:srgbClr val="3A3466"/>
            </a:solidFill>
            <a:prstDash val="solid"/>
          </a:ln>
        </p:spPr>
        <p:txBody>
          <a:bodyPr/>
          <a:lstStyle/>
          <a:p>
            <a:endParaRPr lang="en-IN"/>
          </a:p>
        </p:txBody>
      </p:sp>
      <p:sp>
        <p:nvSpPr>
          <p:cNvPr id="11" name="Text 9"/>
          <p:cNvSpPr/>
          <p:nvPr/>
        </p:nvSpPr>
        <p:spPr>
          <a:xfrm>
            <a:off x="8252867" y="2170361"/>
            <a:ext cx="311993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A99BFF"/>
                </a:solidFill>
                <a:latin typeface="DM Sans" pitchFamily="34" charset="0"/>
                <a:ea typeface="DM Sans" pitchFamily="34" charset="-122"/>
                <a:cs typeface="DM Sans" pitchFamily="34" charset="-120"/>
              </a:rPr>
              <a:t>Messaging and voice</a:t>
            </a:r>
            <a:endParaRPr lang="en-US" sz="2200" dirty="0"/>
          </a:p>
        </p:txBody>
      </p:sp>
      <p:sp>
        <p:nvSpPr>
          <p:cNvPr id="12" name="Text 10"/>
          <p:cNvSpPr/>
          <p:nvPr/>
        </p:nvSpPr>
        <p:spPr>
          <a:xfrm>
            <a:off x="8316875" y="2607221"/>
            <a:ext cx="2880284" cy="1000671"/>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WhatsApp and Facebook</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Telephony</a:t>
            </a:r>
            <a:endParaRPr lang="en-US" sz="1600" dirty="0"/>
          </a:p>
          <a:p>
            <a:pPr marL="189992" indent="-189992" algn="l">
              <a:lnSpc>
                <a:spcPts val="2560"/>
              </a:lnSpc>
              <a:buSzPct val="100000"/>
              <a:buChar char="•"/>
            </a:pPr>
            <a:r>
              <a:rPr lang="en-US" sz="1600" dirty="0">
                <a:solidFill>
                  <a:srgbClr val="D9D5F2"/>
                </a:solidFill>
                <a:latin typeface="DM Sans" pitchFamily="34" charset="0"/>
                <a:ea typeface="DM Sans" pitchFamily="34" charset="-122"/>
                <a:cs typeface="DM Sans" pitchFamily="34" charset="-120"/>
              </a:rPr>
              <a:t>Azure Bot Service channels</a:t>
            </a:r>
            <a:endParaRPr lang="en-US" sz="1600" dirty="0"/>
          </a:p>
        </p:txBody>
      </p:sp>
      <p:sp>
        <p:nvSpPr>
          <p:cNvPr id="13" name="Text 11"/>
          <p:cNvSpPr/>
          <p:nvPr/>
        </p:nvSpPr>
        <p:spPr>
          <a:xfrm>
            <a:off x="812800" y="447273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3FD9"/>
                </a:solidFill>
                <a:latin typeface="DM Sans" pitchFamily="34" charset="0"/>
              </a:rPr>
              <a:t>Custom apps connect through the Direct Line API and need developer coding.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DEPLOY AND PUBLISH</a:t>
            </a:r>
            <a:endParaRPr lang="en-US" sz="1200" dirty="0"/>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Authentication and sharing</a:t>
            </a:r>
            <a:endParaRPr lang="en-US" sz="3600" dirty="0">
              <a:solidFill>
                <a:srgbClr val="5B3FD9"/>
              </a:solidFill>
            </a:endParaRPr>
          </a:p>
        </p:txBody>
      </p:sp>
      <p:sp>
        <p:nvSpPr>
          <p:cNvPr id="4" name="Shape 2"/>
          <p:cNvSpPr/>
          <p:nvPr/>
        </p:nvSpPr>
        <p:spPr>
          <a:xfrm>
            <a:off x="815975" y="1913186"/>
            <a:ext cx="3380284" cy="1146721"/>
          </a:xfrm>
          <a:prstGeom prst="roundRect">
            <a:avLst>
              <a:gd name="adj" fmla="val 10798"/>
            </a:avLst>
          </a:prstGeom>
          <a:solidFill>
            <a:srgbClr val="FDFCFF"/>
          </a:solidFill>
          <a:ln w="6350">
            <a:solidFill>
              <a:srgbClr val="E0DCF2"/>
            </a:solidFill>
            <a:prstDash val="solid"/>
          </a:ln>
        </p:spPr>
        <p:txBody>
          <a:bodyPr/>
          <a:lstStyle/>
          <a:p>
            <a:endParaRPr lang="en-IN"/>
          </a:p>
        </p:txBody>
      </p:sp>
      <p:sp>
        <p:nvSpPr>
          <p:cNvPr id="5" name="Text 3"/>
          <p:cNvSpPr/>
          <p:nvPr/>
        </p:nvSpPr>
        <p:spPr>
          <a:xfrm>
            <a:off x="1022350" y="2119561"/>
            <a:ext cx="30565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No authentication</a:t>
            </a:r>
            <a:endParaRPr lang="en-US" sz="1600" dirty="0"/>
          </a:p>
        </p:txBody>
      </p:sp>
      <p:sp>
        <p:nvSpPr>
          <p:cNvPr id="6" name="Text 4"/>
          <p:cNvSpPr/>
          <p:nvPr/>
        </p:nvSpPr>
        <p:spPr>
          <a:xfrm>
            <a:off x="1022350" y="2414191"/>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Anyone with access can chat. No sign-in step.</a:t>
            </a:r>
            <a:endParaRPr lang="en-US" sz="1200" dirty="0"/>
          </a:p>
        </p:txBody>
      </p:sp>
      <p:sp>
        <p:nvSpPr>
          <p:cNvPr id="7" name="Shape 5"/>
          <p:cNvSpPr/>
          <p:nvPr/>
        </p:nvSpPr>
        <p:spPr>
          <a:xfrm>
            <a:off x="4408984" y="1916361"/>
            <a:ext cx="3373983" cy="1140371"/>
          </a:xfrm>
          <a:prstGeom prst="roundRect">
            <a:avLst>
              <a:gd name="adj" fmla="val 10580"/>
            </a:avLst>
          </a:prstGeom>
          <a:solidFill>
            <a:srgbClr val="FDFCFF"/>
          </a:solidFill>
          <a:ln w="12700">
            <a:solidFill>
              <a:srgbClr val="5B3FD9"/>
            </a:solidFill>
            <a:prstDash val="solid"/>
          </a:ln>
        </p:spPr>
        <p:txBody>
          <a:bodyPr/>
          <a:lstStyle/>
          <a:p>
            <a:endParaRPr lang="en-IN"/>
          </a:p>
        </p:txBody>
      </p:sp>
      <p:sp>
        <p:nvSpPr>
          <p:cNvPr id="8" name="Text 6"/>
          <p:cNvSpPr/>
          <p:nvPr/>
        </p:nvSpPr>
        <p:spPr>
          <a:xfrm>
            <a:off x="4618534" y="2125911"/>
            <a:ext cx="30435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Authenticate with Microsoft</a:t>
            </a:r>
            <a:endParaRPr lang="en-US" sz="1600" dirty="0"/>
          </a:p>
        </p:txBody>
      </p:sp>
      <p:sp>
        <p:nvSpPr>
          <p:cNvPr id="9" name="Text 7"/>
          <p:cNvSpPr/>
          <p:nvPr/>
        </p:nvSpPr>
        <p:spPr>
          <a:xfrm>
            <a:off x="4618534" y="2420541"/>
            <a:ext cx="30435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Entra ID sign-in in Teams, Power Apps and Microsoft 365 Copilot. The default.</a:t>
            </a:r>
            <a:endParaRPr lang="en-US" sz="1200" dirty="0"/>
          </a:p>
        </p:txBody>
      </p:sp>
      <p:sp>
        <p:nvSpPr>
          <p:cNvPr id="10" name="Shape 8"/>
          <p:cNvSpPr/>
          <p:nvPr/>
        </p:nvSpPr>
        <p:spPr>
          <a:xfrm>
            <a:off x="7995692" y="1913186"/>
            <a:ext cx="3380284" cy="1146721"/>
          </a:xfrm>
          <a:prstGeom prst="roundRect">
            <a:avLst>
              <a:gd name="adj" fmla="val 10798"/>
            </a:avLst>
          </a:prstGeom>
          <a:solidFill>
            <a:srgbClr val="FDFCFF"/>
          </a:solidFill>
          <a:ln w="6350">
            <a:solidFill>
              <a:srgbClr val="E0DCF2"/>
            </a:solidFill>
            <a:prstDash val="solid"/>
          </a:ln>
        </p:spPr>
        <p:txBody>
          <a:bodyPr/>
          <a:lstStyle/>
          <a:p>
            <a:endParaRPr lang="en-IN"/>
          </a:p>
        </p:txBody>
      </p:sp>
      <p:sp>
        <p:nvSpPr>
          <p:cNvPr id="11" name="Text 9"/>
          <p:cNvSpPr/>
          <p:nvPr/>
        </p:nvSpPr>
        <p:spPr>
          <a:xfrm>
            <a:off x="8202067" y="2119561"/>
            <a:ext cx="30565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22B"/>
                </a:solidFill>
                <a:latin typeface="DM Sans" pitchFamily="34" charset="0"/>
                <a:ea typeface="DM Sans" pitchFamily="34" charset="-122"/>
                <a:cs typeface="DM Sans" pitchFamily="34" charset="-120"/>
              </a:rPr>
              <a:t>Authenticate manually</a:t>
            </a:r>
            <a:endParaRPr lang="en-US" sz="1600" dirty="0"/>
          </a:p>
        </p:txBody>
      </p:sp>
      <p:sp>
        <p:nvSpPr>
          <p:cNvPr id="12" name="Text 10"/>
          <p:cNvSpPr/>
          <p:nvPr/>
        </p:nvSpPr>
        <p:spPr>
          <a:xfrm>
            <a:off x="8202067" y="241419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675"/>
                </a:solidFill>
                <a:latin typeface="DM Sans" pitchFamily="34" charset="0"/>
                <a:ea typeface="DM Sans" pitchFamily="34" charset="-122"/>
                <a:cs typeface="DM Sans" pitchFamily="34" charset="-120"/>
              </a:rPr>
              <a:t>Connect your own identity provider.</a:t>
            </a:r>
            <a:endParaRPr lang="en-US" sz="1200" dirty="0"/>
          </a:p>
        </p:txBody>
      </p:sp>
      <p:sp>
        <p:nvSpPr>
          <p:cNvPr id="13" name="Text 11"/>
          <p:cNvSpPr/>
          <p:nvPr/>
        </p:nvSpPr>
        <p:spPr>
          <a:xfrm>
            <a:off x="812800" y="3367881"/>
            <a:ext cx="5181600" cy="1026120"/>
          </a:xfrm>
          <a:prstGeom prst="roundRect">
            <a:avLst>
              <a:gd name="adj" fmla="val 12377"/>
            </a:avLst>
          </a:prstGeom>
          <a:solidFill>
            <a:srgbClr val="14122B"/>
          </a:solidFill>
          <a:ln/>
        </p:spPr>
        <p:txBody>
          <a:bodyPr wrap="square" lIns="191403" tIns="178703" rIns="49671" bIns="178703" rtlCol="0" anchor="ctr">
            <a:normAutofit/>
          </a:bodyPr>
          <a:lstStyle/>
          <a:p>
            <a:pPr marL="0" indent="0" algn="l">
              <a:lnSpc>
                <a:spcPts val="2240"/>
              </a:lnSpc>
              <a:buNone/>
            </a:pPr>
            <a:r>
              <a:rPr lang="en-US" sz="1600" dirty="0">
                <a:solidFill>
                  <a:srgbClr val="F4F2FF"/>
                </a:solidFill>
                <a:latin typeface="DM Sans" pitchFamily="34" charset="0"/>
                <a:ea typeface="DM Sans" pitchFamily="34" charset="-122"/>
                <a:cs typeface="DM Sans" pitchFamily="34" charset="-120"/>
              </a:rPr>
              <a:t>The demo website is for stakeholder feedback, not for customers.</a:t>
            </a:r>
            <a:endParaRPr lang="en-US" sz="1600" dirty="0"/>
          </a:p>
        </p:txBody>
      </p:sp>
      <p:sp>
        <p:nvSpPr>
          <p:cNvPr id="14" name="Text 12"/>
          <p:cNvSpPr/>
          <p:nvPr/>
        </p:nvSpPr>
        <p:spPr>
          <a:xfrm>
            <a:off x="6197600" y="3367881"/>
            <a:ext cx="5181600" cy="1026120"/>
          </a:xfrm>
          <a:prstGeom prst="roundRect">
            <a:avLst>
              <a:gd name="adj" fmla="val 12377"/>
            </a:avLst>
          </a:prstGeom>
          <a:solidFill>
            <a:srgbClr val="14122B"/>
          </a:solidFill>
          <a:ln/>
        </p:spPr>
        <p:txBody>
          <a:bodyPr wrap="square" lIns="191403" tIns="178703" rIns="49671" bIns="178703" rtlCol="0" anchor="ctr">
            <a:normAutofit/>
          </a:bodyPr>
          <a:lstStyle/>
          <a:p>
            <a:pPr marL="0" indent="0" algn="l">
              <a:lnSpc>
                <a:spcPts val="2240"/>
              </a:lnSpc>
              <a:buNone/>
            </a:pPr>
            <a:r>
              <a:rPr lang="en-US" sz="1600" dirty="0">
                <a:solidFill>
                  <a:srgbClr val="F4F2FF"/>
                </a:solidFill>
                <a:latin typeface="DM Sans" pitchFamily="34" charset="0"/>
                <a:ea typeface="DM Sans" pitchFamily="34" charset="-122"/>
                <a:cs typeface="DM Sans" pitchFamily="34" charset="-120"/>
              </a:rPr>
              <a:t>Set authentication under Settings, then Security, before publishing.</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3FD9"/>
                </a:solidFill>
                <a:latin typeface="DM Sans" pitchFamily="34" charset="0"/>
                <a:ea typeface="DM Sans" pitchFamily="34" charset="-122"/>
                <a:cs typeface="DM Sans" pitchFamily="34" charset="-120"/>
              </a:rPr>
              <a:t>HANDS-ON</a:t>
            </a:r>
            <a:endParaRPr lang="en-US" sz="1200" dirty="0">
              <a:solidFill>
                <a:srgbClr val="5B3FD9"/>
              </a:solidFill>
            </a:endParaRPr>
          </a:p>
        </p:txBody>
      </p:sp>
      <p:sp>
        <p:nvSpPr>
          <p:cNvPr id="3" name="Text 1"/>
          <p:cNvSpPr>
            <a:spLocks noGrp="1"/>
          </p:cNvSpPr>
          <p:nvPr>
            <p:ph type="title"/>
          </p:nvPr>
        </p:nvSpPr>
        <p:spPr>
          <a:xfrm>
            <a:off x="812800" y="1102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5B3FD9"/>
                </a:solidFill>
                <a:latin typeface="DM Sans" pitchFamily="34" charset="0"/>
                <a:ea typeface="DM Sans" pitchFamily="34" charset="-122"/>
                <a:cs typeface="DM Sans" pitchFamily="34" charset="-120"/>
              </a:rPr>
              <a:t>Build your first agent</a:t>
            </a:r>
            <a:endParaRPr lang="en-US" sz="3600" dirty="0">
              <a:solidFill>
                <a:srgbClr val="5B3FD9"/>
              </a:solidFill>
            </a:endParaRPr>
          </a:p>
        </p:txBody>
      </p:sp>
      <p:sp>
        <p:nvSpPr>
          <p:cNvPr id="4" name="Shape 2"/>
          <p:cNvSpPr/>
          <p:nvPr/>
        </p:nvSpPr>
        <p:spPr>
          <a:xfrm>
            <a:off x="815975" y="1913186"/>
            <a:ext cx="5911850" cy="2967980"/>
          </a:xfrm>
          <a:prstGeom prst="roundRect">
            <a:avLst>
              <a:gd name="adj" fmla="val 4172"/>
            </a:avLst>
          </a:prstGeom>
          <a:solidFill>
            <a:srgbClr val="221E45"/>
          </a:solidFill>
          <a:ln w="6350">
            <a:solidFill>
              <a:srgbClr val="3A3466"/>
            </a:solidFill>
            <a:prstDash val="solid"/>
          </a:ln>
        </p:spPr>
        <p:txBody>
          <a:bodyPr/>
          <a:lstStyle/>
          <a:p>
            <a:endParaRPr lang="en-IN"/>
          </a:p>
        </p:txBody>
      </p:sp>
      <p:sp>
        <p:nvSpPr>
          <p:cNvPr id="5" name="Text 3"/>
          <p:cNvSpPr/>
          <p:nvPr/>
        </p:nvSpPr>
        <p:spPr>
          <a:xfrm>
            <a:off x="1073150" y="2170361"/>
            <a:ext cx="555942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99BFF"/>
                </a:solidFill>
                <a:latin typeface="DM Sans" pitchFamily="34" charset="0"/>
                <a:ea typeface="DM Sans" pitchFamily="34" charset="-122"/>
                <a:cs typeface="DM Sans" pitchFamily="34" charset="-120"/>
              </a:rPr>
              <a:t>Suggested lab</a:t>
            </a:r>
            <a:endParaRPr lang="en-US" sz="1600" dirty="0"/>
          </a:p>
        </p:txBody>
      </p:sp>
      <p:sp>
        <p:nvSpPr>
          <p:cNvPr id="6" name="Text 4"/>
          <p:cNvSpPr/>
          <p:nvPr/>
        </p:nvSpPr>
        <p:spPr>
          <a:xfrm>
            <a:off x="1108869" y="2515791"/>
            <a:ext cx="5516086" cy="1650851"/>
          </a:xfrm>
          <a:prstGeom prst="rect">
            <a:avLst/>
          </a:prstGeom>
          <a:noFill/>
          <a:ln/>
        </p:spPr>
        <p:txBody>
          <a:bodyPr wrap="square" lIns="0" tIns="0" rIns="0" bIns="0" rtlCol="0" anchor="t">
            <a:normAutofit/>
          </a:bodyPr>
          <a:lstStyle/>
          <a:p>
            <a:pPr marL="218281" indent="-218281" algn="l">
              <a:lnSpc>
                <a:spcPts val="2560"/>
              </a:lnSpc>
              <a:buSzPct val="100000"/>
              <a:buFontTx/>
              <a:buAutoNum type="arabicPeriod"/>
            </a:pPr>
            <a:r>
              <a:rPr lang="en-US" sz="1600" dirty="0">
                <a:solidFill>
                  <a:srgbClr val="F4F2FF"/>
                </a:solidFill>
                <a:latin typeface="DM Sans" pitchFamily="34" charset="0"/>
                <a:ea typeface="DM Sans" pitchFamily="34" charset="-122"/>
                <a:cs typeface="DM Sans" pitchFamily="34" charset="-120"/>
              </a:rPr>
              <a:t>Create an agent and write its instructions</a:t>
            </a:r>
            <a:endParaRPr lang="en-US" sz="1600" dirty="0"/>
          </a:p>
          <a:p>
            <a:pPr marL="218281" indent="-218281" algn="l">
              <a:lnSpc>
                <a:spcPts val="2560"/>
              </a:lnSpc>
              <a:buSzPct val="100000"/>
              <a:buFontTx/>
              <a:buAutoNum type="arabicPeriod"/>
            </a:pPr>
            <a:r>
              <a:rPr lang="en-US" sz="1600" dirty="0">
                <a:solidFill>
                  <a:srgbClr val="F4F2FF"/>
                </a:solidFill>
                <a:latin typeface="DM Sans" pitchFamily="34" charset="0"/>
                <a:ea typeface="DM Sans" pitchFamily="34" charset="-122"/>
                <a:cs typeface="DM Sans" pitchFamily="34" charset="-120"/>
              </a:rPr>
              <a:t>Add a knowledge source and one tool</a:t>
            </a:r>
            <a:endParaRPr lang="en-US" sz="1600" dirty="0"/>
          </a:p>
          <a:p>
            <a:pPr marL="218281" indent="-218281" algn="l">
              <a:lnSpc>
                <a:spcPts val="2560"/>
              </a:lnSpc>
              <a:buSzPct val="100000"/>
              <a:buFontTx/>
              <a:buAutoNum type="arabicPeriod"/>
            </a:pPr>
            <a:r>
              <a:rPr lang="en-US" sz="1600" dirty="0">
                <a:solidFill>
                  <a:srgbClr val="F4F2FF"/>
                </a:solidFill>
                <a:latin typeface="DM Sans" pitchFamily="34" charset="0"/>
                <a:ea typeface="DM Sans" pitchFamily="34" charset="-122"/>
                <a:cs typeface="DM Sans" pitchFamily="34" charset="-120"/>
              </a:rPr>
              <a:t>Author a topic with a question and a condition</a:t>
            </a:r>
            <a:endParaRPr lang="en-US" sz="1600" dirty="0"/>
          </a:p>
          <a:p>
            <a:pPr marL="218281" indent="-218281" algn="l">
              <a:lnSpc>
                <a:spcPts val="2560"/>
              </a:lnSpc>
              <a:buSzPct val="100000"/>
              <a:buFontTx/>
              <a:buAutoNum type="arabicPeriod"/>
            </a:pPr>
            <a:r>
              <a:rPr lang="en-US" sz="1600" dirty="0">
                <a:solidFill>
                  <a:srgbClr val="F4F2FF"/>
                </a:solidFill>
                <a:latin typeface="DM Sans" pitchFamily="34" charset="0"/>
                <a:ea typeface="DM Sans" pitchFamily="34" charset="-122"/>
                <a:cs typeface="DM Sans" pitchFamily="34" charset="-120"/>
              </a:rPr>
              <a:t>Add a prompt or a skill</a:t>
            </a:r>
            <a:endParaRPr lang="en-US" sz="1600" dirty="0"/>
          </a:p>
          <a:p>
            <a:pPr marL="218281" indent="-218281" algn="l">
              <a:lnSpc>
                <a:spcPts val="2560"/>
              </a:lnSpc>
              <a:buSzPct val="100000"/>
              <a:buFontTx/>
              <a:buAutoNum type="arabicPeriod"/>
            </a:pPr>
            <a:r>
              <a:rPr lang="en-US" sz="1600" dirty="0">
                <a:solidFill>
                  <a:srgbClr val="F4F2FF"/>
                </a:solidFill>
                <a:latin typeface="DM Sans" pitchFamily="34" charset="0"/>
                <a:ea typeface="DM Sans" pitchFamily="34" charset="-122"/>
                <a:cs typeface="DM Sans" pitchFamily="34" charset="-120"/>
              </a:rPr>
              <a:t>Test, then publish to Teams</a:t>
            </a:r>
            <a:endParaRPr lang="en-US" sz="1600" dirty="0"/>
          </a:p>
        </p:txBody>
      </p:sp>
      <p:sp>
        <p:nvSpPr>
          <p:cNvPr id="7" name="Shape 5"/>
          <p:cNvSpPr/>
          <p:nvPr/>
        </p:nvSpPr>
        <p:spPr>
          <a:xfrm>
            <a:off x="6937375" y="1913186"/>
            <a:ext cx="4438650" cy="2967980"/>
          </a:xfrm>
          <a:prstGeom prst="roundRect">
            <a:avLst>
              <a:gd name="adj" fmla="val 4172"/>
            </a:avLst>
          </a:prstGeom>
          <a:solidFill>
            <a:srgbClr val="221E45"/>
          </a:solidFill>
          <a:ln w="6350">
            <a:solidFill>
              <a:srgbClr val="5EDCD0"/>
            </a:solidFill>
            <a:prstDash val="solid"/>
          </a:ln>
        </p:spPr>
        <p:txBody>
          <a:bodyPr/>
          <a:lstStyle/>
          <a:p>
            <a:endParaRPr lang="en-IN"/>
          </a:p>
        </p:txBody>
      </p:sp>
      <p:sp>
        <p:nvSpPr>
          <p:cNvPr id="8" name="Text 6"/>
          <p:cNvSpPr/>
          <p:nvPr/>
        </p:nvSpPr>
        <p:spPr>
          <a:xfrm>
            <a:off x="7194550" y="2170361"/>
            <a:ext cx="404202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EDCD0"/>
                </a:solidFill>
                <a:latin typeface="DM Sans" pitchFamily="34" charset="0"/>
                <a:ea typeface="DM Sans" pitchFamily="34" charset="-122"/>
                <a:cs typeface="DM Sans" pitchFamily="34" charset="-120"/>
              </a:rPr>
              <a:t>Resources</a:t>
            </a:r>
            <a:endParaRPr lang="en-US" sz="1600" dirty="0"/>
          </a:p>
        </p:txBody>
      </p:sp>
      <p:sp>
        <p:nvSpPr>
          <p:cNvPr id="9" name="Text 7"/>
          <p:cNvSpPr/>
          <p:nvPr/>
        </p:nvSpPr>
        <p:spPr>
          <a:xfrm>
            <a:off x="7194550" y="2515791"/>
            <a:ext cx="4042029"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D5F2"/>
                </a:solidFill>
                <a:latin typeface="DM Sans" pitchFamily="34" charset="0"/>
                <a:ea typeface="DM Sans" pitchFamily="34" charset="-122"/>
                <a:cs typeface="DM Sans" pitchFamily="34" charset="-120"/>
              </a:rPr>
              <a:t>Studio app</a:t>
            </a:r>
            <a:endParaRPr lang="en-US" sz="1200" dirty="0"/>
          </a:p>
        </p:txBody>
      </p:sp>
      <p:sp>
        <p:nvSpPr>
          <p:cNvPr id="10" name="Text 8"/>
          <p:cNvSpPr/>
          <p:nvPr/>
        </p:nvSpPr>
        <p:spPr>
          <a:xfrm>
            <a:off x="7194550" y="2845991"/>
            <a:ext cx="4042029"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4F2FF"/>
                </a:solidFill>
                <a:latin typeface="JetBrains Mono" pitchFamily="49" charset="0"/>
                <a:ea typeface="JetBrains Mono" pitchFamily="49" charset="-122"/>
                <a:cs typeface="JetBrains Mono" pitchFamily="49" charset="-120"/>
              </a:rPr>
              <a:t>copilotstudio.microsoft.com</a:t>
            </a:r>
            <a:endParaRPr lang="en-US" sz="1200" dirty="0"/>
          </a:p>
        </p:txBody>
      </p:sp>
      <p:sp>
        <p:nvSpPr>
          <p:cNvPr id="11" name="Text 9"/>
          <p:cNvSpPr/>
          <p:nvPr/>
        </p:nvSpPr>
        <p:spPr>
          <a:xfrm>
            <a:off x="7194550" y="3176191"/>
            <a:ext cx="4042029"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D5F2"/>
                </a:solidFill>
                <a:latin typeface="DM Sans" pitchFamily="34" charset="0"/>
                <a:ea typeface="DM Sans" pitchFamily="34" charset="-122"/>
                <a:cs typeface="DM Sans" pitchFamily="34" charset="-120"/>
              </a:rPr>
              <a:t>Documentation</a:t>
            </a:r>
            <a:endParaRPr lang="en-US" sz="1200" dirty="0"/>
          </a:p>
        </p:txBody>
      </p:sp>
      <p:sp>
        <p:nvSpPr>
          <p:cNvPr id="12" name="Text 10"/>
          <p:cNvSpPr/>
          <p:nvPr/>
        </p:nvSpPr>
        <p:spPr>
          <a:xfrm>
            <a:off x="7194550" y="3506391"/>
            <a:ext cx="4042029"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4F2FF"/>
                </a:solidFill>
                <a:latin typeface="JetBrains Mono" pitchFamily="49" charset="0"/>
                <a:ea typeface="JetBrains Mono" pitchFamily="49" charset="-122"/>
                <a:cs typeface="JetBrains Mono" pitchFamily="49" charset="-120"/>
              </a:rPr>
              <a:t>learn.microsoft.com/microsoft-copilot-studio</a:t>
            </a:r>
            <a:endParaRPr lang="en-US" sz="1200" dirty="0"/>
          </a:p>
        </p:txBody>
      </p:sp>
      <p:sp>
        <p:nvSpPr>
          <p:cNvPr id="13" name="Text 11"/>
          <p:cNvSpPr/>
          <p:nvPr/>
        </p:nvSpPr>
        <p:spPr>
          <a:xfrm>
            <a:off x="7194550" y="4065191"/>
            <a:ext cx="4042029"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D9D5F2"/>
                </a:solidFill>
                <a:latin typeface="DM Sans" pitchFamily="34" charset="0"/>
                <a:ea typeface="DM Sans" pitchFamily="34" charset="-122"/>
                <a:cs typeface="DM Sans" pitchFamily="34" charset="-120"/>
              </a:rPr>
              <a:t>Guided missions</a:t>
            </a:r>
            <a:endParaRPr lang="en-US" sz="1200" dirty="0"/>
          </a:p>
        </p:txBody>
      </p:sp>
      <p:sp>
        <p:nvSpPr>
          <p:cNvPr id="14" name="Text 12"/>
          <p:cNvSpPr/>
          <p:nvPr/>
        </p:nvSpPr>
        <p:spPr>
          <a:xfrm>
            <a:off x="7194550" y="4395391"/>
            <a:ext cx="4042029"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4F2FF"/>
                </a:solidFill>
                <a:latin typeface="JetBrains Mono" pitchFamily="49" charset="0"/>
                <a:ea typeface="JetBrains Mono" pitchFamily="49" charset="-122"/>
                <a:cs typeface="JetBrains Mono" pitchFamily="49" charset="-120"/>
              </a:rPr>
              <a:t>microsoft.github.io/agent-academy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DD7022B3-D6F3-2F4E-F404-2D2811BFAA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81DAF6-784D-0DBB-4727-4DB8ED537921}"/>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2E0CD648-DB3B-5098-B492-2E096A396590}"/>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103858D5-A6C4-F806-CE48-5B6FF34F92EB}"/>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C5C36B88-BDFD-29D8-DA60-E1A871D76BCB}"/>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build a multi-topic servicing agent</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Insurance: design triggers and entities for claims queries</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Supply Chain: add Adaptive Cards and connect to Dataverse</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13109805-ABAF-520B-5A05-B22DFE06A510}"/>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358514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1096</TotalTime>
  <Words>2777</Words>
  <Application>Microsoft Office PowerPoint</Application>
  <PresentationFormat>Widescreen</PresentationFormat>
  <Paragraphs>304</Paragraphs>
  <Slides>20</Slides>
  <Notes>18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20</vt:i4>
      </vt:variant>
    </vt:vector>
  </HeadingPairs>
  <TitlesOfParts>
    <vt:vector size="33" baseType="lpstr">
      <vt:lpstr>Aptos</vt:lpstr>
      <vt:lpstr>Aptos Display</vt:lpstr>
      <vt:lpstr>Arial</vt:lpstr>
      <vt:lpstr>Consolas</vt:lpstr>
      <vt:lpstr>DM Sans</vt:lpstr>
      <vt:lpstr>JetBrains Mono</vt:lpstr>
      <vt:lpstr>Segoe UI</vt:lpstr>
      <vt:lpstr>Segoe UI Black</vt:lpstr>
      <vt:lpstr>Segoe UI Semibold</vt:lpstr>
      <vt:lpstr>Wingdings</vt:lpstr>
      <vt:lpstr>Office Theme</vt:lpstr>
      <vt:lpstr>Power Apps Code Apps Quickstart</vt:lpstr>
      <vt:lpstr>1_LIGHT MODE</vt:lpstr>
      <vt:lpstr>Enterprise Apps &amp; Agents </vt:lpstr>
      <vt:lpstr>A low-code workspace for AI agents</vt:lpstr>
      <vt:lpstr>Building blocks of an agent</vt:lpstr>
      <vt:lpstr>Two ways to build an agent</vt:lpstr>
      <vt:lpstr>Three ways to pay</vt:lpstr>
      <vt:lpstr>What a Copilot Credit buys</vt:lpstr>
      <vt:lpstr>A customer support agent</vt:lpstr>
      <vt:lpstr>Topics and their triggers</vt:lpstr>
      <vt:lpstr>Nine built-in system topics</vt:lpstr>
      <vt:lpstr>From trigger to reply</vt:lpstr>
      <vt:lpstr>Tools let the agent act</vt:lpstr>
      <vt:lpstr>Predictable automation</vt:lpstr>
      <vt:lpstr>Prompt builder</vt:lpstr>
      <vt:lpstr>Precise prompts win</vt:lpstr>
      <vt:lpstr>From build to live</vt:lpstr>
      <vt:lpstr>Where users reach your agent</vt:lpstr>
      <vt:lpstr>Authentication and sharing</vt:lpstr>
      <vt:lpstr>Build your first agent</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2026-10-23T07:25:03Z</dcterms:modified>
</cp:coreProperties>
</file>