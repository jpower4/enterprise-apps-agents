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0" r:id="rId2"/>
    <p:sldMasterId id="2147483688" r:id="rId3"/>
    <p:sldMasterId id="2147483740" r:id="rId4"/>
  </p:sldMasterIdLst>
  <p:notesMasterIdLst>
    <p:notesMasterId r:id="rId20"/>
  </p:notesMasterIdLst>
  <p:sldIdLst>
    <p:sldId id="2147479557" r:id="rId5"/>
    <p:sldId id="2147471061" r:id="rId6"/>
    <p:sldId id="2147471059" r:id="rId7"/>
    <p:sldId id="2147482372" r:id="rId8"/>
    <p:sldId id="2147482267" r:id="rId9"/>
    <p:sldId id="2147482268" r:id="rId10"/>
    <p:sldId id="2147482374" r:id="rId11"/>
    <p:sldId id="257" r:id="rId12"/>
    <p:sldId id="258" r:id="rId13"/>
    <p:sldId id="259" r:id="rId14"/>
    <p:sldId id="260" r:id="rId15"/>
    <p:sldId id="261" r:id="rId16"/>
    <p:sldId id="262" r:id="rId17"/>
    <p:sldId id="2147479602" r:id="rId18"/>
    <p:sldId id="214253348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3FD9"/>
    <a:srgbClr val="17132B"/>
    <a:srgbClr val="1B13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F20EB0-5DD8-4CDF-B363-212A902E7FF8}" v="5" dt="2026-10-22T21:09:20.600"/>
    <p1510:client id="{86BB08CA-B7A6-4B56-B251-75270BF6414D}" v="4" dt="2026-10-23T05:47:58.713"/>
    <p1510:client id="{9DF06EC0-6773-4754-B5CF-3A86373E55DF}" v="92" dt="2026-10-22T17:12:19.706"/>
    <p1510:client id="{E70A55F8-7D50-41B4-9023-6706A90C6A87}" v="4" dt="2026-10-23T06:05:14.235"/>
  </p1510:revLst>
</p1510:revInfo>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79126" autoAdjust="0"/>
  </p:normalViewPr>
  <p:slideViewPr>
    <p:cSldViewPr snapToGrid="0">
      <p:cViewPr varScale="1">
        <p:scale>
          <a:sx n="76" d="100"/>
          <a:sy n="76" d="100"/>
        </p:scale>
        <p:origin x="627"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kins NS" userId="8bdba4d2-1367-40cf-ad35-f59b31261896" providerId="ADAL" clId="{589DD08C-61DE-4FF6-B5A3-AEEE15003728}"/>
    <pc:docChg chg="delSld modSld sldOrd">
      <pc:chgData name="Jenkins NS" userId="8bdba4d2-1367-40cf-ad35-f59b31261896" providerId="ADAL" clId="{589DD08C-61DE-4FF6-B5A3-AEEE15003728}" dt="2026-10-22T20:53:47.113" v="2"/>
      <pc:docMkLst>
        <pc:docMk/>
      </pc:docMkLst>
      <pc:sldChg chg="del">
        <pc:chgData name="Jenkins NS" userId="8bdba4d2-1367-40cf-ad35-f59b31261896" providerId="ADAL" clId="{589DD08C-61DE-4FF6-B5A3-AEEE15003728}" dt="2026-10-22T20:53:43.579" v="0" actId="47"/>
        <pc:sldMkLst>
          <pc:docMk/>
          <pc:sldMk cId="0" sldId="263"/>
        </pc:sldMkLst>
      </pc:sldChg>
      <pc:sldChg chg="del">
        <pc:chgData name="Jenkins NS" userId="8bdba4d2-1367-40cf-ad35-f59b31261896" providerId="ADAL" clId="{589DD08C-61DE-4FF6-B5A3-AEEE15003728}" dt="2026-10-22T20:53:43.579" v="0" actId="47"/>
        <pc:sldMkLst>
          <pc:docMk/>
          <pc:sldMk cId="0" sldId="264"/>
        </pc:sldMkLst>
      </pc:sldChg>
      <pc:sldChg chg="del">
        <pc:chgData name="Jenkins NS" userId="8bdba4d2-1367-40cf-ad35-f59b31261896" providerId="ADAL" clId="{589DD08C-61DE-4FF6-B5A3-AEEE15003728}" dt="2026-10-22T20:53:43.579" v="0" actId="47"/>
        <pc:sldMkLst>
          <pc:docMk/>
          <pc:sldMk cId="0" sldId="2147479588"/>
        </pc:sldMkLst>
      </pc:sldChg>
      <pc:sldChg chg="del">
        <pc:chgData name="Jenkins NS" userId="8bdba4d2-1367-40cf-ad35-f59b31261896" providerId="ADAL" clId="{589DD08C-61DE-4FF6-B5A3-AEEE15003728}" dt="2026-10-22T20:53:43.579" v="0" actId="47"/>
        <pc:sldMkLst>
          <pc:docMk/>
          <pc:sldMk cId="0" sldId="2147479589"/>
        </pc:sldMkLst>
      </pc:sldChg>
      <pc:sldChg chg="del">
        <pc:chgData name="Jenkins NS" userId="8bdba4d2-1367-40cf-ad35-f59b31261896" providerId="ADAL" clId="{589DD08C-61DE-4FF6-B5A3-AEEE15003728}" dt="2026-10-22T20:53:43.579" v="0" actId="47"/>
        <pc:sldMkLst>
          <pc:docMk/>
          <pc:sldMk cId="0" sldId="2147479590"/>
        </pc:sldMkLst>
      </pc:sldChg>
      <pc:sldChg chg="del">
        <pc:chgData name="Jenkins NS" userId="8bdba4d2-1367-40cf-ad35-f59b31261896" providerId="ADAL" clId="{589DD08C-61DE-4FF6-B5A3-AEEE15003728}" dt="2026-10-22T20:53:43.579" v="0" actId="47"/>
        <pc:sldMkLst>
          <pc:docMk/>
          <pc:sldMk cId="0" sldId="2147479591"/>
        </pc:sldMkLst>
      </pc:sldChg>
      <pc:sldChg chg="del">
        <pc:chgData name="Jenkins NS" userId="8bdba4d2-1367-40cf-ad35-f59b31261896" providerId="ADAL" clId="{589DD08C-61DE-4FF6-B5A3-AEEE15003728}" dt="2026-10-22T20:53:43.579" v="0" actId="47"/>
        <pc:sldMkLst>
          <pc:docMk/>
          <pc:sldMk cId="172466689" sldId="2147479598"/>
        </pc:sldMkLst>
      </pc:sldChg>
      <pc:sldChg chg="ord">
        <pc:chgData name="Jenkins NS" userId="8bdba4d2-1367-40cf-ad35-f59b31261896" providerId="ADAL" clId="{589DD08C-61DE-4FF6-B5A3-AEEE15003728}" dt="2026-10-22T20:53:47.113" v="2"/>
        <pc:sldMkLst>
          <pc:docMk/>
          <pc:sldMk cId="1525641040" sldId="2147479603"/>
        </pc:sldMkLst>
      </pc:sldChg>
    </pc:docChg>
  </pc:docChgLst>
  <pc:docChgLst>
    <pc:chgData name="Jenkins NS" userId="8bdba4d2-1367-40cf-ad35-f59b31261896" providerId="ADAL" clId="{E70A55F8-7D50-41B4-9023-6706A90C6A87}"/>
    <pc:docChg chg="custSel addSld delSld modSld">
      <pc:chgData name="Jenkins NS" userId="8bdba4d2-1367-40cf-ad35-f59b31261896" providerId="ADAL" clId="{E70A55F8-7D50-41B4-9023-6706A90C6A87}" dt="2026-10-23T06:05:33.972" v="13" actId="478"/>
      <pc:docMkLst>
        <pc:docMk/>
      </pc:docMkLst>
      <pc:sldChg chg="delSp add mod setBg">
        <pc:chgData name="Jenkins NS" userId="8bdba4d2-1367-40cf-ad35-f59b31261896" providerId="ADAL" clId="{E70A55F8-7D50-41B4-9023-6706A90C6A87}" dt="2026-10-23T06:05:19.905" v="8" actId="478"/>
        <pc:sldMkLst>
          <pc:docMk/>
          <pc:sldMk cId="0" sldId="257"/>
        </pc:sldMkLst>
        <pc:spChg chg="del">
          <ac:chgData name="Jenkins NS" userId="8bdba4d2-1367-40cf-ad35-f59b31261896" providerId="ADAL" clId="{E70A55F8-7D50-41B4-9023-6706A90C6A87}" dt="2026-10-23T06:05:19.905" v="8" actId="478"/>
          <ac:spMkLst>
            <pc:docMk/>
            <pc:sldMk cId="0" sldId="257"/>
            <ac:spMk id="10" creationId="{00000000-0000-0000-0000-000000000000}"/>
          </ac:spMkLst>
        </pc:spChg>
      </pc:sldChg>
      <pc:sldChg chg="delSp add del mod setBg">
        <pc:chgData name="Jenkins NS" userId="8bdba4d2-1367-40cf-ad35-f59b31261896" providerId="ADAL" clId="{E70A55F8-7D50-41B4-9023-6706A90C6A87}" dt="2026-10-23T06:05:23.889" v="9" actId="478"/>
        <pc:sldMkLst>
          <pc:docMk/>
          <pc:sldMk cId="0" sldId="258"/>
        </pc:sldMkLst>
        <pc:spChg chg="del">
          <ac:chgData name="Jenkins NS" userId="8bdba4d2-1367-40cf-ad35-f59b31261896" providerId="ADAL" clId="{E70A55F8-7D50-41B4-9023-6706A90C6A87}" dt="2026-10-23T06:05:23.889" v="9" actId="478"/>
          <ac:spMkLst>
            <pc:docMk/>
            <pc:sldMk cId="0" sldId="258"/>
            <ac:spMk id="12" creationId="{00000000-0000-0000-0000-000000000000}"/>
          </ac:spMkLst>
        </pc:spChg>
      </pc:sldChg>
      <pc:sldChg chg="delSp add del mod setBg">
        <pc:chgData name="Jenkins NS" userId="8bdba4d2-1367-40cf-ad35-f59b31261896" providerId="ADAL" clId="{E70A55F8-7D50-41B4-9023-6706A90C6A87}" dt="2026-10-23T06:05:27.025" v="10" actId="478"/>
        <pc:sldMkLst>
          <pc:docMk/>
          <pc:sldMk cId="0" sldId="259"/>
        </pc:sldMkLst>
        <pc:spChg chg="del">
          <ac:chgData name="Jenkins NS" userId="8bdba4d2-1367-40cf-ad35-f59b31261896" providerId="ADAL" clId="{E70A55F8-7D50-41B4-9023-6706A90C6A87}" dt="2026-10-23T06:05:27.025" v="10" actId="478"/>
          <ac:spMkLst>
            <pc:docMk/>
            <pc:sldMk cId="0" sldId="259"/>
            <ac:spMk id="4" creationId="{00000000-0000-0000-0000-000000000000}"/>
          </ac:spMkLst>
        </pc:spChg>
      </pc:sldChg>
      <pc:sldChg chg="delSp add del mod setBg">
        <pc:chgData name="Jenkins NS" userId="8bdba4d2-1367-40cf-ad35-f59b31261896" providerId="ADAL" clId="{E70A55F8-7D50-41B4-9023-6706A90C6A87}" dt="2026-10-23T06:05:29.207" v="11" actId="478"/>
        <pc:sldMkLst>
          <pc:docMk/>
          <pc:sldMk cId="0" sldId="260"/>
        </pc:sldMkLst>
        <pc:spChg chg="del">
          <ac:chgData name="Jenkins NS" userId="8bdba4d2-1367-40cf-ad35-f59b31261896" providerId="ADAL" clId="{E70A55F8-7D50-41B4-9023-6706A90C6A87}" dt="2026-10-23T06:05:29.207" v="11" actId="478"/>
          <ac:spMkLst>
            <pc:docMk/>
            <pc:sldMk cId="0" sldId="260"/>
            <ac:spMk id="19" creationId="{00000000-0000-0000-0000-000000000000}"/>
          </ac:spMkLst>
        </pc:spChg>
      </pc:sldChg>
      <pc:sldChg chg="delSp add del mod setBg">
        <pc:chgData name="Jenkins NS" userId="8bdba4d2-1367-40cf-ad35-f59b31261896" providerId="ADAL" clId="{E70A55F8-7D50-41B4-9023-6706A90C6A87}" dt="2026-10-23T06:05:31.608" v="12" actId="478"/>
        <pc:sldMkLst>
          <pc:docMk/>
          <pc:sldMk cId="0" sldId="261"/>
        </pc:sldMkLst>
        <pc:spChg chg="del">
          <ac:chgData name="Jenkins NS" userId="8bdba4d2-1367-40cf-ad35-f59b31261896" providerId="ADAL" clId="{E70A55F8-7D50-41B4-9023-6706A90C6A87}" dt="2026-10-23T06:05:31.608" v="12" actId="478"/>
          <ac:spMkLst>
            <pc:docMk/>
            <pc:sldMk cId="0" sldId="261"/>
            <ac:spMk id="12" creationId="{00000000-0000-0000-0000-000000000000}"/>
          </ac:spMkLst>
        </pc:spChg>
      </pc:sldChg>
      <pc:sldChg chg="delSp add del mod setBg">
        <pc:chgData name="Jenkins NS" userId="8bdba4d2-1367-40cf-ad35-f59b31261896" providerId="ADAL" clId="{E70A55F8-7D50-41B4-9023-6706A90C6A87}" dt="2026-10-23T06:05:33.972" v="13" actId="478"/>
        <pc:sldMkLst>
          <pc:docMk/>
          <pc:sldMk cId="0" sldId="262"/>
        </pc:sldMkLst>
        <pc:spChg chg="del">
          <ac:chgData name="Jenkins NS" userId="8bdba4d2-1367-40cf-ad35-f59b31261896" providerId="ADAL" clId="{E70A55F8-7D50-41B4-9023-6706A90C6A87}" dt="2026-10-23T06:05:33.972" v="13" actId="478"/>
          <ac:spMkLst>
            <pc:docMk/>
            <pc:sldMk cId="0" sldId="262"/>
            <ac:spMk id="13" creationId="{00000000-0000-0000-0000-000000000000}"/>
          </ac:spMkLst>
        </pc:spChg>
      </pc:sldChg>
      <pc:sldChg chg="del">
        <pc:chgData name="Jenkins NS" userId="8bdba4d2-1367-40cf-ad35-f59b31261896" providerId="ADAL" clId="{E70A55F8-7D50-41B4-9023-6706A90C6A87}" dt="2026-10-23T05:55:04.943" v="0" actId="47"/>
        <pc:sldMkLst>
          <pc:docMk/>
          <pc:sldMk cId="0" sldId="263"/>
        </pc:sldMkLst>
      </pc:sldChg>
      <pc:sldChg chg="del">
        <pc:chgData name="Jenkins NS" userId="8bdba4d2-1367-40cf-ad35-f59b31261896" providerId="ADAL" clId="{E70A55F8-7D50-41B4-9023-6706A90C6A87}" dt="2026-10-23T05:55:04.943" v="0" actId="47"/>
        <pc:sldMkLst>
          <pc:docMk/>
          <pc:sldMk cId="0" sldId="264"/>
        </pc:sldMkLst>
      </pc:sldChg>
      <pc:sldChg chg="del">
        <pc:chgData name="Jenkins NS" userId="8bdba4d2-1367-40cf-ad35-f59b31261896" providerId="ADAL" clId="{E70A55F8-7D50-41B4-9023-6706A90C6A87}" dt="2026-10-23T05:55:04.943" v="0" actId="47"/>
        <pc:sldMkLst>
          <pc:docMk/>
          <pc:sldMk cId="0" sldId="265"/>
        </pc:sldMkLst>
      </pc:sldChg>
      <pc:sldChg chg="del">
        <pc:chgData name="Jenkins NS" userId="8bdba4d2-1367-40cf-ad35-f59b31261896" providerId="ADAL" clId="{E70A55F8-7D50-41B4-9023-6706A90C6A87}" dt="2026-10-23T05:55:04.943" v="0" actId="47"/>
        <pc:sldMkLst>
          <pc:docMk/>
          <pc:sldMk cId="0" sldId="266"/>
        </pc:sldMkLst>
      </pc:sldChg>
      <pc:sldChg chg="del">
        <pc:chgData name="Jenkins NS" userId="8bdba4d2-1367-40cf-ad35-f59b31261896" providerId="ADAL" clId="{E70A55F8-7D50-41B4-9023-6706A90C6A87}" dt="2026-10-23T05:55:04.943" v="0" actId="47"/>
        <pc:sldMkLst>
          <pc:docMk/>
          <pc:sldMk cId="0" sldId="268"/>
        </pc:sldMkLst>
      </pc:sldChg>
      <pc:sldChg chg="del">
        <pc:chgData name="Jenkins NS" userId="8bdba4d2-1367-40cf-ad35-f59b31261896" providerId="ADAL" clId="{E70A55F8-7D50-41B4-9023-6706A90C6A87}" dt="2026-10-23T05:55:04.943" v="0" actId="47"/>
        <pc:sldMkLst>
          <pc:docMk/>
          <pc:sldMk cId="0" sldId="269"/>
        </pc:sldMkLst>
      </pc:sldChg>
      <pc:sldChg chg="del">
        <pc:chgData name="Jenkins NS" userId="8bdba4d2-1367-40cf-ad35-f59b31261896" providerId="ADAL" clId="{E70A55F8-7D50-41B4-9023-6706A90C6A87}" dt="2026-10-23T05:55:04.943" v="0" actId="47"/>
        <pc:sldMkLst>
          <pc:docMk/>
          <pc:sldMk cId="0" sldId="270"/>
        </pc:sldMkLst>
      </pc:sldChg>
      <pc:sldChg chg="del">
        <pc:chgData name="Jenkins NS" userId="8bdba4d2-1367-40cf-ad35-f59b31261896" providerId="ADAL" clId="{E70A55F8-7D50-41B4-9023-6706A90C6A87}" dt="2026-10-23T05:55:04.943" v="0" actId="47"/>
        <pc:sldMkLst>
          <pc:docMk/>
          <pc:sldMk cId="0" sldId="271"/>
        </pc:sldMkLst>
      </pc:sldChg>
      <pc:sldChg chg="del">
        <pc:chgData name="Jenkins NS" userId="8bdba4d2-1367-40cf-ad35-f59b31261896" providerId="ADAL" clId="{E70A55F8-7D50-41B4-9023-6706A90C6A87}" dt="2026-10-23T05:55:04.943" v="0" actId="47"/>
        <pc:sldMkLst>
          <pc:docMk/>
          <pc:sldMk cId="0" sldId="272"/>
        </pc:sldMkLst>
      </pc:sldChg>
      <pc:sldChg chg="del">
        <pc:chgData name="Jenkins NS" userId="8bdba4d2-1367-40cf-ad35-f59b31261896" providerId="ADAL" clId="{E70A55F8-7D50-41B4-9023-6706A90C6A87}" dt="2026-10-23T05:55:04.943" v="0" actId="47"/>
        <pc:sldMkLst>
          <pc:docMk/>
          <pc:sldMk cId="0" sldId="273"/>
        </pc:sldMkLst>
      </pc:sldChg>
      <pc:sldChg chg="del">
        <pc:chgData name="Jenkins NS" userId="8bdba4d2-1367-40cf-ad35-f59b31261896" providerId="ADAL" clId="{E70A55F8-7D50-41B4-9023-6706A90C6A87}" dt="2026-10-23T05:55:04.943" v="0" actId="47"/>
        <pc:sldMkLst>
          <pc:docMk/>
          <pc:sldMk cId="0" sldId="274"/>
        </pc:sldMkLst>
      </pc:sldChg>
      <pc:sldChg chg="del">
        <pc:chgData name="Jenkins NS" userId="8bdba4d2-1367-40cf-ad35-f59b31261896" providerId="ADAL" clId="{E70A55F8-7D50-41B4-9023-6706A90C6A87}" dt="2026-10-23T05:55:04.943" v="0" actId="47"/>
        <pc:sldMkLst>
          <pc:docMk/>
          <pc:sldMk cId="0" sldId="275"/>
        </pc:sldMkLst>
      </pc:sldChg>
      <pc:sldChg chg="add">
        <pc:chgData name="Jenkins NS" userId="8bdba4d2-1367-40cf-ad35-f59b31261896" providerId="ADAL" clId="{E70A55F8-7D50-41B4-9023-6706A90C6A87}" dt="2026-10-23T06:04:03.695" v="5"/>
        <pc:sldMkLst>
          <pc:docMk/>
          <pc:sldMk cId="1488354913" sldId="2147471059"/>
        </pc:sldMkLst>
      </pc:sldChg>
      <pc:sldChg chg="add">
        <pc:chgData name="Jenkins NS" userId="8bdba4d2-1367-40cf-ad35-f59b31261896" providerId="ADAL" clId="{E70A55F8-7D50-41B4-9023-6706A90C6A87}" dt="2026-10-23T06:04:03.695" v="5"/>
        <pc:sldMkLst>
          <pc:docMk/>
          <pc:sldMk cId="4128555809" sldId="2147471061"/>
        </pc:sldMkLst>
      </pc:sldChg>
      <pc:sldChg chg="modSp mod">
        <pc:chgData name="Jenkins NS" userId="8bdba4d2-1367-40cf-ad35-f59b31261896" providerId="ADAL" clId="{E70A55F8-7D50-41B4-9023-6706A90C6A87}" dt="2026-10-23T06:00:05.772" v="4" actId="20577"/>
        <pc:sldMkLst>
          <pc:docMk/>
          <pc:sldMk cId="3585144251" sldId="2147479602"/>
        </pc:sldMkLst>
        <pc:spChg chg="mod">
          <ac:chgData name="Jenkins NS" userId="8bdba4d2-1367-40cf-ad35-f59b31261896" providerId="ADAL" clId="{E70A55F8-7D50-41B4-9023-6706A90C6A87}" dt="2026-10-23T06:00:05.772" v="4" actId="20577"/>
          <ac:spMkLst>
            <pc:docMk/>
            <pc:sldMk cId="3585144251" sldId="2147479602"/>
            <ac:spMk id="5" creationId="{C5C36B88-BDFD-29D8-DA60-E1A871D76BCB}"/>
          </ac:spMkLst>
        </pc:spChg>
      </pc:sldChg>
      <pc:sldChg chg="add">
        <pc:chgData name="Jenkins NS" userId="8bdba4d2-1367-40cf-ad35-f59b31261896" providerId="ADAL" clId="{E70A55F8-7D50-41B4-9023-6706A90C6A87}" dt="2026-10-23T06:04:03.695" v="5"/>
        <pc:sldMkLst>
          <pc:docMk/>
          <pc:sldMk cId="776803424" sldId="2147482267"/>
        </pc:sldMkLst>
      </pc:sldChg>
      <pc:sldChg chg="add">
        <pc:chgData name="Jenkins NS" userId="8bdba4d2-1367-40cf-ad35-f59b31261896" providerId="ADAL" clId="{E70A55F8-7D50-41B4-9023-6706A90C6A87}" dt="2026-10-23T06:04:03.695" v="5"/>
        <pc:sldMkLst>
          <pc:docMk/>
          <pc:sldMk cId="3940752053" sldId="2147482268"/>
        </pc:sldMkLst>
      </pc:sldChg>
      <pc:sldChg chg="add">
        <pc:chgData name="Jenkins NS" userId="8bdba4d2-1367-40cf-ad35-f59b31261896" providerId="ADAL" clId="{E70A55F8-7D50-41B4-9023-6706A90C6A87}" dt="2026-10-23T06:04:03.695" v="5"/>
        <pc:sldMkLst>
          <pc:docMk/>
          <pc:sldMk cId="4025133718" sldId="2147482372"/>
        </pc:sldMkLst>
      </pc:sldChg>
      <pc:sldChg chg="add">
        <pc:chgData name="Jenkins NS" userId="8bdba4d2-1367-40cf-ad35-f59b31261896" providerId="ADAL" clId="{E70A55F8-7D50-41B4-9023-6706A90C6A87}" dt="2026-10-23T06:04:24.308" v="6"/>
        <pc:sldMkLst>
          <pc:docMk/>
          <pc:sldMk cId="4195515144" sldId="2147482374"/>
        </pc:sldMkLst>
      </pc:sldChg>
      <pc:sldMasterChg chg="delSldLayout">
        <pc:chgData name="Jenkins NS" userId="8bdba4d2-1367-40cf-ad35-f59b31261896" providerId="ADAL" clId="{E70A55F8-7D50-41B4-9023-6706A90C6A87}" dt="2026-10-23T05:55:04.943" v="0" actId="47"/>
        <pc:sldMasterMkLst>
          <pc:docMk/>
          <pc:sldMasterMk cId="975404246" sldId="2147483648"/>
        </pc:sldMasterMkLst>
        <pc:sldLayoutChg chg="del">
          <pc:chgData name="Jenkins NS" userId="8bdba4d2-1367-40cf-ad35-f59b31261896" providerId="ADAL" clId="{E70A55F8-7D50-41B4-9023-6706A90C6A87}" dt="2026-10-23T05:55:04.943" v="0" actId="47"/>
          <pc:sldLayoutMkLst>
            <pc:docMk/>
            <pc:sldMasterMk cId="975404246" sldId="2147483648"/>
            <pc:sldLayoutMk cId="93244970" sldId="2147483741"/>
          </pc:sldLayoutMkLst>
        </pc:sldLayoutChg>
      </pc:sldMasterChg>
    </pc:docChg>
  </pc:docChgLst>
  <pc:docChgLst>
    <pc:chgData name="Jenkins NS" userId="8bdba4d2-1367-40cf-ad35-f59b31261896" providerId="ADAL" clId="{9DF06EC0-6773-4754-B5CF-3A86373E55DF}"/>
    <pc:docChg chg="undo custSel addSld delSld modSld sldOrd modMainMaster">
      <pc:chgData name="Jenkins NS" userId="8bdba4d2-1367-40cf-ad35-f59b31261896" providerId="ADAL" clId="{9DF06EC0-6773-4754-B5CF-3A86373E55DF}" dt="2026-10-22T17:16:18.362" v="499" actId="20577"/>
      <pc:docMkLst>
        <pc:docMk/>
      </pc:docMkLst>
      <pc:sldChg chg="modSp add del mod">
        <pc:chgData name="Jenkins NS" userId="8bdba4d2-1367-40cf-ad35-f59b31261896" providerId="ADAL" clId="{9DF06EC0-6773-4754-B5CF-3A86373E55DF}" dt="2026-10-21T19:54:46.195" v="300"/>
        <pc:sldMkLst>
          <pc:docMk/>
          <pc:sldMk cId="0" sldId="256"/>
        </pc:sldMkLst>
      </pc:sldChg>
      <pc:sldChg chg="modSp add mod">
        <pc:chgData name="Jenkins NS" userId="8bdba4d2-1367-40cf-ad35-f59b31261896" providerId="ADAL" clId="{9DF06EC0-6773-4754-B5CF-3A86373E55DF}" dt="2026-10-21T19:44:54.496" v="293" actId="123"/>
        <pc:sldMkLst>
          <pc:docMk/>
          <pc:sldMk cId="0" sldId="257"/>
        </pc:sldMkLst>
      </pc:sldChg>
      <pc:sldChg chg="add">
        <pc:chgData name="Jenkins NS" userId="8bdba4d2-1367-40cf-ad35-f59b31261896" providerId="ADAL" clId="{9DF06EC0-6773-4754-B5CF-3A86373E55DF}" dt="2026-10-21T19:44:09.197" v="292"/>
        <pc:sldMkLst>
          <pc:docMk/>
          <pc:sldMk cId="0" sldId="258"/>
        </pc:sldMkLst>
      </pc:sldChg>
      <pc:sldChg chg="add">
        <pc:chgData name="Jenkins NS" userId="8bdba4d2-1367-40cf-ad35-f59b31261896" providerId="ADAL" clId="{9DF06EC0-6773-4754-B5CF-3A86373E55DF}" dt="2026-10-21T19:44:09.197" v="292"/>
        <pc:sldMkLst>
          <pc:docMk/>
          <pc:sldMk cId="0" sldId="259"/>
        </pc:sldMkLst>
      </pc:sldChg>
      <pc:sldChg chg="add">
        <pc:chgData name="Jenkins NS" userId="8bdba4d2-1367-40cf-ad35-f59b31261896" providerId="ADAL" clId="{9DF06EC0-6773-4754-B5CF-3A86373E55DF}" dt="2026-10-21T19:44:09.197" v="292"/>
        <pc:sldMkLst>
          <pc:docMk/>
          <pc:sldMk cId="0" sldId="260"/>
        </pc:sldMkLst>
      </pc:sldChg>
      <pc:sldChg chg="add">
        <pc:chgData name="Jenkins NS" userId="8bdba4d2-1367-40cf-ad35-f59b31261896" providerId="ADAL" clId="{9DF06EC0-6773-4754-B5CF-3A86373E55DF}" dt="2026-10-21T19:44:09.197" v="292"/>
        <pc:sldMkLst>
          <pc:docMk/>
          <pc:sldMk cId="0" sldId="261"/>
        </pc:sldMkLst>
      </pc:sldChg>
      <pc:sldChg chg="add">
        <pc:chgData name="Jenkins NS" userId="8bdba4d2-1367-40cf-ad35-f59b31261896" providerId="ADAL" clId="{9DF06EC0-6773-4754-B5CF-3A86373E55DF}" dt="2026-10-21T19:44:09.197" v="292"/>
        <pc:sldMkLst>
          <pc:docMk/>
          <pc:sldMk cId="0" sldId="262"/>
        </pc:sldMkLst>
      </pc:sldChg>
      <pc:sldChg chg="delSp modSp add del mod setBg">
        <pc:chgData name="Jenkins NS" userId="8bdba4d2-1367-40cf-ad35-f59b31261896" providerId="ADAL" clId="{9DF06EC0-6773-4754-B5CF-3A86373E55DF}" dt="2026-10-21T20:11:07.284" v="355" actId="478"/>
        <pc:sldMkLst>
          <pc:docMk/>
          <pc:sldMk cId="0" sldId="263"/>
        </pc:sldMkLst>
      </pc:sldChg>
      <pc:sldChg chg="delSp modSp add del mod setBg">
        <pc:chgData name="Jenkins NS" userId="8bdba4d2-1367-40cf-ad35-f59b31261896" providerId="ADAL" clId="{9DF06EC0-6773-4754-B5CF-3A86373E55DF}" dt="2026-10-21T20:11:34.235" v="359"/>
        <pc:sldMkLst>
          <pc:docMk/>
          <pc:sldMk cId="0" sldId="264"/>
        </pc:sldMkLst>
      </pc:sldChg>
      <pc:sldChg chg="add del setBg">
        <pc:chgData name="Jenkins NS" userId="8bdba4d2-1367-40cf-ad35-f59b31261896" providerId="ADAL" clId="{9DF06EC0-6773-4754-B5CF-3A86373E55DF}" dt="2026-10-21T22:16:56.748" v="401"/>
        <pc:sldMkLst>
          <pc:docMk/>
          <pc:sldMk cId="0" sldId="265"/>
        </pc:sldMkLst>
      </pc:sldChg>
      <pc:sldChg chg="delSp modSp mod ord">
        <pc:chgData name="Jenkins NS" userId="8bdba4d2-1367-40cf-ad35-f59b31261896" providerId="ADAL" clId="{9DF06EC0-6773-4754-B5CF-3A86373E55DF}" dt="2026-10-21T19:43:22.468" v="290" actId="1076"/>
        <pc:sldMkLst>
          <pc:docMk/>
          <pc:sldMk cId="101198574" sldId="1611"/>
        </pc:sldMkLst>
      </pc:sldChg>
      <pc:sldChg chg="add del">
        <pc:chgData name="Jenkins NS" userId="8bdba4d2-1367-40cf-ad35-f59b31261896" providerId="ADAL" clId="{9DF06EC0-6773-4754-B5CF-3A86373E55DF}" dt="2026-10-21T22:20:53.660" v="422"/>
        <pc:sldMkLst>
          <pc:docMk/>
          <pc:sldMk cId="2497367714" sldId="2044"/>
        </pc:sldMkLst>
      </pc:sldChg>
      <pc:sldChg chg="add del">
        <pc:chgData name="Jenkins NS" userId="8bdba4d2-1367-40cf-ad35-f59b31261896" providerId="ADAL" clId="{9DF06EC0-6773-4754-B5CF-3A86373E55DF}" dt="2026-10-21T22:20:53.660" v="422"/>
        <pc:sldMkLst>
          <pc:docMk/>
          <pc:sldMk cId="3099915628" sldId="2045"/>
        </pc:sldMkLst>
      </pc:sldChg>
      <pc:sldChg chg="add">
        <pc:chgData name="Jenkins NS" userId="8bdba4d2-1367-40cf-ad35-f59b31261896" providerId="ADAL" clId="{9DF06EC0-6773-4754-B5CF-3A86373E55DF}" dt="2026-10-21T22:21:05.484" v="423"/>
        <pc:sldMkLst>
          <pc:docMk/>
          <pc:sldMk cId="1470740852" sldId="2047"/>
        </pc:sldMkLst>
      </pc:sldChg>
      <pc:sldChg chg="modSp add mod">
        <pc:chgData name="Jenkins NS" userId="8bdba4d2-1367-40cf-ad35-f59b31261896" providerId="ADAL" clId="{9DF06EC0-6773-4754-B5CF-3A86373E55DF}" dt="2026-10-21T22:21:20.971" v="430" actId="20577"/>
        <pc:sldMkLst>
          <pc:docMk/>
          <pc:sldMk cId="2010521932" sldId="2048"/>
        </pc:sldMkLst>
      </pc:sldChg>
      <pc:sldChg chg="del">
        <pc:chgData name="Jenkins NS" userId="8bdba4d2-1367-40cf-ad35-f59b31261896" providerId="ADAL" clId="{9DF06EC0-6773-4754-B5CF-3A86373E55DF}" dt="2026-10-21T19:24:49.810" v="0" actId="47"/>
        <pc:sldMkLst>
          <pc:docMk/>
          <pc:sldMk cId="3432255962" sldId="4611"/>
        </pc:sldMkLst>
      </pc:sldChg>
      <pc:sldChg chg="add del">
        <pc:chgData name="Jenkins NS" userId="8bdba4d2-1367-40cf-ad35-f59b31261896" providerId="ADAL" clId="{9DF06EC0-6773-4754-B5CF-3A86373E55DF}" dt="2026-10-21T22:20:53.660" v="422"/>
        <pc:sldMkLst>
          <pc:docMk/>
          <pc:sldMk cId="254325681" sldId="10819"/>
        </pc:sldMkLst>
      </pc:sldChg>
      <pc:sldChg chg="add del">
        <pc:chgData name="Jenkins NS" userId="8bdba4d2-1367-40cf-ad35-f59b31261896" providerId="ADAL" clId="{9DF06EC0-6773-4754-B5CF-3A86373E55DF}" dt="2026-10-21T22:20:53.660" v="422"/>
        <pc:sldMkLst>
          <pc:docMk/>
          <pc:sldMk cId="220853581" sldId="2076136495"/>
        </pc:sldMkLst>
      </pc:sldChg>
      <pc:sldChg chg="add del">
        <pc:chgData name="Jenkins NS" userId="8bdba4d2-1367-40cf-ad35-f59b31261896" providerId="ADAL" clId="{9DF06EC0-6773-4754-B5CF-3A86373E55DF}" dt="2026-10-21T22:20:53.660" v="422"/>
        <pc:sldMkLst>
          <pc:docMk/>
          <pc:sldMk cId="3937804750" sldId="2076136496"/>
        </pc:sldMkLst>
      </pc:sldChg>
      <pc:sldChg chg="del">
        <pc:chgData name="Jenkins NS" userId="8bdba4d2-1367-40cf-ad35-f59b31261896" providerId="ADAL" clId="{9DF06EC0-6773-4754-B5CF-3A86373E55DF}" dt="2026-10-21T19:24:49.810" v="0" actId="47"/>
        <pc:sldMkLst>
          <pc:docMk/>
          <pc:sldMk cId="1609509673" sldId="2076137798"/>
        </pc:sldMkLst>
      </pc:sldChg>
      <pc:sldChg chg="modSp add mod">
        <pc:chgData name="Jenkins NS" userId="8bdba4d2-1367-40cf-ad35-f59b31261896" providerId="ADAL" clId="{9DF06EC0-6773-4754-B5CF-3A86373E55DF}" dt="2026-10-21T19:27:40.114" v="38" actId="20577"/>
        <pc:sldMkLst>
          <pc:docMk/>
          <pc:sldMk cId="0" sldId="2142533482"/>
        </pc:sldMkLst>
      </pc:sldChg>
      <pc:sldChg chg="addSp delSp modSp add mod">
        <pc:chgData name="Jenkins NS" userId="8bdba4d2-1367-40cf-ad35-f59b31261896" providerId="ADAL" clId="{9DF06EC0-6773-4754-B5CF-3A86373E55DF}" dt="2026-10-22T17:11:01.115" v="471" actId="20577"/>
        <pc:sldMkLst>
          <pc:docMk/>
          <pc:sldMk cId="4060601304" sldId="2147479557"/>
        </pc:sldMkLst>
        <pc:spChg chg="mod">
          <ac:chgData name="Jenkins NS" userId="8bdba4d2-1367-40cf-ad35-f59b31261896" providerId="ADAL" clId="{9DF06EC0-6773-4754-B5CF-3A86373E55DF}" dt="2026-10-22T17:11:01.115" v="471" actId="20577"/>
          <ac:spMkLst>
            <pc:docMk/>
            <pc:sldMk cId="4060601304" sldId="2147479557"/>
            <ac:spMk id="6" creationId="{A3E08FA2-C73F-A01D-C334-4FAC0DB0C177}"/>
          </ac:spMkLst>
        </pc:spChg>
        <pc:spChg chg="add mod">
          <ac:chgData name="Jenkins NS" userId="8bdba4d2-1367-40cf-ad35-f59b31261896" providerId="ADAL" clId="{9DF06EC0-6773-4754-B5CF-3A86373E55DF}" dt="2026-10-21T20:07:12.837" v="328" actId="14100"/>
          <ac:spMkLst>
            <pc:docMk/>
            <pc:sldMk cId="4060601304" sldId="2147479557"/>
            <ac:spMk id="11" creationId="{14201019-6AD5-8165-776C-55816BE8B289}"/>
          </ac:spMkLst>
        </pc:spChg>
        <pc:spChg chg="add mod">
          <ac:chgData name="Jenkins NS" userId="8bdba4d2-1367-40cf-ad35-f59b31261896" providerId="ADAL" clId="{9DF06EC0-6773-4754-B5CF-3A86373E55DF}" dt="2026-10-22T17:10:48.335" v="468" actId="1076"/>
          <ac:spMkLst>
            <pc:docMk/>
            <pc:sldMk cId="4060601304" sldId="2147479557"/>
            <ac:spMk id="13" creationId="{FBBF71FA-8F76-EC43-39ED-B9EB4ACE33D2}"/>
          </ac:spMkLst>
        </pc:spChg>
        <pc:spChg chg="add mod">
          <ac:chgData name="Jenkins NS" userId="8bdba4d2-1367-40cf-ad35-f59b31261896" providerId="ADAL" clId="{9DF06EC0-6773-4754-B5CF-3A86373E55DF}" dt="2026-10-21T20:07:10.525" v="327" actId="14100"/>
          <ac:spMkLst>
            <pc:docMk/>
            <pc:sldMk cId="4060601304" sldId="2147479557"/>
            <ac:spMk id="14" creationId="{89775C04-67D4-DEBA-335E-62C26F4E3ED8}"/>
          </ac:spMkLst>
        </pc:spChg>
      </pc:sldChg>
      <pc:sldChg chg="delSp modSp add mod">
        <pc:chgData name="Jenkins NS" userId="8bdba4d2-1367-40cf-ad35-f59b31261896" providerId="ADAL" clId="{9DF06EC0-6773-4754-B5CF-3A86373E55DF}" dt="2026-10-21T19:43:29.848" v="291" actId="113"/>
        <pc:sldMkLst>
          <pc:docMk/>
          <pc:sldMk cId="1451565363" sldId="2147479572"/>
        </pc:sldMkLst>
      </pc:sldChg>
      <pc:sldChg chg="add del modNotesTx">
        <pc:chgData name="Jenkins NS" userId="8bdba4d2-1367-40cf-ad35-f59b31261896" providerId="ADAL" clId="{9DF06EC0-6773-4754-B5CF-3A86373E55DF}" dt="2026-10-21T19:57:56.902" v="308" actId="20577"/>
        <pc:sldMkLst>
          <pc:docMk/>
          <pc:sldMk cId="0" sldId="2147479573"/>
        </pc:sldMkLst>
      </pc:sldChg>
      <pc:sldChg chg="add del">
        <pc:chgData name="Jenkins NS" userId="8bdba4d2-1367-40cf-ad35-f59b31261896" providerId="ADAL" clId="{9DF06EC0-6773-4754-B5CF-3A86373E55DF}" dt="2026-10-21T19:55:04.156" v="303"/>
        <pc:sldMkLst>
          <pc:docMk/>
          <pc:sldMk cId="0" sldId="2147479574"/>
        </pc:sldMkLst>
      </pc:sldChg>
      <pc:sldChg chg="add del">
        <pc:chgData name="Jenkins NS" userId="8bdba4d2-1367-40cf-ad35-f59b31261896" providerId="ADAL" clId="{9DF06EC0-6773-4754-B5CF-3A86373E55DF}" dt="2026-10-21T19:55:04.156" v="303"/>
        <pc:sldMkLst>
          <pc:docMk/>
          <pc:sldMk cId="0" sldId="2147479575"/>
        </pc:sldMkLst>
      </pc:sldChg>
      <pc:sldChg chg="add del">
        <pc:chgData name="Jenkins NS" userId="8bdba4d2-1367-40cf-ad35-f59b31261896" providerId="ADAL" clId="{9DF06EC0-6773-4754-B5CF-3A86373E55DF}" dt="2026-10-21T19:55:04.156" v="303"/>
        <pc:sldMkLst>
          <pc:docMk/>
          <pc:sldMk cId="0" sldId="2147479576"/>
        </pc:sldMkLst>
      </pc:sldChg>
      <pc:sldChg chg="add del">
        <pc:chgData name="Jenkins NS" userId="8bdba4d2-1367-40cf-ad35-f59b31261896" providerId="ADAL" clId="{9DF06EC0-6773-4754-B5CF-3A86373E55DF}" dt="2026-10-21T19:55:04.156" v="303"/>
        <pc:sldMkLst>
          <pc:docMk/>
          <pc:sldMk cId="0" sldId="2147479577"/>
        </pc:sldMkLst>
      </pc:sldChg>
      <pc:sldChg chg="add">
        <pc:chgData name="Jenkins NS" userId="8bdba4d2-1367-40cf-ad35-f59b31261896" providerId="ADAL" clId="{9DF06EC0-6773-4754-B5CF-3A86373E55DF}" dt="2026-10-21T19:55:55.468" v="304"/>
        <pc:sldMkLst>
          <pc:docMk/>
          <pc:sldMk cId="0" sldId="2147479578"/>
        </pc:sldMkLst>
      </pc:sldChg>
      <pc:sldChg chg="addSp modSp add del mod setBg">
        <pc:chgData name="Jenkins NS" userId="8bdba4d2-1367-40cf-ad35-f59b31261896" providerId="ADAL" clId="{9DF06EC0-6773-4754-B5CF-3A86373E55DF}" dt="2026-10-21T20:12:56.506" v="377"/>
        <pc:sldMkLst>
          <pc:docMk/>
          <pc:sldMk cId="0" sldId="2147479579"/>
        </pc:sldMkLst>
      </pc:sldChg>
      <pc:sldChg chg="delSp add del mod setBg">
        <pc:chgData name="Jenkins NS" userId="8bdba4d2-1367-40cf-ad35-f59b31261896" providerId="ADAL" clId="{9DF06EC0-6773-4754-B5CF-3A86373E55DF}" dt="2026-10-21T20:10:06.987" v="342" actId="478"/>
        <pc:sldMkLst>
          <pc:docMk/>
          <pc:sldMk cId="0" sldId="2147479580"/>
        </pc:sldMkLst>
      </pc:sldChg>
      <pc:sldChg chg="delSp add del mod setBg">
        <pc:chgData name="Jenkins NS" userId="8bdba4d2-1367-40cf-ad35-f59b31261896" providerId="ADAL" clId="{9DF06EC0-6773-4754-B5CF-3A86373E55DF}" dt="2026-10-21T20:10:14.773" v="344" actId="478"/>
        <pc:sldMkLst>
          <pc:docMk/>
          <pc:sldMk cId="0" sldId="2147479581"/>
        </pc:sldMkLst>
      </pc:sldChg>
      <pc:sldChg chg="delSp add del mod setBg">
        <pc:chgData name="Jenkins NS" userId="8bdba4d2-1367-40cf-ad35-f59b31261896" providerId="ADAL" clId="{9DF06EC0-6773-4754-B5CF-3A86373E55DF}" dt="2026-10-21T20:10:28.364" v="346" actId="478"/>
        <pc:sldMkLst>
          <pc:docMk/>
          <pc:sldMk cId="0" sldId="2147479582"/>
        </pc:sldMkLst>
      </pc:sldChg>
      <pc:sldChg chg="delSp add del mod setBg">
        <pc:chgData name="Jenkins NS" userId="8bdba4d2-1367-40cf-ad35-f59b31261896" providerId="ADAL" clId="{9DF06EC0-6773-4754-B5CF-3A86373E55DF}" dt="2026-10-21T20:10:35.216" v="348" actId="478"/>
        <pc:sldMkLst>
          <pc:docMk/>
          <pc:sldMk cId="0" sldId="2147479583"/>
        </pc:sldMkLst>
      </pc:sldChg>
      <pc:sldChg chg="delSp add del mod setBg">
        <pc:chgData name="Jenkins NS" userId="8bdba4d2-1367-40cf-ad35-f59b31261896" providerId="ADAL" clId="{9DF06EC0-6773-4754-B5CF-3A86373E55DF}" dt="2026-10-21T20:10:43.160" v="350" actId="478"/>
        <pc:sldMkLst>
          <pc:docMk/>
          <pc:sldMk cId="0" sldId="2147479584"/>
        </pc:sldMkLst>
      </pc:sldChg>
      <pc:sldChg chg="delSp add del mod setBg">
        <pc:chgData name="Jenkins NS" userId="8bdba4d2-1367-40cf-ad35-f59b31261896" providerId="ADAL" clId="{9DF06EC0-6773-4754-B5CF-3A86373E55DF}" dt="2026-10-21T20:10:50.318" v="352" actId="478"/>
        <pc:sldMkLst>
          <pc:docMk/>
          <pc:sldMk cId="0" sldId="2147479585"/>
        </pc:sldMkLst>
      </pc:sldChg>
      <pc:sldChg chg="add setBg">
        <pc:chgData name="Jenkins NS" userId="8bdba4d2-1367-40cf-ad35-f59b31261896" providerId="ADAL" clId="{9DF06EC0-6773-4754-B5CF-3A86373E55DF}" dt="2026-10-21T20:18:07.696" v="378"/>
        <pc:sldMkLst>
          <pc:docMk/>
          <pc:sldMk cId="0" sldId="2147479586"/>
        </pc:sldMkLst>
      </pc:sldChg>
      <pc:sldChg chg="add setBg">
        <pc:chgData name="Jenkins NS" userId="8bdba4d2-1367-40cf-ad35-f59b31261896" providerId="ADAL" clId="{9DF06EC0-6773-4754-B5CF-3A86373E55DF}" dt="2026-10-21T20:20:00.238" v="379"/>
        <pc:sldMkLst>
          <pc:docMk/>
          <pc:sldMk cId="0" sldId="2147479587"/>
        </pc:sldMkLst>
      </pc:sldChg>
      <pc:sldChg chg="add del setBg">
        <pc:chgData name="Jenkins NS" userId="8bdba4d2-1367-40cf-ad35-f59b31261896" providerId="ADAL" clId="{9DF06EC0-6773-4754-B5CF-3A86373E55DF}" dt="2026-10-21T21:02:59.884" v="382"/>
        <pc:sldMkLst>
          <pc:docMk/>
          <pc:sldMk cId="0" sldId="2147479588"/>
        </pc:sldMkLst>
      </pc:sldChg>
      <pc:sldChg chg="add del setBg">
        <pc:chgData name="Jenkins NS" userId="8bdba4d2-1367-40cf-ad35-f59b31261896" providerId="ADAL" clId="{9DF06EC0-6773-4754-B5CF-3A86373E55DF}" dt="2026-10-21T21:02:59.884" v="382"/>
        <pc:sldMkLst>
          <pc:docMk/>
          <pc:sldMk cId="0" sldId="2147479589"/>
        </pc:sldMkLst>
      </pc:sldChg>
      <pc:sldChg chg="add del setBg">
        <pc:chgData name="Jenkins NS" userId="8bdba4d2-1367-40cf-ad35-f59b31261896" providerId="ADAL" clId="{9DF06EC0-6773-4754-B5CF-3A86373E55DF}" dt="2026-10-21T21:02:59.884" v="382"/>
        <pc:sldMkLst>
          <pc:docMk/>
          <pc:sldMk cId="0" sldId="2147479590"/>
        </pc:sldMkLst>
      </pc:sldChg>
      <pc:sldChg chg="add del setBg">
        <pc:chgData name="Jenkins NS" userId="8bdba4d2-1367-40cf-ad35-f59b31261896" providerId="ADAL" clId="{9DF06EC0-6773-4754-B5CF-3A86373E55DF}" dt="2026-10-21T21:02:59.884" v="382"/>
        <pc:sldMkLst>
          <pc:docMk/>
          <pc:sldMk cId="0" sldId="2147479591"/>
        </pc:sldMkLst>
      </pc:sldChg>
      <pc:sldChg chg="new del">
        <pc:chgData name="Jenkins NS" userId="8bdba4d2-1367-40cf-ad35-f59b31261896" providerId="ADAL" clId="{9DF06EC0-6773-4754-B5CF-3A86373E55DF}" dt="2026-10-21T22:16:08.350" v="400" actId="47"/>
        <pc:sldMkLst>
          <pc:docMk/>
          <pc:sldMk cId="3883104394" sldId="2147479592"/>
        </pc:sldMkLst>
      </pc:sldChg>
      <pc:sldChg chg="add del setBg">
        <pc:chgData name="Jenkins NS" userId="8bdba4d2-1367-40cf-ad35-f59b31261896" providerId="ADAL" clId="{9DF06EC0-6773-4754-B5CF-3A86373E55DF}" dt="2026-10-21T22:04:57.361" v="385"/>
        <pc:sldMkLst>
          <pc:docMk/>
          <pc:sldMk cId="2518512813" sldId="2147479593"/>
        </pc:sldMkLst>
      </pc:sldChg>
      <pc:sldChg chg="modSp add mod">
        <pc:chgData name="Jenkins NS" userId="8bdba4d2-1367-40cf-ad35-f59b31261896" providerId="ADAL" clId="{9DF06EC0-6773-4754-B5CF-3A86373E55DF}" dt="2026-10-22T17:16:18.362" v="499" actId="20577"/>
        <pc:sldMkLst>
          <pc:docMk/>
          <pc:sldMk cId="2979084665" sldId="2147479593"/>
        </pc:sldMkLst>
        <pc:spChg chg="mod">
          <ac:chgData name="Jenkins NS" userId="8bdba4d2-1367-40cf-ad35-f59b31261896" providerId="ADAL" clId="{9DF06EC0-6773-4754-B5CF-3A86373E55DF}" dt="2026-10-22T17:16:18.362" v="499" actId="20577"/>
          <ac:spMkLst>
            <pc:docMk/>
            <pc:sldMk cId="2979084665" sldId="2147479593"/>
            <ac:spMk id="3" creationId="{E1E21D66-9B9B-D583-A6D9-39E93A43781F}"/>
          </ac:spMkLst>
        </pc:spChg>
      </pc:sldChg>
      <pc:sldChg chg="add setBg">
        <pc:chgData name="Jenkins NS" userId="8bdba4d2-1367-40cf-ad35-f59b31261896" providerId="ADAL" clId="{9DF06EC0-6773-4754-B5CF-3A86373E55DF}" dt="2026-10-21T22:16:56.748" v="401"/>
        <pc:sldMkLst>
          <pc:docMk/>
          <pc:sldMk cId="0" sldId="2147479594"/>
        </pc:sldMkLst>
      </pc:sldChg>
      <pc:sldChg chg="add setBg">
        <pc:chgData name="Jenkins NS" userId="8bdba4d2-1367-40cf-ad35-f59b31261896" providerId="ADAL" clId="{9DF06EC0-6773-4754-B5CF-3A86373E55DF}" dt="2026-10-21T22:16:56.748" v="401"/>
        <pc:sldMkLst>
          <pc:docMk/>
          <pc:sldMk cId="0" sldId="2147479595"/>
        </pc:sldMkLst>
      </pc:sldChg>
      <pc:sldChg chg="add setBg">
        <pc:chgData name="Jenkins NS" userId="8bdba4d2-1367-40cf-ad35-f59b31261896" providerId="ADAL" clId="{9DF06EC0-6773-4754-B5CF-3A86373E55DF}" dt="2026-10-21T22:16:56.748" v="401"/>
        <pc:sldMkLst>
          <pc:docMk/>
          <pc:sldMk cId="0" sldId="2147479596"/>
        </pc:sldMkLst>
      </pc:sldChg>
      <pc:sldChg chg="add setBg">
        <pc:chgData name="Jenkins NS" userId="8bdba4d2-1367-40cf-ad35-f59b31261896" providerId="ADAL" clId="{9DF06EC0-6773-4754-B5CF-3A86373E55DF}" dt="2026-10-21T22:16:56.748" v="401"/>
        <pc:sldMkLst>
          <pc:docMk/>
          <pc:sldMk cId="0" sldId="2147479597"/>
        </pc:sldMkLst>
      </pc:sldChg>
      <pc:sldChg chg="modSp add mod">
        <pc:chgData name="Jenkins NS" userId="8bdba4d2-1367-40cf-ad35-f59b31261896" providerId="ADAL" clId="{9DF06EC0-6773-4754-B5CF-3A86373E55DF}" dt="2026-10-21T22:18:25.005" v="419" actId="20577"/>
        <pc:sldMkLst>
          <pc:docMk/>
          <pc:sldMk cId="172466689" sldId="2147479598"/>
        </pc:sldMkLst>
      </pc:sldChg>
      <pc:sldChg chg="add del setBg">
        <pc:chgData name="Jenkins NS" userId="8bdba4d2-1367-40cf-ad35-f59b31261896" providerId="ADAL" clId="{9DF06EC0-6773-4754-B5CF-3A86373E55DF}" dt="2026-10-21T22:17:12.637" v="403"/>
        <pc:sldMkLst>
          <pc:docMk/>
          <pc:sldMk cId="4256308337" sldId="2147479598"/>
        </pc:sldMkLst>
      </pc:sldChg>
      <pc:sldChg chg="modSp add mod">
        <pc:chgData name="Jenkins NS" userId="8bdba4d2-1367-40cf-ad35-f59b31261896" providerId="ADAL" clId="{9DF06EC0-6773-4754-B5CF-3A86373E55DF}" dt="2026-10-21T22:22:47.759" v="439" actId="20577"/>
        <pc:sldMkLst>
          <pc:docMk/>
          <pc:sldMk cId="2017300280" sldId="2147479599"/>
        </pc:sldMkLst>
      </pc:sldChg>
      <pc:sldChg chg="add del setBg">
        <pc:chgData name="Jenkins NS" userId="8bdba4d2-1367-40cf-ad35-f59b31261896" providerId="ADAL" clId="{9DF06EC0-6773-4754-B5CF-3A86373E55DF}" dt="2026-10-21T22:22:14.279" v="432"/>
        <pc:sldMkLst>
          <pc:docMk/>
          <pc:sldMk cId="2452211979" sldId="2147479599"/>
        </pc:sldMkLst>
      </pc:sldChg>
      <pc:sldChg chg="add del setBg">
        <pc:chgData name="Jenkins NS" userId="8bdba4d2-1367-40cf-ad35-f59b31261896" providerId="ADAL" clId="{9DF06EC0-6773-4754-B5CF-3A86373E55DF}" dt="2026-10-21T22:24:27.815" v="441"/>
        <pc:sldMkLst>
          <pc:docMk/>
          <pc:sldMk cId="1005218666" sldId="2147479600"/>
        </pc:sldMkLst>
      </pc:sldChg>
      <pc:sldChg chg="new add del">
        <pc:chgData name="Jenkins NS" userId="8bdba4d2-1367-40cf-ad35-f59b31261896" providerId="ADAL" clId="{9DF06EC0-6773-4754-B5CF-3A86373E55DF}" dt="2026-10-22T17:13:06.375" v="491" actId="47"/>
        <pc:sldMkLst>
          <pc:docMk/>
          <pc:sldMk cId="3382622447" sldId="2147479600"/>
        </pc:sldMkLst>
      </pc:sldChg>
      <pc:sldChg chg="modSp add mod">
        <pc:chgData name="Jenkins NS" userId="8bdba4d2-1367-40cf-ad35-f59b31261896" providerId="ADAL" clId="{9DF06EC0-6773-4754-B5CF-3A86373E55DF}" dt="2026-10-21T22:25:14.296" v="451" actId="20577"/>
        <pc:sldMkLst>
          <pc:docMk/>
          <pc:sldMk cId="703889543" sldId="2147479601"/>
        </pc:sldMkLst>
      </pc:sldChg>
      <pc:sldChg chg="add del setBg">
        <pc:chgData name="Jenkins NS" userId="8bdba4d2-1367-40cf-ad35-f59b31261896" providerId="ADAL" clId="{9DF06EC0-6773-4754-B5CF-3A86373E55DF}" dt="2026-10-21T22:24:33.809" v="444"/>
        <pc:sldMkLst>
          <pc:docMk/>
          <pc:sldMk cId="3924843271" sldId="2147479601"/>
        </pc:sldMkLst>
      </pc:sldChg>
      <pc:sldChg chg="add del setBg">
        <pc:chgData name="Jenkins NS" userId="8bdba4d2-1367-40cf-ad35-f59b31261896" providerId="ADAL" clId="{9DF06EC0-6773-4754-B5CF-3A86373E55DF}" dt="2026-10-21T22:26:56.772" v="453"/>
        <pc:sldMkLst>
          <pc:docMk/>
          <pc:sldMk cId="1945903011" sldId="2147479602"/>
        </pc:sldMkLst>
      </pc:sldChg>
      <pc:sldChg chg="modSp add mod">
        <pc:chgData name="Jenkins NS" userId="8bdba4d2-1367-40cf-ad35-f59b31261896" providerId="ADAL" clId="{9DF06EC0-6773-4754-B5CF-3A86373E55DF}" dt="2026-10-21T22:27:40.341" v="466" actId="20577"/>
        <pc:sldMkLst>
          <pc:docMk/>
          <pc:sldMk cId="3585144251" sldId="2147479602"/>
        </pc:sldMkLst>
        <pc:spChg chg="mod">
          <ac:chgData name="Jenkins NS" userId="8bdba4d2-1367-40cf-ad35-f59b31261896" providerId="ADAL" clId="{9DF06EC0-6773-4754-B5CF-3A86373E55DF}" dt="2026-10-21T22:27:40.341" v="466" actId="20577"/>
          <ac:spMkLst>
            <pc:docMk/>
            <pc:sldMk cId="3585144251" sldId="2147479602"/>
            <ac:spMk id="5" creationId="{C5C36B88-BDFD-29D8-DA60-E1A871D76BCB}"/>
          </ac:spMkLst>
        </pc:spChg>
      </pc:sldChg>
      <pc:sldChg chg="modSp add mod">
        <pc:chgData name="Jenkins NS" userId="8bdba4d2-1367-40cf-ad35-f59b31261896" providerId="ADAL" clId="{9DF06EC0-6773-4754-B5CF-3A86373E55DF}" dt="2026-10-22T17:12:25.880" v="489" actId="20577"/>
        <pc:sldMkLst>
          <pc:docMk/>
          <pc:sldMk cId="1525641040" sldId="2147479603"/>
        </pc:sldMkLst>
        <pc:spChg chg="mod">
          <ac:chgData name="Jenkins NS" userId="8bdba4d2-1367-40cf-ad35-f59b31261896" providerId="ADAL" clId="{9DF06EC0-6773-4754-B5CF-3A86373E55DF}" dt="2026-10-22T17:11:59.113" v="483" actId="20577"/>
          <ac:spMkLst>
            <pc:docMk/>
            <pc:sldMk cId="1525641040" sldId="2147479603"/>
            <ac:spMk id="3" creationId="{553923D6-D6BD-2A1A-B726-3087B6D885BC}"/>
          </ac:spMkLst>
        </pc:spChg>
        <pc:spChg chg="mod">
          <ac:chgData name="Jenkins NS" userId="8bdba4d2-1367-40cf-ad35-f59b31261896" providerId="ADAL" clId="{9DF06EC0-6773-4754-B5CF-3A86373E55DF}" dt="2026-10-22T17:12:25.880" v="489" actId="20577"/>
          <ac:spMkLst>
            <pc:docMk/>
            <pc:sldMk cId="1525641040" sldId="2147479603"/>
            <ac:spMk id="4" creationId="{5D97F56A-A0BE-BE10-5B49-DFB6A23B5F18}"/>
          </ac:spMkLst>
        </pc:spChg>
      </pc:sldChg>
      <pc:sldChg chg="add del setBg">
        <pc:chgData name="Jenkins NS" userId="8bdba4d2-1367-40cf-ad35-f59b31261896" providerId="ADAL" clId="{9DF06EC0-6773-4754-B5CF-3A86373E55DF}" dt="2026-10-22T17:11:52.663" v="473"/>
        <pc:sldMkLst>
          <pc:docMk/>
          <pc:sldMk cId="2190472783" sldId="2147479603"/>
        </pc:sldMkLst>
      </pc:sldChg>
      <pc:sldChg chg="del">
        <pc:chgData name="Jenkins NS" userId="8bdba4d2-1367-40cf-ad35-f59b31261896" providerId="ADAL" clId="{9DF06EC0-6773-4754-B5CF-3A86373E55DF}" dt="2026-10-21T19:24:49.810" v="0" actId="47"/>
        <pc:sldMkLst>
          <pc:docMk/>
          <pc:sldMk cId="2757716487" sldId="2147479799"/>
        </pc:sldMkLst>
      </pc:sldChg>
      <pc:sldChg chg="addSp delSp del mod">
        <pc:chgData name="Jenkins NS" userId="8bdba4d2-1367-40cf-ad35-f59b31261896" providerId="ADAL" clId="{9DF06EC0-6773-4754-B5CF-3A86373E55DF}" dt="2026-10-21T19:26:58.624" v="6" actId="47"/>
        <pc:sldMkLst>
          <pc:docMk/>
          <pc:sldMk cId="443657415" sldId="2147479840"/>
        </pc:sldMkLst>
      </pc:sldChg>
      <pc:sldChg chg="del">
        <pc:chgData name="Jenkins NS" userId="8bdba4d2-1367-40cf-ad35-f59b31261896" providerId="ADAL" clId="{9DF06EC0-6773-4754-B5CF-3A86373E55DF}" dt="2026-10-21T19:24:49.810" v="0" actId="47"/>
        <pc:sldMkLst>
          <pc:docMk/>
          <pc:sldMk cId="1255394937" sldId="2147479841"/>
        </pc:sldMkLst>
      </pc:sldChg>
      <pc:sldChg chg="del">
        <pc:chgData name="Jenkins NS" userId="8bdba4d2-1367-40cf-ad35-f59b31261896" providerId="ADAL" clId="{9DF06EC0-6773-4754-B5CF-3A86373E55DF}" dt="2026-10-21T19:24:49.810" v="0" actId="47"/>
        <pc:sldMkLst>
          <pc:docMk/>
          <pc:sldMk cId="2539303801" sldId="2147479842"/>
        </pc:sldMkLst>
      </pc:sldChg>
      <pc:sldChg chg="del">
        <pc:chgData name="Jenkins NS" userId="8bdba4d2-1367-40cf-ad35-f59b31261896" providerId="ADAL" clId="{9DF06EC0-6773-4754-B5CF-3A86373E55DF}" dt="2026-10-21T19:24:49.810" v="0" actId="47"/>
        <pc:sldMkLst>
          <pc:docMk/>
          <pc:sldMk cId="1417025154" sldId="2147479843"/>
        </pc:sldMkLst>
      </pc:sldChg>
      <pc:sldChg chg="del">
        <pc:chgData name="Jenkins NS" userId="8bdba4d2-1367-40cf-ad35-f59b31261896" providerId="ADAL" clId="{9DF06EC0-6773-4754-B5CF-3A86373E55DF}" dt="2026-10-21T19:24:49.810" v="0" actId="47"/>
        <pc:sldMkLst>
          <pc:docMk/>
          <pc:sldMk cId="2116133330" sldId="2147479844"/>
        </pc:sldMkLst>
      </pc:sldChg>
      <pc:sldChg chg="del">
        <pc:chgData name="Jenkins NS" userId="8bdba4d2-1367-40cf-ad35-f59b31261896" providerId="ADAL" clId="{9DF06EC0-6773-4754-B5CF-3A86373E55DF}" dt="2026-10-21T19:24:49.810" v="0" actId="47"/>
        <pc:sldMkLst>
          <pc:docMk/>
          <pc:sldMk cId="2469809988" sldId="2147479846"/>
        </pc:sldMkLst>
      </pc:sldChg>
      <pc:sldChg chg="del">
        <pc:chgData name="Jenkins NS" userId="8bdba4d2-1367-40cf-ad35-f59b31261896" providerId="ADAL" clId="{9DF06EC0-6773-4754-B5CF-3A86373E55DF}" dt="2026-10-21T19:24:49.810" v="0" actId="47"/>
        <pc:sldMkLst>
          <pc:docMk/>
          <pc:sldMk cId="3601658480" sldId="2147479847"/>
        </pc:sldMkLst>
      </pc:sldChg>
      <pc:sldChg chg="del">
        <pc:chgData name="Jenkins NS" userId="8bdba4d2-1367-40cf-ad35-f59b31261896" providerId="ADAL" clId="{9DF06EC0-6773-4754-B5CF-3A86373E55DF}" dt="2026-10-21T19:24:49.810" v="0" actId="47"/>
        <pc:sldMkLst>
          <pc:docMk/>
          <pc:sldMk cId="3060551369" sldId="2147479848"/>
        </pc:sldMkLst>
      </pc:sldChg>
      <pc:sldChg chg="del">
        <pc:chgData name="Jenkins NS" userId="8bdba4d2-1367-40cf-ad35-f59b31261896" providerId="ADAL" clId="{9DF06EC0-6773-4754-B5CF-3A86373E55DF}" dt="2026-10-21T19:24:49.810" v="0" actId="47"/>
        <pc:sldMkLst>
          <pc:docMk/>
          <pc:sldMk cId="2299311412" sldId="2147479849"/>
        </pc:sldMkLst>
      </pc:sldChg>
      <pc:sldChg chg="del">
        <pc:chgData name="Jenkins NS" userId="8bdba4d2-1367-40cf-ad35-f59b31261896" providerId="ADAL" clId="{9DF06EC0-6773-4754-B5CF-3A86373E55DF}" dt="2026-10-21T19:24:49.810" v="0" actId="47"/>
        <pc:sldMkLst>
          <pc:docMk/>
          <pc:sldMk cId="2913441092" sldId="2147479850"/>
        </pc:sldMkLst>
      </pc:sldChg>
      <pc:sldChg chg="del">
        <pc:chgData name="Jenkins NS" userId="8bdba4d2-1367-40cf-ad35-f59b31261896" providerId="ADAL" clId="{9DF06EC0-6773-4754-B5CF-3A86373E55DF}" dt="2026-10-21T19:24:49.810" v="0" actId="47"/>
        <pc:sldMkLst>
          <pc:docMk/>
          <pc:sldMk cId="1857919815" sldId="2147479851"/>
        </pc:sldMkLst>
      </pc:sldChg>
      <pc:sldChg chg="del">
        <pc:chgData name="Jenkins NS" userId="8bdba4d2-1367-40cf-ad35-f59b31261896" providerId="ADAL" clId="{9DF06EC0-6773-4754-B5CF-3A86373E55DF}" dt="2026-10-21T19:24:49.810" v="0" actId="47"/>
        <pc:sldMkLst>
          <pc:docMk/>
          <pc:sldMk cId="1986496337" sldId="2147479852"/>
        </pc:sldMkLst>
      </pc:sldChg>
      <pc:sldChg chg="del">
        <pc:chgData name="Jenkins NS" userId="8bdba4d2-1367-40cf-ad35-f59b31261896" providerId="ADAL" clId="{9DF06EC0-6773-4754-B5CF-3A86373E55DF}" dt="2026-10-21T19:24:49.810" v="0" actId="47"/>
        <pc:sldMkLst>
          <pc:docMk/>
          <pc:sldMk cId="2698521699" sldId="2147479853"/>
        </pc:sldMkLst>
      </pc:sldChg>
      <pc:sldChg chg="del">
        <pc:chgData name="Jenkins NS" userId="8bdba4d2-1367-40cf-ad35-f59b31261896" providerId="ADAL" clId="{9DF06EC0-6773-4754-B5CF-3A86373E55DF}" dt="2026-10-21T19:24:49.810" v="0" actId="47"/>
        <pc:sldMkLst>
          <pc:docMk/>
          <pc:sldMk cId="839841890" sldId="2147479854"/>
        </pc:sldMkLst>
      </pc:sldChg>
      <pc:sldChg chg="del">
        <pc:chgData name="Jenkins NS" userId="8bdba4d2-1367-40cf-ad35-f59b31261896" providerId="ADAL" clId="{9DF06EC0-6773-4754-B5CF-3A86373E55DF}" dt="2026-10-21T19:24:49.810" v="0" actId="47"/>
        <pc:sldMkLst>
          <pc:docMk/>
          <pc:sldMk cId="3721048510" sldId="2147479856"/>
        </pc:sldMkLst>
      </pc:sldChg>
      <pc:sldChg chg="del">
        <pc:chgData name="Jenkins NS" userId="8bdba4d2-1367-40cf-ad35-f59b31261896" providerId="ADAL" clId="{9DF06EC0-6773-4754-B5CF-3A86373E55DF}" dt="2026-10-21T19:24:49.810" v="0" actId="47"/>
        <pc:sldMkLst>
          <pc:docMk/>
          <pc:sldMk cId="240024171" sldId="2147479857"/>
        </pc:sldMkLst>
      </pc:sldChg>
      <pc:sldChg chg="del">
        <pc:chgData name="Jenkins NS" userId="8bdba4d2-1367-40cf-ad35-f59b31261896" providerId="ADAL" clId="{9DF06EC0-6773-4754-B5CF-3A86373E55DF}" dt="2026-10-21T19:24:49.810" v="0" actId="47"/>
        <pc:sldMkLst>
          <pc:docMk/>
          <pc:sldMk cId="3174271723" sldId="2147479858"/>
        </pc:sldMkLst>
      </pc:sldChg>
      <pc:sldChg chg="del">
        <pc:chgData name="Jenkins NS" userId="8bdba4d2-1367-40cf-ad35-f59b31261896" providerId="ADAL" clId="{9DF06EC0-6773-4754-B5CF-3A86373E55DF}" dt="2026-10-21T19:24:49.810" v="0" actId="47"/>
        <pc:sldMkLst>
          <pc:docMk/>
          <pc:sldMk cId="4002067369" sldId="2147479859"/>
        </pc:sldMkLst>
      </pc:sldChg>
      <pc:sldChg chg="del">
        <pc:chgData name="Jenkins NS" userId="8bdba4d2-1367-40cf-ad35-f59b31261896" providerId="ADAL" clId="{9DF06EC0-6773-4754-B5CF-3A86373E55DF}" dt="2026-10-21T19:24:49.810" v="0" actId="47"/>
        <pc:sldMkLst>
          <pc:docMk/>
          <pc:sldMk cId="1376940060" sldId="2147479860"/>
        </pc:sldMkLst>
      </pc:sldChg>
      <pc:sldChg chg="del">
        <pc:chgData name="Jenkins NS" userId="8bdba4d2-1367-40cf-ad35-f59b31261896" providerId="ADAL" clId="{9DF06EC0-6773-4754-B5CF-3A86373E55DF}" dt="2026-10-21T19:24:49.810" v="0" actId="47"/>
        <pc:sldMkLst>
          <pc:docMk/>
          <pc:sldMk cId="4232437191" sldId="2147479861"/>
        </pc:sldMkLst>
      </pc:sldChg>
      <pc:sldChg chg="del">
        <pc:chgData name="Jenkins NS" userId="8bdba4d2-1367-40cf-ad35-f59b31261896" providerId="ADAL" clId="{9DF06EC0-6773-4754-B5CF-3A86373E55DF}" dt="2026-10-21T19:24:49.810" v="0" actId="47"/>
        <pc:sldMkLst>
          <pc:docMk/>
          <pc:sldMk cId="4071593474" sldId="2147479862"/>
        </pc:sldMkLst>
      </pc:sldChg>
      <pc:sldChg chg="del">
        <pc:chgData name="Jenkins NS" userId="8bdba4d2-1367-40cf-ad35-f59b31261896" providerId="ADAL" clId="{9DF06EC0-6773-4754-B5CF-3A86373E55DF}" dt="2026-10-21T19:24:49.810" v="0" actId="47"/>
        <pc:sldMkLst>
          <pc:docMk/>
          <pc:sldMk cId="3159384829" sldId="2147479863"/>
        </pc:sldMkLst>
      </pc:sldChg>
      <pc:sldChg chg="del">
        <pc:chgData name="Jenkins NS" userId="8bdba4d2-1367-40cf-ad35-f59b31261896" providerId="ADAL" clId="{9DF06EC0-6773-4754-B5CF-3A86373E55DF}" dt="2026-10-21T19:24:49.810" v="0" actId="47"/>
        <pc:sldMkLst>
          <pc:docMk/>
          <pc:sldMk cId="1944675638" sldId="2147479864"/>
        </pc:sldMkLst>
      </pc:sldChg>
      <pc:sldChg chg="del">
        <pc:chgData name="Jenkins NS" userId="8bdba4d2-1367-40cf-ad35-f59b31261896" providerId="ADAL" clId="{9DF06EC0-6773-4754-B5CF-3A86373E55DF}" dt="2026-10-21T19:24:49.810" v="0" actId="47"/>
        <pc:sldMkLst>
          <pc:docMk/>
          <pc:sldMk cId="1909484383" sldId="2147479865"/>
        </pc:sldMkLst>
      </pc:sldChg>
      <pc:sldChg chg="del">
        <pc:chgData name="Jenkins NS" userId="8bdba4d2-1367-40cf-ad35-f59b31261896" providerId="ADAL" clId="{9DF06EC0-6773-4754-B5CF-3A86373E55DF}" dt="2026-10-21T19:24:49.810" v="0" actId="47"/>
        <pc:sldMkLst>
          <pc:docMk/>
          <pc:sldMk cId="3616058983" sldId="2147479867"/>
        </pc:sldMkLst>
      </pc:sldChg>
      <pc:sldChg chg="del">
        <pc:chgData name="Jenkins NS" userId="8bdba4d2-1367-40cf-ad35-f59b31261896" providerId="ADAL" clId="{9DF06EC0-6773-4754-B5CF-3A86373E55DF}" dt="2026-10-21T19:24:49.810" v="0" actId="47"/>
        <pc:sldMkLst>
          <pc:docMk/>
          <pc:sldMk cId="1768514159" sldId="2147479868"/>
        </pc:sldMkLst>
      </pc:sldChg>
      <pc:sldChg chg="del">
        <pc:chgData name="Jenkins NS" userId="8bdba4d2-1367-40cf-ad35-f59b31261896" providerId="ADAL" clId="{9DF06EC0-6773-4754-B5CF-3A86373E55DF}" dt="2026-10-21T19:24:49.810" v="0" actId="47"/>
        <pc:sldMkLst>
          <pc:docMk/>
          <pc:sldMk cId="1289337424" sldId="2147479869"/>
        </pc:sldMkLst>
      </pc:sldChg>
      <pc:sldChg chg="del">
        <pc:chgData name="Jenkins NS" userId="8bdba4d2-1367-40cf-ad35-f59b31261896" providerId="ADAL" clId="{9DF06EC0-6773-4754-B5CF-3A86373E55DF}" dt="2026-10-21T19:24:49.810" v="0" actId="47"/>
        <pc:sldMkLst>
          <pc:docMk/>
          <pc:sldMk cId="1201138058" sldId="2147479870"/>
        </pc:sldMkLst>
      </pc:sldChg>
      <pc:sldChg chg="del">
        <pc:chgData name="Jenkins NS" userId="8bdba4d2-1367-40cf-ad35-f59b31261896" providerId="ADAL" clId="{9DF06EC0-6773-4754-B5CF-3A86373E55DF}" dt="2026-10-21T19:24:49.810" v="0" actId="47"/>
        <pc:sldMkLst>
          <pc:docMk/>
          <pc:sldMk cId="1445421501" sldId="2147479871"/>
        </pc:sldMkLst>
      </pc:sldChg>
      <pc:sldChg chg="del">
        <pc:chgData name="Jenkins NS" userId="8bdba4d2-1367-40cf-ad35-f59b31261896" providerId="ADAL" clId="{9DF06EC0-6773-4754-B5CF-3A86373E55DF}" dt="2026-10-21T19:24:49.810" v="0" actId="47"/>
        <pc:sldMkLst>
          <pc:docMk/>
          <pc:sldMk cId="1946713896" sldId="2147479872"/>
        </pc:sldMkLst>
      </pc:sldChg>
      <pc:sldChg chg="del">
        <pc:chgData name="Jenkins NS" userId="8bdba4d2-1367-40cf-ad35-f59b31261896" providerId="ADAL" clId="{9DF06EC0-6773-4754-B5CF-3A86373E55DF}" dt="2026-10-21T19:24:49.810" v="0" actId="47"/>
        <pc:sldMkLst>
          <pc:docMk/>
          <pc:sldMk cId="3845978286" sldId="2147479873"/>
        </pc:sldMkLst>
      </pc:sldChg>
      <pc:sldChg chg="del">
        <pc:chgData name="Jenkins NS" userId="8bdba4d2-1367-40cf-ad35-f59b31261896" providerId="ADAL" clId="{9DF06EC0-6773-4754-B5CF-3A86373E55DF}" dt="2026-10-21T19:24:49.810" v="0" actId="47"/>
        <pc:sldMkLst>
          <pc:docMk/>
          <pc:sldMk cId="3921530110" sldId="2147479874"/>
        </pc:sldMkLst>
      </pc:sldChg>
      <pc:sldChg chg="del">
        <pc:chgData name="Jenkins NS" userId="8bdba4d2-1367-40cf-ad35-f59b31261896" providerId="ADAL" clId="{9DF06EC0-6773-4754-B5CF-3A86373E55DF}" dt="2026-10-21T19:24:49.810" v="0" actId="47"/>
        <pc:sldMkLst>
          <pc:docMk/>
          <pc:sldMk cId="1928758105" sldId="2147479875"/>
        </pc:sldMkLst>
      </pc:sldChg>
      <pc:sldChg chg="del">
        <pc:chgData name="Jenkins NS" userId="8bdba4d2-1367-40cf-ad35-f59b31261896" providerId="ADAL" clId="{9DF06EC0-6773-4754-B5CF-3A86373E55DF}" dt="2026-10-21T19:24:49.810" v="0" actId="47"/>
        <pc:sldMkLst>
          <pc:docMk/>
          <pc:sldMk cId="2989117112" sldId="2147479876"/>
        </pc:sldMkLst>
      </pc:sldChg>
      <pc:sldChg chg="del">
        <pc:chgData name="Jenkins NS" userId="8bdba4d2-1367-40cf-ad35-f59b31261896" providerId="ADAL" clId="{9DF06EC0-6773-4754-B5CF-3A86373E55DF}" dt="2026-10-21T19:24:49.810" v="0" actId="47"/>
        <pc:sldMkLst>
          <pc:docMk/>
          <pc:sldMk cId="500862897" sldId="2147479881"/>
        </pc:sldMkLst>
      </pc:sldChg>
      <pc:sldChg chg="del">
        <pc:chgData name="Jenkins NS" userId="8bdba4d2-1367-40cf-ad35-f59b31261896" providerId="ADAL" clId="{9DF06EC0-6773-4754-B5CF-3A86373E55DF}" dt="2026-10-21T19:24:49.810" v="0" actId="47"/>
        <pc:sldMkLst>
          <pc:docMk/>
          <pc:sldMk cId="53487717" sldId="2147479882"/>
        </pc:sldMkLst>
      </pc:sldChg>
      <pc:sldChg chg="del">
        <pc:chgData name="Jenkins NS" userId="8bdba4d2-1367-40cf-ad35-f59b31261896" providerId="ADAL" clId="{9DF06EC0-6773-4754-B5CF-3A86373E55DF}" dt="2026-10-21T19:24:49.810" v="0" actId="47"/>
        <pc:sldMkLst>
          <pc:docMk/>
          <pc:sldMk cId="2016397542" sldId="2147479883"/>
        </pc:sldMkLst>
      </pc:sldChg>
      <pc:sldChg chg="del">
        <pc:chgData name="Jenkins NS" userId="8bdba4d2-1367-40cf-ad35-f59b31261896" providerId="ADAL" clId="{9DF06EC0-6773-4754-B5CF-3A86373E55DF}" dt="2026-10-21T19:24:49.810" v="0" actId="47"/>
        <pc:sldMkLst>
          <pc:docMk/>
          <pc:sldMk cId="94038164" sldId="2147479884"/>
        </pc:sldMkLst>
      </pc:sldChg>
      <pc:sldChg chg="del">
        <pc:chgData name="Jenkins NS" userId="8bdba4d2-1367-40cf-ad35-f59b31261896" providerId="ADAL" clId="{9DF06EC0-6773-4754-B5CF-3A86373E55DF}" dt="2026-10-21T19:24:49.810" v="0" actId="47"/>
        <pc:sldMkLst>
          <pc:docMk/>
          <pc:sldMk cId="4129616098" sldId="2147479885"/>
        </pc:sldMkLst>
      </pc:sldChg>
      <pc:sldChg chg="del">
        <pc:chgData name="Jenkins NS" userId="8bdba4d2-1367-40cf-ad35-f59b31261896" providerId="ADAL" clId="{9DF06EC0-6773-4754-B5CF-3A86373E55DF}" dt="2026-10-21T19:24:49.810" v="0" actId="47"/>
        <pc:sldMkLst>
          <pc:docMk/>
          <pc:sldMk cId="3730370468" sldId="2147479886"/>
        </pc:sldMkLst>
      </pc:sldChg>
      <pc:sldMasterChg chg="delSldLayout modSldLayout">
        <pc:chgData name="Jenkins NS" userId="8bdba4d2-1367-40cf-ad35-f59b31261896" providerId="ADAL" clId="{9DF06EC0-6773-4754-B5CF-3A86373E55DF}" dt="2026-10-22T17:10:37.795" v="467" actId="478"/>
        <pc:sldMasterMkLst>
          <pc:docMk/>
          <pc:sldMasterMk cId="975404246" sldId="2147483648"/>
        </pc:sldMasterMkLst>
        <pc:sldLayoutChg chg="del">
          <pc:chgData name="Jenkins NS" userId="8bdba4d2-1367-40cf-ad35-f59b31261896" providerId="ADAL" clId="{9DF06EC0-6773-4754-B5CF-3A86373E55DF}" dt="2026-10-21T19:26:58.624" v="6" actId="47"/>
          <pc:sldLayoutMkLst>
            <pc:docMk/>
            <pc:sldMasterMk cId="975404246" sldId="2147483648"/>
            <pc:sldLayoutMk cId="256598807" sldId="2147483661"/>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653122893" sldId="2147483662"/>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4214976935" sldId="2147483663"/>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508414380" sldId="2147483664"/>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2072214709" sldId="2147483665"/>
          </pc:sldLayoutMkLst>
        </pc:sldLayoutChg>
        <pc:sldLayoutChg chg="del">
          <pc:chgData name="Jenkins NS" userId="8bdba4d2-1367-40cf-ad35-f59b31261896" providerId="ADAL" clId="{9DF06EC0-6773-4754-B5CF-3A86373E55DF}" dt="2026-10-21T19:27:09.496" v="8" actId="47"/>
          <pc:sldLayoutMkLst>
            <pc:docMk/>
            <pc:sldMasterMk cId="975404246" sldId="2147483648"/>
            <pc:sldLayoutMk cId="2095695488" sldId="2147483667"/>
          </pc:sldLayoutMkLst>
        </pc:sldLayoutChg>
        <pc:sldLayoutChg chg="addSp delSp modSp mod setBg">
          <pc:chgData name="Jenkins NS" userId="8bdba4d2-1367-40cf-ad35-f59b31261896" providerId="ADAL" clId="{9DF06EC0-6773-4754-B5CF-3A86373E55DF}" dt="2026-10-22T17:10:37.795" v="467" actId="478"/>
          <pc:sldLayoutMkLst>
            <pc:docMk/>
            <pc:sldMasterMk cId="975404246" sldId="2147483648"/>
            <pc:sldLayoutMk cId="3241650075" sldId="2147483672"/>
          </pc:sldLayoutMkLst>
          <pc:spChg chg="mod">
            <ac:chgData name="Jenkins NS" userId="8bdba4d2-1367-40cf-ad35-f59b31261896" providerId="ADAL" clId="{9DF06EC0-6773-4754-B5CF-3A86373E55DF}" dt="2026-10-21T19:35:35.446" v="224" actId="207"/>
            <ac:spMkLst>
              <pc:docMk/>
              <pc:sldMasterMk cId="975404246" sldId="2147483648"/>
              <pc:sldLayoutMk cId="3241650075" sldId="2147483672"/>
              <ac:spMk id="3" creationId="{3E21C31D-925C-53B5-2E40-C54FF245B41E}"/>
            </ac:spMkLst>
          </pc:spChg>
          <pc:picChg chg="add mod">
            <ac:chgData name="Jenkins NS" userId="8bdba4d2-1367-40cf-ad35-f59b31261896" providerId="ADAL" clId="{9DF06EC0-6773-4754-B5CF-3A86373E55DF}" dt="2026-10-21T19:36:16.316" v="233" actId="1076"/>
            <ac:picMkLst>
              <pc:docMk/>
              <pc:sldMasterMk cId="975404246" sldId="2147483648"/>
              <pc:sldLayoutMk cId="3241650075" sldId="2147483672"/>
              <ac:picMk id="11" creationId="{8A5D0B54-3E0F-E277-0472-C5E542E53F7F}"/>
            </ac:picMkLst>
          </pc:picChg>
          <pc:picChg chg="add del mod">
            <ac:chgData name="Jenkins NS" userId="8bdba4d2-1367-40cf-ad35-f59b31261896" providerId="ADAL" clId="{9DF06EC0-6773-4754-B5CF-3A86373E55DF}" dt="2026-10-22T17:10:37.795" v="467" actId="478"/>
            <ac:picMkLst>
              <pc:docMk/>
              <pc:sldMasterMk cId="975404246" sldId="2147483648"/>
              <pc:sldLayoutMk cId="3241650075" sldId="2147483672"/>
              <ac:picMk id="13" creationId="{3301086E-F595-9F37-140F-1279F2C885C8}"/>
            </ac:picMkLst>
          </pc:picChg>
          <pc:picChg chg="add mod ord">
            <ac:chgData name="Jenkins NS" userId="8bdba4d2-1367-40cf-ad35-f59b31261896" providerId="ADAL" clId="{9DF06EC0-6773-4754-B5CF-3A86373E55DF}" dt="2026-10-21T19:49:27.186" v="299" actId="167"/>
            <ac:picMkLst>
              <pc:docMk/>
              <pc:sldMasterMk cId="975404246" sldId="2147483648"/>
              <pc:sldLayoutMk cId="3241650075" sldId="2147483672"/>
              <ac:picMk id="15" creationId="{2209A0BE-5901-98D7-4EDE-74D107C3A727}"/>
            </ac:picMkLst>
          </pc:picChg>
        </pc:sldLayoutChg>
      </pc:sldMasterChg>
      <pc:sldMasterChg chg="modSldLayout">
        <pc:chgData name="Jenkins NS" userId="8bdba4d2-1367-40cf-ad35-f59b31261896" providerId="ADAL" clId="{9DF06EC0-6773-4754-B5CF-3A86373E55DF}" dt="2026-10-21T19:48:26.160" v="294" actId="207"/>
        <pc:sldMasterMkLst>
          <pc:docMk/>
          <pc:sldMasterMk cId="2391316343" sldId="2147483668"/>
        </pc:sldMasterMkLst>
        <pc:sldLayoutChg chg="modSp mod">
          <pc:chgData name="Jenkins NS" userId="8bdba4d2-1367-40cf-ad35-f59b31261896" providerId="ADAL" clId="{9DF06EC0-6773-4754-B5CF-3A86373E55DF}" dt="2026-10-21T19:48:26.160" v="294" actId="207"/>
          <pc:sldLayoutMkLst>
            <pc:docMk/>
            <pc:sldMasterMk cId="2391316343" sldId="2147483668"/>
            <pc:sldLayoutMk cId="1798594045" sldId="2147483670"/>
          </pc:sldLayoutMkLst>
        </pc:sldLayoutChg>
      </pc:sldMasterChg>
    </pc:docChg>
  </pc:docChgLst>
  <pc:docChgLst>
    <pc:chgData name="Jenkins NS" userId="8bdba4d2-1367-40cf-ad35-f59b31261896" providerId="ADAL" clId="{3EF20EB0-5DD8-4CDF-B363-212A902E7FF8}"/>
    <pc:docChg chg="custSel addSld delSld modSld">
      <pc:chgData name="Jenkins NS" userId="8bdba4d2-1367-40cf-ad35-f59b31261896" providerId="ADAL" clId="{3EF20EB0-5DD8-4CDF-B363-212A902E7FF8}" dt="2026-10-22T21:09:35.441" v="21" actId="47"/>
      <pc:docMkLst>
        <pc:docMk/>
      </pc:docMkLst>
      <pc:sldChg chg="delSp modSp del mod">
        <pc:chgData name="Jenkins NS" userId="8bdba4d2-1367-40cf-ad35-f59b31261896" providerId="ADAL" clId="{3EF20EB0-5DD8-4CDF-B363-212A902E7FF8}" dt="2026-10-22T21:06:08.851" v="16" actId="2696"/>
        <pc:sldMkLst>
          <pc:docMk/>
          <pc:sldMk cId="0" sldId="265"/>
        </pc:sldMkLst>
        <pc:spChg chg="del">
          <ac:chgData name="Jenkins NS" userId="8bdba4d2-1367-40cf-ad35-f59b31261896" providerId="ADAL" clId="{3EF20EB0-5DD8-4CDF-B363-212A902E7FF8}" dt="2026-10-22T20:57:08.080" v="11" actId="478"/>
          <ac:spMkLst>
            <pc:docMk/>
            <pc:sldMk cId="0" sldId="265"/>
            <ac:spMk id="2" creationId="{00000000-0000-0000-0000-000000000000}"/>
          </ac:spMkLst>
        </pc:spChg>
        <pc:spChg chg="del">
          <ac:chgData name="Jenkins NS" userId="8bdba4d2-1367-40cf-ad35-f59b31261896" providerId="ADAL" clId="{3EF20EB0-5DD8-4CDF-B363-212A902E7FF8}" dt="2026-10-22T20:57:06.439" v="10" actId="478"/>
          <ac:spMkLst>
            <pc:docMk/>
            <pc:sldMk cId="0" sldId="265"/>
            <ac:spMk id="3" creationId="{00000000-0000-0000-0000-000000000000}"/>
          </ac:spMkLst>
        </pc:spChg>
        <pc:spChg chg="del">
          <ac:chgData name="Jenkins NS" userId="8bdba4d2-1367-40cf-ad35-f59b31261896" providerId="ADAL" clId="{3EF20EB0-5DD8-4CDF-B363-212A902E7FF8}" dt="2026-10-22T20:57:05.537" v="9" actId="478"/>
          <ac:spMkLst>
            <pc:docMk/>
            <pc:sldMk cId="0" sldId="265"/>
            <ac:spMk id="4" creationId="{00000000-0000-0000-0000-000000000000}"/>
          </ac:spMkLst>
        </pc:spChg>
        <pc:spChg chg="mod">
          <ac:chgData name="Jenkins NS" userId="8bdba4d2-1367-40cf-ad35-f59b31261896" providerId="ADAL" clId="{3EF20EB0-5DD8-4CDF-B363-212A902E7FF8}" dt="2026-10-22T20:57:10.473" v="12" actId="14100"/>
          <ac:spMkLst>
            <pc:docMk/>
            <pc:sldMk cId="0" sldId="265"/>
            <ac:spMk id="5" creationId="{00000000-0000-0000-0000-000000000000}"/>
          </ac:spMkLst>
        </pc:spChg>
      </pc:sldChg>
      <pc:sldChg chg="add">
        <pc:chgData name="Jenkins NS" userId="8bdba4d2-1367-40cf-ad35-f59b31261896" providerId="ADAL" clId="{3EF20EB0-5DD8-4CDF-B363-212A902E7FF8}" dt="2026-10-22T21:06:15.681" v="17"/>
        <pc:sldMkLst>
          <pc:docMk/>
          <pc:sldMk cId="2361673258" sldId="265"/>
        </pc:sldMkLst>
      </pc:sldChg>
      <pc:sldChg chg="add">
        <pc:chgData name="Jenkins NS" userId="8bdba4d2-1367-40cf-ad35-f59b31261896" providerId="ADAL" clId="{3EF20EB0-5DD8-4CDF-B363-212A902E7FF8}" dt="2026-10-22T21:09:20.600" v="20"/>
        <pc:sldMkLst>
          <pc:docMk/>
          <pc:sldMk cId="1096705017" sldId="10341"/>
        </pc:sldMkLst>
      </pc:sldChg>
      <pc:sldChg chg="add">
        <pc:chgData name="Jenkins NS" userId="8bdba4d2-1367-40cf-ad35-f59b31261896" providerId="ADAL" clId="{3EF20EB0-5DD8-4CDF-B363-212A902E7FF8}" dt="2026-10-22T21:09:20.600" v="20"/>
        <pc:sldMkLst>
          <pc:docMk/>
          <pc:sldMk cId="2980580362" sldId="2076137821"/>
        </pc:sldMkLst>
      </pc:sldChg>
      <pc:sldChg chg="add">
        <pc:chgData name="Jenkins NS" userId="8bdba4d2-1367-40cf-ad35-f59b31261896" providerId="ADAL" clId="{3EF20EB0-5DD8-4CDF-B363-212A902E7FF8}" dt="2026-10-22T21:09:20.600" v="20"/>
        <pc:sldMkLst>
          <pc:docMk/>
          <pc:sldMk cId="847600138" sldId="2076137823"/>
        </pc:sldMkLst>
      </pc:sldChg>
      <pc:sldChg chg="add del">
        <pc:chgData name="Jenkins NS" userId="8bdba4d2-1367-40cf-ad35-f59b31261896" providerId="ADAL" clId="{3EF20EB0-5DD8-4CDF-B363-212A902E7FF8}" dt="2026-10-22T21:05:53.409" v="15"/>
        <pc:sldMkLst>
          <pc:docMk/>
          <pc:sldMk cId="3031809596" sldId="2142533535"/>
        </pc:sldMkLst>
      </pc:sldChg>
      <pc:sldChg chg="add del">
        <pc:chgData name="Jenkins NS" userId="8bdba4d2-1367-40cf-ad35-f59b31261896" providerId="ADAL" clId="{3EF20EB0-5DD8-4CDF-B363-212A902E7FF8}" dt="2026-10-22T21:05:53.409" v="15"/>
        <pc:sldMkLst>
          <pc:docMk/>
          <pc:sldMk cId="493708244" sldId="2142533536"/>
        </pc:sldMkLst>
      </pc:sldChg>
      <pc:sldChg chg="add del">
        <pc:chgData name="Jenkins NS" userId="8bdba4d2-1367-40cf-ad35-f59b31261896" providerId="ADAL" clId="{3EF20EB0-5DD8-4CDF-B363-212A902E7FF8}" dt="2026-10-22T21:06:19.259" v="18" actId="47"/>
        <pc:sldMkLst>
          <pc:docMk/>
          <pc:sldMk cId="759828517" sldId="2142533537"/>
        </pc:sldMkLst>
      </pc:sldChg>
      <pc:sldChg chg="add del">
        <pc:chgData name="Jenkins NS" userId="8bdba4d2-1367-40cf-ad35-f59b31261896" providerId="ADAL" clId="{3EF20EB0-5DD8-4CDF-B363-212A902E7FF8}" dt="2026-10-22T21:05:53.409" v="15"/>
        <pc:sldMkLst>
          <pc:docMk/>
          <pc:sldMk cId="949564228" sldId="2142533538"/>
        </pc:sldMkLst>
      </pc:sldChg>
      <pc:sldChg chg="add del">
        <pc:chgData name="Jenkins NS" userId="8bdba4d2-1367-40cf-ad35-f59b31261896" providerId="ADAL" clId="{3EF20EB0-5DD8-4CDF-B363-212A902E7FF8}" dt="2026-10-22T21:05:53.409" v="15"/>
        <pc:sldMkLst>
          <pc:docMk/>
          <pc:sldMk cId="1159306728" sldId="2142533539"/>
        </pc:sldMkLst>
      </pc:sldChg>
      <pc:sldChg chg="add del">
        <pc:chgData name="Jenkins NS" userId="8bdba4d2-1367-40cf-ad35-f59b31261896" providerId="ADAL" clId="{3EF20EB0-5DD8-4CDF-B363-212A902E7FF8}" dt="2026-10-22T21:05:53.409" v="15"/>
        <pc:sldMkLst>
          <pc:docMk/>
          <pc:sldMk cId="2306444340" sldId="2142533540"/>
        </pc:sldMkLst>
      </pc:sldChg>
      <pc:sldChg chg="add setBg">
        <pc:chgData name="Jenkins NS" userId="8bdba4d2-1367-40cf-ad35-f59b31261896" providerId="ADAL" clId="{3EF20EB0-5DD8-4CDF-B363-212A902E7FF8}" dt="2026-10-22T21:09:20.600" v="20"/>
        <pc:sldMkLst>
          <pc:docMk/>
          <pc:sldMk cId="2194364739" sldId="2142533583"/>
        </pc:sldMkLst>
      </pc:sldChg>
      <pc:sldChg chg="delSp add setBg delDesignElem">
        <pc:chgData name="Jenkins NS" userId="8bdba4d2-1367-40cf-ad35-f59b31261896" providerId="ADAL" clId="{3EF20EB0-5DD8-4CDF-B363-212A902E7FF8}" dt="2026-10-22T21:09:20.600" v="20"/>
        <pc:sldMkLst>
          <pc:docMk/>
          <pc:sldMk cId="3661348972" sldId="2142533584"/>
        </pc:sldMkLst>
        <pc:spChg chg="del">
          <ac:chgData name="Jenkins NS" userId="8bdba4d2-1367-40cf-ad35-f59b31261896" providerId="ADAL" clId="{3EF20EB0-5DD8-4CDF-B363-212A902E7FF8}" dt="2026-10-22T21:09:20.600" v="20"/>
          <ac:spMkLst>
            <pc:docMk/>
            <pc:sldMk cId="3661348972" sldId="2142533584"/>
            <ac:spMk id="18" creationId="{3B47FC9C-2ED3-4100-A4EF-E8CDFEE106C9}"/>
          </ac:spMkLst>
        </pc:spChg>
      </pc:sldChg>
      <pc:sldChg chg="delSp modSp del mod">
        <pc:chgData name="Jenkins NS" userId="8bdba4d2-1367-40cf-ad35-f59b31261896" providerId="ADAL" clId="{3EF20EB0-5DD8-4CDF-B363-212A902E7FF8}" dt="2026-10-22T21:09:35.441" v="21" actId="47"/>
        <pc:sldMkLst>
          <pc:docMk/>
          <pc:sldMk cId="0" sldId="2147479595"/>
        </pc:sldMkLst>
        <pc:spChg chg="del">
          <ac:chgData name="Jenkins NS" userId="8bdba4d2-1367-40cf-ad35-f59b31261896" providerId="ADAL" clId="{3EF20EB0-5DD8-4CDF-B363-212A902E7FF8}" dt="2026-10-22T20:56:45.704" v="3" actId="478"/>
          <ac:spMkLst>
            <pc:docMk/>
            <pc:sldMk cId="0" sldId="2147479595"/>
            <ac:spMk id="2" creationId="{00000000-0000-0000-0000-000000000000}"/>
          </ac:spMkLst>
        </pc:spChg>
        <pc:spChg chg="del">
          <ac:chgData name="Jenkins NS" userId="8bdba4d2-1367-40cf-ad35-f59b31261896" providerId="ADAL" clId="{3EF20EB0-5DD8-4CDF-B363-212A902E7FF8}" dt="2026-10-22T20:56:44.153" v="2" actId="478"/>
          <ac:spMkLst>
            <pc:docMk/>
            <pc:sldMk cId="0" sldId="2147479595"/>
            <ac:spMk id="3" creationId="{00000000-0000-0000-0000-000000000000}"/>
          </ac:spMkLst>
        </pc:spChg>
        <pc:spChg chg="del">
          <ac:chgData name="Jenkins NS" userId="8bdba4d2-1367-40cf-ad35-f59b31261896" providerId="ADAL" clId="{3EF20EB0-5DD8-4CDF-B363-212A902E7FF8}" dt="2026-10-22T20:56:43.483" v="1" actId="478"/>
          <ac:spMkLst>
            <pc:docMk/>
            <pc:sldMk cId="0" sldId="2147479595"/>
            <ac:spMk id="4" creationId="{00000000-0000-0000-0000-000000000000}"/>
          </ac:spMkLst>
        </pc:spChg>
        <pc:spChg chg="mod">
          <ac:chgData name="Jenkins NS" userId="8bdba4d2-1367-40cf-ad35-f59b31261896" providerId="ADAL" clId="{3EF20EB0-5DD8-4CDF-B363-212A902E7FF8}" dt="2026-10-22T20:56:47.992" v="4" actId="14100"/>
          <ac:spMkLst>
            <pc:docMk/>
            <pc:sldMk cId="0" sldId="2147479595"/>
            <ac:spMk id="5" creationId="{00000000-0000-0000-0000-000000000000}"/>
          </ac:spMkLst>
        </pc:spChg>
      </pc:sldChg>
      <pc:sldChg chg="delSp modSp del mod">
        <pc:chgData name="Jenkins NS" userId="8bdba4d2-1367-40cf-ad35-f59b31261896" providerId="ADAL" clId="{3EF20EB0-5DD8-4CDF-B363-212A902E7FF8}" dt="2026-10-22T21:09:35.441" v="21" actId="47"/>
        <pc:sldMkLst>
          <pc:docMk/>
          <pc:sldMk cId="0" sldId="2147479596"/>
        </pc:sldMkLst>
        <pc:spChg chg="del">
          <ac:chgData name="Jenkins NS" userId="8bdba4d2-1367-40cf-ad35-f59b31261896" providerId="ADAL" clId="{3EF20EB0-5DD8-4CDF-B363-212A902E7FF8}" dt="2026-10-22T20:56:51.211" v="5" actId="478"/>
          <ac:spMkLst>
            <pc:docMk/>
            <pc:sldMk cId="0" sldId="2147479596"/>
            <ac:spMk id="2" creationId="{00000000-0000-0000-0000-000000000000}"/>
          </ac:spMkLst>
        </pc:spChg>
        <pc:spChg chg="del">
          <ac:chgData name="Jenkins NS" userId="8bdba4d2-1367-40cf-ad35-f59b31261896" providerId="ADAL" clId="{3EF20EB0-5DD8-4CDF-B363-212A902E7FF8}" dt="2026-10-22T20:56:51.211" v="5" actId="478"/>
          <ac:spMkLst>
            <pc:docMk/>
            <pc:sldMk cId="0" sldId="2147479596"/>
            <ac:spMk id="3" creationId="{00000000-0000-0000-0000-000000000000}"/>
          </ac:spMkLst>
        </pc:spChg>
        <pc:spChg chg="del">
          <ac:chgData name="Jenkins NS" userId="8bdba4d2-1367-40cf-ad35-f59b31261896" providerId="ADAL" clId="{3EF20EB0-5DD8-4CDF-B363-212A902E7FF8}" dt="2026-10-22T20:56:51.211" v="5" actId="478"/>
          <ac:spMkLst>
            <pc:docMk/>
            <pc:sldMk cId="0" sldId="2147479596"/>
            <ac:spMk id="4" creationId="{00000000-0000-0000-0000-000000000000}"/>
          </ac:spMkLst>
        </pc:spChg>
        <pc:spChg chg="mod">
          <ac:chgData name="Jenkins NS" userId="8bdba4d2-1367-40cf-ad35-f59b31261896" providerId="ADAL" clId="{3EF20EB0-5DD8-4CDF-B363-212A902E7FF8}" dt="2026-10-22T20:56:53.288" v="6" actId="14100"/>
          <ac:spMkLst>
            <pc:docMk/>
            <pc:sldMk cId="0" sldId="2147479596"/>
            <ac:spMk id="5" creationId="{00000000-0000-0000-0000-000000000000}"/>
          </ac:spMkLst>
        </pc:spChg>
      </pc:sldChg>
      <pc:sldChg chg="delSp modSp mod">
        <pc:chgData name="Jenkins NS" userId="8bdba4d2-1367-40cf-ad35-f59b31261896" providerId="ADAL" clId="{3EF20EB0-5DD8-4CDF-B363-212A902E7FF8}" dt="2026-10-22T20:57:02.946" v="8" actId="14100"/>
        <pc:sldMkLst>
          <pc:docMk/>
          <pc:sldMk cId="0" sldId="2147479597"/>
        </pc:sldMkLst>
        <pc:spChg chg="del">
          <ac:chgData name="Jenkins NS" userId="8bdba4d2-1367-40cf-ad35-f59b31261896" providerId="ADAL" clId="{3EF20EB0-5DD8-4CDF-B363-212A902E7FF8}" dt="2026-10-22T20:57:00.697" v="7" actId="478"/>
          <ac:spMkLst>
            <pc:docMk/>
            <pc:sldMk cId="0" sldId="2147479597"/>
            <ac:spMk id="2" creationId="{00000000-0000-0000-0000-000000000000}"/>
          </ac:spMkLst>
        </pc:spChg>
        <pc:spChg chg="del">
          <ac:chgData name="Jenkins NS" userId="8bdba4d2-1367-40cf-ad35-f59b31261896" providerId="ADAL" clId="{3EF20EB0-5DD8-4CDF-B363-212A902E7FF8}" dt="2026-10-22T20:57:00.697" v="7" actId="478"/>
          <ac:spMkLst>
            <pc:docMk/>
            <pc:sldMk cId="0" sldId="2147479597"/>
            <ac:spMk id="3" creationId="{00000000-0000-0000-0000-000000000000}"/>
          </ac:spMkLst>
        </pc:spChg>
        <pc:spChg chg="del">
          <ac:chgData name="Jenkins NS" userId="8bdba4d2-1367-40cf-ad35-f59b31261896" providerId="ADAL" clId="{3EF20EB0-5DD8-4CDF-B363-212A902E7FF8}" dt="2026-10-22T20:57:00.697" v="7" actId="478"/>
          <ac:spMkLst>
            <pc:docMk/>
            <pc:sldMk cId="0" sldId="2147479597"/>
            <ac:spMk id="4" creationId="{00000000-0000-0000-0000-000000000000}"/>
          </ac:spMkLst>
        </pc:spChg>
        <pc:spChg chg="mod">
          <ac:chgData name="Jenkins NS" userId="8bdba4d2-1367-40cf-ad35-f59b31261896" providerId="ADAL" clId="{3EF20EB0-5DD8-4CDF-B363-212A902E7FF8}" dt="2026-10-22T20:57:02.946" v="8" actId="14100"/>
          <ac:spMkLst>
            <pc:docMk/>
            <pc:sldMk cId="0" sldId="2147479597"/>
            <ac:spMk id="5" creationId="{00000000-0000-0000-0000-000000000000}"/>
          </ac:spMkLst>
        </pc:spChg>
      </pc:sldChg>
      <pc:sldChg chg="del">
        <pc:chgData name="Jenkins NS" userId="8bdba4d2-1367-40cf-ad35-f59b31261896" providerId="ADAL" clId="{3EF20EB0-5DD8-4CDF-B363-212A902E7FF8}" dt="2026-10-22T20:56:41.008" v="0" actId="47"/>
        <pc:sldMkLst>
          <pc:docMk/>
          <pc:sldMk cId="3382622447" sldId="2147479600"/>
        </pc:sldMkLst>
      </pc:sldChg>
      <pc:sldChg chg="del">
        <pc:chgData name="Jenkins NS" userId="8bdba4d2-1367-40cf-ad35-f59b31261896" providerId="ADAL" clId="{3EF20EB0-5DD8-4CDF-B363-212A902E7FF8}" dt="2026-10-22T20:56:41.008" v="0" actId="47"/>
        <pc:sldMkLst>
          <pc:docMk/>
          <pc:sldMk cId="703889543" sldId="2147479601"/>
        </pc:sldMkLst>
      </pc:sldChg>
    </pc:docChg>
  </pc:docChgLst>
  <pc:docChgLst>
    <pc:chgData name="Jenkins NS" userId="8bdba4d2-1367-40cf-ad35-f59b31261896" providerId="ADAL" clId="{ACFFAC28-C693-429F-A17E-A86F3FBA7AC3}"/>
    <pc:docChg chg="undo custSel addSld delSld modSld sldOrd">
      <pc:chgData name="Jenkins NS" userId="8bdba4d2-1367-40cf-ad35-f59b31261896" providerId="ADAL" clId="{ACFFAC28-C693-429F-A17E-A86F3FBA7AC3}" dt="2026-09-25T04:11:23.975" v="10" actId="47"/>
      <pc:docMkLst>
        <pc:docMk/>
      </pc:docMkLst>
      <pc:sldChg chg="add del">
        <pc:chgData name="Jenkins NS" userId="8bdba4d2-1367-40cf-ad35-f59b31261896" providerId="ADAL" clId="{ACFFAC28-C693-429F-A17E-A86F3FBA7AC3}" dt="2026-09-25T04:11:23.975" v="10" actId="47"/>
        <pc:sldMkLst>
          <pc:docMk/>
          <pc:sldMk cId="443657415" sldId="2147479840"/>
        </pc:sldMkLst>
      </pc:sldChg>
      <pc:sldChg chg="addSp new mod ord">
        <pc:chgData name="Jenkins NS" userId="8bdba4d2-1367-40cf-ad35-f59b31261896" providerId="ADAL" clId="{ACFFAC28-C693-429F-A17E-A86F3FBA7AC3}" dt="2026-09-25T04:05:29.152" v="8"/>
        <pc:sldMkLst>
          <pc:docMk/>
          <pc:sldMk cId="94038164" sldId="2147479884"/>
        </pc:sldMkLst>
      </pc:sldChg>
      <pc:sldChg chg="addSp new mod">
        <pc:chgData name="Jenkins NS" userId="8bdba4d2-1367-40cf-ad35-f59b31261896" providerId="ADAL" clId="{ACFFAC28-C693-429F-A17E-A86F3FBA7AC3}" dt="2026-09-25T04:03:52.664" v="3" actId="22"/>
        <pc:sldMkLst>
          <pc:docMk/>
          <pc:sldMk cId="4129616098" sldId="2147479885"/>
        </pc:sldMkLst>
      </pc:sldChg>
      <pc:sldChg chg="addSp new mod">
        <pc:chgData name="Jenkins NS" userId="8bdba4d2-1367-40cf-ad35-f59b31261896" providerId="ADAL" clId="{ACFFAC28-C693-429F-A17E-A86F3FBA7AC3}" dt="2026-09-25T04:05:24.117" v="6" actId="22"/>
        <pc:sldMkLst>
          <pc:docMk/>
          <pc:sldMk cId="3730370468" sldId="2147479886"/>
        </pc:sldMkLst>
      </pc:sldChg>
      <pc:sldMasterChg chg="addSldLayout delSldLayout">
        <pc:chgData name="Jenkins NS" userId="8bdba4d2-1367-40cf-ad35-f59b31261896" providerId="ADAL" clId="{ACFFAC28-C693-429F-A17E-A86F3FBA7AC3}" dt="2026-09-25T04:11:23.975" v="10" actId="47"/>
        <pc:sldMasterMkLst>
          <pc:docMk/>
          <pc:sldMasterMk cId="975404246" sldId="2147483648"/>
        </pc:sldMasterMkLst>
        <pc:sldLayoutChg chg="add del">
          <pc:chgData name="Jenkins NS" userId="8bdba4d2-1367-40cf-ad35-f59b31261896" providerId="ADAL" clId="{ACFFAC28-C693-429F-A17E-A86F3FBA7AC3}" dt="2026-09-25T04:11:23.975" v="10" actId="47"/>
          <pc:sldLayoutMkLst>
            <pc:docMk/>
            <pc:sldMasterMk cId="975404246" sldId="2147483648"/>
            <pc:sldLayoutMk cId="256598807" sldId="2147483661"/>
          </pc:sldLayoutMkLst>
        </pc:sldLayoutChg>
      </pc:sldMasterChg>
    </pc:docChg>
  </pc:docChgLst>
  <pc:docChgLst>
    <pc:chgData name="Jenkins NS" userId="8bdba4d2-1367-40cf-ad35-f59b31261896" providerId="ADAL" clId="{35087783-BA59-4BF9-AF06-0D08442361EA}"/>
    <pc:docChg chg="delSld">
      <pc:chgData name="Jenkins NS" userId="8bdba4d2-1367-40cf-ad35-f59b31261896" providerId="ADAL" clId="{35087783-BA59-4BF9-AF06-0D08442361EA}" dt="2026-10-22T20:54:52.392" v="0" actId="47"/>
      <pc:docMkLst>
        <pc:docMk/>
      </pc:docMkLst>
      <pc:sldChg chg="del">
        <pc:chgData name="Jenkins NS" userId="8bdba4d2-1367-40cf-ad35-f59b31261896" providerId="ADAL" clId="{35087783-BA59-4BF9-AF06-0D08442361EA}" dt="2026-10-22T20:54:52.392" v="0" actId="47"/>
        <pc:sldMkLst>
          <pc:docMk/>
          <pc:sldMk cId="2497367714" sldId="2044"/>
        </pc:sldMkLst>
      </pc:sldChg>
      <pc:sldChg chg="del">
        <pc:chgData name="Jenkins NS" userId="8bdba4d2-1367-40cf-ad35-f59b31261896" providerId="ADAL" clId="{35087783-BA59-4BF9-AF06-0D08442361EA}" dt="2026-10-22T20:54:52.392" v="0" actId="47"/>
        <pc:sldMkLst>
          <pc:docMk/>
          <pc:sldMk cId="3099915628" sldId="2045"/>
        </pc:sldMkLst>
      </pc:sldChg>
      <pc:sldChg chg="del">
        <pc:chgData name="Jenkins NS" userId="8bdba4d2-1367-40cf-ad35-f59b31261896" providerId="ADAL" clId="{35087783-BA59-4BF9-AF06-0D08442361EA}" dt="2026-10-22T20:54:52.392" v="0" actId="47"/>
        <pc:sldMkLst>
          <pc:docMk/>
          <pc:sldMk cId="1470740852" sldId="2047"/>
        </pc:sldMkLst>
      </pc:sldChg>
      <pc:sldChg chg="del">
        <pc:chgData name="Jenkins NS" userId="8bdba4d2-1367-40cf-ad35-f59b31261896" providerId="ADAL" clId="{35087783-BA59-4BF9-AF06-0D08442361EA}" dt="2026-10-22T20:54:52.392" v="0" actId="47"/>
        <pc:sldMkLst>
          <pc:docMk/>
          <pc:sldMk cId="2010521932" sldId="2048"/>
        </pc:sldMkLst>
      </pc:sldChg>
      <pc:sldChg chg="del">
        <pc:chgData name="Jenkins NS" userId="8bdba4d2-1367-40cf-ad35-f59b31261896" providerId="ADAL" clId="{35087783-BA59-4BF9-AF06-0D08442361EA}" dt="2026-10-22T20:54:52.392" v="0" actId="47"/>
        <pc:sldMkLst>
          <pc:docMk/>
          <pc:sldMk cId="254325681" sldId="10819"/>
        </pc:sldMkLst>
      </pc:sldChg>
      <pc:sldChg chg="del">
        <pc:chgData name="Jenkins NS" userId="8bdba4d2-1367-40cf-ad35-f59b31261896" providerId="ADAL" clId="{35087783-BA59-4BF9-AF06-0D08442361EA}" dt="2026-10-22T20:54:52.392" v="0" actId="47"/>
        <pc:sldMkLst>
          <pc:docMk/>
          <pc:sldMk cId="220853581" sldId="2076136495"/>
        </pc:sldMkLst>
      </pc:sldChg>
      <pc:sldChg chg="del">
        <pc:chgData name="Jenkins NS" userId="8bdba4d2-1367-40cf-ad35-f59b31261896" providerId="ADAL" clId="{35087783-BA59-4BF9-AF06-0D08442361EA}" dt="2026-10-22T20:54:52.392" v="0" actId="47"/>
        <pc:sldMkLst>
          <pc:docMk/>
          <pc:sldMk cId="3937804750" sldId="2076136496"/>
        </pc:sldMkLst>
      </pc:sldChg>
      <pc:sldChg chg="del">
        <pc:chgData name="Jenkins NS" userId="8bdba4d2-1367-40cf-ad35-f59b31261896" providerId="ADAL" clId="{35087783-BA59-4BF9-AF06-0D08442361EA}" dt="2026-10-22T20:54:52.392" v="0" actId="47"/>
        <pc:sldMkLst>
          <pc:docMk/>
          <pc:sldMk cId="0" sldId="2147479594"/>
        </pc:sldMkLst>
      </pc:sldChg>
      <pc:sldChg chg="del">
        <pc:chgData name="Jenkins NS" userId="8bdba4d2-1367-40cf-ad35-f59b31261896" providerId="ADAL" clId="{35087783-BA59-4BF9-AF06-0D08442361EA}" dt="2026-10-22T20:54:52.392" v="0" actId="47"/>
        <pc:sldMkLst>
          <pc:docMk/>
          <pc:sldMk cId="2017300280" sldId="2147479599"/>
        </pc:sldMkLst>
      </pc:sldChg>
      <pc:sldChg chg="del">
        <pc:chgData name="Jenkins NS" userId="8bdba4d2-1367-40cf-ad35-f59b31261896" providerId="ADAL" clId="{35087783-BA59-4BF9-AF06-0D08442361EA}" dt="2026-10-22T20:54:52.392" v="0" actId="47"/>
        <pc:sldMkLst>
          <pc:docMk/>
          <pc:sldMk cId="1525641040" sldId="2147479603"/>
        </pc:sldMkLst>
      </pc:sldChg>
      <pc:sldMasterChg chg="delSldLayout">
        <pc:chgData name="Jenkins NS" userId="8bdba4d2-1367-40cf-ad35-f59b31261896" providerId="ADAL" clId="{35087783-BA59-4BF9-AF06-0D08442361EA}" dt="2026-10-22T20:54:52.392" v="0" actId="47"/>
        <pc:sldMasterMkLst>
          <pc:docMk/>
          <pc:sldMasterMk cId="2494316984" sldId="2147483684"/>
        </pc:sldMasterMkLst>
        <pc:sldLayoutChg chg="del">
          <pc:chgData name="Jenkins NS" userId="8bdba4d2-1367-40cf-ad35-f59b31261896" providerId="ADAL" clId="{35087783-BA59-4BF9-AF06-0D08442361EA}" dt="2026-10-22T20:54:52.392" v="0" actId="47"/>
          <pc:sldLayoutMkLst>
            <pc:docMk/>
            <pc:sldMasterMk cId="2494316984" sldId="2147483684"/>
            <pc:sldLayoutMk cId="2641358860" sldId="2147483688"/>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274860342" sldId="2147483689"/>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1877322716" sldId="2147483690"/>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2466656009" sldId="2147483691"/>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3392665190" sldId="2147483692"/>
          </pc:sldLayoutMkLst>
        </pc:sldLayoutChg>
      </pc:sldMasterChg>
    </pc:docChg>
  </pc:docChgLst>
  <pc:docChgLst>
    <pc:chgData name="Jenkins NS" userId="8bdba4d2-1367-40cf-ad35-f59b31261896" providerId="ADAL" clId="{86BB08CA-B7A6-4B56-B251-75270BF6414D}"/>
    <pc:docChg chg="undo custSel addSld delSld modSld delMainMaster">
      <pc:chgData name="Jenkins NS" userId="8bdba4d2-1367-40cf-ad35-f59b31261896" providerId="ADAL" clId="{86BB08CA-B7A6-4B56-B251-75270BF6414D}" dt="2026-10-23T05:54:17.275" v="56" actId="207"/>
      <pc:docMkLst>
        <pc:docMk/>
      </pc:docMkLst>
      <pc:sldChg chg="delSp add mod setBg">
        <pc:chgData name="Jenkins NS" userId="8bdba4d2-1367-40cf-ad35-f59b31261896" providerId="ADAL" clId="{86BB08CA-B7A6-4B56-B251-75270BF6414D}" dt="2026-10-23T05:48:10.230" v="8" actId="478"/>
        <pc:sldMkLst>
          <pc:docMk/>
          <pc:sldMk cId="0" sldId="258"/>
        </pc:sldMkLst>
        <pc:spChg chg="del">
          <ac:chgData name="Jenkins NS" userId="8bdba4d2-1367-40cf-ad35-f59b31261896" providerId="ADAL" clId="{86BB08CA-B7A6-4B56-B251-75270BF6414D}" dt="2026-10-23T05:48:10.230" v="8" actId="478"/>
          <ac:spMkLst>
            <pc:docMk/>
            <pc:sldMk cId="0" sldId="258"/>
            <ac:spMk id="17" creationId="{00000000-0000-0000-0000-000000000000}"/>
          </ac:spMkLst>
        </pc:spChg>
      </pc:sldChg>
      <pc:sldChg chg="delSp add mod setBg">
        <pc:chgData name="Jenkins NS" userId="8bdba4d2-1367-40cf-ad35-f59b31261896" providerId="ADAL" clId="{86BB08CA-B7A6-4B56-B251-75270BF6414D}" dt="2026-10-23T05:48:17.686" v="9" actId="478"/>
        <pc:sldMkLst>
          <pc:docMk/>
          <pc:sldMk cId="0" sldId="259"/>
        </pc:sldMkLst>
        <pc:spChg chg="del">
          <ac:chgData name="Jenkins NS" userId="8bdba4d2-1367-40cf-ad35-f59b31261896" providerId="ADAL" clId="{86BB08CA-B7A6-4B56-B251-75270BF6414D}" dt="2026-10-23T05:48:17.686" v="9" actId="478"/>
          <ac:spMkLst>
            <pc:docMk/>
            <pc:sldMk cId="0" sldId="259"/>
            <ac:spMk id="28" creationId="{00000000-0000-0000-0000-000000000000}"/>
          </ac:spMkLst>
        </pc:spChg>
      </pc:sldChg>
      <pc:sldChg chg="delSp modSp add mod setBg">
        <pc:chgData name="Jenkins NS" userId="8bdba4d2-1367-40cf-ad35-f59b31261896" providerId="ADAL" clId="{86BB08CA-B7A6-4B56-B251-75270BF6414D}" dt="2026-10-23T05:54:17.275" v="56" actId="207"/>
        <pc:sldMkLst>
          <pc:docMk/>
          <pc:sldMk cId="0" sldId="260"/>
        </pc:sldMkLst>
        <pc:spChg chg="mod">
          <ac:chgData name="Jenkins NS" userId="8bdba4d2-1367-40cf-ad35-f59b31261896" providerId="ADAL" clId="{86BB08CA-B7A6-4B56-B251-75270BF6414D}" dt="2026-10-23T05:54:17.275" v="56" actId="207"/>
          <ac:spMkLst>
            <pc:docMk/>
            <pc:sldMk cId="0" sldId="260"/>
            <ac:spMk id="3" creationId="{00000000-0000-0000-0000-000000000000}"/>
          </ac:spMkLst>
        </pc:spChg>
        <pc:spChg chg="del">
          <ac:chgData name="Jenkins NS" userId="8bdba4d2-1367-40cf-ad35-f59b31261896" providerId="ADAL" clId="{86BB08CA-B7A6-4B56-B251-75270BF6414D}" dt="2026-10-23T05:48:25.294" v="10" actId="478"/>
          <ac:spMkLst>
            <pc:docMk/>
            <pc:sldMk cId="0" sldId="260"/>
            <ac:spMk id="11" creationId="{00000000-0000-0000-0000-000000000000}"/>
          </ac:spMkLst>
        </pc:spChg>
      </pc:sldChg>
      <pc:sldChg chg="delSp modSp add mod setBg">
        <pc:chgData name="Jenkins NS" userId="8bdba4d2-1367-40cf-ad35-f59b31261896" providerId="ADAL" clId="{86BB08CA-B7A6-4B56-B251-75270BF6414D}" dt="2026-10-23T05:54:13.639" v="55" actId="207"/>
        <pc:sldMkLst>
          <pc:docMk/>
          <pc:sldMk cId="0" sldId="261"/>
        </pc:sldMkLst>
        <pc:spChg chg="mod">
          <ac:chgData name="Jenkins NS" userId="8bdba4d2-1367-40cf-ad35-f59b31261896" providerId="ADAL" clId="{86BB08CA-B7A6-4B56-B251-75270BF6414D}" dt="2026-10-23T05:54:13.639" v="55" actId="207"/>
          <ac:spMkLst>
            <pc:docMk/>
            <pc:sldMk cId="0" sldId="261"/>
            <ac:spMk id="3" creationId="{00000000-0000-0000-0000-000000000000}"/>
          </ac:spMkLst>
        </pc:spChg>
        <pc:spChg chg="del">
          <ac:chgData name="Jenkins NS" userId="8bdba4d2-1367-40cf-ad35-f59b31261896" providerId="ADAL" clId="{86BB08CA-B7A6-4B56-B251-75270BF6414D}" dt="2026-10-23T05:48:33.785" v="11" actId="478"/>
          <ac:spMkLst>
            <pc:docMk/>
            <pc:sldMk cId="0" sldId="261"/>
            <ac:spMk id="20" creationId="{00000000-0000-0000-0000-000000000000}"/>
          </ac:spMkLst>
        </pc:spChg>
      </pc:sldChg>
      <pc:sldChg chg="delSp modSp add mod setBg">
        <pc:chgData name="Jenkins NS" userId="8bdba4d2-1367-40cf-ad35-f59b31261896" providerId="ADAL" clId="{86BB08CA-B7A6-4B56-B251-75270BF6414D}" dt="2026-10-23T05:54:10.570" v="54" actId="207"/>
        <pc:sldMkLst>
          <pc:docMk/>
          <pc:sldMk cId="0" sldId="262"/>
        </pc:sldMkLst>
        <pc:spChg chg="mod">
          <ac:chgData name="Jenkins NS" userId="8bdba4d2-1367-40cf-ad35-f59b31261896" providerId="ADAL" clId="{86BB08CA-B7A6-4B56-B251-75270BF6414D}" dt="2026-10-23T05:54:10.570" v="54" actId="207"/>
          <ac:spMkLst>
            <pc:docMk/>
            <pc:sldMk cId="0" sldId="262"/>
            <ac:spMk id="3" creationId="{00000000-0000-0000-0000-000000000000}"/>
          </ac:spMkLst>
        </pc:spChg>
        <pc:spChg chg="del">
          <ac:chgData name="Jenkins NS" userId="8bdba4d2-1367-40cf-ad35-f59b31261896" providerId="ADAL" clId="{86BB08CA-B7A6-4B56-B251-75270BF6414D}" dt="2026-10-23T05:48:39.843" v="12" actId="478"/>
          <ac:spMkLst>
            <pc:docMk/>
            <pc:sldMk cId="0" sldId="262"/>
            <ac:spMk id="10" creationId="{00000000-0000-0000-0000-000000000000}"/>
          </ac:spMkLst>
        </pc:spChg>
      </pc:sldChg>
      <pc:sldChg chg="delSp modSp add mod setBg">
        <pc:chgData name="Jenkins NS" userId="8bdba4d2-1367-40cf-ad35-f59b31261896" providerId="ADAL" clId="{86BB08CA-B7A6-4B56-B251-75270BF6414D}" dt="2026-10-23T05:54:06.931" v="53" actId="207"/>
        <pc:sldMkLst>
          <pc:docMk/>
          <pc:sldMk cId="0" sldId="263"/>
        </pc:sldMkLst>
        <pc:spChg chg="mod">
          <ac:chgData name="Jenkins NS" userId="8bdba4d2-1367-40cf-ad35-f59b31261896" providerId="ADAL" clId="{86BB08CA-B7A6-4B56-B251-75270BF6414D}" dt="2026-10-23T05:49:07.208" v="17" actId="108"/>
          <ac:spMkLst>
            <pc:docMk/>
            <pc:sldMk cId="0" sldId="263"/>
            <ac:spMk id="2" creationId="{00000000-0000-0000-0000-000000000000}"/>
          </ac:spMkLst>
        </pc:spChg>
        <pc:spChg chg="mod">
          <ac:chgData name="Jenkins NS" userId="8bdba4d2-1367-40cf-ad35-f59b31261896" providerId="ADAL" clId="{86BB08CA-B7A6-4B56-B251-75270BF6414D}" dt="2026-10-23T05:54:06.931" v="53" actId="207"/>
          <ac:spMkLst>
            <pc:docMk/>
            <pc:sldMk cId="0" sldId="263"/>
            <ac:spMk id="3" creationId="{00000000-0000-0000-0000-000000000000}"/>
          </ac:spMkLst>
        </pc:spChg>
        <pc:spChg chg="mod">
          <ac:chgData name="Jenkins NS" userId="8bdba4d2-1367-40cf-ad35-f59b31261896" providerId="ADAL" clId="{86BB08CA-B7A6-4B56-B251-75270BF6414D}" dt="2026-10-23T05:49:02.112" v="16" actId="108"/>
          <ac:spMkLst>
            <pc:docMk/>
            <pc:sldMk cId="0" sldId="263"/>
            <ac:spMk id="18" creationId="{00000000-0000-0000-0000-000000000000}"/>
          </ac:spMkLst>
        </pc:spChg>
        <pc:spChg chg="del">
          <ac:chgData name="Jenkins NS" userId="8bdba4d2-1367-40cf-ad35-f59b31261896" providerId="ADAL" clId="{86BB08CA-B7A6-4B56-B251-75270BF6414D}" dt="2026-10-23T05:48:43.698" v="13" actId="478"/>
          <ac:spMkLst>
            <pc:docMk/>
            <pc:sldMk cId="0" sldId="263"/>
            <ac:spMk id="19" creationId="{00000000-0000-0000-0000-000000000000}"/>
          </ac:spMkLst>
        </pc:spChg>
      </pc:sldChg>
      <pc:sldChg chg="delSp add mod setBg">
        <pc:chgData name="Jenkins NS" userId="8bdba4d2-1367-40cf-ad35-f59b31261896" providerId="ADAL" clId="{86BB08CA-B7A6-4B56-B251-75270BF6414D}" dt="2026-10-23T05:49:14.672" v="18" actId="478"/>
        <pc:sldMkLst>
          <pc:docMk/>
          <pc:sldMk cId="0" sldId="264"/>
        </pc:sldMkLst>
        <pc:spChg chg="del">
          <ac:chgData name="Jenkins NS" userId="8bdba4d2-1367-40cf-ad35-f59b31261896" providerId="ADAL" clId="{86BB08CA-B7A6-4B56-B251-75270BF6414D}" dt="2026-10-23T05:49:14.672" v="18" actId="478"/>
          <ac:spMkLst>
            <pc:docMk/>
            <pc:sldMk cId="0" sldId="264"/>
            <ac:spMk id="6" creationId="{00000000-0000-0000-0000-000000000000}"/>
          </ac:spMkLst>
        </pc:spChg>
      </pc:sldChg>
      <pc:sldChg chg="delSp modSp add mod setBg">
        <pc:chgData name="Jenkins NS" userId="8bdba4d2-1367-40cf-ad35-f59b31261896" providerId="ADAL" clId="{86BB08CA-B7A6-4B56-B251-75270BF6414D}" dt="2026-10-23T05:54:03.219" v="52" actId="207"/>
        <pc:sldMkLst>
          <pc:docMk/>
          <pc:sldMk cId="0" sldId="265"/>
        </pc:sldMkLst>
        <pc:spChg chg="mod">
          <ac:chgData name="Jenkins NS" userId="8bdba4d2-1367-40cf-ad35-f59b31261896" providerId="ADAL" clId="{86BB08CA-B7A6-4B56-B251-75270BF6414D}" dt="2026-10-23T05:54:03.219" v="52" actId="207"/>
          <ac:spMkLst>
            <pc:docMk/>
            <pc:sldMk cId="0" sldId="265"/>
            <ac:spMk id="3" creationId="{00000000-0000-0000-0000-000000000000}"/>
          </ac:spMkLst>
        </pc:spChg>
        <pc:spChg chg="del">
          <ac:chgData name="Jenkins NS" userId="8bdba4d2-1367-40cf-ad35-f59b31261896" providerId="ADAL" clId="{86BB08CA-B7A6-4B56-B251-75270BF6414D}" dt="2026-10-23T05:49:20.083" v="19" actId="478"/>
          <ac:spMkLst>
            <pc:docMk/>
            <pc:sldMk cId="0" sldId="265"/>
            <ac:spMk id="32" creationId="{00000000-0000-0000-0000-000000000000}"/>
          </ac:spMkLst>
        </pc:spChg>
      </pc:sldChg>
      <pc:sldChg chg="del">
        <pc:chgData name="Jenkins NS" userId="8bdba4d2-1367-40cf-ad35-f59b31261896" providerId="ADAL" clId="{86BB08CA-B7A6-4B56-B251-75270BF6414D}" dt="2026-10-23T05:31:21.916" v="0" actId="47"/>
        <pc:sldMkLst>
          <pc:docMk/>
          <pc:sldMk cId="2361673258" sldId="265"/>
        </pc:sldMkLst>
      </pc:sldChg>
      <pc:sldChg chg="delSp modSp add mod setBg">
        <pc:chgData name="Jenkins NS" userId="8bdba4d2-1367-40cf-ad35-f59b31261896" providerId="ADAL" clId="{86BB08CA-B7A6-4B56-B251-75270BF6414D}" dt="2026-10-23T05:53:58.991" v="51" actId="207"/>
        <pc:sldMkLst>
          <pc:docMk/>
          <pc:sldMk cId="0" sldId="266"/>
        </pc:sldMkLst>
        <pc:spChg chg="mod">
          <ac:chgData name="Jenkins NS" userId="8bdba4d2-1367-40cf-ad35-f59b31261896" providerId="ADAL" clId="{86BB08CA-B7A6-4B56-B251-75270BF6414D}" dt="2026-10-23T05:53:58.991" v="51" actId="207"/>
          <ac:spMkLst>
            <pc:docMk/>
            <pc:sldMk cId="0" sldId="266"/>
            <ac:spMk id="2" creationId="{00000000-0000-0000-0000-000000000000}"/>
          </ac:spMkLst>
        </pc:spChg>
        <pc:spChg chg="mod">
          <ac:chgData name="Jenkins NS" userId="8bdba4d2-1367-40cf-ad35-f59b31261896" providerId="ADAL" clId="{86BB08CA-B7A6-4B56-B251-75270BF6414D}" dt="2026-10-23T05:53:54.104" v="50" actId="207"/>
          <ac:spMkLst>
            <pc:docMk/>
            <pc:sldMk cId="0" sldId="266"/>
            <ac:spMk id="3" creationId="{00000000-0000-0000-0000-000000000000}"/>
          </ac:spMkLst>
        </pc:spChg>
        <pc:spChg chg="del">
          <ac:chgData name="Jenkins NS" userId="8bdba4d2-1367-40cf-ad35-f59b31261896" providerId="ADAL" clId="{86BB08CA-B7A6-4B56-B251-75270BF6414D}" dt="2026-10-23T05:49:28.135" v="20" actId="478"/>
          <ac:spMkLst>
            <pc:docMk/>
            <pc:sldMk cId="0" sldId="266"/>
            <ac:spMk id="32" creationId="{00000000-0000-0000-0000-000000000000}"/>
          </ac:spMkLst>
        </pc:spChg>
      </pc:sldChg>
      <pc:sldChg chg="delSp add del mod setBg">
        <pc:chgData name="Jenkins NS" userId="8bdba4d2-1367-40cf-ad35-f59b31261896" providerId="ADAL" clId="{86BB08CA-B7A6-4B56-B251-75270BF6414D}" dt="2026-10-23T05:50:05.767" v="22" actId="47"/>
        <pc:sldMkLst>
          <pc:docMk/>
          <pc:sldMk cId="0" sldId="267"/>
        </pc:sldMkLst>
        <pc:spChg chg="del">
          <ac:chgData name="Jenkins NS" userId="8bdba4d2-1367-40cf-ad35-f59b31261896" providerId="ADAL" clId="{86BB08CA-B7A6-4B56-B251-75270BF6414D}" dt="2026-10-23T05:49:37.110" v="21" actId="478"/>
          <ac:spMkLst>
            <pc:docMk/>
            <pc:sldMk cId="0" sldId="267"/>
            <ac:spMk id="14" creationId="{00000000-0000-0000-0000-000000000000}"/>
          </ac:spMkLst>
        </pc:spChg>
      </pc:sldChg>
      <pc:sldChg chg="delSp modSp add mod setBg">
        <pc:chgData name="Jenkins NS" userId="8bdba4d2-1367-40cf-ad35-f59b31261896" providerId="ADAL" clId="{86BB08CA-B7A6-4B56-B251-75270BF6414D}" dt="2026-10-23T05:53:49.507" v="49" actId="207"/>
        <pc:sldMkLst>
          <pc:docMk/>
          <pc:sldMk cId="0" sldId="268"/>
        </pc:sldMkLst>
        <pc:spChg chg="mod">
          <ac:chgData name="Jenkins NS" userId="8bdba4d2-1367-40cf-ad35-f59b31261896" providerId="ADAL" clId="{86BB08CA-B7A6-4B56-B251-75270BF6414D}" dt="2026-10-23T05:53:49.507" v="49" actId="207"/>
          <ac:spMkLst>
            <pc:docMk/>
            <pc:sldMk cId="0" sldId="268"/>
            <ac:spMk id="3" creationId="{00000000-0000-0000-0000-000000000000}"/>
          </ac:spMkLst>
        </pc:spChg>
        <pc:spChg chg="del">
          <ac:chgData name="Jenkins NS" userId="8bdba4d2-1367-40cf-ad35-f59b31261896" providerId="ADAL" clId="{86BB08CA-B7A6-4B56-B251-75270BF6414D}" dt="2026-10-23T05:50:08.643" v="23" actId="478"/>
          <ac:spMkLst>
            <pc:docMk/>
            <pc:sldMk cId="0" sldId="268"/>
            <ac:spMk id="29" creationId="{00000000-0000-0000-0000-000000000000}"/>
          </ac:spMkLst>
        </pc:spChg>
      </pc:sldChg>
      <pc:sldChg chg="delSp modSp add mod setBg">
        <pc:chgData name="Jenkins NS" userId="8bdba4d2-1367-40cf-ad35-f59b31261896" providerId="ADAL" clId="{86BB08CA-B7A6-4B56-B251-75270BF6414D}" dt="2026-10-23T05:53:46.557" v="48" actId="207"/>
        <pc:sldMkLst>
          <pc:docMk/>
          <pc:sldMk cId="0" sldId="269"/>
        </pc:sldMkLst>
        <pc:spChg chg="mod">
          <ac:chgData name="Jenkins NS" userId="8bdba4d2-1367-40cf-ad35-f59b31261896" providerId="ADAL" clId="{86BB08CA-B7A6-4B56-B251-75270BF6414D}" dt="2026-10-23T05:53:46.557" v="48" actId="207"/>
          <ac:spMkLst>
            <pc:docMk/>
            <pc:sldMk cId="0" sldId="269"/>
            <ac:spMk id="3" creationId="{00000000-0000-0000-0000-000000000000}"/>
          </ac:spMkLst>
        </pc:spChg>
        <pc:spChg chg="mod">
          <ac:chgData name="Jenkins NS" userId="8bdba4d2-1367-40cf-ad35-f59b31261896" providerId="ADAL" clId="{86BB08CA-B7A6-4B56-B251-75270BF6414D}" dt="2026-10-23T05:50:28.429" v="25" actId="33524"/>
          <ac:spMkLst>
            <pc:docMk/>
            <pc:sldMk cId="0" sldId="269"/>
            <ac:spMk id="13" creationId="{00000000-0000-0000-0000-000000000000}"/>
          </ac:spMkLst>
        </pc:spChg>
        <pc:spChg chg="del">
          <ac:chgData name="Jenkins NS" userId="8bdba4d2-1367-40cf-ad35-f59b31261896" providerId="ADAL" clId="{86BB08CA-B7A6-4B56-B251-75270BF6414D}" dt="2026-10-23T05:50:15.085" v="24" actId="478"/>
          <ac:spMkLst>
            <pc:docMk/>
            <pc:sldMk cId="0" sldId="269"/>
            <ac:spMk id="14" creationId="{00000000-0000-0000-0000-000000000000}"/>
          </ac:spMkLst>
        </pc:spChg>
      </pc:sldChg>
      <pc:sldChg chg="delSp modSp add mod setBg">
        <pc:chgData name="Jenkins NS" userId="8bdba4d2-1367-40cf-ad35-f59b31261896" providerId="ADAL" clId="{86BB08CA-B7A6-4B56-B251-75270BF6414D}" dt="2026-10-23T05:53:43.763" v="47" actId="207"/>
        <pc:sldMkLst>
          <pc:docMk/>
          <pc:sldMk cId="0" sldId="270"/>
        </pc:sldMkLst>
        <pc:spChg chg="mod">
          <ac:chgData name="Jenkins NS" userId="8bdba4d2-1367-40cf-ad35-f59b31261896" providerId="ADAL" clId="{86BB08CA-B7A6-4B56-B251-75270BF6414D}" dt="2026-10-23T05:53:43.763" v="47" actId="207"/>
          <ac:spMkLst>
            <pc:docMk/>
            <pc:sldMk cId="0" sldId="270"/>
            <ac:spMk id="3" creationId="{00000000-0000-0000-0000-000000000000}"/>
          </ac:spMkLst>
        </pc:spChg>
        <pc:spChg chg="del">
          <ac:chgData name="Jenkins NS" userId="8bdba4d2-1367-40cf-ad35-f59b31261896" providerId="ADAL" clId="{86BB08CA-B7A6-4B56-B251-75270BF6414D}" dt="2026-10-23T05:50:32.877" v="26" actId="478"/>
          <ac:spMkLst>
            <pc:docMk/>
            <pc:sldMk cId="0" sldId="270"/>
            <ac:spMk id="18" creationId="{00000000-0000-0000-0000-000000000000}"/>
          </ac:spMkLst>
        </pc:spChg>
      </pc:sldChg>
      <pc:sldChg chg="delSp modSp add mod setBg">
        <pc:chgData name="Jenkins NS" userId="8bdba4d2-1367-40cf-ad35-f59b31261896" providerId="ADAL" clId="{86BB08CA-B7A6-4B56-B251-75270BF6414D}" dt="2026-10-23T05:53:38.652" v="46" actId="207"/>
        <pc:sldMkLst>
          <pc:docMk/>
          <pc:sldMk cId="0" sldId="271"/>
        </pc:sldMkLst>
        <pc:spChg chg="mod">
          <ac:chgData name="Jenkins NS" userId="8bdba4d2-1367-40cf-ad35-f59b31261896" providerId="ADAL" clId="{86BB08CA-B7A6-4B56-B251-75270BF6414D}" dt="2026-10-23T05:53:38.652" v="46" actId="207"/>
          <ac:spMkLst>
            <pc:docMk/>
            <pc:sldMk cId="0" sldId="271"/>
            <ac:spMk id="3" creationId="{00000000-0000-0000-0000-000000000000}"/>
          </ac:spMkLst>
        </pc:spChg>
        <pc:spChg chg="del">
          <ac:chgData name="Jenkins NS" userId="8bdba4d2-1367-40cf-ad35-f59b31261896" providerId="ADAL" clId="{86BB08CA-B7A6-4B56-B251-75270BF6414D}" dt="2026-10-23T05:50:44.170" v="27" actId="478"/>
          <ac:spMkLst>
            <pc:docMk/>
            <pc:sldMk cId="0" sldId="271"/>
            <ac:spMk id="19" creationId="{00000000-0000-0000-0000-000000000000}"/>
          </ac:spMkLst>
        </pc:spChg>
      </pc:sldChg>
      <pc:sldChg chg="delSp modSp add mod setBg">
        <pc:chgData name="Jenkins NS" userId="8bdba4d2-1367-40cf-ad35-f59b31261896" providerId="ADAL" clId="{86BB08CA-B7A6-4B56-B251-75270BF6414D}" dt="2026-10-23T05:53:07.545" v="38" actId="207"/>
        <pc:sldMkLst>
          <pc:docMk/>
          <pc:sldMk cId="0" sldId="272"/>
        </pc:sldMkLst>
        <pc:spChg chg="mod">
          <ac:chgData name="Jenkins NS" userId="8bdba4d2-1367-40cf-ad35-f59b31261896" providerId="ADAL" clId="{86BB08CA-B7A6-4B56-B251-75270BF6414D}" dt="2026-10-23T05:53:07.545" v="38" actId="207"/>
          <ac:spMkLst>
            <pc:docMk/>
            <pc:sldMk cId="0" sldId="272"/>
            <ac:spMk id="3" creationId="{00000000-0000-0000-0000-000000000000}"/>
          </ac:spMkLst>
        </pc:spChg>
        <pc:spChg chg="mod">
          <ac:chgData name="Jenkins NS" userId="8bdba4d2-1367-40cf-ad35-f59b31261896" providerId="ADAL" clId="{86BB08CA-B7A6-4B56-B251-75270BF6414D}" dt="2026-10-23T05:52:38.597" v="37" actId="1076"/>
          <ac:spMkLst>
            <pc:docMk/>
            <pc:sldMk cId="0" sldId="272"/>
            <ac:spMk id="20" creationId="{00000000-0000-0000-0000-000000000000}"/>
          </ac:spMkLst>
        </pc:spChg>
        <pc:spChg chg="del">
          <ac:chgData name="Jenkins NS" userId="8bdba4d2-1367-40cf-ad35-f59b31261896" providerId="ADAL" clId="{86BB08CA-B7A6-4B56-B251-75270BF6414D}" dt="2026-10-23T05:50:50.598" v="28" actId="478"/>
          <ac:spMkLst>
            <pc:docMk/>
            <pc:sldMk cId="0" sldId="272"/>
            <ac:spMk id="25" creationId="{00000000-0000-0000-0000-000000000000}"/>
          </ac:spMkLst>
        </pc:spChg>
      </pc:sldChg>
      <pc:sldChg chg="delSp modSp add mod setBg">
        <pc:chgData name="Jenkins NS" userId="8bdba4d2-1367-40cf-ad35-f59b31261896" providerId="ADAL" clId="{86BB08CA-B7A6-4B56-B251-75270BF6414D}" dt="2026-10-23T05:53:33.467" v="45" actId="207"/>
        <pc:sldMkLst>
          <pc:docMk/>
          <pc:sldMk cId="0" sldId="273"/>
        </pc:sldMkLst>
        <pc:spChg chg="mod">
          <ac:chgData name="Jenkins NS" userId="8bdba4d2-1367-40cf-ad35-f59b31261896" providerId="ADAL" clId="{86BB08CA-B7A6-4B56-B251-75270BF6414D}" dt="2026-10-23T05:51:02.847" v="31" actId="27636"/>
          <ac:spMkLst>
            <pc:docMk/>
            <pc:sldMk cId="0" sldId="273"/>
            <ac:spMk id="2" creationId="{00000000-0000-0000-0000-000000000000}"/>
          </ac:spMkLst>
        </pc:spChg>
        <pc:spChg chg="mod">
          <ac:chgData name="Jenkins NS" userId="8bdba4d2-1367-40cf-ad35-f59b31261896" providerId="ADAL" clId="{86BB08CA-B7A6-4B56-B251-75270BF6414D}" dt="2026-10-23T05:53:33.467" v="45" actId="207"/>
          <ac:spMkLst>
            <pc:docMk/>
            <pc:sldMk cId="0" sldId="273"/>
            <ac:spMk id="3" creationId="{00000000-0000-0000-0000-000000000000}"/>
          </ac:spMkLst>
        </pc:spChg>
        <pc:spChg chg="mod">
          <ac:chgData name="Jenkins NS" userId="8bdba4d2-1367-40cf-ad35-f59b31261896" providerId="ADAL" clId="{86BB08CA-B7A6-4B56-B251-75270BF6414D}" dt="2026-10-23T05:50:59.916" v="29" actId="108"/>
          <ac:spMkLst>
            <pc:docMk/>
            <pc:sldMk cId="0" sldId="273"/>
            <ac:spMk id="13" creationId="{00000000-0000-0000-0000-000000000000}"/>
          </ac:spMkLst>
        </pc:spChg>
        <pc:spChg chg="del">
          <ac:chgData name="Jenkins NS" userId="8bdba4d2-1367-40cf-ad35-f59b31261896" providerId="ADAL" clId="{86BB08CA-B7A6-4B56-B251-75270BF6414D}" dt="2026-10-23T05:53:31.174" v="44" actId="478"/>
          <ac:spMkLst>
            <pc:docMk/>
            <pc:sldMk cId="0" sldId="273"/>
            <ac:spMk id="14" creationId="{00000000-0000-0000-0000-000000000000}"/>
          </ac:spMkLst>
        </pc:spChg>
      </pc:sldChg>
      <pc:sldChg chg="delSp modSp add mod setBg">
        <pc:chgData name="Jenkins NS" userId="8bdba4d2-1367-40cf-ad35-f59b31261896" providerId="ADAL" clId="{86BB08CA-B7A6-4B56-B251-75270BF6414D}" dt="2026-10-23T05:53:26.740" v="43" actId="478"/>
        <pc:sldMkLst>
          <pc:docMk/>
          <pc:sldMk cId="0" sldId="274"/>
        </pc:sldMkLst>
        <pc:spChg chg="mod">
          <ac:chgData name="Jenkins NS" userId="8bdba4d2-1367-40cf-ad35-f59b31261896" providerId="ADAL" clId="{86BB08CA-B7A6-4B56-B251-75270BF6414D}" dt="2026-10-23T05:53:24.140" v="42" actId="207"/>
          <ac:spMkLst>
            <pc:docMk/>
            <pc:sldMk cId="0" sldId="274"/>
            <ac:spMk id="3" creationId="{00000000-0000-0000-0000-000000000000}"/>
          </ac:spMkLst>
        </pc:spChg>
        <pc:spChg chg="del">
          <ac:chgData name="Jenkins NS" userId="8bdba4d2-1367-40cf-ad35-f59b31261896" providerId="ADAL" clId="{86BB08CA-B7A6-4B56-B251-75270BF6414D}" dt="2026-10-23T05:53:26.740" v="43" actId="478"/>
          <ac:spMkLst>
            <pc:docMk/>
            <pc:sldMk cId="0" sldId="274"/>
            <ac:spMk id="15" creationId="{00000000-0000-0000-0000-000000000000}"/>
          </ac:spMkLst>
        </pc:spChg>
      </pc:sldChg>
      <pc:sldChg chg="delSp modSp add mod setBg">
        <pc:chgData name="Jenkins NS" userId="8bdba4d2-1367-40cf-ad35-f59b31261896" providerId="ADAL" clId="{86BB08CA-B7A6-4B56-B251-75270BF6414D}" dt="2026-10-23T05:53:20.012" v="41" actId="207"/>
        <pc:sldMkLst>
          <pc:docMk/>
          <pc:sldMk cId="0" sldId="275"/>
        </pc:sldMkLst>
        <pc:spChg chg="mod">
          <ac:chgData name="Jenkins NS" userId="8bdba4d2-1367-40cf-ad35-f59b31261896" providerId="ADAL" clId="{86BB08CA-B7A6-4B56-B251-75270BF6414D}" dt="2026-10-23T05:53:20.012" v="41" actId="207"/>
          <ac:spMkLst>
            <pc:docMk/>
            <pc:sldMk cId="0" sldId="275"/>
            <ac:spMk id="2" creationId="{00000000-0000-0000-0000-000000000000}"/>
          </ac:spMkLst>
        </pc:spChg>
        <pc:spChg chg="mod">
          <ac:chgData name="Jenkins NS" userId="8bdba4d2-1367-40cf-ad35-f59b31261896" providerId="ADAL" clId="{86BB08CA-B7A6-4B56-B251-75270BF6414D}" dt="2026-10-23T05:53:16.758" v="40" actId="207"/>
          <ac:spMkLst>
            <pc:docMk/>
            <pc:sldMk cId="0" sldId="275"/>
            <ac:spMk id="3" creationId="{00000000-0000-0000-0000-000000000000}"/>
          </ac:spMkLst>
        </pc:spChg>
        <pc:spChg chg="del">
          <ac:chgData name="Jenkins NS" userId="8bdba4d2-1367-40cf-ad35-f59b31261896" providerId="ADAL" clId="{86BB08CA-B7A6-4B56-B251-75270BF6414D}" dt="2026-10-23T05:51:20.094" v="33" actId="478"/>
          <ac:spMkLst>
            <pc:docMk/>
            <pc:sldMk cId="0" sldId="275"/>
            <ac:spMk id="15" creationId="{00000000-0000-0000-0000-000000000000}"/>
          </ac:spMkLst>
        </pc:spChg>
      </pc:sldChg>
      <pc:sldChg chg="del">
        <pc:chgData name="Jenkins NS" userId="8bdba4d2-1367-40cf-ad35-f59b31261896" providerId="ADAL" clId="{86BB08CA-B7A6-4B56-B251-75270BF6414D}" dt="2026-10-23T05:31:21.916" v="0" actId="47"/>
        <pc:sldMkLst>
          <pc:docMk/>
          <pc:sldMk cId="1096705017" sldId="10341"/>
        </pc:sldMkLst>
      </pc:sldChg>
      <pc:sldChg chg="del">
        <pc:chgData name="Jenkins NS" userId="8bdba4d2-1367-40cf-ad35-f59b31261896" providerId="ADAL" clId="{86BB08CA-B7A6-4B56-B251-75270BF6414D}" dt="2026-10-23T05:31:21.916" v="0" actId="47"/>
        <pc:sldMkLst>
          <pc:docMk/>
          <pc:sldMk cId="2980580362" sldId="2076137821"/>
        </pc:sldMkLst>
      </pc:sldChg>
      <pc:sldChg chg="del">
        <pc:chgData name="Jenkins NS" userId="8bdba4d2-1367-40cf-ad35-f59b31261896" providerId="ADAL" clId="{86BB08CA-B7A6-4B56-B251-75270BF6414D}" dt="2026-10-23T05:31:21.916" v="0" actId="47"/>
        <pc:sldMkLst>
          <pc:docMk/>
          <pc:sldMk cId="847600138" sldId="2076137823"/>
        </pc:sldMkLst>
      </pc:sldChg>
      <pc:sldChg chg="del">
        <pc:chgData name="Jenkins NS" userId="8bdba4d2-1367-40cf-ad35-f59b31261896" providerId="ADAL" clId="{86BB08CA-B7A6-4B56-B251-75270BF6414D}" dt="2026-10-23T05:31:21.916" v="0" actId="47"/>
        <pc:sldMkLst>
          <pc:docMk/>
          <pc:sldMk cId="3031809596" sldId="2142533535"/>
        </pc:sldMkLst>
      </pc:sldChg>
      <pc:sldChg chg="del">
        <pc:chgData name="Jenkins NS" userId="8bdba4d2-1367-40cf-ad35-f59b31261896" providerId="ADAL" clId="{86BB08CA-B7A6-4B56-B251-75270BF6414D}" dt="2026-10-23T05:31:21.916" v="0" actId="47"/>
        <pc:sldMkLst>
          <pc:docMk/>
          <pc:sldMk cId="493708244" sldId="2142533536"/>
        </pc:sldMkLst>
      </pc:sldChg>
      <pc:sldChg chg="del">
        <pc:chgData name="Jenkins NS" userId="8bdba4d2-1367-40cf-ad35-f59b31261896" providerId="ADAL" clId="{86BB08CA-B7A6-4B56-B251-75270BF6414D}" dt="2026-10-23T05:31:21.916" v="0" actId="47"/>
        <pc:sldMkLst>
          <pc:docMk/>
          <pc:sldMk cId="949564228" sldId="2142533538"/>
        </pc:sldMkLst>
      </pc:sldChg>
      <pc:sldChg chg="del">
        <pc:chgData name="Jenkins NS" userId="8bdba4d2-1367-40cf-ad35-f59b31261896" providerId="ADAL" clId="{86BB08CA-B7A6-4B56-B251-75270BF6414D}" dt="2026-10-23T05:31:21.916" v="0" actId="47"/>
        <pc:sldMkLst>
          <pc:docMk/>
          <pc:sldMk cId="1159306728" sldId="2142533539"/>
        </pc:sldMkLst>
      </pc:sldChg>
      <pc:sldChg chg="del">
        <pc:chgData name="Jenkins NS" userId="8bdba4d2-1367-40cf-ad35-f59b31261896" providerId="ADAL" clId="{86BB08CA-B7A6-4B56-B251-75270BF6414D}" dt="2026-10-23T05:31:21.916" v="0" actId="47"/>
        <pc:sldMkLst>
          <pc:docMk/>
          <pc:sldMk cId="2306444340" sldId="2142533540"/>
        </pc:sldMkLst>
      </pc:sldChg>
      <pc:sldChg chg="del">
        <pc:chgData name="Jenkins NS" userId="8bdba4d2-1367-40cf-ad35-f59b31261896" providerId="ADAL" clId="{86BB08CA-B7A6-4B56-B251-75270BF6414D}" dt="2026-10-23T05:31:21.916" v="0" actId="47"/>
        <pc:sldMkLst>
          <pc:docMk/>
          <pc:sldMk cId="2194364739" sldId="2142533583"/>
        </pc:sldMkLst>
      </pc:sldChg>
      <pc:sldChg chg="del">
        <pc:chgData name="Jenkins NS" userId="8bdba4d2-1367-40cf-ad35-f59b31261896" providerId="ADAL" clId="{86BB08CA-B7A6-4B56-B251-75270BF6414D}" dt="2026-10-23T05:31:21.916" v="0" actId="47"/>
        <pc:sldMkLst>
          <pc:docMk/>
          <pc:sldMk cId="3661348972" sldId="2142533584"/>
        </pc:sldMkLst>
      </pc:sldChg>
      <pc:sldChg chg="add del">
        <pc:chgData name="Jenkins NS" userId="8bdba4d2-1367-40cf-ad35-f59b31261896" providerId="ADAL" clId="{86BB08CA-B7A6-4B56-B251-75270BF6414D}" dt="2026-10-23T05:48:04.982" v="7" actId="47"/>
        <pc:sldMkLst>
          <pc:docMk/>
          <pc:sldMk cId="1488354913" sldId="2147471059"/>
        </pc:sldMkLst>
      </pc:sldChg>
      <pc:sldChg chg="add del">
        <pc:chgData name="Jenkins NS" userId="8bdba4d2-1367-40cf-ad35-f59b31261896" providerId="ADAL" clId="{86BB08CA-B7A6-4B56-B251-75270BF6414D}" dt="2026-10-23T05:48:04.982" v="7" actId="47"/>
        <pc:sldMkLst>
          <pc:docMk/>
          <pc:sldMk cId="2866244905" sldId="2147471060"/>
        </pc:sldMkLst>
      </pc:sldChg>
      <pc:sldChg chg="add del">
        <pc:chgData name="Jenkins NS" userId="8bdba4d2-1367-40cf-ad35-f59b31261896" providerId="ADAL" clId="{86BB08CA-B7A6-4B56-B251-75270BF6414D}" dt="2026-10-23T05:48:04.982" v="7" actId="47"/>
        <pc:sldMkLst>
          <pc:docMk/>
          <pc:sldMk cId="4128555809" sldId="2147471061"/>
        </pc:sldMkLst>
      </pc:sldChg>
      <pc:sldChg chg="del">
        <pc:chgData name="Jenkins NS" userId="8bdba4d2-1367-40cf-ad35-f59b31261896" providerId="ADAL" clId="{86BB08CA-B7A6-4B56-B251-75270BF6414D}" dt="2026-10-23T05:31:21.916" v="0" actId="47"/>
        <pc:sldMkLst>
          <pc:docMk/>
          <pc:sldMk cId="0" sldId="2147479597"/>
        </pc:sldMkLst>
      </pc:sldChg>
      <pc:sldChg chg="add del">
        <pc:chgData name="Jenkins NS" userId="8bdba4d2-1367-40cf-ad35-f59b31261896" providerId="ADAL" clId="{86BB08CA-B7A6-4B56-B251-75270BF6414D}" dt="2026-10-23T05:47:54.363" v="4" actId="47"/>
        <pc:sldMkLst>
          <pc:docMk/>
          <pc:sldMk cId="3940752053" sldId="2147482268"/>
        </pc:sldMkLst>
      </pc:sldChg>
      <pc:sldChg chg="add del">
        <pc:chgData name="Jenkins NS" userId="8bdba4d2-1367-40cf-ad35-f59b31261896" providerId="ADAL" clId="{86BB08CA-B7A6-4B56-B251-75270BF6414D}" dt="2026-10-23T05:48:04.982" v="7" actId="47"/>
        <pc:sldMkLst>
          <pc:docMk/>
          <pc:sldMk cId="3498080330" sldId="2147482371"/>
        </pc:sldMkLst>
      </pc:sldChg>
      <pc:sldChg chg="add del">
        <pc:chgData name="Jenkins NS" userId="8bdba4d2-1367-40cf-ad35-f59b31261896" providerId="ADAL" clId="{86BB08CA-B7A6-4B56-B251-75270BF6414D}" dt="2026-10-23T05:47:56.818" v="5" actId="47"/>
        <pc:sldMkLst>
          <pc:docMk/>
          <pc:sldMk cId="4025133718" sldId="2147482372"/>
        </pc:sldMkLst>
      </pc:sldChg>
      <pc:sldMasterChg chg="delSldLayout">
        <pc:chgData name="Jenkins NS" userId="8bdba4d2-1367-40cf-ad35-f59b31261896" providerId="ADAL" clId="{86BB08CA-B7A6-4B56-B251-75270BF6414D}" dt="2026-10-23T05:48:04.982" v="7" actId="47"/>
        <pc:sldMasterMkLst>
          <pc:docMk/>
          <pc:sldMasterMk cId="975404246" sldId="2147483648"/>
        </pc:sldMasterMkLst>
        <pc:sldLayoutChg chg="del">
          <pc:chgData name="Jenkins NS" userId="8bdba4d2-1367-40cf-ad35-f59b31261896" providerId="ADAL" clId="{86BB08CA-B7A6-4B56-B251-75270BF6414D}" dt="2026-10-23T05:48:04.982" v="7" actId="47"/>
          <pc:sldLayoutMkLst>
            <pc:docMk/>
            <pc:sldMasterMk cId="975404246" sldId="2147483648"/>
            <pc:sldLayoutMk cId="2134342542" sldId="2147483740"/>
          </pc:sldLayoutMkLst>
        </pc:sldLayoutChg>
        <pc:sldLayoutChg chg="del">
          <pc:chgData name="Jenkins NS" userId="8bdba4d2-1367-40cf-ad35-f59b31261896" providerId="ADAL" clId="{86BB08CA-B7A6-4B56-B251-75270BF6414D}" dt="2026-10-23T05:31:21.916" v="0" actId="47"/>
          <pc:sldLayoutMkLst>
            <pc:docMk/>
            <pc:sldMasterMk cId="975404246" sldId="2147483648"/>
            <pc:sldLayoutMk cId="3150296090" sldId="2147483741"/>
          </pc:sldLayoutMkLst>
        </pc:sldLayoutChg>
        <pc:sldLayoutChg chg="del">
          <pc:chgData name="Jenkins NS" userId="8bdba4d2-1367-40cf-ad35-f59b31261896" providerId="ADAL" clId="{86BB08CA-B7A6-4B56-B251-75270BF6414D}" dt="2026-10-23T05:31:21.916" v="0" actId="47"/>
          <pc:sldLayoutMkLst>
            <pc:docMk/>
            <pc:sldMasterMk cId="975404246" sldId="2147483648"/>
            <pc:sldLayoutMk cId="2926884318" sldId="2147483742"/>
          </pc:sldLayoutMkLst>
        </pc:sldLayoutChg>
        <pc:sldLayoutChg chg="del">
          <pc:chgData name="Jenkins NS" userId="8bdba4d2-1367-40cf-ad35-f59b31261896" providerId="ADAL" clId="{86BB08CA-B7A6-4B56-B251-75270BF6414D}" dt="2026-10-23T05:31:21.916" v="0" actId="47"/>
          <pc:sldLayoutMkLst>
            <pc:docMk/>
            <pc:sldMasterMk cId="975404246" sldId="2147483648"/>
            <pc:sldLayoutMk cId="2287352221" sldId="2147483743"/>
          </pc:sldLayoutMkLst>
        </pc:sldLayoutChg>
      </pc:sldMasterChg>
      <pc:sldMasterChg chg="del delSldLayout">
        <pc:chgData name="Jenkins NS" userId="8bdba4d2-1367-40cf-ad35-f59b31261896" providerId="ADAL" clId="{86BB08CA-B7A6-4B56-B251-75270BF6414D}" dt="2026-10-23T05:31:21.916" v="0" actId="47"/>
        <pc:sldMasterMkLst>
          <pc:docMk/>
          <pc:sldMasterMk cId="2494316984" sldId="2147483684"/>
        </pc:sldMasterMkLst>
        <pc:sldLayoutChg chg="del">
          <pc:chgData name="Jenkins NS" userId="8bdba4d2-1367-40cf-ad35-f59b31261896" providerId="ADAL" clId="{86BB08CA-B7A6-4B56-B251-75270BF6414D}" dt="2026-10-23T05:31:21.916" v="0" actId="47"/>
          <pc:sldLayoutMkLst>
            <pc:docMk/>
            <pc:sldMasterMk cId="2494316984" sldId="2147483684"/>
            <pc:sldLayoutMk cId="380069328" sldId="2147483685"/>
          </pc:sldLayoutMkLst>
        </pc:sldLayoutChg>
        <pc:sldLayoutChg chg="del">
          <pc:chgData name="Jenkins NS" userId="8bdba4d2-1367-40cf-ad35-f59b31261896" providerId="ADAL" clId="{86BB08CA-B7A6-4B56-B251-75270BF6414D}" dt="2026-10-23T05:31:21.916" v="0" actId="47"/>
          <pc:sldLayoutMkLst>
            <pc:docMk/>
            <pc:sldMasterMk cId="2494316984" sldId="2147483684"/>
            <pc:sldLayoutMk cId="3599421431" sldId="2147483686"/>
          </pc:sldLayoutMkLst>
        </pc:sldLayoutChg>
        <pc:sldLayoutChg chg="del">
          <pc:chgData name="Jenkins NS" userId="8bdba4d2-1367-40cf-ad35-f59b31261896" providerId="ADAL" clId="{86BB08CA-B7A6-4B56-B251-75270BF6414D}" dt="2026-10-23T05:31:21.916" v="0" actId="47"/>
          <pc:sldLayoutMkLst>
            <pc:docMk/>
            <pc:sldMasterMk cId="2494316984" sldId="2147483684"/>
            <pc:sldLayoutMk cId="636360322" sldId="2147483687"/>
          </pc:sldLayoutMkLst>
        </pc:sldLayoutChg>
      </pc:sldMasterChg>
      <pc:sldMasterChg chg="delSldLayout">
        <pc:chgData name="Jenkins NS" userId="8bdba4d2-1367-40cf-ad35-f59b31261896" providerId="ADAL" clId="{86BB08CA-B7A6-4B56-B251-75270BF6414D}" dt="2026-10-23T05:31:21.916" v="0" actId="47"/>
        <pc:sldMasterMkLst>
          <pc:docMk/>
          <pc:sldMasterMk cId="2576410728" sldId="2147483688"/>
        </pc:sldMasterMkLst>
        <pc:sldLayoutChg chg="del">
          <pc:chgData name="Jenkins NS" userId="8bdba4d2-1367-40cf-ad35-f59b31261896" providerId="ADAL" clId="{86BB08CA-B7A6-4B56-B251-75270BF6414D}" dt="2026-10-23T05:31:21.916" v="0" actId="47"/>
          <pc:sldLayoutMkLst>
            <pc:docMk/>
            <pc:sldMasterMk cId="2576410728" sldId="2147483688"/>
            <pc:sldLayoutMk cId="267021193" sldId="2147483740"/>
          </pc:sldLayoutMkLst>
        </pc:sldLayoutChg>
      </pc:sldMasterChg>
    </pc:docChg>
  </pc:docChgLst>
  <pc:docChgLst>
    <pc:chgData name="Jenkins NS" userId="8bdba4d2-1367-40cf-ad35-f59b31261896" providerId="ADAL" clId="{F58680DD-FFF5-4D2B-B065-F48D10CC8C0D}"/>
    <pc:docChg chg="delSld delMainMaster">
      <pc:chgData name="Jenkins NS" userId="8bdba4d2-1367-40cf-ad35-f59b31261896" providerId="ADAL" clId="{F58680DD-FFF5-4D2B-B065-F48D10CC8C0D}" dt="2026-10-22T20:52:21.654" v="0" actId="47"/>
      <pc:docMkLst>
        <pc:docMk/>
      </pc:docMkLst>
      <pc:sldChg chg="del">
        <pc:chgData name="Jenkins NS" userId="8bdba4d2-1367-40cf-ad35-f59b31261896" providerId="ADAL" clId="{F58680DD-FFF5-4D2B-B065-F48D10CC8C0D}" dt="2026-10-22T20:52:21.654" v="0" actId="47"/>
        <pc:sldMkLst>
          <pc:docMk/>
          <pc:sldMk cId="0" sldId="256"/>
        </pc:sldMkLst>
      </pc:sldChg>
      <pc:sldChg chg="del">
        <pc:chgData name="Jenkins NS" userId="8bdba4d2-1367-40cf-ad35-f59b31261896" providerId="ADAL" clId="{F58680DD-FFF5-4D2B-B065-F48D10CC8C0D}" dt="2026-10-22T20:52:21.654" v="0" actId="47"/>
        <pc:sldMkLst>
          <pc:docMk/>
          <pc:sldMk cId="0" sldId="257"/>
        </pc:sldMkLst>
      </pc:sldChg>
      <pc:sldChg chg="del">
        <pc:chgData name="Jenkins NS" userId="8bdba4d2-1367-40cf-ad35-f59b31261896" providerId="ADAL" clId="{F58680DD-FFF5-4D2B-B065-F48D10CC8C0D}" dt="2026-10-22T20:52:21.654" v="0" actId="47"/>
        <pc:sldMkLst>
          <pc:docMk/>
          <pc:sldMk cId="0" sldId="258"/>
        </pc:sldMkLst>
      </pc:sldChg>
      <pc:sldChg chg="del">
        <pc:chgData name="Jenkins NS" userId="8bdba4d2-1367-40cf-ad35-f59b31261896" providerId="ADAL" clId="{F58680DD-FFF5-4D2B-B065-F48D10CC8C0D}" dt="2026-10-22T20:52:21.654" v="0" actId="47"/>
        <pc:sldMkLst>
          <pc:docMk/>
          <pc:sldMk cId="0" sldId="259"/>
        </pc:sldMkLst>
      </pc:sldChg>
      <pc:sldChg chg="del">
        <pc:chgData name="Jenkins NS" userId="8bdba4d2-1367-40cf-ad35-f59b31261896" providerId="ADAL" clId="{F58680DD-FFF5-4D2B-B065-F48D10CC8C0D}" dt="2026-10-22T20:52:21.654" v="0" actId="47"/>
        <pc:sldMkLst>
          <pc:docMk/>
          <pc:sldMk cId="0" sldId="260"/>
        </pc:sldMkLst>
      </pc:sldChg>
      <pc:sldChg chg="del">
        <pc:chgData name="Jenkins NS" userId="8bdba4d2-1367-40cf-ad35-f59b31261896" providerId="ADAL" clId="{F58680DD-FFF5-4D2B-B065-F48D10CC8C0D}" dt="2026-10-22T20:52:21.654" v="0" actId="47"/>
        <pc:sldMkLst>
          <pc:docMk/>
          <pc:sldMk cId="0" sldId="261"/>
        </pc:sldMkLst>
      </pc:sldChg>
      <pc:sldChg chg="del">
        <pc:chgData name="Jenkins NS" userId="8bdba4d2-1367-40cf-ad35-f59b31261896" providerId="ADAL" clId="{F58680DD-FFF5-4D2B-B065-F48D10CC8C0D}" dt="2026-10-22T20:52:21.654" v="0" actId="47"/>
        <pc:sldMkLst>
          <pc:docMk/>
          <pc:sldMk cId="0" sldId="262"/>
        </pc:sldMkLst>
      </pc:sldChg>
      <pc:sldChg chg="del">
        <pc:chgData name="Jenkins NS" userId="8bdba4d2-1367-40cf-ad35-f59b31261896" providerId="ADAL" clId="{F58680DD-FFF5-4D2B-B065-F48D10CC8C0D}" dt="2026-10-22T20:52:21.654" v="0" actId="47"/>
        <pc:sldMkLst>
          <pc:docMk/>
          <pc:sldMk cId="101198574" sldId="1611"/>
        </pc:sldMkLst>
      </pc:sldChg>
      <pc:sldChg chg="del">
        <pc:chgData name="Jenkins NS" userId="8bdba4d2-1367-40cf-ad35-f59b31261896" providerId="ADAL" clId="{F58680DD-FFF5-4D2B-B065-F48D10CC8C0D}" dt="2026-10-22T20:52:21.654" v="0" actId="47"/>
        <pc:sldMkLst>
          <pc:docMk/>
          <pc:sldMk cId="0" sldId="2142533482"/>
        </pc:sldMkLst>
      </pc:sldChg>
      <pc:sldChg chg="del">
        <pc:chgData name="Jenkins NS" userId="8bdba4d2-1367-40cf-ad35-f59b31261896" providerId="ADAL" clId="{F58680DD-FFF5-4D2B-B065-F48D10CC8C0D}" dt="2026-10-22T20:52:21.654" v="0" actId="47"/>
        <pc:sldMkLst>
          <pc:docMk/>
          <pc:sldMk cId="1451565363" sldId="2147479572"/>
        </pc:sldMkLst>
      </pc:sldChg>
      <pc:sldChg chg="del">
        <pc:chgData name="Jenkins NS" userId="8bdba4d2-1367-40cf-ad35-f59b31261896" providerId="ADAL" clId="{F58680DD-FFF5-4D2B-B065-F48D10CC8C0D}" dt="2026-10-22T20:52:21.654" v="0" actId="47"/>
        <pc:sldMkLst>
          <pc:docMk/>
          <pc:sldMk cId="0" sldId="2147479573"/>
        </pc:sldMkLst>
      </pc:sldChg>
      <pc:sldChg chg="del">
        <pc:chgData name="Jenkins NS" userId="8bdba4d2-1367-40cf-ad35-f59b31261896" providerId="ADAL" clId="{F58680DD-FFF5-4D2B-B065-F48D10CC8C0D}" dt="2026-10-22T20:52:21.654" v="0" actId="47"/>
        <pc:sldMkLst>
          <pc:docMk/>
          <pc:sldMk cId="0" sldId="2147479574"/>
        </pc:sldMkLst>
      </pc:sldChg>
      <pc:sldChg chg="del">
        <pc:chgData name="Jenkins NS" userId="8bdba4d2-1367-40cf-ad35-f59b31261896" providerId="ADAL" clId="{F58680DD-FFF5-4D2B-B065-F48D10CC8C0D}" dt="2026-10-22T20:52:21.654" v="0" actId="47"/>
        <pc:sldMkLst>
          <pc:docMk/>
          <pc:sldMk cId="0" sldId="2147479575"/>
        </pc:sldMkLst>
      </pc:sldChg>
      <pc:sldChg chg="del">
        <pc:chgData name="Jenkins NS" userId="8bdba4d2-1367-40cf-ad35-f59b31261896" providerId="ADAL" clId="{F58680DD-FFF5-4D2B-B065-F48D10CC8C0D}" dt="2026-10-22T20:52:21.654" v="0" actId="47"/>
        <pc:sldMkLst>
          <pc:docMk/>
          <pc:sldMk cId="0" sldId="2147479576"/>
        </pc:sldMkLst>
      </pc:sldChg>
      <pc:sldChg chg="del">
        <pc:chgData name="Jenkins NS" userId="8bdba4d2-1367-40cf-ad35-f59b31261896" providerId="ADAL" clId="{F58680DD-FFF5-4D2B-B065-F48D10CC8C0D}" dt="2026-10-22T20:52:21.654" v="0" actId="47"/>
        <pc:sldMkLst>
          <pc:docMk/>
          <pc:sldMk cId="0" sldId="2147479577"/>
        </pc:sldMkLst>
      </pc:sldChg>
      <pc:sldChg chg="del">
        <pc:chgData name="Jenkins NS" userId="8bdba4d2-1367-40cf-ad35-f59b31261896" providerId="ADAL" clId="{F58680DD-FFF5-4D2B-B065-F48D10CC8C0D}" dt="2026-10-22T20:52:21.654" v="0" actId="47"/>
        <pc:sldMkLst>
          <pc:docMk/>
          <pc:sldMk cId="0" sldId="2147479578"/>
        </pc:sldMkLst>
      </pc:sldChg>
      <pc:sldChg chg="del">
        <pc:chgData name="Jenkins NS" userId="8bdba4d2-1367-40cf-ad35-f59b31261896" providerId="ADAL" clId="{F58680DD-FFF5-4D2B-B065-F48D10CC8C0D}" dt="2026-10-22T20:52:21.654" v="0" actId="47"/>
        <pc:sldMkLst>
          <pc:docMk/>
          <pc:sldMk cId="0" sldId="2147479579"/>
        </pc:sldMkLst>
      </pc:sldChg>
      <pc:sldChg chg="del">
        <pc:chgData name="Jenkins NS" userId="8bdba4d2-1367-40cf-ad35-f59b31261896" providerId="ADAL" clId="{F58680DD-FFF5-4D2B-B065-F48D10CC8C0D}" dt="2026-10-22T20:52:21.654" v="0" actId="47"/>
        <pc:sldMkLst>
          <pc:docMk/>
          <pc:sldMk cId="0" sldId="2147479580"/>
        </pc:sldMkLst>
      </pc:sldChg>
      <pc:sldChg chg="del">
        <pc:chgData name="Jenkins NS" userId="8bdba4d2-1367-40cf-ad35-f59b31261896" providerId="ADAL" clId="{F58680DD-FFF5-4D2B-B065-F48D10CC8C0D}" dt="2026-10-22T20:52:21.654" v="0" actId="47"/>
        <pc:sldMkLst>
          <pc:docMk/>
          <pc:sldMk cId="0" sldId="2147479581"/>
        </pc:sldMkLst>
      </pc:sldChg>
      <pc:sldChg chg="del">
        <pc:chgData name="Jenkins NS" userId="8bdba4d2-1367-40cf-ad35-f59b31261896" providerId="ADAL" clId="{F58680DD-FFF5-4D2B-B065-F48D10CC8C0D}" dt="2026-10-22T20:52:21.654" v="0" actId="47"/>
        <pc:sldMkLst>
          <pc:docMk/>
          <pc:sldMk cId="0" sldId="2147479582"/>
        </pc:sldMkLst>
      </pc:sldChg>
      <pc:sldChg chg="del">
        <pc:chgData name="Jenkins NS" userId="8bdba4d2-1367-40cf-ad35-f59b31261896" providerId="ADAL" clId="{F58680DD-FFF5-4D2B-B065-F48D10CC8C0D}" dt="2026-10-22T20:52:21.654" v="0" actId="47"/>
        <pc:sldMkLst>
          <pc:docMk/>
          <pc:sldMk cId="0" sldId="2147479583"/>
        </pc:sldMkLst>
      </pc:sldChg>
      <pc:sldChg chg="del">
        <pc:chgData name="Jenkins NS" userId="8bdba4d2-1367-40cf-ad35-f59b31261896" providerId="ADAL" clId="{F58680DD-FFF5-4D2B-B065-F48D10CC8C0D}" dt="2026-10-22T20:52:21.654" v="0" actId="47"/>
        <pc:sldMkLst>
          <pc:docMk/>
          <pc:sldMk cId="0" sldId="2147479584"/>
        </pc:sldMkLst>
      </pc:sldChg>
      <pc:sldChg chg="del">
        <pc:chgData name="Jenkins NS" userId="8bdba4d2-1367-40cf-ad35-f59b31261896" providerId="ADAL" clId="{F58680DD-FFF5-4D2B-B065-F48D10CC8C0D}" dt="2026-10-22T20:52:21.654" v="0" actId="47"/>
        <pc:sldMkLst>
          <pc:docMk/>
          <pc:sldMk cId="0" sldId="2147479585"/>
        </pc:sldMkLst>
      </pc:sldChg>
      <pc:sldChg chg="del">
        <pc:chgData name="Jenkins NS" userId="8bdba4d2-1367-40cf-ad35-f59b31261896" providerId="ADAL" clId="{F58680DD-FFF5-4D2B-B065-F48D10CC8C0D}" dt="2026-10-22T20:52:21.654" v="0" actId="47"/>
        <pc:sldMkLst>
          <pc:docMk/>
          <pc:sldMk cId="0" sldId="2147479586"/>
        </pc:sldMkLst>
      </pc:sldChg>
      <pc:sldChg chg="del">
        <pc:chgData name="Jenkins NS" userId="8bdba4d2-1367-40cf-ad35-f59b31261896" providerId="ADAL" clId="{F58680DD-FFF5-4D2B-B065-F48D10CC8C0D}" dt="2026-10-22T20:52:21.654" v="0" actId="47"/>
        <pc:sldMkLst>
          <pc:docMk/>
          <pc:sldMk cId="0" sldId="2147479587"/>
        </pc:sldMkLst>
      </pc:sldChg>
      <pc:sldChg chg="del">
        <pc:chgData name="Jenkins NS" userId="8bdba4d2-1367-40cf-ad35-f59b31261896" providerId="ADAL" clId="{F58680DD-FFF5-4D2B-B065-F48D10CC8C0D}" dt="2026-10-22T20:52:21.654" v="0" actId="47"/>
        <pc:sldMkLst>
          <pc:docMk/>
          <pc:sldMk cId="2979084665" sldId="2147479593"/>
        </pc:sldMkLst>
      </pc:sldChg>
      <pc:sldMasterChg chg="delSldLayout">
        <pc:chgData name="Jenkins NS" userId="8bdba4d2-1367-40cf-ad35-f59b31261896" providerId="ADAL" clId="{F58680DD-FFF5-4D2B-B065-F48D10CC8C0D}" dt="2026-10-22T20:52:21.654" v="0" actId="47"/>
        <pc:sldMasterMkLst>
          <pc:docMk/>
          <pc:sldMasterMk cId="975404246" sldId="2147483648"/>
        </pc:sldMasterMkLst>
        <pc:sldLayoutChg chg="del">
          <pc:chgData name="Jenkins NS" userId="8bdba4d2-1367-40cf-ad35-f59b31261896" providerId="ADAL" clId="{F58680DD-FFF5-4D2B-B065-F48D10CC8C0D}" dt="2026-10-22T20:52:21.654" v="0" actId="47"/>
          <pc:sldLayoutMkLst>
            <pc:docMk/>
            <pc:sldMasterMk cId="975404246" sldId="2147483648"/>
            <pc:sldLayoutMk cId="216699640" sldId="2147483660"/>
          </pc:sldLayoutMkLst>
        </pc:sldLayoutChg>
        <pc:sldLayoutChg chg="del">
          <pc:chgData name="Jenkins NS" userId="8bdba4d2-1367-40cf-ad35-f59b31261896" providerId="ADAL" clId="{F58680DD-FFF5-4D2B-B065-F48D10CC8C0D}" dt="2026-10-22T20:52:21.654" v="0" actId="47"/>
          <pc:sldLayoutMkLst>
            <pc:docMk/>
            <pc:sldMasterMk cId="975404246" sldId="2147483648"/>
            <pc:sldLayoutMk cId="2861898254" sldId="2147483673"/>
          </pc:sldLayoutMkLst>
        </pc:sldLayoutChg>
      </pc:sldMasterChg>
      <pc:sldMasterChg chg="del delSldLayout">
        <pc:chgData name="Jenkins NS" userId="8bdba4d2-1367-40cf-ad35-f59b31261896" providerId="ADAL" clId="{F58680DD-FFF5-4D2B-B065-F48D10CC8C0D}" dt="2026-10-22T20:52:21.654" v="0" actId="47"/>
        <pc:sldMasterMkLst>
          <pc:docMk/>
          <pc:sldMasterMk cId="2391316343" sldId="2147483668"/>
        </pc:sldMasterMkLst>
        <pc:sldLayoutChg chg="del">
          <pc:chgData name="Jenkins NS" userId="8bdba4d2-1367-40cf-ad35-f59b31261896" providerId="ADAL" clId="{F58680DD-FFF5-4D2B-B065-F48D10CC8C0D}" dt="2026-10-22T20:52:21.654" v="0" actId="47"/>
          <pc:sldLayoutMkLst>
            <pc:docMk/>
            <pc:sldMasterMk cId="2391316343" sldId="2147483668"/>
            <pc:sldLayoutMk cId="1317201455" sldId="2147483669"/>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1798594045" sldId="2147483670"/>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3284760538" sldId="2147483671"/>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902464598" sldId="2147483674"/>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2154374152" sldId="2147483683"/>
          </pc:sldLayoutMkLst>
        </pc:sldLayoutChg>
      </pc:sldMasterChg>
      <pc:sldMasterChg chg="del delSldLayout">
        <pc:chgData name="Jenkins NS" userId="8bdba4d2-1367-40cf-ad35-f59b31261896" providerId="ADAL" clId="{F58680DD-FFF5-4D2B-B065-F48D10CC8C0D}" dt="2026-10-22T20:52:21.654" v="0" actId="47"/>
        <pc:sldMasterMkLst>
          <pc:docMk/>
          <pc:sldMasterMk cId="4035815384" sldId="2147483675"/>
        </pc:sldMasterMkLst>
        <pc:sldLayoutChg chg="del">
          <pc:chgData name="Jenkins NS" userId="8bdba4d2-1367-40cf-ad35-f59b31261896" providerId="ADAL" clId="{F58680DD-FFF5-4D2B-B065-F48D10CC8C0D}" dt="2026-10-22T20:52:21.654" v="0" actId="47"/>
          <pc:sldLayoutMkLst>
            <pc:docMk/>
            <pc:sldMasterMk cId="4035815384" sldId="2147483675"/>
            <pc:sldLayoutMk cId="3493966669" sldId="2147483676"/>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4045809490" sldId="2147483677"/>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2633174446" sldId="2147483678"/>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3224269921" sldId="2147483679"/>
          </pc:sldLayoutMkLst>
        </pc:sldLayoutChg>
      </pc:sldMasterChg>
    </pc:docChg>
  </pc:docChgLst>
  <pc:docChgLst>
    <pc:chgData name="Jenkins NS" userId="8bdba4d2-1367-40cf-ad35-f59b31261896" providerId="ADAL" clId="{86724140-930D-4C35-BABC-84C9C3BBEAD0}"/>
    <pc:docChg chg="undo custSel addSld delSld modSld sldOrd modMainMaster">
      <pc:chgData name="Jenkins NS" userId="8bdba4d2-1367-40cf-ad35-f59b31261896" providerId="ADAL" clId="{86724140-930D-4C35-BABC-84C9C3BBEAD0}" dt="2026-05-26T05:17:18.055" v="2383" actId="729"/>
      <pc:docMkLst>
        <pc:docMk/>
      </pc:docMkLst>
      <pc:sldChg chg="modSp del">
        <pc:chgData name="Jenkins NS" userId="8bdba4d2-1367-40cf-ad35-f59b31261896" providerId="ADAL" clId="{86724140-930D-4C35-BABC-84C9C3BBEAD0}" dt="2026-05-23T19:49:51.326" v="46" actId="47"/>
        <pc:sldMkLst>
          <pc:docMk/>
          <pc:sldMk cId="2130413274" sldId="256"/>
        </pc:sldMkLst>
      </pc:sldChg>
      <pc:sldChg chg="addSp modSp mod modNotesTx">
        <pc:chgData name="Jenkins NS" userId="8bdba4d2-1367-40cf-ad35-f59b31261896" providerId="ADAL" clId="{86724140-930D-4C35-BABC-84C9C3BBEAD0}" dt="2026-05-23T19:59:00.290" v="85"/>
        <pc:sldMkLst>
          <pc:docMk/>
          <pc:sldMk cId="101198574" sldId="1611"/>
        </pc:sldMkLst>
      </pc:sldChg>
      <pc:sldChg chg="add del">
        <pc:chgData name="Jenkins NS" userId="8bdba4d2-1367-40cf-ad35-f59b31261896" providerId="ADAL" clId="{86724140-930D-4C35-BABC-84C9C3BBEAD0}" dt="2026-05-23T21:41:59.056" v="946" actId="47"/>
        <pc:sldMkLst>
          <pc:docMk/>
          <pc:sldMk cId="1954936120" sldId="1821"/>
        </pc:sldMkLst>
      </pc:sldChg>
      <pc:sldChg chg="modSp add del mod">
        <pc:chgData name="Jenkins NS" userId="8bdba4d2-1367-40cf-ad35-f59b31261896" providerId="ADAL" clId="{86724140-930D-4C35-BABC-84C9C3BBEAD0}" dt="2026-05-23T20:15:26.909" v="237" actId="27636"/>
        <pc:sldMkLst>
          <pc:docMk/>
          <pc:sldMk cId="3432255962" sldId="4611"/>
        </pc:sldMkLst>
      </pc:sldChg>
      <pc:sldChg chg="add del">
        <pc:chgData name="Jenkins NS" userId="8bdba4d2-1367-40cf-ad35-f59b31261896" providerId="ADAL" clId="{86724140-930D-4C35-BABC-84C9C3BBEAD0}" dt="2026-05-23T20:16:58.475" v="241" actId="2696"/>
        <pc:sldMkLst>
          <pc:docMk/>
          <pc:sldMk cId="1547118278" sldId="2076137145"/>
        </pc:sldMkLst>
      </pc:sldChg>
      <pc:sldChg chg="modSp add mod">
        <pc:chgData name="Jenkins NS" userId="8bdba4d2-1367-40cf-ad35-f59b31261896" providerId="ADAL" clId="{86724140-930D-4C35-BABC-84C9C3BBEAD0}" dt="2026-05-23T21:18:35.296" v="710" actId="20577"/>
        <pc:sldMkLst>
          <pc:docMk/>
          <pc:sldMk cId="1609509673" sldId="2076137798"/>
        </pc:sldMkLst>
      </pc:sldChg>
      <pc:sldChg chg="addSp modSp add mod">
        <pc:chgData name="Jenkins NS" userId="8bdba4d2-1367-40cf-ad35-f59b31261896" providerId="ADAL" clId="{86724140-930D-4C35-BABC-84C9C3BBEAD0}" dt="2026-05-23T21:52:58.723" v="1095"/>
        <pc:sldMkLst>
          <pc:docMk/>
          <pc:sldMk cId="2655586065" sldId="2142533481"/>
        </pc:sldMkLst>
      </pc:sldChg>
      <pc:sldChg chg="addSp delSp add mod ord modNotesTx">
        <pc:chgData name="Jenkins NS" userId="8bdba4d2-1367-40cf-ad35-f59b31261896" providerId="ADAL" clId="{86724140-930D-4C35-BABC-84C9C3BBEAD0}" dt="2026-05-24T14:58:29.467" v="1431" actId="20577"/>
        <pc:sldMkLst>
          <pc:docMk/>
          <pc:sldMk cId="2757716487" sldId="2147479799"/>
        </pc:sldMkLst>
      </pc:sldChg>
      <pc:sldChg chg="addSp delSp modSp add mod">
        <pc:chgData name="Jenkins NS" userId="8bdba4d2-1367-40cf-ad35-f59b31261896" providerId="ADAL" clId="{86724140-930D-4C35-BABC-84C9C3BBEAD0}" dt="2026-05-23T20:07:22.464" v="219" actId="1076"/>
        <pc:sldMkLst>
          <pc:docMk/>
          <pc:sldMk cId="443657415" sldId="2147479840"/>
        </pc:sldMkLst>
      </pc:sldChg>
      <pc:sldChg chg="addSp delSp modSp new mod ord modClrScheme chgLayout">
        <pc:chgData name="Jenkins NS" userId="8bdba4d2-1367-40cf-ad35-f59b31261896" providerId="ADAL" clId="{86724140-930D-4C35-BABC-84C9C3BBEAD0}" dt="2026-05-23T21:24:05.420" v="759"/>
        <pc:sldMkLst>
          <pc:docMk/>
          <pc:sldMk cId="1255394937" sldId="2147479841"/>
        </pc:sldMkLst>
      </pc:sldChg>
      <pc:sldChg chg="new del">
        <pc:chgData name="Jenkins NS" userId="8bdba4d2-1367-40cf-ad35-f59b31261896" providerId="ADAL" clId="{86724140-930D-4C35-BABC-84C9C3BBEAD0}" dt="2026-05-23T19:54:40.834" v="78" actId="680"/>
        <pc:sldMkLst>
          <pc:docMk/>
          <pc:sldMk cId="3062387772" sldId="2147479841"/>
        </pc:sldMkLst>
      </pc:sldChg>
      <pc:sldChg chg="addSp delSp modSp new mod ord modClrScheme chgLayout">
        <pc:chgData name="Jenkins NS" userId="8bdba4d2-1367-40cf-ad35-f59b31261896" providerId="ADAL" clId="{86724140-930D-4C35-BABC-84C9C3BBEAD0}" dt="2026-05-23T20:15:36.198" v="239"/>
        <pc:sldMkLst>
          <pc:docMk/>
          <pc:sldMk cId="2539303801" sldId="2147479842"/>
        </pc:sldMkLst>
      </pc:sldChg>
      <pc:sldChg chg="addSp delSp modSp add mod ord">
        <pc:chgData name="Jenkins NS" userId="8bdba4d2-1367-40cf-ad35-f59b31261896" providerId="ADAL" clId="{86724140-930D-4C35-BABC-84C9C3BBEAD0}" dt="2026-05-23T21:35:56.377" v="825"/>
        <pc:sldMkLst>
          <pc:docMk/>
          <pc:sldMk cId="1417025154" sldId="2147479843"/>
        </pc:sldMkLst>
      </pc:sldChg>
      <pc:sldChg chg="new del">
        <pc:chgData name="Jenkins NS" userId="8bdba4d2-1367-40cf-ad35-f59b31261896" providerId="ADAL" clId="{86724140-930D-4C35-BABC-84C9C3BBEAD0}" dt="2026-05-23T20:27:18.194" v="244" actId="680"/>
        <pc:sldMkLst>
          <pc:docMk/>
          <pc:sldMk cId="1926549188" sldId="2147479843"/>
        </pc:sldMkLst>
      </pc:sldChg>
      <pc:sldChg chg="new del">
        <pc:chgData name="Jenkins NS" userId="8bdba4d2-1367-40cf-ad35-f59b31261896" providerId="ADAL" clId="{86724140-930D-4C35-BABC-84C9C3BBEAD0}" dt="2026-05-23T20:27:23.080" v="246" actId="2696"/>
        <pc:sldMkLst>
          <pc:docMk/>
          <pc:sldMk cId="2209595075" sldId="2147479843"/>
        </pc:sldMkLst>
      </pc:sldChg>
      <pc:sldChg chg="addSp delSp modSp new del mod">
        <pc:chgData name="Jenkins NS" userId="8bdba4d2-1367-40cf-ad35-f59b31261896" providerId="ADAL" clId="{86724140-930D-4C35-BABC-84C9C3BBEAD0}" dt="2026-05-23T20:17:23.393" v="242" actId="47"/>
        <pc:sldMkLst>
          <pc:docMk/>
          <pc:sldMk cId="3281185304" sldId="2147479843"/>
        </pc:sldMkLst>
      </pc:sldChg>
      <pc:sldChg chg="addSp delSp modSp add mod ord">
        <pc:chgData name="Jenkins NS" userId="8bdba4d2-1367-40cf-ad35-f59b31261896" providerId="ADAL" clId="{86724140-930D-4C35-BABC-84C9C3BBEAD0}" dt="2026-05-23T21:35:59.645" v="827"/>
        <pc:sldMkLst>
          <pc:docMk/>
          <pc:sldMk cId="2116133330" sldId="2147479844"/>
        </pc:sldMkLst>
      </pc:sldChg>
      <pc:sldChg chg="new del">
        <pc:chgData name="Jenkins NS" userId="8bdba4d2-1367-40cf-ad35-f59b31261896" providerId="ADAL" clId="{86724140-930D-4C35-BABC-84C9C3BBEAD0}" dt="2026-05-23T21:21:17.170" v="714" actId="680"/>
        <pc:sldMkLst>
          <pc:docMk/>
          <pc:sldMk cId="663198952" sldId="2147479845"/>
        </pc:sldMkLst>
      </pc:sldChg>
      <pc:sldChg chg="addSp delSp modSp new del mod">
        <pc:chgData name="Jenkins NS" userId="8bdba4d2-1367-40cf-ad35-f59b31261896" providerId="ADAL" clId="{86724140-930D-4C35-BABC-84C9C3BBEAD0}" dt="2026-05-23T21:14:04.189" v="702" actId="47"/>
        <pc:sldMkLst>
          <pc:docMk/>
          <pc:sldMk cId="3346862844" sldId="2147479845"/>
        </pc:sldMkLst>
      </pc:sldChg>
      <pc:sldChg chg="addSp delSp modSp add del mod setBg modClrScheme chgLayout">
        <pc:chgData name="Jenkins NS" userId="8bdba4d2-1367-40cf-ad35-f59b31261896" providerId="ADAL" clId="{86724140-930D-4C35-BABC-84C9C3BBEAD0}" dt="2026-05-23T21:31:52.557" v="800" actId="47"/>
        <pc:sldMkLst>
          <pc:docMk/>
          <pc:sldMk cId="3473577390" sldId="2147479845"/>
        </pc:sldMkLst>
      </pc:sldChg>
      <pc:sldChg chg="addSp delSp modSp add mod ord modClrScheme chgLayout">
        <pc:chgData name="Jenkins NS" userId="8bdba4d2-1367-40cf-ad35-f59b31261896" providerId="ADAL" clId="{86724140-930D-4C35-BABC-84C9C3BBEAD0}" dt="2026-05-23T21:32:37.884" v="816" actId="26606"/>
        <pc:sldMkLst>
          <pc:docMk/>
          <pc:sldMk cId="2469809988" sldId="2147479846"/>
        </pc:sldMkLst>
      </pc:sldChg>
      <pc:sldChg chg="delSp modSp add mod modNotesTx">
        <pc:chgData name="Jenkins NS" userId="8bdba4d2-1367-40cf-ad35-f59b31261896" providerId="ADAL" clId="{86724140-930D-4C35-BABC-84C9C3BBEAD0}" dt="2026-05-24T15:01:41.104" v="1433" actId="20577"/>
        <pc:sldMkLst>
          <pc:docMk/>
          <pc:sldMk cId="3601658480" sldId="2147479847"/>
        </pc:sldMkLst>
      </pc:sldChg>
      <pc:sldChg chg="delSp modSp add mod">
        <pc:chgData name="Jenkins NS" userId="8bdba4d2-1367-40cf-ad35-f59b31261896" providerId="ADAL" clId="{86724140-930D-4C35-BABC-84C9C3BBEAD0}" dt="2026-05-23T21:40:00.329" v="893" actId="20577"/>
        <pc:sldMkLst>
          <pc:docMk/>
          <pc:sldMk cId="3060551369" sldId="2147479848"/>
        </pc:sldMkLst>
      </pc:sldChg>
      <pc:sldChg chg="modSp add mod">
        <pc:chgData name="Jenkins NS" userId="8bdba4d2-1367-40cf-ad35-f59b31261896" providerId="ADAL" clId="{86724140-930D-4C35-BABC-84C9C3BBEAD0}" dt="2026-05-23T21:41:29.204" v="934" actId="20577"/>
        <pc:sldMkLst>
          <pc:docMk/>
          <pc:sldMk cId="2299311412" sldId="2147479849"/>
        </pc:sldMkLst>
      </pc:sldChg>
      <pc:sldChg chg="delSp modSp add mod modNotesTx">
        <pc:chgData name="Jenkins NS" userId="8bdba4d2-1367-40cf-ad35-f59b31261896" providerId="ADAL" clId="{86724140-930D-4C35-BABC-84C9C3BBEAD0}" dt="2026-05-24T15:01:35.730" v="1432" actId="20577"/>
        <pc:sldMkLst>
          <pc:docMk/>
          <pc:sldMk cId="2913441092" sldId="2147479850"/>
        </pc:sldMkLst>
      </pc:sldChg>
      <pc:sldChg chg="delSp modSp add mod">
        <pc:chgData name="Jenkins NS" userId="8bdba4d2-1367-40cf-ad35-f59b31261896" providerId="ADAL" clId="{86724140-930D-4C35-BABC-84C9C3BBEAD0}" dt="2026-05-23T21:44:25.435" v="973" actId="478"/>
        <pc:sldMkLst>
          <pc:docMk/>
          <pc:sldMk cId="1857919815" sldId="2147479851"/>
        </pc:sldMkLst>
      </pc:sldChg>
      <pc:sldChg chg="delSp modSp add mod">
        <pc:chgData name="Jenkins NS" userId="8bdba4d2-1367-40cf-ad35-f59b31261896" providerId="ADAL" clId="{86724140-930D-4C35-BABC-84C9C3BBEAD0}" dt="2026-05-23T21:45:30.892" v="989" actId="478"/>
        <pc:sldMkLst>
          <pc:docMk/>
          <pc:sldMk cId="1986496337" sldId="2147479852"/>
        </pc:sldMkLst>
      </pc:sldChg>
      <pc:sldChg chg="delSp modSp add mod">
        <pc:chgData name="Jenkins NS" userId="8bdba4d2-1367-40cf-ad35-f59b31261896" providerId="ADAL" clId="{86724140-930D-4C35-BABC-84C9C3BBEAD0}" dt="2026-05-23T21:46:30.116" v="1000" actId="478"/>
        <pc:sldMkLst>
          <pc:docMk/>
          <pc:sldMk cId="2698521699" sldId="2147479853"/>
        </pc:sldMkLst>
      </pc:sldChg>
      <pc:sldChg chg="delSp modSp add mod">
        <pc:chgData name="Jenkins NS" userId="8bdba4d2-1367-40cf-ad35-f59b31261896" providerId="ADAL" clId="{86724140-930D-4C35-BABC-84C9C3BBEAD0}" dt="2026-05-23T21:47:30.527" v="1009" actId="478"/>
        <pc:sldMkLst>
          <pc:docMk/>
          <pc:sldMk cId="839841890" sldId="2147479854"/>
        </pc:sldMkLst>
      </pc:sldChg>
      <pc:sldChg chg="delSp modSp add del mod">
        <pc:chgData name="Jenkins NS" userId="8bdba4d2-1367-40cf-ad35-f59b31261896" providerId="ADAL" clId="{86724140-930D-4C35-BABC-84C9C3BBEAD0}" dt="2026-05-25T17:31:27.806" v="2117" actId="47"/>
        <pc:sldMkLst>
          <pc:docMk/>
          <pc:sldMk cId="2589922906" sldId="2147479855"/>
        </pc:sldMkLst>
      </pc:sldChg>
      <pc:sldChg chg="addSp delSp modSp add mod">
        <pc:chgData name="Jenkins NS" userId="8bdba4d2-1367-40cf-ad35-f59b31261896" providerId="ADAL" clId="{86724140-930D-4C35-BABC-84C9C3BBEAD0}" dt="2026-05-24T15:43:00.465" v="1439" actId="108"/>
        <pc:sldMkLst>
          <pc:docMk/>
          <pc:sldMk cId="3721048510" sldId="2147479856"/>
        </pc:sldMkLst>
      </pc:sldChg>
      <pc:sldChg chg="addSp delSp modSp add mod">
        <pc:chgData name="Jenkins NS" userId="8bdba4d2-1367-40cf-ad35-f59b31261896" providerId="ADAL" clId="{86724140-930D-4C35-BABC-84C9C3BBEAD0}" dt="2026-05-24T11:08:24.331" v="1284" actId="27636"/>
        <pc:sldMkLst>
          <pc:docMk/>
          <pc:sldMk cId="240024171" sldId="2147479857"/>
        </pc:sldMkLst>
      </pc:sldChg>
      <pc:sldChg chg="addSp delSp modSp add mod">
        <pc:chgData name="Jenkins NS" userId="8bdba4d2-1367-40cf-ad35-f59b31261896" providerId="ADAL" clId="{86724140-930D-4C35-BABC-84C9C3BBEAD0}" dt="2026-05-24T11:20:00.227" v="1350" actId="14100"/>
        <pc:sldMkLst>
          <pc:docMk/>
          <pc:sldMk cId="3174271723" sldId="2147479858"/>
        </pc:sldMkLst>
      </pc:sldChg>
      <pc:sldChg chg="addSp delSp modSp add mod modClrScheme modAnim chgLayout">
        <pc:chgData name="Jenkins NS" userId="8bdba4d2-1367-40cf-ad35-f59b31261896" providerId="ADAL" clId="{86724140-930D-4C35-BABC-84C9C3BBEAD0}" dt="2026-05-25T06:35:28.909" v="1630" actId="1076"/>
        <pc:sldMkLst>
          <pc:docMk/>
          <pc:sldMk cId="4002067369" sldId="2147479859"/>
        </pc:sldMkLst>
      </pc:sldChg>
      <pc:sldChg chg="addSp delSp modSp add mod">
        <pc:chgData name="Jenkins NS" userId="8bdba4d2-1367-40cf-ad35-f59b31261896" providerId="ADAL" clId="{86724140-930D-4C35-BABC-84C9C3BBEAD0}" dt="2026-05-24T16:37:00.925" v="1547" actId="14100"/>
        <pc:sldMkLst>
          <pc:docMk/>
          <pc:sldMk cId="1376940060" sldId="2147479860"/>
        </pc:sldMkLst>
      </pc:sldChg>
      <pc:sldChg chg="addSp delSp modSp add mod modNotesTx">
        <pc:chgData name="Jenkins NS" userId="8bdba4d2-1367-40cf-ad35-f59b31261896" providerId="ADAL" clId="{86724140-930D-4C35-BABC-84C9C3BBEAD0}" dt="2026-05-24T16:42:05.036" v="1576" actId="20577"/>
        <pc:sldMkLst>
          <pc:docMk/>
          <pc:sldMk cId="4232437191" sldId="2147479861"/>
        </pc:sldMkLst>
      </pc:sldChg>
      <pc:sldChg chg="addSp delSp modSp add mod modNotesTx">
        <pc:chgData name="Jenkins NS" userId="8bdba4d2-1367-40cf-ad35-f59b31261896" providerId="ADAL" clId="{86724140-930D-4C35-BABC-84C9C3BBEAD0}" dt="2026-05-24T16:45:46.884" v="1605" actId="20577"/>
        <pc:sldMkLst>
          <pc:docMk/>
          <pc:sldMk cId="4071593474" sldId="2147479862"/>
        </pc:sldMkLst>
      </pc:sldChg>
      <pc:sldChg chg="modSp add mod">
        <pc:chgData name="Jenkins NS" userId="8bdba4d2-1367-40cf-ad35-f59b31261896" providerId="ADAL" clId="{86724140-930D-4C35-BABC-84C9C3BBEAD0}" dt="2026-05-24T16:47:44.519" v="1616" actId="113"/>
        <pc:sldMkLst>
          <pc:docMk/>
          <pc:sldMk cId="3159384829" sldId="2147479863"/>
        </pc:sldMkLst>
      </pc:sldChg>
      <pc:sldChg chg="addSp delSp modSp add mod modShow modNotesTx">
        <pc:chgData name="Jenkins NS" userId="8bdba4d2-1367-40cf-ad35-f59b31261896" providerId="ADAL" clId="{86724140-930D-4C35-BABC-84C9C3BBEAD0}" dt="2026-05-25T13:43:33.014" v="1829" actId="20577"/>
        <pc:sldMkLst>
          <pc:docMk/>
          <pc:sldMk cId="1944675638" sldId="2147479864"/>
        </pc:sldMkLst>
      </pc:sldChg>
      <pc:sldChg chg="addSp delSp modSp add mod modShow">
        <pc:chgData name="Jenkins NS" userId="8bdba4d2-1367-40cf-ad35-f59b31261896" providerId="ADAL" clId="{86724140-930D-4C35-BABC-84C9C3BBEAD0}" dt="2026-05-26T05:16:50.093" v="2381" actId="729"/>
        <pc:sldMkLst>
          <pc:docMk/>
          <pc:sldMk cId="1909484383" sldId="2147479865"/>
        </pc:sldMkLst>
      </pc:sldChg>
      <pc:sldChg chg="modSp add del mod modShow">
        <pc:chgData name="Jenkins NS" userId="8bdba4d2-1367-40cf-ad35-f59b31261896" providerId="ADAL" clId="{86724140-930D-4C35-BABC-84C9C3BBEAD0}" dt="2026-05-25T17:18:10.006" v="1863" actId="47"/>
        <pc:sldMkLst>
          <pc:docMk/>
          <pc:sldMk cId="1120118714" sldId="2147479866"/>
        </pc:sldMkLst>
      </pc:sldChg>
      <pc:sldChg chg="addSp delSp modSp add mod modShow">
        <pc:chgData name="Jenkins NS" userId="8bdba4d2-1367-40cf-ad35-f59b31261896" providerId="ADAL" clId="{86724140-930D-4C35-BABC-84C9C3BBEAD0}" dt="2026-05-26T05:16:50.093" v="2381" actId="729"/>
        <pc:sldMkLst>
          <pc:docMk/>
          <pc:sldMk cId="3616058983" sldId="2147479867"/>
        </pc:sldMkLst>
      </pc:sldChg>
      <pc:sldChg chg="addSp delSp modSp add mod modShow modNotesTx">
        <pc:chgData name="Jenkins NS" userId="8bdba4d2-1367-40cf-ad35-f59b31261896" providerId="ADAL" clId="{86724140-930D-4C35-BABC-84C9C3BBEAD0}" dt="2026-05-26T05:16:50.093" v="2381" actId="729"/>
        <pc:sldMkLst>
          <pc:docMk/>
          <pc:sldMk cId="1768514159" sldId="2147479868"/>
        </pc:sldMkLst>
      </pc:sldChg>
      <pc:sldChg chg="addSp delSp modSp add mod modShow">
        <pc:chgData name="Jenkins NS" userId="8bdba4d2-1367-40cf-ad35-f59b31261896" providerId="ADAL" clId="{86724140-930D-4C35-BABC-84C9C3BBEAD0}" dt="2026-05-26T05:17:12.928" v="2382" actId="729"/>
        <pc:sldMkLst>
          <pc:docMk/>
          <pc:sldMk cId="1289337424" sldId="2147479869"/>
        </pc:sldMkLst>
      </pc:sldChg>
      <pc:sldChg chg="delSp modSp add mod modShow">
        <pc:chgData name="Jenkins NS" userId="8bdba4d2-1367-40cf-ad35-f59b31261896" providerId="ADAL" clId="{86724140-930D-4C35-BABC-84C9C3BBEAD0}" dt="2026-05-26T05:17:12.928" v="2382" actId="729"/>
        <pc:sldMkLst>
          <pc:docMk/>
          <pc:sldMk cId="1201138058" sldId="2147479870"/>
        </pc:sldMkLst>
      </pc:sldChg>
      <pc:sldChg chg="addSp delSp modSp add mod modShow">
        <pc:chgData name="Jenkins NS" userId="8bdba4d2-1367-40cf-ad35-f59b31261896" providerId="ADAL" clId="{86724140-930D-4C35-BABC-84C9C3BBEAD0}" dt="2026-05-26T05:17:12.928" v="2382" actId="729"/>
        <pc:sldMkLst>
          <pc:docMk/>
          <pc:sldMk cId="1445421501" sldId="2147479871"/>
        </pc:sldMkLst>
      </pc:sldChg>
      <pc:sldChg chg="addSp delSp modSp add mod ord modShow">
        <pc:chgData name="Jenkins NS" userId="8bdba4d2-1367-40cf-ad35-f59b31261896" providerId="ADAL" clId="{86724140-930D-4C35-BABC-84C9C3BBEAD0}" dt="2026-05-26T05:17:12.928" v="2382" actId="729"/>
        <pc:sldMkLst>
          <pc:docMk/>
          <pc:sldMk cId="1946713896" sldId="2147479872"/>
        </pc:sldMkLst>
      </pc:sldChg>
      <pc:sldChg chg="addSp delSp modSp add mod modNotesTx">
        <pc:chgData name="Jenkins NS" userId="8bdba4d2-1367-40cf-ad35-f59b31261896" providerId="ADAL" clId="{86724140-930D-4C35-BABC-84C9C3BBEAD0}" dt="2026-05-25T17:49:06.014" v="2276" actId="1076"/>
        <pc:sldMkLst>
          <pc:docMk/>
          <pc:sldMk cId="3845978286" sldId="2147479873"/>
        </pc:sldMkLst>
      </pc:sldChg>
      <pc:sldChg chg="addSp delSp modSp add mod modShow">
        <pc:chgData name="Jenkins NS" userId="8bdba4d2-1367-40cf-ad35-f59b31261896" providerId="ADAL" clId="{86724140-930D-4C35-BABC-84C9C3BBEAD0}" dt="2026-05-26T05:17:18.055" v="2383" actId="729"/>
        <pc:sldMkLst>
          <pc:docMk/>
          <pc:sldMk cId="3921530110" sldId="2147479874"/>
        </pc:sldMkLst>
      </pc:sldChg>
      <pc:sldChg chg="addSp delSp modSp add mod modShow">
        <pc:chgData name="Jenkins NS" userId="8bdba4d2-1367-40cf-ad35-f59b31261896" providerId="ADAL" clId="{86724140-930D-4C35-BABC-84C9C3BBEAD0}" dt="2026-05-26T05:17:18.055" v="2383" actId="729"/>
        <pc:sldMkLst>
          <pc:docMk/>
          <pc:sldMk cId="1928758105" sldId="2147479875"/>
        </pc:sldMkLst>
      </pc:sldChg>
      <pc:sldChg chg="addSp delSp modSp add mod modClrScheme modShow chgLayout">
        <pc:chgData name="Jenkins NS" userId="8bdba4d2-1367-40cf-ad35-f59b31261896" providerId="ADAL" clId="{86724140-930D-4C35-BABC-84C9C3BBEAD0}" dt="2026-05-26T05:17:18.055" v="2383" actId="729"/>
        <pc:sldMkLst>
          <pc:docMk/>
          <pc:sldMk cId="2989117112" sldId="2147479876"/>
        </pc:sldMkLst>
      </pc:sldChg>
      <pc:sldChg chg="modSp add del mod modShow">
        <pc:chgData name="Jenkins NS" userId="8bdba4d2-1367-40cf-ad35-f59b31261896" providerId="ADAL" clId="{86724140-930D-4C35-BABC-84C9C3BBEAD0}" dt="2026-05-25T17:31:27.806" v="2117" actId="47"/>
        <pc:sldMkLst>
          <pc:docMk/>
          <pc:sldMk cId="3727375696" sldId="2147479877"/>
        </pc:sldMkLst>
      </pc:sldChg>
      <pc:sldChg chg="modSp add del mod modShow">
        <pc:chgData name="Jenkins NS" userId="8bdba4d2-1367-40cf-ad35-f59b31261896" providerId="ADAL" clId="{86724140-930D-4C35-BABC-84C9C3BBEAD0}" dt="2026-05-25T17:31:27.806" v="2117" actId="47"/>
        <pc:sldMkLst>
          <pc:docMk/>
          <pc:sldMk cId="1535454412" sldId="2147479878"/>
        </pc:sldMkLst>
      </pc:sldChg>
      <pc:sldChg chg="modSp add del mod modShow">
        <pc:chgData name="Jenkins NS" userId="8bdba4d2-1367-40cf-ad35-f59b31261896" providerId="ADAL" clId="{86724140-930D-4C35-BABC-84C9C3BBEAD0}" dt="2026-05-25T17:31:27.806" v="2117" actId="47"/>
        <pc:sldMkLst>
          <pc:docMk/>
          <pc:sldMk cId="4186248873" sldId="2147479879"/>
        </pc:sldMkLst>
      </pc:sldChg>
      <pc:sldChg chg="modSp add del mod modShow">
        <pc:chgData name="Jenkins NS" userId="8bdba4d2-1367-40cf-ad35-f59b31261896" providerId="ADAL" clId="{86724140-930D-4C35-BABC-84C9C3BBEAD0}" dt="2026-05-25T17:31:27.806" v="2117" actId="47"/>
        <pc:sldMkLst>
          <pc:docMk/>
          <pc:sldMk cId="2430713855" sldId="2147479880"/>
        </pc:sldMkLst>
      </pc:sldChg>
      <pc:sldChg chg="addSp delSp modSp add mod">
        <pc:chgData name="Jenkins NS" userId="8bdba4d2-1367-40cf-ad35-f59b31261896" providerId="ADAL" clId="{86724140-930D-4C35-BABC-84C9C3BBEAD0}" dt="2026-05-24T11:30:19.536" v="1386" actId="113"/>
        <pc:sldMkLst>
          <pc:docMk/>
          <pc:sldMk cId="500862897" sldId="2147479881"/>
        </pc:sldMkLst>
      </pc:sldChg>
      <pc:sldChg chg="addSp modSp add del mod">
        <pc:chgData name="Jenkins NS" userId="8bdba4d2-1367-40cf-ad35-f59b31261896" providerId="ADAL" clId="{86724140-930D-4C35-BABC-84C9C3BBEAD0}" dt="2026-05-23T21:53:11.985" v="1106" actId="47"/>
        <pc:sldMkLst>
          <pc:docMk/>
          <pc:sldMk cId="2411157597" sldId="2147479881"/>
        </pc:sldMkLst>
      </pc:sldChg>
      <pc:sldChg chg="addSp delSp modSp add mod modNotesTx">
        <pc:chgData name="Jenkins NS" userId="8bdba4d2-1367-40cf-ad35-f59b31261896" providerId="ADAL" clId="{86724140-930D-4C35-BABC-84C9C3BBEAD0}" dt="2026-05-24T11:14:41.009" v="1331" actId="20577"/>
        <pc:sldMkLst>
          <pc:docMk/>
          <pc:sldMk cId="53487717" sldId="2147479882"/>
        </pc:sldMkLst>
      </pc:sldChg>
      <pc:sldChg chg="addSp delSp modSp add del mod">
        <pc:chgData name="Jenkins NS" userId="8bdba4d2-1367-40cf-ad35-f59b31261896" providerId="ADAL" clId="{86724140-930D-4C35-BABC-84C9C3BBEAD0}" dt="2026-05-24T15:58:05.076" v="1515" actId="2696"/>
        <pc:sldMkLst>
          <pc:docMk/>
          <pc:sldMk cId="882095621" sldId="2147479883"/>
        </pc:sldMkLst>
      </pc:sldChg>
      <pc:sldChg chg="new del">
        <pc:chgData name="Jenkins NS" userId="8bdba4d2-1367-40cf-ad35-f59b31261896" providerId="ADAL" clId="{86724140-930D-4C35-BABC-84C9C3BBEAD0}" dt="2026-05-24T15:53:18.018" v="1441" actId="47"/>
        <pc:sldMkLst>
          <pc:docMk/>
          <pc:sldMk cId="1469914124" sldId="2147479883"/>
        </pc:sldMkLst>
      </pc:sldChg>
      <pc:sldChg chg="add">
        <pc:chgData name="Jenkins NS" userId="8bdba4d2-1367-40cf-ad35-f59b31261896" providerId="ADAL" clId="{86724140-930D-4C35-BABC-84C9C3BBEAD0}" dt="2026-05-24T15:58:10.209" v="1516"/>
        <pc:sldMkLst>
          <pc:docMk/>
          <pc:sldMk cId="2016397542" sldId="2147479883"/>
        </pc:sldMkLst>
      </pc:sldChg>
      <pc:sldMasterChg chg="addSp modSp mod delSldLayout modSldLayout">
        <pc:chgData name="Jenkins NS" userId="8bdba4d2-1367-40cf-ad35-f59b31261896" providerId="ADAL" clId="{86724140-930D-4C35-BABC-84C9C3BBEAD0}" dt="2026-05-23T21:52:52.257" v="1093" actId="21"/>
        <pc:sldMasterMkLst>
          <pc:docMk/>
          <pc:sldMasterMk cId="975404246" sldId="2147483648"/>
        </pc:sldMasterMkLst>
        <pc:sldLayoutChg chg="addSp delSp modSp mod">
          <pc:chgData name="Jenkins NS" userId="8bdba4d2-1367-40cf-ad35-f59b31261896" providerId="ADAL" clId="{86724140-930D-4C35-BABC-84C9C3BBEAD0}" dt="2026-05-23T19:52:15.497" v="76" actId="14100"/>
          <pc:sldLayoutMkLst>
            <pc:docMk/>
            <pc:sldMasterMk cId="975404246" sldId="2147483648"/>
            <pc:sldLayoutMk cId="256598807" sldId="2147483661"/>
          </pc:sldLayoutMkLst>
        </pc:sldLayoutChg>
        <pc:sldLayoutChg chg="del">
          <pc:chgData name="Jenkins NS" userId="8bdba4d2-1367-40cf-ad35-f59b31261896" providerId="ADAL" clId="{86724140-930D-4C35-BABC-84C9C3BBEAD0}" dt="2026-05-23T20:16:58.475" v="241" actId="2696"/>
          <pc:sldLayoutMkLst>
            <pc:docMk/>
            <pc:sldMasterMk cId="975404246" sldId="2147483648"/>
            <pc:sldLayoutMk cId="2037691366" sldId="2147483664"/>
          </pc:sldLayoutMkLst>
        </pc:sldLayoutChg>
        <pc:sldLayoutChg chg="addSp delSp modSp mod">
          <pc:chgData name="Jenkins NS" userId="8bdba4d2-1367-40cf-ad35-f59b31261896" providerId="ADAL" clId="{86724140-930D-4C35-BABC-84C9C3BBEAD0}" dt="2026-05-23T21:52:52.257" v="1093" actId="21"/>
          <pc:sldLayoutMkLst>
            <pc:docMk/>
            <pc:sldMasterMk cId="975404246" sldId="2147483648"/>
            <pc:sldLayoutMk cId="3053062433" sldId="2147483666"/>
          </pc:sldLayoutMkLst>
        </pc:sldLayoutChg>
        <pc:sldLayoutChg chg="addSp delSp modSp mod">
          <pc:chgData name="Jenkins NS" userId="8bdba4d2-1367-40cf-ad35-f59b31261896" providerId="ADAL" clId="{86724140-930D-4C35-BABC-84C9C3BBEAD0}" dt="2026-05-23T21:50:48.585" v="1081" actId="20577"/>
          <pc:sldLayoutMkLst>
            <pc:docMk/>
            <pc:sldMasterMk cId="975404246" sldId="2147483648"/>
            <pc:sldLayoutMk cId="971479772" sldId="2147483667"/>
          </pc:sldLayoutMkLst>
        </pc:sldLayoutChg>
      </pc:sldMasterChg>
      <pc:sldMasterChg chg="modSldLayout">
        <pc:chgData name="Jenkins NS" userId="8bdba4d2-1367-40cf-ad35-f59b31261896" providerId="ADAL" clId="{86724140-930D-4C35-BABC-84C9C3BBEAD0}" dt="2026-05-23T21:52:41.997" v="1089"/>
        <pc:sldMasterMkLst>
          <pc:docMk/>
          <pc:sldMasterMk cId="231774467" sldId="2147483667"/>
        </pc:sldMasterMkLst>
        <pc:sldLayoutChg chg="setBg">
          <pc:chgData name="Jenkins NS" userId="8bdba4d2-1367-40cf-ad35-f59b31261896" providerId="ADAL" clId="{86724140-930D-4C35-BABC-84C9C3BBEAD0}" dt="2026-05-23T21:52:41.997" v="1089"/>
          <pc:sldLayoutMkLst>
            <pc:docMk/>
            <pc:sldMasterMk cId="231774467" sldId="2147483667"/>
            <pc:sldLayoutMk cId="1460977657" sldId="2147483679"/>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452113115" sldId="2147483680"/>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280105292" sldId="2147483684"/>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1185868674" sldId="214748368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68FD0E-F9ED-4497-A478-7758BBAF08B6}" type="datetimeFigureOut">
              <a:rPr lang="en-IN" smtClean="0"/>
              <a:t>23-10-2026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36ECCD-459E-4D13-A6B6-046BCD2EEA82}" type="slidenum">
              <a:rPr lang="en-IN" smtClean="0"/>
              <a:t>‹#›</a:t>
            </a:fld>
            <a:endParaRPr lang="en-IN"/>
          </a:p>
        </p:txBody>
      </p:sp>
    </p:spTree>
    <p:extLst>
      <p:ext uri="{BB962C8B-B14F-4D97-AF65-F5344CB8AC3E}">
        <p14:creationId xmlns:p14="http://schemas.microsoft.com/office/powerpoint/2010/main" val="4001390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high-level understanding of what users are going do with a conversation system is the starting point. It’s where you, as the designer, begin to understand your user’s journey and their needs – and what your system can do to meet those needs.</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8CC4B9-F3B2-4DE2-8045-DBE2622231C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3732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you also need to delve into the </a:t>
            </a:r>
            <a:r>
              <a:rPr lang="en-US" i="1" dirty="0"/>
              <a:t>logistics</a:t>
            </a:r>
            <a:r>
              <a:rPr lang="en-US" dirty="0"/>
              <a:t> behind the users’ needs and wants. What does it actually mean for your system to be able to answer this particular question or complete this particular task? </a:t>
            </a:r>
          </a:p>
          <a:p>
            <a:r>
              <a:rPr lang="en-US" dirty="0"/>
              <a:t>What decisions are being made “behind the scenes”? What other platforms might you need to integrate with? What might you need access to? What do your users think is going on? What assumptions are they making when they trigger this? Is your design going to align with their mental model of what’s going on?</a:t>
            </a:r>
          </a:p>
          <a:p>
            <a:endParaRPr lang="en-US" dirty="0"/>
          </a:p>
          <a:p>
            <a:r>
              <a:rPr lang="en-US" dirty="0"/>
              <a:t>And you also need to zoom out, and consider: how can I design this so it’s </a:t>
            </a:r>
            <a:r>
              <a:rPr lang="en-US" i="1" dirty="0"/>
              <a:t>easy</a:t>
            </a:r>
            <a:r>
              <a:rPr lang="en-US" dirty="0"/>
              <a:t> for the user?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8CC4B9-F3B2-4DE2-8045-DBE2622231C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0613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high-level understanding of what users are going do with a conversation system is the starting point. It’s where you, as the designer, begin to understand your user’s journey and their needs – and what your system can do to meet those needs.</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8CC4B9-F3B2-4DE2-8045-DBE2622231C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7097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2929246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p>
        </p:txBody>
      </p:sp>
    </p:spTree>
    <p:extLst>
      <p:ext uri="{BB962C8B-B14F-4D97-AF65-F5344CB8AC3E}">
        <p14:creationId xmlns:p14="http://schemas.microsoft.com/office/powerpoint/2010/main" val="3161915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A7ED-DC40-CE06-B7DA-1885B021A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3B286-1C66-28F9-DCA0-76A1F5347C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34ACB-46A1-096F-9553-394C2007A3AB}"/>
              </a:ext>
            </a:extLst>
          </p:cNvPr>
          <p:cNvSpPr>
            <a:spLocks noGrp="1"/>
          </p:cNvSpPr>
          <p:nvPr>
            <p:ph type="body" idx="1"/>
          </p:nvPr>
        </p:nvSpPr>
        <p:spPr/>
        <p:txBody>
          <a:bodyPr/>
          <a:lstStyle/>
          <a:p>
            <a:r>
              <a:rPr lang="en-US" dirty="0"/>
              <a:t>Welcome. This deck walks through what you need before building your first Power Apps Code App, then the six commands that take you from a starter template to a deployed app.</a:t>
            </a:r>
          </a:p>
        </p:txBody>
      </p:sp>
      <p:sp>
        <p:nvSpPr>
          <p:cNvPr id="4" name="Slide Number Placeholder 3">
            <a:extLst>
              <a:ext uri="{FF2B5EF4-FFF2-40B4-BE49-F238E27FC236}">
                <a16:creationId xmlns:a16="http://schemas.microsoft.com/office/drawing/2014/main" id="{9C95DA92-060D-7ED4-B51B-3F2C0961116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2367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Master" Target="../slideMasters/slideMaster4.xml"/><Relationship Id="rId1" Type="http://schemas.openxmlformats.org/officeDocument/2006/relationships/tags" Target="../tags/tag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F165-8D9D-4515-889F-BA0AEA6846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3940F9-0028-9225-04D1-069E5DED2F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779A46-5438-097D-1A7F-481673DAC4B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075CB448-28B4-0D7C-594A-5934BD18E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238BB6-1795-F5D4-E662-C4DF6815C0DF}"/>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369470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0997-EC82-509E-D5FD-A6AFDF025D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F3B250-E464-BD5A-30A0-7CF4DDA3CD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D9D64E-D31E-D4C7-5FD6-4BB8F053B36C}"/>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D0621EB8-601B-2E13-462C-F59C50443F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1FC2A-19BF-E4E0-64F6-2518BD7C146B}"/>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29540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B6BD-1F14-8B49-3A15-4ADA04FD89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05B048-BB23-4E6C-FB4E-D7CF1B75AE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7D5A56-3266-83B1-C602-979EE3CD3FC0}"/>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7310D7B0-2400-A2D1-81F6-ABB4637A21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28A2CA-19E1-C2EC-607C-8B5E839220C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51199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A6CE-7C35-1851-9BF5-D723607B6F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B64AEE-1F0B-5528-0AFF-D3BC8C81FC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256975-0B7E-C156-00DD-AF5A1F79C9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44797C-9088-30D6-5EC9-A92BBF28C622}"/>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18889674-1EBB-1DD2-D796-7D7918D1CC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08C580-DB95-F43B-6825-0288D3C89D56}"/>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706070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1893-FEAC-6D90-4F3C-9E139ACAE8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0E1180-109B-6F4E-496A-0B2BFED8BF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A5F991-49FD-0EA4-0562-8DF9E039FE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F88BF2-70DC-8CF3-151F-54549B03E7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DF2767-E0BE-407C-8A2D-B8A0A3DDFC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EAB1D1B-08B2-13C8-73AB-49B88140F975}"/>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8" name="Footer Placeholder 7">
            <a:extLst>
              <a:ext uri="{FF2B5EF4-FFF2-40B4-BE49-F238E27FC236}">
                <a16:creationId xmlns:a16="http://schemas.microsoft.com/office/drawing/2014/main" id="{5C5A0493-528A-9C56-4E7D-276877AB65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2708C5-7D6B-9C3F-5CE8-FEEB74FC7B3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495848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69C30-038A-B1D5-0500-5BB3C8D24E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BF7AF6-A47F-5C05-5A7F-B991FD31CA7F}"/>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4" name="Footer Placeholder 3">
            <a:extLst>
              <a:ext uri="{FF2B5EF4-FFF2-40B4-BE49-F238E27FC236}">
                <a16:creationId xmlns:a16="http://schemas.microsoft.com/office/drawing/2014/main" id="{7D864406-817F-B9E0-D448-020CC03AD6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E056FC-A8BE-1255-87B1-BE206423BC38}"/>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848354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33E897-CFB2-DA33-D337-DB9D3B09B37A}"/>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3" name="Footer Placeholder 2">
            <a:extLst>
              <a:ext uri="{FF2B5EF4-FFF2-40B4-BE49-F238E27FC236}">
                <a16:creationId xmlns:a16="http://schemas.microsoft.com/office/drawing/2014/main" id="{CF55C180-4ED0-57BF-400E-D6D47DA337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958082-4873-A3A3-48D4-1BF07B5D9F3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6183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2045F-F229-2094-1F35-344018413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CE3DB0-A738-0890-6334-61628D8BBF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0926F5-697C-80FD-B7AE-CC6E2E11D8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E77CF8-9030-B147-E01C-1D0CE876D776}"/>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E34C9A39-7BCB-E2E8-814F-D0AB3DAD1D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6942DA-6A0C-60F4-9DFE-33E6834F9367}"/>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832696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D9DF1-8451-878A-B413-E2ED951B57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041F3-D5D8-3DAA-5272-F7231BBBE0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AF443A-878C-424C-00C1-897B25442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45A1BC-DE58-F080-5AE9-9EF112CFABF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BFED6DB8-7FA3-A8C8-3F99-46182A95E3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3CBB71-CCA8-D8B7-9A32-D41B1850086D}"/>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98061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1096-78DB-A4EC-E4AA-9E1B8FC948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AD9311-8B75-960C-1DBF-B4FFAADEB0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2B36F8-937A-1ED6-0C16-E48C3A425BD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A0E2CF41-4EC6-C06F-1FA4-C9C078EEF7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959869-82FA-4F70-A632-CACF8AB166D5}"/>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757231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15008D-2B74-E743-FFE2-470CECB852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D2B4CF-9B71-6B33-B978-A4E9A0B0CD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81F2D-B816-52CF-8C2E-40BEE5CC833C}"/>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BB2E1050-E902-FD5D-18B8-D928E038A9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8AFCD0-FD25-07F5-9946-9086EB44A0A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598142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losing slide_with Logo">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05306243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002060"/>
        </a:solidFill>
        <a:effectLst/>
      </p:bgPr>
    </p:bg>
    <p:spTree>
      <p:nvGrpSpPr>
        <p:cNvPr id="1" name=""/>
        <p:cNvGrpSpPr/>
        <p:nvPr/>
      </p:nvGrpSpPr>
      <p:grpSpPr>
        <a:xfrm>
          <a:off x="0" y="0"/>
          <a:ext cx="0" cy="0"/>
          <a:chOff x="0" y="0"/>
          <a:chExt cx="0" cy="0"/>
        </a:xfrm>
      </p:grpSpPr>
      <p:pic>
        <p:nvPicPr>
          <p:cNvPr id="15" name="Picture 14" descr="A computer keyboard with a light on it&#10;&#10;AI-generated content may be incorrect.">
            <a:extLst>
              <a:ext uri="{FF2B5EF4-FFF2-40B4-BE49-F238E27FC236}">
                <a16:creationId xmlns:a16="http://schemas.microsoft.com/office/drawing/2014/main" id="{2209A0BE-5901-98D7-4EDE-74D107C3A72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548520"/>
            <a:ext cx="5686955" cy="111158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11" name="Picture 10" descr="A black and white logo&#10;&#10;AI-generated content may be incorrect.">
            <a:extLst>
              <a:ext uri="{FF2B5EF4-FFF2-40B4-BE49-F238E27FC236}">
                <a16:creationId xmlns:a16="http://schemas.microsoft.com/office/drawing/2014/main" id="{8A5D0B54-3E0F-E277-0472-C5E542E53F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11246" y="6006922"/>
            <a:ext cx="3180754" cy="828321"/>
          </a:xfrm>
          <a:prstGeom prst="rect">
            <a:avLst/>
          </a:prstGeom>
        </p:spPr>
      </p:pic>
    </p:spTree>
    <p:extLst>
      <p:ext uri="{BB962C8B-B14F-4D97-AF65-F5344CB8AC3E}">
        <p14:creationId xmlns:p14="http://schemas.microsoft.com/office/powerpoint/2010/main" val="32416500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4121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9110947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2516917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25793696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343171"/>
          </a:xfrm>
          <a:prstGeom prst="rect">
            <a:avLst/>
          </a:prstGeom>
        </p:spPr>
        <p:txBody>
          <a:bodyPr wrap="square">
            <a:spAutoFit/>
          </a:bodyPr>
          <a:lstStyle>
            <a:lvl1pPr marL="215900" indent="-215900">
              <a:lnSpc>
                <a:spcPct val="100000"/>
              </a:lnSpc>
              <a:spcBef>
                <a:spcPts val="0"/>
              </a:spcBef>
              <a:spcAft>
                <a:spcPts val="1200"/>
              </a:spcAft>
              <a:buFont typeface="Arial" panose="020B0604020202020204" pitchFamily="34" charset="0"/>
              <a:buChar char="•"/>
              <a:defRPr sz="22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45500453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Tree>
    <p:extLst>
      <p:ext uri="{BB962C8B-B14F-4D97-AF65-F5344CB8AC3E}">
        <p14:creationId xmlns:p14="http://schemas.microsoft.com/office/powerpoint/2010/main" val="8031315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177392716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31092842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444990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8009677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219170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790018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643236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526584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60306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829031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7218379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3"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7547"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0893"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84320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5604535"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936586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39996160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199" y="2995283"/>
            <a:ext cx="2644762"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377868"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171536"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199"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377868"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171536"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415117"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4208784"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700245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8" name="Text Placeholder 11">
            <a:extLst>
              <a:ext uri="{FF2B5EF4-FFF2-40B4-BE49-F238E27FC236}">
                <a16:creationId xmlns:a16="http://schemas.microsoft.com/office/drawing/2014/main" id="{BCF4E607-C6B2-5DBD-A66E-6AC21DF3514B}"/>
              </a:ext>
            </a:extLst>
          </p:cNvPr>
          <p:cNvSpPr>
            <a:spLocks noGrp="1"/>
          </p:cNvSpPr>
          <p:nvPr>
            <p:ph type="body" sz="quarter" idx="26"/>
          </p:nvPr>
        </p:nvSpPr>
        <p:spPr>
          <a:xfrm>
            <a:off x="8965203"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79F6309B-E822-8B2F-6639-A0BB3E2D4398}"/>
              </a:ext>
            </a:extLst>
          </p:cNvPr>
          <p:cNvSpPr>
            <a:spLocks noGrp="1"/>
          </p:cNvSpPr>
          <p:nvPr>
            <p:ph type="body" sz="quarter" idx="27"/>
          </p:nvPr>
        </p:nvSpPr>
        <p:spPr>
          <a:xfrm>
            <a:off x="8965202"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21" name="Oval 20">
            <a:extLst>
              <a:ext uri="{FF2B5EF4-FFF2-40B4-BE49-F238E27FC236}">
                <a16:creationId xmlns:a16="http://schemas.microsoft.com/office/drawing/2014/main" id="{F9B6085C-652E-6BD6-58B4-4FD4FE4E867F}"/>
              </a:ext>
              <a:ext uri="{C183D7F6-B498-43B3-948B-1728B52AA6E4}">
                <adec:decorative xmlns:adec="http://schemas.microsoft.com/office/drawing/2017/decorative" val="1"/>
              </a:ext>
            </a:extLst>
          </p:cNvPr>
          <p:cNvSpPr/>
          <p:nvPr userDrawn="1"/>
        </p:nvSpPr>
        <p:spPr bwMode="auto">
          <a:xfrm>
            <a:off x="979611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36819062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4335314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9228134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16472310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74273918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122520313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8552987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492443"/>
          </a:xfrm>
        </p:spPr>
        <p:txBody>
          <a:bodyPr/>
          <a:lstStyle>
            <a:lvl1pPr>
              <a:defRPr sz="32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35102548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28579245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Tree>
    <p:extLst>
      <p:ext uri="{BB962C8B-B14F-4D97-AF65-F5344CB8AC3E}">
        <p14:creationId xmlns:p14="http://schemas.microsoft.com/office/powerpoint/2010/main" val="319237464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Tree>
    <p:extLst>
      <p:ext uri="{BB962C8B-B14F-4D97-AF65-F5344CB8AC3E}">
        <p14:creationId xmlns:p14="http://schemas.microsoft.com/office/powerpoint/2010/main" val="23557090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14717449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0306898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4344970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F260BCEF-BA8C-42B9-D1E6-EED60C93E5F0}"/>
              </a:ext>
            </a:extLst>
          </p:cNvPr>
          <p:cNvGrpSpPr/>
          <p:nvPr userDrawn="1"/>
        </p:nvGrpSpPr>
        <p:grpSpPr>
          <a:xfrm>
            <a:off x="2563579" y="1585913"/>
            <a:ext cx="1110600" cy="111060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174706274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userDrawn="1"/>
        </p:nvGrpSpPr>
        <p:grpSpPr>
          <a:xfrm>
            <a:off x="2563579" y="1585913"/>
            <a:ext cx="1110600" cy="111060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92733277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userDrawn="1"/>
        </p:nvGrpSpPr>
        <p:grpSpPr>
          <a:xfrm>
            <a:off x="10112348" y="893763"/>
            <a:ext cx="1110600" cy="111060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226162502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userDrawn="1"/>
        </p:nvGrpSpPr>
        <p:grpSpPr>
          <a:xfrm>
            <a:off x="10107938" y="893763"/>
            <a:ext cx="1110600" cy="111060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82420157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0542724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7368839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162BDF-DEE8-2EF5-89DB-FD5A65D1E86F}"/>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597690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21038252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329591970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5461325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7963935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97492919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12249161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25117024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82036658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87617216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4491999" cy="63094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32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0136818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28862909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9583961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87994976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36926625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3D16-C88F-FB15-6AE8-1B56FC9514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FD5503-4489-6BAA-22D1-8659E7B7F3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B85EF5-AAC3-2A5B-FAEF-E74C4D998CA7}"/>
              </a:ext>
            </a:extLst>
          </p:cNvPr>
          <p:cNvSpPr>
            <a:spLocks noGrp="1"/>
          </p:cNvSpPr>
          <p:nvPr>
            <p:ph type="dt" sz="half" idx="10"/>
          </p:nvPr>
        </p:nvSpPr>
        <p:spPr/>
        <p:txBody>
          <a:bodyPr/>
          <a:lstStyle/>
          <a:p>
            <a:fld id="{6820AA1B-0105-435C-B9C3-603E96BFA3BF}" type="datetimeFigureOut">
              <a:rPr lang="en-IN" smtClean="0"/>
              <a:t>23-10-2026</a:t>
            </a:fld>
            <a:endParaRPr lang="en-IN"/>
          </a:p>
        </p:txBody>
      </p:sp>
      <p:sp>
        <p:nvSpPr>
          <p:cNvPr id="5" name="Footer Placeholder 4">
            <a:extLst>
              <a:ext uri="{FF2B5EF4-FFF2-40B4-BE49-F238E27FC236}">
                <a16:creationId xmlns:a16="http://schemas.microsoft.com/office/drawing/2014/main" id="{2494B4FE-9AF6-9634-A807-DB49D5732A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265409-AD02-08EA-5261-3552C565AA67}"/>
              </a:ext>
            </a:extLst>
          </p:cNvPr>
          <p:cNvSpPr>
            <a:spLocks noGrp="1"/>
          </p:cNvSpPr>
          <p:nvPr>
            <p:ph type="sldNum" sz="quarter" idx="12"/>
          </p:nvPr>
        </p:nvSpPr>
        <p:spPr/>
        <p:txBody>
          <a:bodyPr/>
          <a:lstStyle/>
          <a:p>
            <a:fld id="{247A6203-1A89-4AD0-A612-4BB2F13D68F5}" type="slidenum">
              <a:rPr lang="en-IN" smtClean="0"/>
              <a:t>‹#›</a:t>
            </a:fld>
            <a:endParaRPr lang="en-IN"/>
          </a:p>
        </p:txBody>
      </p:sp>
    </p:spTree>
    <p:extLst>
      <p:ext uri="{BB962C8B-B14F-4D97-AF65-F5344CB8AC3E}">
        <p14:creationId xmlns:p14="http://schemas.microsoft.com/office/powerpoint/2010/main" val="235102736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A15C6-A30E-611D-9681-585BB02933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06993E-BE23-7E40-9137-B05058CFBD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E17181-BB92-B353-76D3-12C0D41AFD44}"/>
              </a:ext>
            </a:extLst>
          </p:cNvPr>
          <p:cNvSpPr>
            <a:spLocks noGrp="1"/>
          </p:cNvSpPr>
          <p:nvPr>
            <p:ph type="dt" sz="half" idx="10"/>
          </p:nvPr>
        </p:nvSpPr>
        <p:spPr/>
        <p:txBody>
          <a:bodyPr/>
          <a:lstStyle/>
          <a:p>
            <a:fld id="{6820AA1B-0105-435C-B9C3-603E96BFA3BF}" type="datetimeFigureOut">
              <a:rPr lang="en-IN" smtClean="0"/>
              <a:t>23-10-2026</a:t>
            </a:fld>
            <a:endParaRPr lang="en-IN"/>
          </a:p>
        </p:txBody>
      </p:sp>
      <p:sp>
        <p:nvSpPr>
          <p:cNvPr id="5" name="Footer Placeholder 4">
            <a:extLst>
              <a:ext uri="{FF2B5EF4-FFF2-40B4-BE49-F238E27FC236}">
                <a16:creationId xmlns:a16="http://schemas.microsoft.com/office/drawing/2014/main" id="{9A157410-6B26-F0AD-8897-D241F7D28B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75622E-FC9A-B86A-500A-2F0D455278A1}"/>
              </a:ext>
            </a:extLst>
          </p:cNvPr>
          <p:cNvSpPr>
            <a:spLocks noGrp="1"/>
          </p:cNvSpPr>
          <p:nvPr>
            <p:ph type="sldNum" sz="quarter" idx="12"/>
          </p:nvPr>
        </p:nvSpPr>
        <p:spPr/>
        <p:txBody>
          <a:bodyPr/>
          <a:lstStyle/>
          <a:p>
            <a:fld id="{247A6203-1A89-4AD0-A612-4BB2F13D68F5}" type="slidenum">
              <a:rPr lang="en-IN" smtClean="0"/>
              <a:t>‹#›</a:t>
            </a:fld>
            <a:endParaRPr lang="en-IN"/>
          </a:p>
        </p:txBody>
      </p:sp>
    </p:spTree>
    <p:extLst>
      <p:ext uri="{BB962C8B-B14F-4D97-AF65-F5344CB8AC3E}">
        <p14:creationId xmlns:p14="http://schemas.microsoft.com/office/powerpoint/2010/main" val="42784538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A5972-62C3-0129-520F-DA9025EB69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AA683F7-7389-52D8-8465-FD29A67957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60419B-BFA6-07B5-49C7-A655A68DA1BC}"/>
              </a:ext>
            </a:extLst>
          </p:cNvPr>
          <p:cNvSpPr>
            <a:spLocks noGrp="1"/>
          </p:cNvSpPr>
          <p:nvPr>
            <p:ph type="dt" sz="half" idx="10"/>
          </p:nvPr>
        </p:nvSpPr>
        <p:spPr/>
        <p:txBody>
          <a:bodyPr/>
          <a:lstStyle/>
          <a:p>
            <a:fld id="{6820AA1B-0105-435C-B9C3-603E96BFA3BF}" type="datetimeFigureOut">
              <a:rPr lang="en-IN" smtClean="0"/>
              <a:t>23-10-2026</a:t>
            </a:fld>
            <a:endParaRPr lang="en-IN"/>
          </a:p>
        </p:txBody>
      </p:sp>
      <p:sp>
        <p:nvSpPr>
          <p:cNvPr id="5" name="Footer Placeholder 4">
            <a:extLst>
              <a:ext uri="{FF2B5EF4-FFF2-40B4-BE49-F238E27FC236}">
                <a16:creationId xmlns:a16="http://schemas.microsoft.com/office/drawing/2014/main" id="{E0E595FA-45F7-D665-B68E-A38FD7B2CB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E7B0C7-D94C-AA20-CCE2-79870D08AC5E}"/>
              </a:ext>
            </a:extLst>
          </p:cNvPr>
          <p:cNvSpPr>
            <a:spLocks noGrp="1"/>
          </p:cNvSpPr>
          <p:nvPr>
            <p:ph type="sldNum" sz="quarter" idx="12"/>
          </p:nvPr>
        </p:nvSpPr>
        <p:spPr/>
        <p:txBody>
          <a:bodyPr/>
          <a:lstStyle/>
          <a:p>
            <a:fld id="{247A6203-1A89-4AD0-A612-4BB2F13D68F5}" type="slidenum">
              <a:rPr lang="en-IN" smtClean="0"/>
              <a:t>‹#›</a:t>
            </a:fld>
            <a:endParaRPr lang="en-IN"/>
          </a:p>
        </p:txBody>
      </p:sp>
    </p:spTree>
    <p:extLst>
      <p:ext uri="{BB962C8B-B14F-4D97-AF65-F5344CB8AC3E}">
        <p14:creationId xmlns:p14="http://schemas.microsoft.com/office/powerpoint/2010/main" val="97602524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1F0AD-8B1E-0449-F8C2-6D0994D951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F39DD9-182E-10FC-9F87-D08623F39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90B145-E253-E390-2F54-8102ADC85C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019D784-9E96-81BF-CEA0-4726860B0C8D}"/>
              </a:ext>
            </a:extLst>
          </p:cNvPr>
          <p:cNvSpPr>
            <a:spLocks noGrp="1"/>
          </p:cNvSpPr>
          <p:nvPr>
            <p:ph type="dt" sz="half" idx="10"/>
          </p:nvPr>
        </p:nvSpPr>
        <p:spPr/>
        <p:txBody>
          <a:bodyPr/>
          <a:lstStyle/>
          <a:p>
            <a:fld id="{6820AA1B-0105-435C-B9C3-603E96BFA3BF}" type="datetimeFigureOut">
              <a:rPr lang="en-IN" smtClean="0"/>
              <a:t>23-10-2026</a:t>
            </a:fld>
            <a:endParaRPr lang="en-IN"/>
          </a:p>
        </p:txBody>
      </p:sp>
      <p:sp>
        <p:nvSpPr>
          <p:cNvPr id="6" name="Footer Placeholder 5">
            <a:extLst>
              <a:ext uri="{FF2B5EF4-FFF2-40B4-BE49-F238E27FC236}">
                <a16:creationId xmlns:a16="http://schemas.microsoft.com/office/drawing/2014/main" id="{E8C079F2-5755-FA8D-F1B4-5FBE043345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182FBD-3EC5-36F4-7DB3-9FF196A5B9B9}"/>
              </a:ext>
            </a:extLst>
          </p:cNvPr>
          <p:cNvSpPr>
            <a:spLocks noGrp="1"/>
          </p:cNvSpPr>
          <p:nvPr>
            <p:ph type="sldNum" sz="quarter" idx="12"/>
          </p:nvPr>
        </p:nvSpPr>
        <p:spPr/>
        <p:txBody>
          <a:bodyPr/>
          <a:lstStyle/>
          <a:p>
            <a:fld id="{247A6203-1A89-4AD0-A612-4BB2F13D68F5}" type="slidenum">
              <a:rPr lang="en-IN" smtClean="0"/>
              <a:t>‹#›</a:t>
            </a:fld>
            <a:endParaRPr lang="en-IN"/>
          </a:p>
        </p:txBody>
      </p:sp>
    </p:spTree>
    <p:extLst>
      <p:ext uri="{BB962C8B-B14F-4D97-AF65-F5344CB8AC3E}">
        <p14:creationId xmlns:p14="http://schemas.microsoft.com/office/powerpoint/2010/main" val="305998963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B73AD-8291-5BFD-2D70-7FA269C55F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3CE14BC-6F7D-5482-76CC-D9ED9E36BA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1E33D3-6302-0AE0-7D85-EF3BE9A8D9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75EA94-E6D2-CAC6-3BCF-95313E53F0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26686D-780E-A0F6-E815-8E13BFBBAB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BCD3B6-56FF-CD7A-3512-3ADD372B4FA2}"/>
              </a:ext>
            </a:extLst>
          </p:cNvPr>
          <p:cNvSpPr>
            <a:spLocks noGrp="1"/>
          </p:cNvSpPr>
          <p:nvPr>
            <p:ph type="dt" sz="half" idx="10"/>
          </p:nvPr>
        </p:nvSpPr>
        <p:spPr/>
        <p:txBody>
          <a:bodyPr/>
          <a:lstStyle/>
          <a:p>
            <a:fld id="{6820AA1B-0105-435C-B9C3-603E96BFA3BF}" type="datetimeFigureOut">
              <a:rPr lang="en-IN" smtClean="0"/>
              <a:t>23-10-2026</a:t>
            </a:fld>
            <a:endParaRPr lang="en-IN"/>
          </a:p>
        </p:txBody>
      </p:sp>
      <p:sp>
        <p:nvSpPr>
          <p:cNvPr id="8" name="Footer Placeholder 7">
            <a:extLst>
              <a:ext uri="{FF2B5EF4-FFF2-40B4-BE49-F238E27FC236}">
                <a16:creationId xmlns:a16="http://schemas.microsoft.com/office/drawing/2014/main" id="{E33CFE8E-0658-0D7B-395A-350738D9FDF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E10571-06F3-D5AC-8C26-851D317ED0DC}"/>
              </a:ext>
            </a:extLst>
          </p:cNvPr>
          <p:cNvSpPr>
            <a:spLocks noGrp="1"/>
          </p:cNvSpPr>
          <p:nvPr>
            <p:ph type="sldNum" sz="quarter" idx="12"/>
          </p:nvPr>
        </p:nvSpPr>
        <p:spPr/>
        <p:txBody>
          <a:bodyPr/>
          <a:lstStyle/>
          <a:p>
            <a:fld id="{247A6203-1A89-4AD0-A612-4BB2F13D68F5}" type="slidenum">
              <a:rPr lang="en-IN" smtClean="0"/>
              <a:t>‹#›</a:t>
            </a:fld>
            <a:endParaRPr lang="en-IN"/>
          </a:p>
        </p:txBody>
      </p:sp>
    </p:spTree>
    <p:extLst>
      <p:ext uri="{BB962C8B-B14F-4D97-AF65-F5344CB8AC3E}">
        <p14:creationId xmlns:p14="http://schemas.microsoft.com/office/powerpoint/2010/main" val="26447425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4D3A5-E36F-0957-3141-0E2BB295DF9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BBD761-58E8-4FDC-5F66-403624D19629}"/>
              </a:ext>
            </a:extLst>
          </p:cNvPr>
          <p:cNvSpPr>
            <a:spLocks noGrp="1"/>
          </p:cNvSpPr>
          <p:nvPr>
            <p:ph type="dt" sz="half" idx="10"/>
          </p:nvPr>
        </p:nvSpPr>
        <p:spPr/>
        <p:txBody>
          <a:bodyPr/>
          <a:lstStyle/>
          <a:p>
            <a:fld id="{6820AA1B-0105-435C-B9C3-603E96BFA3BF}" type="datetimeFigureOut">
              <a:rPr lang="en-IN" smtClean="0"/>
              <a:t>23-10-2026</a:t>
            </a:fld>
            <a:endParaRPr lang="en-IN"/>
          </a:p>
        </p:txBody>
      </p:sp>
      <p:sp>
        <p:nvSpPr>
          <p:cNvPr id="4" name="Footer Placeholder 3">
            <a:extLst>
              <a:ext uri="{FF2B5EF4-FFF2-40B4-BE49-F238E27FC236}">
                <a16:creationId xmlns:a16="http://schemas.microsoft.com/office/drawing/2014/main" id="{D3EAA3FA-335F-761B-E660-56FCC1EEAF4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1ADD434-6893-4E13-4F9B-C8B1834646F0}"/>
              </a:ext>
            </a:extLst>
          </p:cNvPr>
          <p:cNvSpPr>
            <a:spLocks noGrp="1"/>
          </p:cNvSpPr>
          <p:nvPr>
            <p:ph type="sldNum" sz="quarter" idx="12"/>
          </p:nvPr>
        </p:nvSpPr>
        <p:spPr/>
        <p:txBody>
          <a:bodyPr/>
          <a:lstStyle/>
          <a:p>
            <a:fld id="{247A6203-1A89-4AD0-A612-4BB2F13D68F5}" type="slidenum">
              <a:rPr lang="en-IN" smtClean="0"/>
              <a:t>‹#›</a:t>
            </a:fld>
            <a:endParaRPr lang="en-IN"/>
          </a:p>
        </p:txBody>
      </p:sp>
    </p:spTree>
    <p:extLst>
      <p:ext uri="{BB962C8B-B14F-4D97-AF65-F5344CB8AC3E}">
        <p14:creationId xmlns:p14="http://schemas.microsoft.com/office/powerpoint/2010/main" val="168984312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A275C2-328A-71DE-46DA-BE4DA722F052}"/>
              </a:ext>
            </a:extLst>
          </p:cNvPr>
          <p:cNvSpPr>
            <a:spLocks noGrp="1"/>
          </p:cNvSpPr>
          <p:nvPr>
            <p:ph type="dt" sz="half" idx="10"/>
          </p:nvPr>
        </p:nvSpPr>
        <p:spPr/>
        <p:txBody>
          <a:bodyPr/>
          <a:lstStyle/>
          <a:p>
            <a:fld id="{6820AA1B-0105-435C-B9C3-603E96BFA3BF}" type="datetimeFigureOut">
              <a:rPr lang="en-IN" smtClean="0"/>
              <a:t>23-10-2026</a:t>
            </a:fld>
            <a:endParaRPr lang="en-IN"/>
          </a:p>
        </p:txBody>
      </p:sp>
      <p:sp>
        <p:nvSpPr>
          <p:cNvPr id="3" name="Footer Placeholder 2">
            <a:extLst>
              <a:ext uri="{FF2B5EF4-FFF2-40B4-BE49-F238E27FC236}">
                <a16:creationId xmlns:a16="http://schemas.microsoft.com/office/drawing/2014/main" id="{BD12371E-FEA8-20F4-3D7C-6DD5B6751A5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54EC5BB-D468-72A3-0A12-6DFD3E096A26}"/>
              </a:ext>
            </a:extLst>
          </p:cNvPr>
          <p:cNvSpPr>
            <a:spLocks noGrp="1"/>
          </p:cNvSpPr>
          <p:nvPr>
            <p:ph type="sldNum" sz="quarter" idx="12"/>
          </p:nvPr>
        </p:nvSpPr>
        <p:spPr/>
        <p:txBody>
          <a:bodyPr/>
          <a:lstStyle/>
          <a:p>
            <a:fld id="{247A6203-1A89-4AD0-A612-4BB2F13D68F5}" type="slidenum">
              <a:rPr lang="en-IN" smtClean="0"/>
              <a:t>‹#›</a:t>
            </a:fld>
            <a:endParaRPr lang="en-IN"/>
          </a:p>
        </p:txBody>
      </p:sp>
    </p:spTree>
    <p:extLst>
      <p:ext uri="{BB962C8B-B14F-4D97-AF65-F5344CB8AC3E}">
        <p14:creationId xmlns:p14="http://schemas.microsoft.com/office/powerpoint/2010/main" val="20889996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EFF58-7D89-CB89-99E5-EDE1D0784E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78F68DB-6D6E-A56E-6C93-0D6B677FBF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38F78E9-F519-F5BB-14AC-C389C16C6C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AB1AE3-6580-2BC1-3A4F-3DDBBE03C5C0}"/>
              </a:ext>
            </a:extLst>
          </p:cNvPr>
          <p:cNvSpPr>
            <a:spLocks noGrp="1"/>
          </p:cNvSpPr>
          <p:nvPr>
            <p:ph type="dt" sz="half" idx="10"/>
          </p:nvPr>
        </p:nvSpPr>
        <p:spPr/>
        <p:txBody>
          <a:bodyPr/>
          <a:lstStyle/>
          <a:p>
            <a:fld id="{6820AA1B-0105-435C-B9C3-603E96BFA3BF}" type="datetimeFigureOut">
              <a:rPr lang="en-IN" smtClean="0"/>
              <a:t>23-10-2026</a:t>
            </a:fld>
            <a:endParaRPr lang="en-IN"/>
          </a:p>
        </p:txBody>
      </p:sp>
      <p:sp>
        <p:nvSpPr>
          <p:cNvPr id="6" name="Footer Placeholder 5">
            <a:extLst>
              <a:ext uri="{FF2B5EF4-FFF2-40B4-BE49-F238E27FC236}">
                <a16:creationId xmlns:a16="http://schemas.microsoft.com/office/drawing/2014/main" id="{0230974D-50EC-DAAE-10BB-80049749D1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7C33A4-8469-C5C8-DBE1-771DD9EDEF18}"/>
              </a:ext>
            </a:extLst>
          </p:cNvPr>
          <p:cNvSpPr>
            <a:spLocks noGrp="1"/>
          </p:cNvSpPr>
          <p:nvPr>
            <p:ph type="sldNum" sz="quarter" idx="12"/>
          </p:nvPr>
        </p:nvSpPr>
        <p:spPr/>
        <p:txBody>
          <a:bodyPr/>
          <a:lstStyle/>
          <a:p>
            <a:fld id="{247A6203-1A89-4AD0-A612-4BB2F13D68F5}" type="slidenum">
              <a:rPr lang="en-IN" smtClean="0"/>
              <a:t>‹#›</a:t>
            </a:fld>
            <a:endParaRPr lang="en-IN"/>
          </a:p>
        </p:txBody>
      </p:sp>
    </p:spTree>
    <p:extLst>
      <p:ext uri="{BB962C8B-B14F-4D97-AF65-F5344CB8AC3E}">
        <p14:creationId xmlns:p14="http://schemas.microsoft.com/office/powerpoint/2010/main" val="332420275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0CEEB-2D22-ACC9-2D64-BF569FD9E5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3A2EDC5-8D04-C150-1507-4E8EC07142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2806F94-4A42-991B-5F8B-83EACCD658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AF4E32-33B3-FC78-187F-37392D089A24}"/>
              </a:ext>
            </a:extLst>
          </p:cNvPr>
          <p:cNvSpPr>
            <a:spLocks noGrp="1"/>
          </p:cNvSpPr>
          <p:nvPr>
            <p:ph type="dt" sz="half" idx="10"/>
          </p:nvPr>
        </p:nvSpPr>
        <p:spPr/>
        <p:txBody>
          <a:bodyPr/>
          <a:lstStyle/>
          <a:p>
            <a:fld id="{6820AA1B-0105-435C-B9C3-603E96BFA3BF}" type="datetimeFigureOut">
              <a:rPr lang="en-IN" smtClean="0"/>
              <a:t>23-10-2026</a:t>
            </a:fld>
            <a:endParaRPr lang="en-IN"/>
          </a:p>
        </p:txBody>
      </p:sp>
      <p:sp>
        <p:nvSpPr>
          <p:cNvPr id="6" name="Footer Placeholder 5">
            <a:extLst>
              <a:ext uri="{FF2B5EF4-FFF2-40B4-BE49-F238E27FC236}">
                <a16:creationId xmlns:a16="http://schemas.microsoft.com/office/drawing/2014/main" id="{030F4578-1083-6F47-E680-86D1B18088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0F0753-4762-ECDD-30B9-BDFDB2BE5641}"/>
              </a:ext>
            </a:extLst>
          </p:cNvPr>
          <p:cNvSpPr>
            <a:spLocks noGrp="1"/>
          </p:cNvSpPr>
          <p:nvPr>
            <p:ph type="sldNum" sz="quarter" idx="12"/>
          </p:nvPr>
        </p:nvSpPr>
        <p:spPr/>
        <p:txBody>
          <a:bodyPr/>
          <a:lstStyle/>
          <a:p>
            <a:fld id="{247A6203-1A89-4AD0-A612-4BB2F13D68F5}" type="slidenum">
              <a:rPr lang="en-IN" smtClean="0"/>
              <a:t>‹#›</a:t>
            </a:fld>
            <a:endParaRPr lang="en-IN"/>
          </a:p>
        </p:txBody>
      </p:sp>
    </p:spTree>
    <p:extLst>
      <p:ext uri="{BB962C8B-B14F-4D97-AF65-F5344CB8AC3E}">
        <p14:creationId xmlns:p14="http://schemas.microsoft.com/office/powerpoint/2010/main" val="153902157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0170B-EFA7-9228-08FC-E113A33942A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5CA5A5-04E6-F7C5-E6E2-0464E079C4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22D0C9-56ED-B429-F48C-4A0AA58E0D79}"/>
              </a:ext>
            </a:extLst>
          </p:cNvPr>
          <p:cNvSpPr>
            <a:spLocks noGrp="1"/>
          </p:cNvSpPr>
          <p:nvPr>
            <p:ph type="dt" sz="half" idx="10"/>
          </p:nvPr>
        </p:nvSpPr>
        <p:spPr/>
        <p:txBody>
          <a:bodyPr/>
          <a:lstStyle/>
          <a:p>
            <a:fld id="{6820AA1B-0105-435C-B9C3-603E96BFA3BF}" type="datetimeFigureOut">
              <a:rPr lang="en-IN" smtClean="0"/>
              <a:t>23-10-2026</a:t>
            </a:fld>
            <a:endParaRPr lang="en-IN"/>
          </a:p>
        </p:txBody>
      </p:sp>
      <p:sp>
        <p:nvSpPr>
          <p:cNvPr id="5" name="Footer Placeholder 4">
            <a:extLst>
              <a:ext uri="{FF2B5EF4-FFF2-40B4-BE49-F238E27FC236}">
                <a16:creationId xmlns:a16="http://schemas.microsoft.com/office/drawing/2014/main" id="{9DBEF9A4-A8D4-E1CA-E783-408AC3FC79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9A7FD1-5D97-C6C5-51E0-4F1434E6866D}"/>
              </a:ext>
            </a:extLst>
          </p:cNvPr>
          <p:cNvSpPr>
            <a:spLocks noGrp="1"/>
          </p:cNvSpPr>
          <p:nvPr>
            <p:ph type="sldNum" sz="quarter" idx="12"/>
          </p:nvPr>
        </p:nvSpPr>
        <p:spPr/>
        <p:txBody>
          <a:bodyPr/>
          <a:lstStyle/>
          <a:p>
            <a:fld id="{247A6203-1A89-4AD0-A612-4BB2F13D68F5}" type="slidenum">
              <a:rPr lang="en-IN" smtClean="0"/>
              <a:t>‹#›</a:t>
            </a:fld>
            <a:endParaRPr lang="en-IN"/>
          </a:p>
        </p:txBody>
      </p:sp>
    </p:spTree>
    <p:extLst>
      <p:ext uri="{BB962C8B-B14F-4D97-AF65-F5344CB8AC3E}">
        <p14:creationId xmlns:p14="http://schemas.microsoft.com/office/powerpoint/2010/main" val="328926581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C06C45-518C-FE1F-A4B4-5FC1053FEF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029E1E-5938-3527-8C10-8F39DF6020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EA5B2B-DF86-765F-BF09-5E279C0B90B9}"/>
              </a:ext>
            </a:extLst>
          </p:cNvPr>
          <p:cNvSpPr>
            <a:spLocks noGrp="1"/>
          </p:cNvSpPr>
          <p:nvPr>
            <p:ph type="dt" sz="half" idx="10"/>
          </p:nvPr>
        </p:nvSpPr>
        <p:spPr/>
        <p:txBody>
          <a:bodyPr/>
          <a:lstStyle/>
          <a:p>
            <a:fld id="{6820AA1B-0105-435C-B9C3-603E96BFA3BF}" type="datetimeFigureOut">
              <a:rPr lang="en-IN" smtClean="0"/>
              <a:t>23-10-2026</a:t>
            </a:fld>
            <a:endParaRPr lang="en-IN"/>
          </a:p>
        </p:txBody>
      </p:sp>
      <p:sp>
        <p:nvSpPr>
          <p:cNvPr id="5" name="Footer Placeholder 4">
            <a:extLst>
              <a:ext uri="{FF2B5EF4-FFF2-40B4-BE49-F238E27FC236}">
                <a16:creationId xmlns:a16="http://schemas.microsoft.com/office/drawing/2014/main" id="{BEF05F48-6F03-608E-FC2A-FD43567E64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6BF1EA-E8D1-E7DF-4A63-7CF225149400}"/>
              </a:ext>
            </a:extLst>
          </p:cNvPr>
          <p:cNvSpPr>
            <a:spLocks noGrp="1"/>
          </p:cNvSpPr>
          <p:nvPr>
            <p:ph type="sldNum" sz="quarter" idx="12"/>
          </p:nvPr>
        </p:nvSpPr>
        <p:spPr/>
        <p:txBody>
          <a:bodyPr/>
          <a:lstStyle/>
          <a:p>
            <a:fld id="{247A6203-1A89-4AD0-A612-4BB2F13D68F5}" type="slidenum">
              <a:rPr lang="en-IN" smtClean="0"/>
              <a:t>‹#›</a:t>
            </a:fld>
            <a:endParaRPr lang="en-IN"/>
          </a:p>
        </p:txBody>
      </p:sp>
    </p:spTree>
    <p:extLst>
      <p:ext uri="{BB962C8B-B14F-4D97-AF65-F5344CB8AC3E}">
        <p14:creationId xmlns:p14="http://schemas.microsoft.com/office/powerpoint/2010/main" val="1479146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813069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2_Presentation Title Slide">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0E3ACD-7FA1-43FB-92AB-D2FC6B01A2F9}"/>
              </a:ext>
            </a:extLst>
          </p:cNvPr>
          <p:cNvSpPr>
            <a:spLocks noGrp="1"/>
          </p:cNvSpPr>
          <p:nvPr>
            <p:ph type="pic" sz="quarter" idx="10"/>
          </p:nvPr>
        </p:nvSpPr>
        <p:spPr>
          <a:xfrm>
            <a:off x="8619649" y="600075"/>
            <a:ext cx="2139315" cy="2139315"/>
          </a:xfrm>
          <a:prstGeom prst="ellipse">
            <a:avLst/>
          </a:prstGeom>
          <a:ln w="101600">
            <a:solidFill>
              <a:srgbClr val="FF9A00"/>
            </a:solidFill>
          </a:ln>
        </p:spPr>
        <p:txBody>
          <a:bodyPr/>
          <a:lstStyle/>
          <a:p>
            <a:r>
              <a:rPr lang="en-US"/>
              <a:t>Click icon to add picture</a:t>
            </a:r>
          </a:p>
        </p:txBody>
      </p:sp>
      <p:sp>
        <p:nvSpPr>
          <p:cNvPr id="7" name="object 5">
            <a:extLst>
              <a:ext uri="{FF2B5EF4-FFF2-40B4-BE49-F238E27FC236}">
                <a16:creationId xmlns:a16="http://schemas.microsoft.com/office/drawing/2014/main" id="{13310B1C-6FB4-4D3B-B79A-DF315C87F042}"/>
              </a:ext>
            </a:extLst>
          </p:cNvPr>
          <p:cNvSpPr/>
          <p:nvPr userDrawn="1"/>
        </p:nvSpPr>
        <p:spPr>
          <a:xfrm>
            <a:off x="0" y="0"/>
            <a:ext cx="7791061" cy="914400"/>
          </a:xfrm>
          <a:custGeom>
            <a:avLst/>
            <a:gdLst/>
            <a:ahLst/>
            <a:cxnLst/>
            <a:rect l="l" t="t" r="r" b="b"/>
            <a:pathLst>
              <a:path w="9482455" h="914400">
                <a:moveTo>
                  <a:pt x="9025128" y="0"/>
                </a:moveTo>
                <a:lnTo>
                  <a:pt x="0" y="0"/>
                </a:lnTo>
                <a:lnTo>
                  <a:pt x="0" y="914399"/>
                </a:lnTo>
                <a:lnTo>
                  <a:pt x="9025128" y="914399"/>
                </a:lnTo>
                <a:lnTo>
                  <a:pt x="9482328" y="457199"/>
                </a:lnTo>
                <a:lnTo>
                  <a:pt x="9025128" y="0"/>
                </a:lnTo>
                <a:close/>
              </a:path>
            </a:pathLst>
          </a:custGeom>
          <a:solidFill>
            <a:srgbClr val="002060"/>
          </a:solidFill>
        </p:spPr>
        <p:txBody>
          <a:bodyPr wrap="square" lIns="0" tIns="0" rIns="0" bIns="0" rtlCol="0"/>
          <a:lstStyle/>
          <a:p>
            <a:endParaRPr sz="1400"/>
          </a:p>
        </p:txBody>
      </p:sp>
      <p:sp>
        <p:nvSpPr>
          <p:cNvPr id="29" name="object 6">
            <a:extLst>
              <a:ext uri="{FF2B5EF4-FFF2-40B4-BE49-F238E27FC236}">
                <a16:creationId xmlns:a16="http://schemas.microsoft.com/office/drawing/2014/main" id="{0F9703EA-6FA5-4EAF-B958-DEB960A31108}"/>
              </a:ext>
            </a:extLst>
          </p:cNvPr>
          <p:cNvSpPr txBox="1">
            <a:spLocks noGrp="1"/>
          </p:cNvSpPr>
          <p:nvPr userDrawn="1">
            <p:ph type="title"/>
          </p:nvPr>
        </p:nvSpPr>
        <p:spPr>
          <a:xfrm>
            <a:off x="448319" y="26038"/>
            <a:ext cx="4721861" cy="1243930"/>
          </a:xfrm>
          <a:prstGeom prst="rect">
            <a:avLst/>
          </a:prstGeom>
        </p:spPr>
        <p:txBody>
          <a:bodyPr vert="horz" wrap="square" lIns="0" tIns="12700" rIns="0" bIns="0" rtlCol="0">
            <a:spAutoFit/>
          </a:bodyPr>
          <a:lstStyle>
            <a:lvl1pPr marL="16933">
              <a:lnSpc>
                <a:spcPct val="100000"/>
              </a:lnSpc>
              <a:spcBef>
                <a:spcPts val="133"/>
              </a:spcBef>
              <a:defRPr>
                <a:latin typeface="Segoe UI Semibold" panose="020B0702040204020203" pitchFamily="34" charset="0"/>
                <a:cs typeface="Segoe UI Semibold" panose="020B0702040204020203" pitchFamily="34" charset="0"/>
              </a:defRPr>
            </a:lvl1pPr>
          </a:lstStyle>
          <a:p>
            <a:pPr marL="12700">
              <a:lnSpc>
                <a:spcPct val="100000"/>
              </a:lnSpc>
              <a:spcBef>
                <a:spcPts val="100"/>
              </a:spcBef>
            </a:pPr>
            <a:r>
              <a:rPr lang="en-US" sz="4000" b="1" dirty="0">
                <a:solidFill>
                  <a:schemeClr val="bg1"/>
                </a:solidFill>
              </a:rPr>
              <a:t>Click to edit Master title style</a:t>
            </a:r>
            <a:endParaRPr sz="4000" b="1" dirty="0">
              <a:solidFill>
                <a:schemeClr val="bg1"/>
              </a:solidFill>
            </a:endParaRPr>
          </a:p>
        </p:txBody>
      </p:sp>
      <p:sp>
        <p:nvSpPr>
          <p:cNvPr id="13" name="Text Placeholder 4">
            <a:extLst>
              <a:ext uri="{FF2B5EF4-FFF2-40B4-BE49-F238E27FC236}">
                <a16:creationId xmlns:a16="http://schemas.microsoft.com/office/drawing/2014/main" id="{1B48BA99-E3E0-4FD2-87F4-FACD218F3CCC}"/>
              </a:ext>
            </a:extLst>
          </p:cNvPr>
          <p:cNvSpPr>
            <a:spLocks noGrp="1"/>
          </p:cNvSpPr>
          <p:nvPr>
            <p:ph type="body" sz="quarter" idx="16" hasCustomPrompt="1"/>
          </p:nvPr>
        </p:nvSpPr>
        <p:spPr>
          <a:xfrm>
            <a:off x="448319" y="1595287"/>
            <a:ext cx="7338496" cy="387799"/>
          </a:xfrm>
          <a:noFill/>
        </p:spPr>
        <p:txBody>
          <a:bodyPr wrap="square" lIns="0" tIns="0" rIns="0" bIns="0">
            <a:spAutoFit/>
          </a:bodyPr>
          <a:lstStyle>
            <a:lvl1pPr marL="0" indent="0">
              <a:spcBef>
                <a:spcPts val="0"/>
              </a:spcBef>
              <a:buNone/>
              <a:defRPr lang="en-US" sz="2800" b="1" kern="1200" dirty="0">
                <a:solidFill>
                  <a:schemeClr val="tx1"/>
                </a:solidFill>
                <a:latin typeface="Segoe UI Semibold" panose="020B0702040204020203" pitchFamily="34" charset="0"/>
                <a:ea typeface="+mj-ea"/>
                <a:cs typeface="Segoe UI Semibold" panose="020B0702040204020203" pitchFamily="34" charset="0"/>
              </a:defRPr>
            </a:lvl1pPr>
          </a:lstStyle>
          <a:p>
            <a:pPr lvl="0"/>
            <a:r>
              <a:rPr lang="en-US"/>
              <a:t>Tagline 1</a:t>
            </a:r>
          </a:p>
        </p:txBody>
      </p:sp>
      <p:sp>
        <p:nvSpPr>
          <p:cNvPr id="14" name="Text Placeholder 4">
            <a:extLst>
              <a:ext uri="{FF2B5EF4-FFF2-40B4-BE49-F238E27FC236}">
                <a16:creationId xmlns:a16="http://schemas.microsoft.com/office/drawing/2014/main" id="{9A649B98-6AF6-4537-A44A-3FEDDE425EE8}"/>
              </a:ext>
            </a:extLst>
          </p:cNvPr>
          <p:cNvSpPr>
            <a:spLocks noGrp="1"/>
          </p:cNvSpPr>
          <p:nvPr>
            <p:ph type="body" sz="quarter" idx="17" hasCustomPrompt="1"/>
          </p:nvPr>
        </p:nvSpPr>
        <p:spPr>
          <a:xfrm>
            <a:off x="448319" y="2096499"/>
            <a:ext cx="7338496" cy="332399"/>
          </a:xfrm>
          <a:noFill/>
        </p:spPr>
        <p:txBody>
          <a:bodyPr wrap="square" lIns="0" tIns="0" rIns="0" bIns="0">
            <a:spAutoFit/>
          </a:bodyPr>
          <a:lstStyle>
            <a:lvl1pPr marL="0" indent="0">
              <a:spcBef>
                <a:spcPts val="0"/>
              </a:spcBef>
              <a:buNone/>
              <a:defRPr lang="en-US" sz="2400" b="1" kern="1200" dirty="0">
                <a:solidFill>
                  <a:schemeClr val="tx1">
                    <a:lumMod val="50000"/>
                    <a:lumOff val="50000"/>
                  </a:schemeClr>
                </a:solidFill>
                <a:latin typeface="Segoe UI Semibold" panose="020B0702040204020203" pitchFamily="34" charset="0"/>
                <a:ea typeface="+mj-ea"/>
                <a:cs typeface="Segoe UI Semibold" panose="020B0702040204020203" pitchFamily="34" charset="0"/>
              </a:defRPr>
            </a:lvl1pPr>
          </a:lstStyle>
          <a:p>
            <a:pPr lvl="0"/>
            <a:r>
              <a:rPr lang="en-US"/>
              <a:t>Tagline 2 (Optional)</a:t>
            </a:r>
          </a:p>
        </p:txBody>
      </p:sp>
      <p:sp>
        <p:nvSpPr>
          <p:cNvPr id="15" name="Content Placeholder 2">
            <a:extLst>
              <a:ext uri="{FF2B5EF4-FFF2-40B4-BE49-F238E27FC236}">
                <a16:creationId xmlns:a16="http://schemas.microsoft.com/office/drawing/2014/main" id="{2E6AB9B5-B150-46E6-AC48-31D6424AF280}"/>
              </a:ext>
            </a:extLst>
          </p:cNvPr>
          <p:cNvSpPr>
            <a:spLocks noGrp="1"/>
          </p:cNvSpPr>
          <p:nvPr>
            <p:ph sz="half" idx="1" hasCustomPrompt="1"/>
          </p:nvPr>
        </p:nvSpPr>
        <p:spPr>
          <a:xfrm>
            <a:off x="448322" y="2752079"/>
            <a:ext cx="7342740" cy="3481532"/>
          </a:xfrm>
        </p:spPr>
        <p:txBody>
          <a:bodyPr/>
          <a:lstStyle>
            <a:lvl1pPr marL="0" indent="0">
              <a:buNone/>
              <a:defRPr>
                <a:latin typeface="Segoe UI Semibold" panose="020B0702040204020203" pitchFamily="34" charset="0"/>
                <a:cs typeface="Segoe UI Semibold" panose="020B0702040204020203" pitchFamily="34" charset="0"/>
              </a:defRPr>
            </a:lvl1pPr>
            <a:lvl2pPr>
              <a:defRPr>
                <a:latin typeface="Segoe UI (Body)"/>
              </a:defRPr>
            </a:lvl2pPr>
            <a:lvl3pPr>
              <a:defRPr>
                <a:latin typeface="Segoe UI (Body)"/>
              </a:defRPr>
            </a:lvl3pPr>
            <a:lvl4pPr>
              <a:defRPr>
                <a:latin typeface="Segoe UI (Body)"/>
              </a:defRPr>
            </a:lvl4pPr>
            <a:lvl5pPr>
              <a:defRPr>
                <a:latin typeface="Segoe UI (Body)"/>
              </a:defRPr>
            </a:lvl5pPr>
          </a:lstStyle>
          <a:p>
            <a:pPr lvl="0"/>
            <a:r>
              <a:rPr lang="en-US"/>
              <a:t>Speaker Bio</a:t>
            </a:r>
          </a:p>
        </p:txBody>
      </p:sp>
    </p:spTree>
    <p:extLst>
      <p:ext uri="{BB962C8B-B14F-4D97-AF65-F5344CB8AC3E}">
        <p14:creationId xmlns:p14="http://schemas.microsoft.com/office/powerpoint/2010/main" val="178185162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p:spPr>
        <p:txBody>
          <a:bodyPr wrap="square" lIns="0" tIns="0" rIns="0" bIns="0">
            <a:spAutoFit/>
          </a:bodyPr>
          <a:lstStyle>
            <a:lvl1pPr>
              <a:lnSpc>
                <a:spcPts val="3137"/>
              </a:lnSpc>
              <a:defRPr sz="3600" strike="noStrike">
                <a:solidFill>
                  <a:schemeClr val="tx1"/>
                </a:solidFill>
              </a:defRPr>
            </a:lvl1pPr>
          </a:lstStyle>
          <a:p>
            <a:r>
              <a:rPr lang="en-US"/>
              <a:t>Title</a:t>
            </a:r>
          </a:p>
        </p:txBody>
      </p:sp>
    </p:spTree>
    <p:extLst>
      <p:ext uri="{BB962C8B-B14F-4D97-AF65-F5344CB8AC3E}">
        <p14:creationId xmlns:p14="http://schemas.microsoft.com/office/powerpoint/2010/main" val="916790783"/>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Title Slide 2">
    <p:spTree>
      <p:nvGrpSpPr>
        <p:cNvPr id="1" name=""/>
        <p:cNvGrpSpPr/>
        <p:nvPr/>
      </p:nvGrpSpPr>
      <p:grpSpPr>
        <a:xfrm>
          <a:off x="0" y="0"/>
          <a:ext cx="0" cy="0"/>
          <a:chOff x="0" y="0"/>
          <a:chExt cx="0" cy="0"/>
        </a:xfrm>
      </p:grpSpPr>
      <p:pic>
        <p:nvPicPr>
          <p:cNvPr id="13" name="Picture 12" descr="Microsoft Power Platform logo">
            <a:extLst>
              <a:ext uri="{FF2B5EF4-FFF2-40B4-BE49-F238E27FC236}">
                <a16:creationId xmlns:a16="http://schemas.microsoft.com/office/drawing/2014/main" id="{E6B07396-3169-457E-A2F3-6468D83354F3}"/>
              </a:ext>
              <a:ext uri="{C183D7F6-B498-43B3-948B-1728B52AA6E4}">
                <adec:decorative xmlns:adec="http://schemas.microsoft.com/office/drawing/2017/decorative" val="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881" t="32249" r="7881" b="32249"/>
          <a:stretch/>
        </p:blipFill>
        <p:spPr>
          <a:xfrm>
            <a:off x="436266" y="439739"/>
            <a:ext cx="2997420" cy="302132"/>
          </a:xfrm>
          <a:prstGeom prst="rect">
            <a:avLst/>
          </a:prstGeom>
        </p:spPr>
      </p:pic>
      <p:sp>
        <p:nvSpPr>
          <p:cNvPr id="9" name="Title 1">
            <a:extLst>
              <a:ext uri="{FF2B5EF4-FFF2-40B4-BE49-F238E27FC236}">
                <a16:creationId xmlns:a16="http://schemas.microsoft.com/office/drawing/2014/main" id="{5AABBF63-5EE7-4625-A83E-A11472950806}"/>
              </a:ext>
            </a:extLst>
          </p:cNvPr>
          <p:cNvSpPr>
            <a:spLocks noGrp="1"/>
          </p:cNvSpPr>
          <p:nvPr>
            <p:ph type="title" hasCustomPrompt="1"/>
          </p:nvPr>
        </p:nvSpPr>
        <p:spPr>
          <a:xfrm>
            <a:off x="407391" y="3029995"/>
            <a:ext cx="9630389" cy="1793104"/>
          </a:xfrm>
          <a:noFill/>
        </p:spPr>
        <p:txBody>
          <a:bodyPr lIns="0" tIns="0" rIns="0" bIns="182880" anchor="b" anchorCtr="0"/>
          <a:lstStyle>
            <a:lvl1pPr>
              <a:defRPr sz="4400" strike="noStrike" spc="-49" baseline="0">
                <a:solidFill>
                  <a:srgbClr val="191919"/>
                </a:solidFill>
              </a:defRPr>
            </a:lvl1pPr>
          </a:lstStyle>
          <a:p>
            <a:r>
              <a:rPr lang="en-US"/>
              <a:t>Microsoft 365</a:t>
            </a:r>
            <a:br>
              <a:rPr lang="en-US"/>
            </a:br>
            <a:r>
              <a:rPr lang="en-US"/>
              <a:t>title or event name</a:t>
            </a:r>
          </a:p>
        </p:txBody>
      </p:sp>
      <p:sp>
        <p:nvSpPr>
          <p:cNvPr id="6" name="Text Placeholder 10">
            <a:extLst>
              <a:ext uri="{FF2B5EF4-FFF2-40B4-BE49-F238E27FC236}">
                <a16:creationId xmlns:a16="http://schemas.microsoft.com/office/drawing/2014/main" id="{1D2F9142-6251-4BB1-B90A-DAFD69D51338}"/>
              </a:ext>
            </a:extLst>
          </p:cNvPr>
          <p:cNvSpPr>
            <a:spLocks noGrp="1"/>
          </p:cNvSpPr>
          <p:nvPr>
            <p:ph type="body" sz="quarter" idx="16" hasCustomPrompt="1"/>
          </p:nvPr>
        </p:nvSpPr>
        <p:spPr>
          <a:xfrm>
            <a:off x="464841" y="4847661"/>
            <a:ext cx="9609045" cy="677108"/>
          </a:xfrm>
        </p:spPr>
        <p:txBody>
          <a:bodyPr/>
          <a:lstStyle>
            <a:lvl1pPr>
              <a:defRPr sz="1600">
                <a:solidFill>
                  <a:schemeClr val="tx1"/>
                </a:solidFill>
              </a:defRPr>
            </a:lvl1pPr>
            <a:lvl2pPr>
              <a:defRPr sz="1600">
                <a:solidFill>
                  <a:schemeClr val="tx1"/>
                </a:solidFill>
              </a:defRPr>
            </a:lvl2pPr>
            <a:lvl3pPr>
              <a:defRPr sz="1372"/>
            </a:lvl3pPr>
            <a:lvl4pPr>
              <a:defRPr sz="1372"/>
            </a:lvl4pPr>
            <a:lvl5pPr>
              <a:defRPr sz="1029"/>
            </a:lvl5pPr>
          </a:lstStyle>
          <a:p>
            <a:pPr lvl="0"/>
            <a:r>
              <a:rPr lang="en-US"/>
              <a:t>Author name</a:t>
            </a:r>
          </a:p>
          <a:p>
            <a:pPr lvl="1"/>
            <a:r>
              <a:rPr lang="en-US"/>
              <a:t>Date</a:t>
            </a:r>
          </a:p>
        </p:txBody>
      </p:sp>
      <p:grpSp>
        <p:nvGrpSpPr>
          <p:cNvPr id="2" name="Group 1">
            <a:extLst>
              <a:ext uri="{FF2B5EF4-FFF2-40B4-BE49-F238E27FC236}">
                <a16:creationId xmlns:a16="http://schemas.microsoft.com/office/drawing/2014/main" id="{04628F04-DDA8-4CF8-8D4C-CA07214B9151}"/>
              </a:ext>
              <a:ext uri="{C183D7F6-B498-43B3-948B-1728B52AA6E4}">
                <adec:decorative xmlns:adec="http://schemas.microsoft.com/office/drawing/2017/decorative" val="1"/>
              </a:ext>
            </a:extLst>
          </p:cNvPr>
          <p:cNvGrpSpPr/>
          <p:nvPr userDrawn="1"/>
        </p:nvGrpSpPr>
        <p:grpSpPr>
          <a:xfrm>
            <a:off x="8889914" y="-1044781"/>
            <a:ext cx="3662371" cy="5637053"/>
            <a:chOff x="8889914" y="-1044781"/>
            <a:chExt cx="3662371" cy="5637053"/>
          </a:xfrm>
        </p:grpSpPr>
        <p:sp>
          <p:nvSpPr>
            <p:cNvPr id="36" name="Freeform: Shape 35">
              <a:extLst>
                <a:ext uri="{FF2B5EF4-FFF2-40B4-BE49-F238E27FC236}">
                  <a16:creationId xmlns:a16="http://schemas.microsoft.com/office/drawing/2014/main" id="{76C636F5-F9F7-4D1E-9B8C-516E41CE6167}"/>
                </a:ext>
                <a:ext uri="{C183D7F6-B498-43B3-948B-1728B52AA6E4}">
                  <adec:decorative xmlns:adec="http://schemas.microsoft.com/office/drawing/2017/decorative" val="1"/>
                </a:ext>
              </a:extLst>
            </p:cNvPr>
            <p:cNvSpPr/>
            <p:nvPr userDrawn="1"/>
          </p:nvSpPr>
          <p:spPr bwMode="auto">
            <a:xfrm rot="20461902">
              <a:off x="9594085" y="-499963"/>
              <a:ext cx="2298498" cy="4655741"/>
            </a:xfrm>
            <a:custGeom>
              <a:avLst/>
              <a:gdLst>
                <a:gd name="connsiteX0" fmla="*/ 0 w 2298498"/>
                <a:gd name="connsiteY0" fmla="*/ 0 h 4655741"/>
                <a:gd name="connsiteX1" fmla="*/ 2298498 w 2298498"/>
                <a:gd name="connsiteY1" fmla="*/ 790014 h 4655741"/>
                <a:gd name="connsiteX2" fmla="*/ 2298498 w 2298498"/>
                <a:gd name="connsiteY2" fmla="*/ 3441017 h 4655741"/>
                <a:gd name="connsiteX3" fmla="*/ 1880986 w 2298498"/>
                <a:gd name="connsiteY3" fmla="*/ 4655741 h 4655741"/>
              </a:gdLst>
              <a:ahLst/>
              <a:cxnLst>
                <a:cxn ang="0">
                  <a:pos x="connsiteX0" y="connsiteY0"/>
                </a:cxn>
                <a:cxn ang="0">
                  <a:pos x="connsiteX1" y="connsiteY1"/>
                </a:cxn>
                <a:cxn ang="0">
                  <a:pos x="connsiteX2" y="connsiteY2"/>
                </a:cxn>
                <a:cxn ang="0">
                  <a:pos x="connsiteX3" y="connsiteY3"/>
                </a:cxn>
              </a:cxnLst>
              <a:rect l="l" t="t" r="r" b="b"/>
              <a:pathLst>
                <a:path w="2298498" h="4655741">
                  <a:moveTo>
                    <a:pt x="0" y="0"/>
                  </a:moveTo>
                  <a:lnTo>
                    <a:pt x="2298498" y="790014"/>
                  </a:lnTo>
                  <a:lnTo>
                    <a:pt x="2298498" y="3441017"/>
                  </a:lnTo>
                  <a:lnTo>
                    <a:pt x="1880986" y="4655741"/>
                  </a:lnTo>
                  <a:close/>
                </a:path>
              </a:pathLst>
            </a:cu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34" name="Freeform: Shape 33">
              <a:extLst>
                <a:ext uri="{FF2B5EF4-FFF2-40B4-BE49-F238E27FC236}">
                  <a16:creationId xmlns:a16="http://schemas.microsoft.com/office/drawing/2014/main" id="{AF47FB09-F6C3-426C-9C5C-0D3576A039D0}"/>
                </a:ext>
                <a:ext uri="{C183D7F6-B498-43B3-948B-1728B52AA6E4}">
                  <adec:decorative xmlns:adec="http://schemas.microsoft.com/office/drawing/2017/decorative" val="1"/>
                </a:ext>
              </a:extLst>
            </p:cNvPr>
            <p:cNvSpPr/>
            <p:nvPr userDrawn="1"/>
          </p:nvSpPr>
          <p:spPr bwMode="auto">
            <a:xfrm rot="20461902">
              <a:off x="9819547" y="-445543"/>
              <a:ext cx="2030582" cy="4255100"/>
            </a:xfrm>
            <a:custGeom>
              <a:avLst/>
              <a:gdLst>
                <a:gd name="connsiteX0" fmla="*/ 0 w 2030582"/>
                <a:gd name="connsiteY0" fmla="*/ 0 h 4255100"/>
                <a:gd name="connsiteX1" fmla="*/ 2030582 w 2030582"/>
                <a:gd name="connsiteY1" fmla="*/ 697928 h 4255100"/>
                <a:gd name="connsiteX2" fmla="*/ 2030582 w 2030582"/>
                <a:gd name="connsiteY2" fmla="*/ 3348926 h 4255100"/>
                <a:gd name="connsiteX3" fmla="*/ 1719122 w 2030582"/>
                <a:gd name="connsiteY3" fmla="*/ 4255100 h 4255100"/>
              </a:gdLst>
              <a:ahLst/>
              <a:cxnLst>
                <a:cxn ang="0">
                  <a:pos x="connsiteX0" y="connsiteY0"/>
                </a:cxn>
                <a:cxn ang="0">
                  <a:pos x="connsiteX1" y="connsiteY1"/>
                </a:cxn>
                <a:cxn ang="0">
                  <a:pos x="connsiteX2" y="connsiteY2"/>
                </a:cxn>
                <a:cxn ang="0">
                  <a:pos x="connsiteX3" y="connsiteY3"/>
                </a:cxn>
              </a:cxnLst>
              <a:rect l="l" t="t" r="r" b="b"/>
              <a:pathLst>
                <a:path w="2030582" h="4255100">
                  <a:moveTo>
                    <a:pt x="0" y="0"/>
                  </a:moveTo>
                  <a:lnTo>
                    <a:pt x="2030582" y="697928"/>
                  </a:lnTo>
                  <a:lnTo>
                    <a:pt x="2030582" y="3348926"/>
                  </a:lnTo>
                  <a:lnTo>
                    <a:pt x="1719122" y="4255100"/>
                  </a:lnTo>
                  <a:close/>
                </a:path>
              </a:pathLst>
            </a:cu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32" name="Freeform: Shape 31">
              <a:extLst>
                <a:ext uri="{FF2B5EF4-FFF2-40B4-BE49-F238E27FC236}">
                  <a16:creationId xmlns:a16="http://schemas.microsoft.com/office/drawing/2014/main" id="{C5D64377-8FEB-40C2-B486-BAA69EA7ADE4}"/>
                </a:ext>
                <a:ext uri="{C183D7F6-B498-43B3-948B-1728B52AA6E4}">
                  <adec:decorative xmlns:adec="http://schemas.microsoft.com/office/drawing/2017/decorative" val="1"/>
                </a:ext>
              </a:extLst>
            </p:cNvPr>
            <p:cNvSpPr/>
            <p:nvPr userDrawn="1"/>
          </p:nvSpPr>
          <p:spPr bwMode="auto">
            <a:xfrm rot="20461902">
              <a:off x="9920291" y="-421227"/>
              <a:ext cx="1910866" cy="4076082"/>
            </a:xfrm>
            <a:custGeom>
              <a:avLst/>
              <a:gdLst>
                <a:gd name="connsiteX0" fmla="*/ 0 w 1910866"/>
                <a:gd name="connsiteY0" fmla="*/ 0 h 4076082"/>
                <a:gd name="connsiteX1" fmla="*/ 1910865 w 1910866"/>
                <a:gd name="connsiteY1" fmla="*/ 656781 h 4076082"/>
                <a:gd name="connsiteX2" fmla="*/ 1910866 w 1910866"/>
                <a:gd name="connsiteY2" fmla="*/ 3307783 h 4076082"/>
                <a:gd name="connsiteX3" fmla="*/ 1646795 w 1910866"/>
                <a:gd name="connsiteY3" fmla="*/ 4076082 h 4076082"/>
              </a:gdLst>
              <a:ahLst/>
              <a:cxnLst>
                <a:cxn ang="0">
                  <a:pos x="connsiteX0" y="connsiteY0"/>
                </a:cxn>
                <a:cxn ang="0">
                  <a:pos x="connsiteX1" y="connsiteY1"/>
                </a:cxn>
                <a:cxn ang="0">
                  <a:pos x="connsiteX2" y="connsiteY2"/>
                </a:cxn>
                <a:cxn ang="0">
                  <a:pos x="connsiteX3" y="connsiteY3"/>
                </a:cxn>
              </a:cxnLst>
              <a:rect l="l" t="t" r="r" b="b"/>
              <a:pathLst>
                <a:path w="1910866" h="4076082">
                  <a:moveTo>
                    <a:pt x="0" y="0"/>
                  </a:moveTo>
                  <a:lnTo>
                    <a:pt x="1910865" y="656781"/>
                  </a:lnTo>
                  <a:lnTo>
                    <a:pt x="1910866" y="3307783"/>
                  </a:lnTo>
                  <a:lnTo>
                    <a:pt x="1646795" y="4076082"/>
                  </a:ln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30" name="Freeform: Shape 29">
              <a:extLst>
                <a:ext uri="{FF2B5EF4-FFF2-40B4-BE49-F238E27FC236}">
                  <a16:creationId xmlns:a16="http://schemas.microsoft.com/office/drawing/2014/main" id="{FB2FC9FA-5989-4D08-93E2-36D3292D995D}"/>
                </a:ext>
                <a:ext uri="{C183D7F6-B498-43B3-948B-1728B52AA6E4}">
                  <adec:decorative xmlns:adec="http://schemas.microsoft.com/office/drawing/2017/decorative" val="1"/>
                </a:ext>
              </a:extLst>
            </p:cNvPr>
            <p:cNvSpPr/>
            <p:nvPr userDrawn="1"/>
          </p:nvSpPr>
          <p:spPr bwMode="auto">
            <a:xfrm rot="20461902">
              <a:off x="10278669" y="-461824"/>
              <a:ext cx="2273616" cy="3399937"/>
            </a:xfrm>
            <a:custGeom>
              <a:avLst/>
              <a:gdLst>
                <a:gd name="connsiteX0" fmla="*/ 0 w 2273616"/>
                <a:gd name="connsiteY0" fmla="*/ 0 h 3399937"/>
                <a:gd name="connsiteX1" fmla="*/ 2273616 w 2273616"/>
                <a:gd name="connsiteY1" fmla="*/ 781462 h 3399937"/>
                <a:gd name="connsiteX2" fmla="*/ 1373623 w 2273616"/>
                <a:gd name="connsiteY2" fmla="*/ 3399937 h 3399937"/>
              </a:gdLst>
              <a:ahLst/>
              <a:cxnLst>
                <a:cxn ang="0">
                  <a:pos x="connsiteX0" y="connsiteY0"/>
                </a:cxn>
                <a:cxn ang="0">
                  <a:pos x="connsiteX1" y="connsiteY1"/>
                </a:cxn>
                <a:cxn ang="0">
                  <a:pos x="connsiteX2" y="connsiteY2"/>
                </a:cxn>
              </a:cxnLst>
              <a:rect l="l" t="t" r="r" b="b"/>
              <a:pathLst>
                <a:path w="2273616" h="3399937">
                  <a:moveTo>
                    <a:pt x="0" y="0"/>
                  </a:moveTo>
                  <a:lnTo>
                    <a:pt x="2273616" y="781462"/>
                  </a:lnTo>
                  <a:lnTo>
                    <a:pt x="1373623" y="3399937"/>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cxnSp>
          <p:nvCxnSpPr>
            <p:cNvPr id="3" name="Straight Connector 2">
              <a:extLst>
                <a:ext uri="{FF2B5EF4-FFF2-40B4-BE49-F238E27FC236}">
                  <a16:creationId xmlns:a16="http://schemas.microsoft.com/office/drawing/2014/main" id="{AD95BEFC-E64D-4AD1-ABCD-9531E7046E03}"/>
                </a:ext>
                <a:ext uri="{C183D7F6-B498-43B3-948B-1728B52AA6E4}">
                  <adec:decorative xmlns:adec="http://schemas.microsoft.com/office/drawing/2017/decorative" val="1"/>
                </a:ext>
              </a:extLst>
            </p:cNvPr>
            <p:cNvCxnSpPr/>
            <p:nvPr userDrawn="1"/>
          </p:nvCxnSpPr>
          <p:spPr>
            <a:xfrm rot="20461902">
              <a:off x="8889914" y="-332613"/>
              <a:ext cx="1270000" cy="3131595"/>
            </a:xfrm>
            <a:prstGeom prst="line">
              <a:avLst/>
            </a:prstGeom>
            <a:ln w="12700" cap="rnd">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8BC3C2F-4B44-41F5-9FCC-4AADA8697B78}"/>
                </a:ext>
                <a:ext uri="{C183D7F6-B498-43B3-948B-1728B52AA6E4}">
                  <adec:decorative xmlns:adec="http://schemas.microsoft.com/office/drawing/2017/decorative" val="1"/>
                </a:ext>
              </a:extLst>
            </p:cNvPr>
            <p:cNvCxnSpPr/>
            <p:nvPr userDrawn="1"/>
          </p:nvCxnSpPr>
          <p:spPr>
            <a:xfrm rot="20461902">
              <a:off x="10700710" y="1460677"/>
              <a:ext cx="1270000" cy="3131595"/>
            </a:xfrm>
            <a:prstGeom prst="line">
              <a:avLst/>
            </a:prstGeom>
            <a:ln w="12700" cap="rnd">
              <a:solidFill>
                <a:srgbClr val="EAEAE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0DD12CD-9CC5-4326-9547-060AF0620440}"/>
                </a:ext>
                <a:ext uri="{C183D7F6-B498-43B3-948B-1728B52AA6E4}">
                  <adec:decorative xmlns:adec="http://schemas.microsoft.com/office/drawing/2017/decorative" val="1"/>
                </a:ext>
              </a:extLst>
            </p:cNvPr>
            <p:cNvCxnSpPr>
              <a:cxnSpLocks/>
            </p:cNvCxnSpPr>
            <p:nvPr userDrawn="1"/>
          </p:nvCxnSpPr>
          <p:spPr>
            <a:xfrm rot="20461902">
              <a:off x="9098843" y="-1044781"/>
              <a:ext cx="807717" cy="2014296"/>
            </a:xfrm>
            <a:prstGeom prst="line">
              <a:avLst/>
            </a:prstGeom>
            <a:ln w="12700" cap="rnd">
              <a:solidFill>
                <a:schemeClr val="accent5"/>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085352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1"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923358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Key Differentiator">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0202DEAA-5277-0297-F4EB-C4C0EDC53E99}"/>
              </a:ext>
            </a:extLst>
          </p:cNvPr>
          <p:cNvSpPr/>
          <p:nvPr userDrawn="1"/>
        </p:nvSpPr>
        <p:spPr bwMode="auto">
          <a:xfrm>
            <a:off x="0" y="0"/>
            <a:ext cx="12192000" cy="1884716"/>
          </a:xfrm>
          <a:custGeom>
            <a:avLst/>
            <a:gdLst>
              <a:gd name="connsiteX0" fmla="*/ 0 w 12192000"/>
              <a:gd name="connsiteY0" fmla="*/ 0 h 1884716"/>
              <a:gd name="connsiteX1" fmla="*/ 12192000 w 12192000"/>
              <a:gd name="connsiteY1" fmla="*/ 0 h 1884716"/>
              <a:gd name="connsiteX2" fmla="*/ 12192000 w 12192000"/>
              <a:gd name="connsiteY2" fmla="*/ 1546859 h 1884716"/>
              <a:gd name="connsiteX3" fmla="*/ 4619672 w 12192000"/>
              <a:gd name="connsiteY3" fmla="*/ 1546859 h 1884716"/>
              <a:gd name="connsiteX4" fmla="*/ 4307841 w 12192000"/>
              <a:gd name="connsiteY4" fmla="*/ 1858690 h 1884716"/>
              <a:gd name="connsiteX5" fmla="*/ 4307841 w 12192000"/>
              <a:gd name="connsiteY5" fmla="*/ 1884716 h 1884716"/>
              <a:gd name="connsiteX6" fmla="*/ 0 w 12192000"/>
              <a:gd name="connsiteY6" fmla="*/ 1884716 h 18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84716">
                <a:moveTo>
                  <a:pt x="0" y="0"/>
                </a:moveTo>
                <a:lnTo>
                  <a:pt x="12192000" y="0"/>
                </a:lnTo>
                <a:lnTo>
                  <a:pt x="12192000" y="1546859"/>
                </a:lnTo>
                <a:lnTo>
                  <a:pt x="4619672" y="1546859"/>
                </a:lnTo>
                <a:cubicBezTo>
                  <a:pt x="4447452" y="1546859"/>
                  <a:pt x="4307841" y="1686470"/>
                  <a:pt x="4307841" y="1858690"/>
                </a:cubicBezTo>
                <a:lnTo>
                  <a:pt x="4307841" y="1884716"/>
                </a:lnTo>
                <a:lnTo>
                  <a:pt x="0" y="1884716"/>
                </a:lnTo>
                <a:close/>
              </a:path>
            </a:pathLst>
          </a:custGeom>
          <a:solidFill>
            <a:schemeClr val="bg1">
              <a:lumMod val="95000"/>
            </a:schemeClr>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mn-ea"/>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0049257" cy="553998"/>
          </a:xfrm>
        </p:spPr>
        <p:txBody>
          <a:bodyPr/>
          <a:lstStyle/>
          <a:p>
            <a:r>
              <a:rPr lang="en-US"/>
              <a:t>Click to edit Master title style</a:t>
            </a:r>
          </a:p>
        </p:txBody>
      </p:sp>
      <p:sp>
        <p:nvSpPr>
          <p:cNvPr id="5" name="Rectangle: Top Corners Rounded 4">
            <a:extLst>
              <a:ext uri="{FF2B5EF4-FFF2-40B4-BE49-F238E27FC236}">
                <a16:creationId xmlns:a16="http://schemas.microsoft.com/office/drawing/2014/main" id="{EB6C96E3-B02C-43AF-E658-428651FA4007}"/>
              </a:ext>
              <a:ext uri="{C183D7F6-B498-43B3-948B-1728B52AA6E4}">
                <adec:decorative xmlns:adec="http://schemas.microsoft.com/office/drawing/2017/decorative" val="1"/>
              </a:ext>
            </a:extLst>
          </p:cNvPr>
          <p:cNvSpPr/>
          <p:nvPr/>
        </p:nvSpPr>
        <p:spPr bwMode="auto">
          <a:xfrm rot="16200000">
            <a:off x="5944590" y="167901"/>
            <a:ext cx="4747826" cy="7746998"/>
          </a:xfrm>
          <a:prstGeom prst="round2SameRect">
            <a:avLst>
              <a:gd name="adj1" fmla="val 4036"/>
              <a:gd name="adj2" fmla="val 0"/>
            </a:avLst>
          </a:prstGeom>
          <a:solidFill>
            <a:schemeClr val="tx1">
              <a:lumMod val="50000"/>
            </a:schemeClr>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Picture Placeholder 56">
            <a:extLst>
              <a:ext uri="{FF2B5EF4-FFF2-40B4-BE49-F238E27FC236}">
                <a16:creationId xmlns:a16="http://schemas.microsoft.com/office/drawing/2014/main" id="{CCCF1159-71BD-D20F-FE78-8963CB64A557}"/>
              </a:ext>
            </a:extLst>
          </p:cNvPr>
          <p:cNvSpPr>
            <a:spLocks noGrp="1"/>
          </p:cNvSpPr>
          <p:nvPr>
            <p:ph type="pic" sz="quarter" idx="18" hasCustomPrompt="1"/>
          </p:nvPr>
        </p:nvSpPr>
        <p:spPr>
          <a:xfrm>
            <a:off x="4622801" y="1843340"/>
            <a:ext cx="7569200" cy="4396118"/>
          </a:xfrm>
          <a:prstGeom prst="rect">
            <a:avLst/>
          </a:prstGeom>
          <a:solidFill>
            <a:schemeClr val="bg1"/>
          </a:solidFill>
        </p:spPr>
        <p:txBody>
          <a:bodyPr bIns="914400" anchor="ct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2800" kern="1200" spc="0" baseline="0" dirty="0">
                <a:solidFill>
                  <a:schemeClr val="tx1"/>
                </a:solidFill>
                <a:latin typeface="+mn-lt"/>
                <a:ea typeface="+mn-ea"/>
                <a:cs typeface="Segoe UI" panose="020B0502040204020203" pitchFamily="34" charset="0"/>
              </a:defRPr>
            </a:lvl1pPr>
          </a:lstStyle>
          <a:p>
            <a:r>
              <a:rPr lang="en-US"/>
              <a:t>Click on the icon to add Image</a:t>
            </a:r>
          </a:p>
        </p:txBody>
      </p:sp>
      <p:sp>
        <p:nvSpPr>
          <p:cNvPr id="15" name="Text Placeholder 11">
            <a:extLst>
              <a:ext uri="{FF2B5EF4-FFF2-40B4-BE49-F238E27FC236}">
                <a16:creationId xmlns:a16="http://schemas.microsoft.com/office/drawing/2014/main" id="{03477E80-CAE1-DD42-1452-AC0602594CD6}"/>
              </a:ext>
            </a:extLst>
          </p:cNvPr>
          <p:cNvSpPr>
            <a:spLocks noGrp="1"/>
          </p:cNvSpPr>
          <p:nvPr>
            <p:ph type="body" sz="quarter" idx="26" hasCustomPrompt="1"/>
          </p:nvPr>
        </p:nvSpPr>
        <p:spPr>
          <a:xfrm>
            <a:off x="588263" y="2087040"/>
            <a:ext cx="3621024" cy="786384"/>
          </a:xfrm>
          <a:no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23" name="Text Placeholder 11">
            <a:extLst>
              <a:ext uri="{FF2B5EF4-FFF2-40B4-BE49-F238E27FC236}">
                <a16:creationId xmlns:a16="http://schemas.microsoft.com/office/drawing/2014/main" id="{921799A4-6F69-314E-AB6C-21AF43931173}"/>
              </a:ext>
            </a:extLst>
          </p:cNvPr>
          <p:cNvSpPr>
            <a:spLocks noGrp="1"/>
          </p:cNvSpPr>
          <p:nvPr>
            <p:ph type="body" sz="quarter" idx="27" hasCustomPrompt="1"/>
          </p:nvPr>
        </p:nvSpPr>
        <p:spPr>
          <a:xfrm>
            <a:off x="588263" y="3209052"/>
            <a:ext cx="3621024" cy="786384"/>
          </a:xfrm>
          <a:no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24" name="Text Placeholder 11">
            <a:extLst>
              <a:ext uri="{FF2B5EF4-FFF2-40B4-BE49-F238E27FC236}">
                <a16:creationId xmlns:a16="http://schemas.microsoft.com/office/drawing/2014/main" id="{9937B16B-15DB-F73E-EE36-B1B53A27B635}"/>
              </a:ext>
            </a:extLst>
          </p:cNvPr>
          <p:cNvSpPr>
            <a:spLocks noGrp="1"/>
          </p:cNvSpPr>
          <p:nvPr>
            <p:ph type="body" sz="quarter" idx="28" hasCustomPrompt="1"/>
          </p:nvPr>
        </p:nvSpPr>
        <p:spPr>
          <a:xfrm>
            <a:off x="588263" y="4331064"/>
            <a:ext cx="3621024" cy="786384"/>
          </a:xfrm>
          <a:no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25" name="Text Placeholder 11">
            <a:extLst>
              <a:ext uri="{FF2B5EF4-FFF2-40B4-BE49-F238E27FC236}">
                <a16:creationId xmlns:a16="http://schemas.microsoft.com/office/drawing/2014/main" id="{16DC85F3-18EB-D068-EC58-7955B00F0855}"/>
              </a:ext>
            </a:extLst>
          </p:cNvPr>
          <p:cNvSpPr>
            <a:spLocks noGrp="1"/>
          </p:cNvSpPr>
          <p:nvPr>
            <p:ph type="body" sz="quarter" idx="29" hasCustomPrompt="1"/>
          </p:nvPr>
        </p:nvSpPr>
        <p:spPr>
          <a:xfrm>
            <a:off x="588263" y="5453074"/>
            <a:ext cx="3621024" cy="786384"/>
          </a:xfrm>
          <a:no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27" name="Picture Placeholder 56">
            <a:extLst>
              <a:ext uri="{FF2B5EF4-FFF2-40B4-BE49-F238E27FC236}">
                <a16:creationId xmlns:a16="http://schemas.microsoft.com/office/drawing/2014/main" id="{E260874D-C856-B7DE-F08E-FC4D3EF7BCE2}"/>
              </a:ext>
            </a:extLst>
          </p:cNvPr>
          <p:cNvSpPr>
            <a:spLocks noGrp="1"/>
          </p:cNvSpPr>
          <p:nvPr>
            <p:ph type="pic" sz="quarter" idx="30" hasCustomPrompt="1"/>
          </p:nvPr>
        </p:nvSpPr>
        <p:spPr>
          <a:xfrm>
            <a:off x="10916944" y="270503"/>
            <a:ext cx="927394" cy="927392"/>
          </a:xfrm>
          <a:prstGeom prst="rect">
            <a:avLst/>
          </a:prstGeom>
        </p:spPr>
        <p:txBody>
          <a:bodyPr wrap="none" anchor="ctr">
            <a:noAutofit/>
          </a:bodyPr>
          <a:lstStyle>
            <a:lvl1pPr marL="0" indent="0" algn="ctr">
              <a:buNone/>
              <a:defRPr sz="1600">
                <a:latin typeface="+mj-lt"/>
              </a:defRPr>
            </a:lvl1pPr>
          </a:lstStyle>
          <a:p>
            <a:r>
              <a:rPr lang="en-US"/>
              <a:t>Add icon/</a:t>
            </a:r>
            <a:br>
              <a:rPr lang="en-US"/>
            </a:br>
            <a:r>
              <a:rPr lang="en-US"/>
              <a:t>logo here</a:t>
            </a:r>
          </a:p>
        </p:txBody>
      </p:sp>
    </p:spTree>
    <p:extLst>
      <p:ext uri="{BB962C8B-B14F-4D97-AF65-F5344CB8AC3E}">
        <p14:creationId xmlns:p14="http://schemas.microsoft.com/office/powerpoint/2010/main" val="13005118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1000" fill="hold"/>
                                        <p:tgtEl>
                                          <p:spTgt spid="7"/>
                                        </p:tgtEl>
                                        <p:attrNameLst>
                                          <p:attrName>ppt_x</p:attrName>
                                        </p:attrNameLst>
                                      </p:cBhvr>
                                      <p:tavLst>
                                        <p:tav tm="0">
                                          <p:val>
                                            <p:strVal val="1+#ppt_w/2"/>
                                          </p:val>
                                        </p:tav>
                                        <p:tav tm="100000">
                                          <p:val>
                                            <p:strVal val="#ppt_x"/>
                                          </p:val>
                                        </p:tav>
                                      </p:tavLst>
                                    </p:anim>
                                    <p:anim calcmode="lin" valueType="num">
                                      <p:cBhvr additive="base">
                                        <p:cTn id="12" dur="1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extLst>
    <p:ext uri="{DCECCB84-F9BA-43D5-87BE-67443E8EF086}">
      <p15:sldGuideLst xmlns:p15="http://schemas.microsoft.com/office/powerpoint/2012/main">
        <p15:guide id="28" orient="horz" pos="864">
          <p15:clr>
            <a:srgbClr val="5ACBF0"/>
          </p15:clr>
        </p15:guide>
        <p15:guide id="29" orient="horz" pos="1272">
          <p15:clr>
            <a:srgbClr val="5ACBF0"/>
          </p15:clr>
        </p15:guide>
        <p15:guide id="30" orient="horz" pos="28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White Closing logo slide">
    <p:bg>
      <p:bgPr>
        <a:solidFill>
          <a:schemeClr val="tx1"/>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1" y="6161317"/>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67"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gradFill>
                  <a:gsLst>
                    <a:gs pos="50000">
                      <a:srgbClr val="000000"/>
                    </a:gs>
                    <a:gs pos="100000">
                      <a:srgbClr val="000000"/>
                    </a:gs>
                  </a:gsLst>
                  <a:lin ang="10800000" scaled="1"/>
                </a:gradFill>
                <a:effectLst/>
                <a:uLnTx/>
                <a:uFillTx/>
                <a:latin typeface="Segoe UI"/>
                <a:ea typeface="+mn-ea"/>
                <a:cs typeface="Segoe UI" pitchFamily="34" charset="0"/>
              </a:rPr>
              <a:t>© Copyright Microsoft Corporation. All rights reserved. </a:t>
            </a:r>
          </a:p>
        </p:txBody>
      </p:sp>
      <p:pic>
        <p:nvPicPr>
          <p:cNvPr id="6" name="MS logo gray - EMF" descr="Microsoft logo, gray text version">
            <a:extLst>
              <a:ext uri="{FF2B5EF4-FFF2-40B4-BE49-F238E27FC236}">
                <a16:creationId xmlns:a16="http://schemas.microsoft.com/office/drawing/2014/main" id="{85D1913B-6F73-43FC-8C96-742D67C25AB6}"/>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custDataLst>
      <p:tags r:id="rId1"/>
    </p:custDataLst>
    <p:extLst>
      <p:ext uri="{BB962C8B-B14F-4D97-AF65-F5344CB8AC3E}">
        <p14:creationId xmlns:p14="http://schemas.microsoft.com/office/powerpoint/2010/main" val="324386615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2"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8510908"/>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1_Section title 2">
    <p:bg>
      <p:bgPr>
        <a:solidFill>
          <a:schemeClr val="tx1"/>
        </a:solidFill>
        <a:effectLst/>
      </p:bgPr>
    </p:bg>
    <p:spTree>
      <p:nvGrpSpPr>
        <p:cNvPr id="1" name=""/>
        <p:cNvGrpSpPr/>
        <p:nvPr/>
      </p:nvGrpSpPr>
      <p:grpSpPr>
        <a:xfrm>
          <a:off x="0" y="0"/>
          <a:ext cx="0" cy="0"/>
          <a:chOff x="0" y="0"/>
          <a:chExt cx="0" cy="0"/>
        </a:xfrm>
      </p:grpSpPr>
      <p:sp>
        <p:nvSpPr>
          <p:cNvPr id="22" name="Parallelogram 21">
            <a:extLst>
              <a:ext uri="{FF2B5EF4-FFF2-40B4-BE49-F238E27FC236}">
                <a16:creationId xmlns:a16="http://schemas.microsoft.com/office/drawing/2014/main" id="{857349A5-0A4B-4644-B182-54AD101FD323}"/>
              </a:ext>
            </a:extLst>
          </p:cNvPr>
          <p:cNvSpPr/>
          <p:nvPr userDrawn="1"/>
        </p:nvSpPr>
        <p:spPr bwMode="auto">
          <a:xfrm rot="20693024" flipH="1">
            <a:off x="6914400" y="636124"/>
            <a:ext cx="2870200" cy="4495800"/>
          </a:xfrm>
          <a:prstGeom prst="parallelogram">
            <a:avLst>
              <a:gd name="adj" fmla="val 68620"/>
            </a:avLst>
          </a:pr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16" name="Freeform: Shape 15">
            <a:extLst>
              <a:ext uri="{FF2B5EF4-FFF2-40B4-BE49-F238E27FC236}">
                <a16:creationId xmlns:a16="http://schemas.microsoft.com/office/drawing/2014/main" id="{76C28B3E-A96A-4C6B-9D1F-0328A25C2FC3}"/>
              </a:ext>
            </a:extLst>
          </p:cNvPr>
          <p:cNvSpPr/>
          <p:nvPr userDrawn="1"/>
        </p:nvSpPr>
        <p:spPr bwMode="auto">
          <a:xfrm>
            <a:off x="0" y="3"/>
            <a:ext cx="11258804" cy="6857998"/>
          </a:xfrm>
          <a:custGeom>
            <a:avLst/>
            <a:gdLst>
              <a:gd name="connsiteX0" fmla="*/ 0 w 11258804"/>
              <a:gd name="connsiteY0" fmla="*/ 0 h 6857998"/>
              <a:gd name="connsiteX1" fmla="*/ 5813327 w 11258804"/>
              <a:gd name="connsiteY1" fmla="*/ 0 h 6857998"/>
              <a:gd name="connsiteX2" fmla="*/ 11258804 w 11258804"/>
              <a:gd name="connsiteY2" fmla="*/ 6857998 h 6857998"/>
              <a:gd name="connsiteX3" fmla="*/ 0 w 11258804"/>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1258804" h="6857998">
                <a:moveTo>
                  <a:pt x="0" y="0"/>
                </a:moveTo>
                <a:lnTo>
                  <a:pt x="5813327" y="0"/>
                </a:lnTo>
                <a:lnTo>
                  <a:pt x="11258804" y="6857998"/>
                </a:lnTo>
                <a:lnTo>
                  <a:pt x="0" y="6857998"/>
                </a:lnTo>
                <a:close/>
              </a:path>
            </a:pathLst>
          </a:custGeom>
          <a:solidFill>
            <a:srgbClr val="0B556A"/>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IN"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1" name="Parallelogram 20">
            <a:extLst>
              <a:ext uri="{FF2B5EF4-FFF2-40B4-BE49-F238E27FC236}">
                <a16:creationId xmlns:a16="http://schemas.microsoft.com/office/drawing/2014/main" id="{4AEB5DC5-93BC-4D81-A88B-A0BF890057AB}"/>
              </a:ext>
            </a:extLst>
          </p:cNvPr>
          <p:cNvSpPr/>
          <p:nvPr userDrawn="1"/>
        </p:nvSpPr>
        <p:spPr bwMode="auto">
          <a:xfrm rot="20781083" flipH="1">
            <a:off x="7318935" y="1133136"/>
            <a:ext cx="3848100" cy="4495800"/>
          </a:xfrm>
          <a:prstGeom prst="parallelogram">
            <a:avLst>
              <a:gd name="adj" fmla="val 52778"/>
            </a:avLst>
          </a:prstGeom>
          <a:solidFill>
            <a:schemeClr val="tx1">
              <a:alpha val="2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24" name="Parallelogram 23">
            <a:extLst>
              <a:ext uri="{FF2B5EF4-FFF2-40B4-BE49-F238E27FC236}">
                <a16:creationId xmlns:a16="http://schemas.microsoft.com/office/drawing/2014/main" id="{79625123-FD9E-43A7-8E3A-697C3FD1ED44}"/>
              </a:ext>
            </a:extLst>
          </p:cNvPr>
          <p:cNvSpPr/>
          <p:nvPr userDrawn="1"/>
        </p:nvSpPr>
        <p:spPr bwMode="auto">
          <a:xfrm rot="20693024" flipH="1">
            <a:off x="7688515" y="996005"/>
            <a:ext cx="2013073" cy="4495800"/>
          </a:xfrm>
          <a:prstGeom prst="parallelogram">
            <a:avLst>
              <a:gd name="adj" fmla="val 97230"/>
            </a:avLst>
          </a:prstGeom>
          <a:solidFill>
            <a:srgbClr val="30E5D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35"/>
          <p:cNvSpPr>
            <a:spLocks noGrp="1"/>
          </p:cNvSpPr>
          <p:nvPr userDrawn="1">
            <p:ph type="title" hasCustomPrompt="1"/>
          </p:nvPr>
        </p:nvSpPr>
        <p:spPr>
          <a:xfrm>
            <a:off x="455994" y="1903187"/>
            <a:ext cx="7454643" cy="1045028"/>
          </a:xfrm>
          <a:noFill/>
        </p:spPr>
        <p:txBody>
          <a:bodyPr vert="horz" wrap="square" lIns="0" tIns="0" rIns="0" bIns="0" rtlCol="0" anchor="b" anchorCtr="0">
            <a:noAutofit/>
          </a:bodyPr>
          <a:lstStyle>
            <a:lvl1pPr>
              <a:defRPr lang="en-US" sz="5400" spc="-49" baseline="0" dirty="0">
                <a:solidFill>
                  <a:schemeClr val="tx1"/>
                </a:solidFill>
              </a:defRPr>
            </a:lvl1pPr>
          </a:lstStyle>
          <a:p>
            <a:pPr marL="0" lvl="0">
              <a:lnSpc>
                <a:spcPts val="5490"/>
              </a:lnSpc>
            </a:pPr>
            <a:r>
              <a:rPr lang="en-US"/>
              <a:t>Section title</a:t>
            </a:r>
          </a:p>
        </p:txBody>
      </p:sp>
      <p:sp>
        <p:nvSpPr>
          <p:cNvPr id="10" name="Text Placeholder 9">
            <a:extLst>
              <a:ext uri="{FF2B5EF4-FFF2-40B4-BE49-F238E27FC236}">
                <a16:creationId xmlns:a16="http://schemas.microsoft.com/office/drawing/2014/main" id="{350DC254-6875-4D67-A047-52E8F146FA57}"/>
              </a:ext>
            </a:extLst>
          </p:cNvPr>
          <p:cNvSpPr>
            <a:spLocks noGrp="1"/>
          </p:cNvSpPr>
          <p:nvPr userDrawn="1">
            <p:ph type="body" sz="quarter" idx="10"/>
          </p:nvPr>
        </p:nvSpPr>
        <p:spPr>
          <a:xfrm>
            <a:off x="455994" y="2948216"/>
            <a:ext cx="7454643" cy="923330"/>
          </a:xfrm>
        </p:spPr>
        <p:txBody>
          <a:bodyPr/>
          <a:lstStyle>
            <a:lvl1pPr>
              <a:defRPr sz="2400">
                <a:solidFill>
                  <a:schemeClr val="tx1"/>
                </a:solidFill>
                <a:latin typeface="+mn-lt"/>
              </a:defRPr>
            </a:lvl1pPr>
            <a:lvl2pPr>
              <a:defRPr sz="2400">
                <a:solidFill>
                  <a:schemeClr val="tx1"/>
                </a:solidFill>
                <a:latin typeface="+mn-lt"/>
              </a:defRPr>
            </a:lvl2pPr>
            <a:lvl3pPr>
              <a:defRPr sz="2400">
                <a:solidFill>
                  <a:schemeClr val="tx1"/>
                </a:solidFill>
                <a:latin typeface="+mn-lt"/>
              </a:defRPr>
            </a:lvl3pPr>
            <a:lvl4pPr>
              <a:defRPr sz="2400">
                <a:solidFill>
                  <a:schemeClr val="tx1"/>
                </a:solidFill>
                <a:latin typeface="+mn-lt"/>
              </a:defRPr>
            </a:lvl4pPr>
            <a:lvl5pPr>
              <a:defRPr sz="2400">
                <a:solidFill>
                  <a:schemeClr val="tx1"/>
                </a:solidFill>
                <a:latin typeface="+mn-lt"/>
              </a:defRPr>
            </a:lvl5pPr>
          </a:lstStyle>
          <a:p>
            <a:pPr lvl="0"/>
            <a:r>
              <a:rPr lang="en-US"/>
              <a:t>Click to edit Master text styles</a:t>
            </a:r>
          </a:p>
          <a:p>
            <a:pPr lvl="1"/>
            <a:endParaRPr lang="en-IN"/>
          </a:p>
        </p:txBody>
      </p:sp>
      <p:grpSp>
        <p:nvGrpSpPr>
          <p:cNvPr id="11" name="Group 10">
            <a:extLst>
              <a:ext uri="{FF2B5EF4-FFF2-40B4-BE49-F238E27FC236}">
                <a16:creationId xmlns:a16="http://schemas.microsoft.com/office/drawing/2014/main" id="{0F12E994-2A54-434E-8541-F5A40FC47E1B}"/>
              </a:ext>
            </a:extLst>
          </p:cNvPr>
          <p:cNvGrpSpPr/>
          <p:nvPr userDrawn="1"/>
        </p:nvGrpSpPr>
        <p:grpSpPr>
          <a:xfrm>
            <a:off x="436266" y="439739"/>
            <a:ext cx="2997420" cy="302132"/>
            <a:chOff x="436266" y="439739"/>
            <a:chExt cx="2997420" cy="302132"/>
          </a:xfrm>
        </p:grpSpPr>
        <p:pic>
          <p:nvPicPr>
            <p:cNvPr id="12" name="Picture 11" descr="A picture containing drawing&#10;&#10;Description automatically generated">
              <a:extLst>
                <a:ext uri="{FF2B5EF4-FFF2-40B4-BE49-F238E27FC236}">
                  <a16:creationId xmlns:a16="http://schemas.microsoft.com/office/drawing/2014/main" id="{4676D26A-0F15-4269-9714-5F54F9A34D81}"/>
                </a:ext>
              </a:extLst>
            </p:cNvPr>
            <p:cNvPicPr>
              <a:picLocks noChangeAspect="1"/>
            </p:cNvPicPr>
            <p:nvPr userDrawn="1"/>
          </p:nvPicPr>
          <p:blipFill rotWithShape="1">
            <a:blip r:embed="rId2">
              <a:biLevel thresh="25000"/>
              <a:extLst>
                <a:ext uri="{28A0092B-C50C-407E-A947-70E740481C1C}">
                  <a14:useLocalDpi xmlns:a14="http://schemas.microsoft.com/office/drawing/2010/main" val="0"/>
                </a:ext>
              </a:extLst>
            </a:blip>
            <a:srcRect l="16901" t="32249" r="7881" b="32249"/>
            <a:stretch/>
          </p:blipFill>
          <p:spPr>
            <a:xfrm>
              <a:off x="757238" y="439739"/>
              <a:ext cx="2676448" cy="302132"/>
            </a:xfrm>
            <a:prstGeom prst="rect">
              <a:avLst/>
            </a:prstGeom>
          </p:spPr>
        </p:pic>
        <p:pic>
          <p:nvPicPr>
            <p:cNvPr id="13" name="Picture 12" descr="A picture containing drawing&#10;&#10;Description automatically generated">
              <a:extLst>
                <a:ext uri="{FF2B5EF4-FFF2-40B4-BE49-F238E27FC236}">
                  <a16:creationId xmlns:a16="http://schemas.microsoft.com/office/drawing/2014/main" id="{6C7BB646-8513-4330-8055-3E3076530F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881" t="32249" r="83098" b="32249"/>
            <a:stretch/>
          </p:blipFill>
          <p:spPr>
            <a:xfrm>
              <a:off x="436266" y="439739"/>
              <a:ext cx="320972" cy="302132"/>
            </a:xfrm>
            <a:prstGeom prst="rect">
              <a:avLst/>
            </a:prstGeom>
          </p:spPr>
        </p:pic>
      </p:grpSp>
      <p:sp>
        <p:nvSpPr>
          <p:cNvPr id="14" name="Footer Placeholder 1">
            <a:extLst>
              <a:ext uri="{FF2B5EF4-FFF2-40B4-BE49-F238E27FC236}">
                <a16:creationId xmlns:a16="http://schemas.microsoft.com/office/drawing/2014/main" id="{6F4CFAC4-9A5A-4190-9A24-E2B7B7518E89}"/>
              </a:ext>
            </a:extLst>
          </p:cNvPr>
          <p:cNvSpPr txBox="1">
            <a:spLocks/>
          </p:cNvSpPr>
          <p:nvPr userDrawn="1"/>
        </p:nvSpPr>
        <p:spPr>
          <a:xfrm>
            <a:off x="-340711" y="6655059"/>
            <a:ext cx="11187138" cy="118296"/>
          </a:xfrm>
          <a:prstGeom prst="rect">
            <a:avLst/>
          </a:prstGeom>
        </p:spPr>
        <p:txBody>
          <a:bodyPr vert="horz" lIns="0" tIns="45720" rIns="0" bIns="45720" numCol="2" rtlCol="0" anchor="ctr"/>
          <a:lstStyle>
            <a:defPPr>
              <a:defRPr lang="en-US"/>
            </a:defPPr>
            <a:lvl1pPr marL="0" algn="l" defTabSz="914367" rtl="0" eaLnBrk="1" latinLnBrk="0" hangingPunct="1">
              <a:defRPr sz="686" kern="1200">
                <a:solidFill>
                  <a:schemeClr val="tx1">
                    <a:tint val="75000"/>
                  </a:schemeClr>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r">
              <a:tabLst>
                <a:tab pos="3373438" algn="l"/>
              </a:tabLst>
            </a:pPr>
            <a:r>
              <a:rPr lang="en-US">
                <a:solidFill>
                  <a:schemeClr val="tx1"/>
                </a:solidFill>
              </a:rPr>
              <a:t>								                      Microsoft Power Virtual Agents</a:t>
            </a:r>
          </a:p>
        </p:txBody>
      </p:sp>
    </p:spTree>
    <p:extLst>
      <p:ext uri="{BB962C8B-B14F-4D97-AF65-F5344CB8AC3E}">
        <p14:creationId xmlns:p14="http://schemas.microsoft.com/office/powerpoint/2010/main" val="12573142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7_Title Only">
    <p:bg>
      <p:bgPr>
        <a:solidFill>
          <a:schemeClr val="bg1"/>
        </a:solidFill>
        <a:effectLst/>
      </p:bgPr>
    </p:bg>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3096F223-EA7F-44E6-A7CE-E1F324DD1F2B}"/>
              </a:ext>
              <a:ext uri="{C183D7F6-B498-43B3-948B-1728B52AA6E4}">
                <adec:decorative xmlns:adec="http://schemas.microsoft.com/office/drawing/2017/decorative" val="1"/>
              </a:ext>
            </a:extLst>
          </p:cNvPr>
          <p:cNvSpPr/>
          <p:nvPr userDrawn="1"/>
        </p:nvSpPr>
        <p:spPr bwMode="auto">
          <a:xfrm flipH="1" flipV="1">
            <a:off x="-1" y="-2"/>
            <a:ext cx="12192000" cy="6865259"/>
          </a:xfrm>
          <a:custGeom>
            <a:avLst/>
            <a:gdLst>
              <a:gd name="connsiteX0" fmla="*/ 12192000 w 12192000"/>
              <a:gd name="connsiteY0" fmla="*/ 6865259 h 6865259"/>
              <a:gd name="connsiteX1" fmla="*/ 11068051 w 12192000"/>
              <a:gd name="connsiteY1" fmla="*/ 6865259 h 6865259"/>
              <a:gd name="connsiteX2" fmla="*/ 5468875 w 12192000"/>
              <a:gd name="connsiteY2" fmla="*/ 6865259 h 6865259"/>
              <a:gd name="connsiteX3" fmla="*/ 4344926 w 12192000"/>
              <a:gd name="connsiteY3" fmla="*/ 6865259 h 6865259"/>
              <a:gd name="connsiteX4" fmla="*/ 0 w 12192000"/>
              <a:gd name="connsiteY4" fmla="*/ 1393288 h 6865259"/>
              <a:gd name="connsiteX5" fmla="*/ 0 w 12192000"/>
              <a:gd name="connsiteY5" fmla="*/ 0 h 6865259"/>
              <a:gd name="connsiteX6" fmla="*/ 17633 w 12192000"/>
              <a:gd name="connsiteY6" fmla="*/ 0 h 6865259"/>
              <a:gd name="connsiteX7" fmla="*/ 11068051 w 12192000"/>
              <a:gd name="connsiteY7" fmla="*/ 0 h 6865259"/>
              <a:gd name="connsiteX8" fmla="*/ 12192000 w 12192000"/>
              <a:gd name="connsiteY8" fmla="*/ 0 h 686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65259">
                <a:moveTo>
                  <a:pt x="12192000" y="6865259"/>
                </a:moveTo>
                <a:lnTo>
                  <a:pt x="11068051" y="6865259"/>
                </a:lnTo>
                <a:lnTo>
                  <a:pt x="5468875" y="6865259"/>
                </a:lnTo>
                <a:lnTo>
                  <a:pt x="4344926" y="6865259"/>
                </a:lnTo>
                <a:lnTo>
                  <a:pt x="0" y="1393288"/>
                </a:lnTo>
                <a:lnTo>
                  <a:pt x="0" y="0"/>
                </a:lnTo>
                <a:lnTo>
                  <a:pt x="17633" y="0"/>
                </a:lnTo>
                <a:lnTo>
                  <a:pt x="11068051" y="0"/>
                </a:lnTo>
                <a:lnTo>
                  <a:pt x="12192000"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cs typeface="Segoe UI" pitchFamily="34" charset="0"/>
            </a:endParaRPr>
          </a:p>
        </p:txBody>
      </p:sp>
      <p:sp>
        <p:nvSpPr>
          <p:cNvPr id="10" name="Title"/>
          <p:cNvSpPr>
            <a:spLocks noGrp="1"/>
          </p:cNvSpPr>
          <p:nvPr>
            <p:ph type="body" sz="quarter" idx="10" hasCustomPrompt="1"/>
          </p:nvPr>
        </p:nvSpPr>
        <p:spPr>
          <a:xfrm>
            <a:off x="990600" y="2571182"/>
            <a:ext cx="8617857" cy="891013"/>
          </a:xfrm>
          <a:prstGeom prst="rect">
            <a:avLst/>
          </a:prstGeom>
        </p:spPr>
        <p:txBody>
          <a:bodyPr rIns="0" anchor="ctr"/>
          <a:lstStyle>
            <a:lvl1pPr marL="0" indent="0">
              <a:lnSpc>
                <a:spcPct val="85000"/>
              </a:lnSpc>
              <a:buNone/>
              <a:defRPr sz="5400">
                <a:solidFill>
                  <a:schemeClr val="tx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Section Divider</a:t>
            </a:r>
          </a:p>
        </p:txBody>
      </p:sp>
      <p:sp>
        <p:nvSpPr>
          <p:cNvPr id="47" name="Freeform: Shape 46">
            <a:extLst>
              <a:ext uri="{FF2B5EF4-FFF2-40B4-BE49-F238E27FC236}">
                <a16:creationId xmlns:a16="http://schemas.microsoft.com/office/drawing/2014/main" id="{A182D9C5-19C1-45E8-A3D2-B234769117E0}"/>
              </a:ext>
              <a:ext uri="{C183D7F6-B498-43B3-948B-1728B52AA6E4}">
                <adec:decorative xmlns:adec="http://schemas.microsoft.com/office/drawing/2017/decorative" val="1"/>
              </a:ext>
            </a:extLst>
          </p:cNvPr>
          <p:cNvSpPr/>
          <p:nvPr userDrawn="1"/>
        </p:nvSpPr>
        <p:spPr bwMode="auto">
          <a:xfrm rot="20654002" flipH="1" flipV="1">
            <a:off x="-474085" y="2575069"/>
            <a:ext cx="3042590" cy="4786336"/>
          </a:xfrm>
          <a:custGeom>
            <a:avLst/>
            <a:gdLst>
              <a:gd name="connsiteX0" fmla="*/ 1933751 w 3042590"/>
              <a:gd name="connsiteY0" fmla="*/ 4786336 h 4786336"/>
              <a:gd name="connsiteX1" fmla="*/ 0 w 3042590"/>
              <a:gd name="connsiteY1" fmla="*/ 0 h 4786336"/>
              <a:gd name="connsiteX2" fmla="*/ 3042590 w 3042590"/>
              <a:gd name="connsiteY2" fmla="*/ 859053 h 4786336"/>
            </a:gdLst>
            <a:ahLst/>
            <a:cxnLst>
              <a:cxn ang="0">
                <a:pos x="connsiteX0" y="connsiteY0"/>
              </a:cxn>
              <a:cxn ang="0">
                <a:pos x="connsiteX1" y="connsiteY1"/>
              </a:cxn>
              <a:cxn ang="0">
                <a:pos x="connsiteX2" y="connsiteY2"/>
              </a:cxn>
            </a:cxnLst>
            <a:rect l="l" t="t" r="r" b="b"/>
            <a:pathLst>
              <a:path w="3042590" h="4786336">
                <a:moveTo>
                  <a:pt x="1933751" y="4786336"/>
                </a:moveTo>
                <a:lnTo>
                  <a:pt x="0" y="0"/>
                </a:lnTo>
                <a:lnTo>
                  <a:pt x="3042590" y="859053"/>
                </a:lnTo>
                <a:close/>
              </a:path>
            </a:pathLst>
          </a:cu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45" name="Freeform: Shape 44">
            <a:extLst>
              <a:ext uri="{FF2B5EF4-FFF2-40B4-BE49-F238E27FC236}">
                <a16:creationId xmlns:a16="http://schemas.microsoft.com/office/drawing/2014/main" id="{6F358233-2C2E-4321-B7BC-F1ED3B024F43}"/>
              </a:ext>
              <a:ext uri="{C183D7F6-B498-43B3-948B-1728B52AA6E4}">
                <adec:decorative xmlns:adec="http://schemas.microsoft.com/office/drawing/2017/decorative" val="1"/>
              </a:ext>
            </a:extLst>
          </p:cNvPr>
          <p:cNvSpPr/>
          <p:nvPr userDrawn="1"/>
        </p:nvSpPr>
        <p:spPr bwMode="auto">
          <a:xfrm rot="20654002" flipH="1" flipV="1">
            <a:off x="-417206" y="3088907"/>
            <a:ext cx="2677559" cy="4212102"/>
          </a:xfrm>
          <a:custGeom>
            <a:avLst/>
            <a:gdLst>
              <a:gd name="connsiteX0" fmla="*/ 1701752 w 2677559"/>
              <a:gd name="connsiteY0" fmla="*/ 4212102 h 4212102"/>
              <a:gd name="connsiteX1" fmla="*/ 0 w 2677559"/>
              <a:gd name="connsiteY1" fmla="*/ 0 h 4212102"/>
              <a:gd name="connsiteX2" fmla="*/ 2677559 w 2677559"/>
              <a:gd name="connsiteY2" fmla="*/ 755989 h 4212102"/>
            </a:gdLst>
            <a:ahLst/>
            <a:cxnLst>
              <a:cxn ang="0">
                <a:pos x="connsiteX0" y="connsiteY0"/>
              </a:cxn>
              <a:cxn ang="0">
                <a:pos x="connsiteX1" y="connsiteY1"/>
              </a:cxn>
              <a:cxn ang="0">
                <a:pos x="connsiteX2" y="connsiteY2"/>
              </a:cxn>
            </a:cxnLst>
            <a:rect l="l" t="t" r="r" b="b"/>
            <a:pathLst>
              <a:path w="2677559" h="4212102">
                <a:moveTo>
                  <a:pt x="1701752" y="4212102"/>
                </a:moveTo>
                <a:lnTo>
                  <a:pt x="0" y="0"/>
                </a:lnTo>
                <a:lnTo>
                  <a:pt x="2677559" y="755989"/>
                </a:lnTo>
                <a:close/>
              </a:path>
            </a:pathLst>
          </a:custGeom>
          <a:solidFill>
            <a:srgbClr val="30E5D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43" name="Freeform: Shape 42">
            <a:extLst>
              <a:ext uri="{FF2B5EF4-FFF2-40B4-BE49-F238E27FC236}">
                <a16:creationId xmlns:a16="http://schemas.microsoft.com/office/drawing/2014/main" id="{9FD48C1B-0998-4044-9267-283B799B5D64}"/>
              </a:ext>
              <a:ext uri="{C183D7F6-B498-43B3-948B-1728B52AA6E4}">
                <adec:decorative xmlns:adec="http://schemas.microsoft.com/office/drawing/2017/decorative" val="1"/>
              </a:ext>
            </a:extLst>
          </p:cNvPr>
          <p:cNvSpPr/>
          <p:nvPr userDrawn="1"/>
        </p:nvSpPr>
        <p:spPr bwMode="auto">
          <a:xfrm rot="20654002" flipH="1" flipV="1">
            <a:off x="-391792" y="3318508"/>
            <a:ext cx="2514451" cy="3955514"/>
          </a:xfrm>
          <a:custGeom>
            <a:avLst/>
            <a:gdLst>
              <a:gd name="connsiteX0" fmla="*/ 1598086 w 2514451"/>
              <a:gd name="connsiteY0" fmla="*/ 3955514 h 3955514"/>
              <a:gd name="connsiteX1" fmla="*/ 0 w 2514451"/>
              <a:gd name="connsiteY1" fmla="*/ 0 h 3955514"/>
              <a:gd name="connsiteX2" fmla="*/ 2514451 w 2514451"/>
              <a:gd name="connsiteY2" fmla="*/ 709936 h 3955514"/>
            </a:gdLst>
            <a:ahLst/>
            <a:cxnLst>
              <a:cxn ang="0">
                <a:pos x="connsiteX0" y="connsiteY0"/>
              </a:cxn>
              <a:cxn ang="0">
                <a:pos x="connsiteX1" y="connsiteY1"/>
              </a:cxn>
              <a:cxn ang="0">
                <a:pos x="connsiteX2" y="connsiteY2"/>
              </a:cxn>
            </a:cxnLst>
            <a:rect l="l" t="t" r="r" b="b"/>
            <a:pathLst>
              <a:path w="2514451" h="3955514">
                <a:moveTo>
                  <a:pt x="1598086" y="3955514"/>
                </a:moveTo>
                <a:lnTo>
                  <a:pt x="0" y="0"/>
                </a:lnTo>
                <a:lnTo>
                  <a:pt x="2514451" y="709936"/>
                </a:lnTo>
                <a:close/>
              </a:path>
            </a:pathLst>
          </a:cu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40" name="Freeform: Shape 39">
            <a:extLst>
              <a:ext uri="{FF2B5EF4-FFF2-40B4-BE49-F238E27FC236}">
                <a16:creationId xmlns:a16="http://schemas.microsoft.com/office/drawing/2014/main" id="{13D1B04C-CEC3-4D9B-9A8E-3ECF64BF1BAA}"/>
              </a:ext>
              <a:ext uri="{C183D7F6-B498-43B3-948B-1728B52AA6E4}">
                <adec:decorative xmlns:adec="http://schemas.microsoft.com/office/drawing/2017/decorative" val="1"/>
              </a:ext>
            </a:extLst>
          </p:cNvPr>
          <p:cNvSpPr/>
          <p:nvPr userDrawn="1"/>
        </p:nvSpPr>
        <p:spPr bwMode="auto">
          <a:xfrm rot="20654002" flipH="1" flipV="1">
            <a:off x="-312942" y="4030850"/>
            <a:ext cx="2008406" cy="3159447"/>
          </a:xfrm>
          <a:custGeom>
            <a:avLst/>
            <a:gdLst>
              <a:gd name="connsiteX0" fmla="*/ 1276464 w 2008406"/>
              <a:gd name="connsiteY0" fmla="*/ 3159447 h 3159447"/>
              <a:gd name="connsiteX1" fmla="*/ 0 w 2008406"/>
              <a:gd name="connsiteY1" fmla="*/ 0 h 3159447"/>
              <a:gd name="connsiteX2" fmla="*/ 2008406 w 2008406"/>
              <a:gd name="connsiteY2" fmla="*/ 567059 h 3159447"/>
            </a:gdLst>
            <a:ahLst/>
            <a:cxnLst>
              <a:cxn ang="0">
                <a:pos x="connsiteX0" y="connsiteY0"/>
              </a:cxn>
              <a:cxn ang="0">
                <a:pos x="connsiteX1" y="connsiteY1"/>
              </a:cxn>
              <a:cxn ang="0">
                <a:pos x="connsiteX2" y="connsiteY2"/>
              </a:cxn>
            </a:cxnLst>
            <a:rect l="l" t="t" r="r" b="b"/>
            <a:pathLst>
              <a:path w="2008406" h="3159447">
                <a:moveTo>
                  <a:pt x="1276464" y="3159447"/>
                </a:moveTo>
                <a:lnTo>
                  <a:pt x="0" y="0"/>
                </a:lnTo>
                <a:lnTo>
                  <a:pt x="2008406" y="567059"/>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pic>
        <p:nvPicPr>
          <p:cNvPr id="13" name="Picture 12" descr="Microsoft Power Platform logo">
            <a:extLst>
              <a:ext uri="{FF2B5EF4-FFF2-40B4-BE49-F238E27FC236}">
                <a16:creationId xmlns:a16="http://schemas.microsoft.com/office/drawing/2014/main" id="{A56407A3-6DA0-4698-8932-FA72F45C3BE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881" t="32249" r="7881" b="32249"/>
          <a:stretch/>
        </p:blipFill>
        <p:spPr>
          <a:xfrm>
            <a:off x="436266" y="439739"/>
            <a:ext cx="2997420" cy="302132"/>
          </a:xfrm>
          <a:prstGeom prst="rect">
            <a:avLst/>
          </a:prstGeom>
        </p:spPr>
      </p:pic>
      <p:sp>
        <p:nvSpPr>
          <p:cNvPr id="12" name="Freeform: Shape 11">
            <a:extLst>
              <a:ext uri="{FF2B5EF4-FFF2-40B4-BE49-F238E27FC236}">
                <a16:creationId xmlns:a16="http://schemas.microsoft.com/office/drawing/2014/main" id="{4A88C19E-8397-4213-ACDF-90522D88681A}"/>
              </a:ext>
              <a:ext uri="{C183D7F6-B498-43B3-948B-1728B52AA6E4}">
                <adec:decorative xmlns:adec="http://schemas.microsoft.com/office/drawing/2017/decorative" val="1"/>
              </a:ext>
            </a:extLst>
          </p:cNvPr>
          <p:cNvSpPr/>
          <p:nvPr userDrawn="1"/>
        </p:nvSpPr>
        <p:spPr bwMode="auto">
          <a:xfrm rot="20654002" flipH="1" flipV="1">
            <a:off x="-391792" y="3318509"/>
            <a:ext cx="2514451" cy="3955514"/>
          </a:xfrm>
          <a:custGeom>
            <a:avLst/>
            <a:gdLst>
              <a:gd name="connsiteX0" fmla="*/ 1598086 w 2514451"/>
              <a:gd name="connsiteY0" fmla="*/ 3955514 h 3955514"/>
              <a:gd name="connsiteX1" fmla="*/ 0 w 2514451"/>
              <a:gd name="connsiteY1" fmla="*/ 0 h 3955514"/>
              <a:gd name="connsiteX2" fmla="*/ 2514451 w 2514451"/>
              <a:gd name="connsiteY2" fmla="*/ 709936 h 3955514"/>
            </a:gdLst>
            <a:ahLst/>
            <a:cxnLst>
              <a:cxn ang="0">
                <a:pos x="connsiteX0" y="connsiteY0"/>
              </a:cxn>
              <a:cxn ang="0">
                <a:pos x="connsiteX1" y="connsiteY1"/>
              </a:cxn>
              <a:cxn ang="0">
                <a:pos x="connsiteX2" y="connsiteY2"/>
              </a:cxn>
            </a:cxnLst>
            <a:rect l="l" t="t" r="r" b="b"/>
            <a:pathLst>
              <a:path w="2514451" h="3955514">
                <a:moveTo>
                  <a:pt x="1598086" y="3955514"/>
                </a:moveTo>
                <a:lnTo>
                  <a:pt x="0" y="0"/>
                </a:lnTo>
                <a:lnTo>
                  <a:pt x="2514451" y="709936"/>
                </a:lnTo>
                <a:close/>
              </a:path>
            </a:pathLst>
          </a:custGeom>
          <a:solidFill>
            <a:schemeClr val="bg2">
              <a:alpha val="2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14" name="Footer Placeholder 1">
            <a:extLst>
              <a:ext uri="{FF2B5EF4-FFF2-40B4-BE49-F238E27FC236}">
                <a16:creationId xmlns:a16="http://schemas.microsoft.com/office/drawing/2014/main" id="{DF6905D1-1842-481E-8CB5-DB1D98C94656}"/>
              </a:ext>
            </a:extLst>
          </p:cNvPr>
          <p:cNvSpPr txBox="1">
            <a:spLocks/>
          </p:cNvSpPr>
          <p:nvPr userDrawn="1"/>
        </p:nvSpPr>
        <p:spPr>
          <a:xfrm>
            <a:off x="154474" y="6655059"/>
            <a:ext cx="11586711" cy="118296"/>
          </a:xfrm>
          <a:prstGeom prst="rect">
            <a:avLst/>
          </a:prstGeom>
        </p:spPr>
        <p:txBody>
          <a:bodyPr vert="horz" lIns="91440" tIns="45720" rIns="91440" bIns="45720" numCol="2" rtlCol="0" anchor="ctr"/>
          <a:lstStyle>
            <a:defPPr>
              <a:defRPr lang="en-US"/>
            </a:defPPr>
            <a:lvl1pPr marL="0" algn="l" defTabSz="914367" rtl="0" eaLnBrk="1" latinLnBrk="0" hangingPunct="1">
              <a:defRPr sz="686" kern="1200">
                <a:solidFill>
                  <a:schemeClr val="tx1">
                    <a:tint val="75000"/>
                  </a:schemeClr>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r">
              <a:tabLst>
                <a:tab pos="3373438" algn="l"/>
              </a:tabLst>
            </a:pPr>
            <a:r>
              <a:rPr lang="en-US">
                <a:solidFill>
                  <a:schemeClr val="bg1">
                    <a:lumMod val="65000"/>
                  </a:schemeClr>
                </a:solidFill>
              </a:rPr>
              <a:t>								                      Microsoft Power Virtual Agents</a:t>
            </a:r>
          </a:p>
        </p:txBody>
      </p:sp>
    </p:spTree>
    <p:extLst>
      <p:ext uri="{BB962C8B-B14F-4D97-AF65-F5344CB8AC3E}">
        <p14:creationId xmlns:p14="http://schemas.microsoft.com/office/powerpoint/2010/main" val="11853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cSld name="2_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92443"/>
          </a:xfrm>
        </p:spPr>
        <p:txBody>
          <a:bodyPr wrap="square" lIns="0" tIns="0" rIns="0" bIns="0">
            <a:spAutoFit/>
          </a:bodyPr>
          <a:lstStyle>
            <a:lvl1pPr>
              <a:lnSpc>
                <a:spcPct val="100000"/>
              </a:lnSpc>
              <a:defRPr sz="3200" strike="noStrike">
                <a:gradFill>
                  <a:gsLst>
                    <a:gs pos="83000">
                      <a:schemeClr val="tx1"/>
                    </a:gs>
                    <a:gs pos="99000">
                      <a:schemeClr val="tx1"/>
                    </a:gs>
                  </a:gsLst>
                  <a:lin ang="5400000" scaled="1"/>
                </a:gradFill>
              </a:defRPr>
            </a:lvl1pPr>
          </a:lstStyle>
          <a:p>
            <a:r>
              <a:rPr lang="en-US"/>
              <a:t>Title</a:t>
            </a:r>
          </a:p>
        </p:txBody>
      </p:sp>
    </p:spTree>
    <p:extLst>
      <p:ext uri="{BB962C8B-B14F-4D97-AF65-F5344CB8AC3E}">
        <p14:creationId xmlns:p14="http://schemas.microsoft.com/office/powerpoint/2010/main" val="544726883"/>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6_Title Only">
    <p:bg>
      <p:bgPr>
        <a:solidFill>
          <a:schemeClr val="bg1"/>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2115A51-0E5A-41A2-93B2-23D5FA8E2788}"/>
              </a:ext>
              <a:ext uri="{C183D7F6-B498-43B3-948B-1728B52AA6E4}">
                <adec:decorative xmlns:adec="http://schemas.microsoft.com/office/drawing/2017/decorative" val="1"/>
              </a:ext>
            </a:extLst>
          </p:cNvPr>
          <p:cNvSpPr/>
          <p:nvPr userDrawn="1"/>
        </p:nvSpPr>
        <p:spPr bwMode="auto">
          <a:xfrm>
            <a:off x="0" y="3"/>
            <a:ext cx="12192000" cy="6857998"/>
          </a:xfrm>
          <a:custGeom>
            <a:avLst/>
            <a:gdLst>
              <a:gd name="connsiteX0" fmla="*/ 0 w 12192000"/>
              <a:gd name="connsiteY0" fmla="*/ 0 h 6857998"/>
              <a:gd name="connsiteX1" fmla="*/ 681964 w 12192000"/>
              <a:gd name="connsiteY1" fmla="*/ 0 h 6857998"/>
              <a:gd name="connsiteX2" fmla="*/ 6075434 w 12192000"/>
              <a:gd name="connsiteY2" fmla="*/ 0 h 6857998"/>
              <a:gd name="connsiteX3" fmla="*/ 6757398 w 12192000"/>
              <a:gd name="connsiteY3" fmla="*/ 0 h 6857998"/>
              <a:gd name="connsiteX4" fmla="*/ 12192000 w 12192000"/>
              <a:gd name="connsiteY4" fmla="*/ 6857998 h 6857998"/>
              <a:gd name="connsiteX5" fmla="*/ 11510036 w 12192000"/>
              <a:gd name="connsiteY5" fmla="*/ 6857998 h 6857998"/>
              <a:gd name="connsiteX6" fmla="*/ 681964 w 12192000"/>
              <a:gd name="connsiteY6" fmla="*/ 6857998 h 6857998"/>
              <a:gd name="connsiteX7" fmla="*/ 0 w 12192000"/>
              <a:gd name="connsiteY7" fmla="*/ 68579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7998">
                <a:moveTo>
                  <a:pt x="0" y="0"/>
                </a:moveTo>
                <a:lnTo>
                  <a:pt x="681964" y="0"/>
                </a:lnTo>
                <a:lnTo>
                  <a:pt x="6075434" y="0"/>
                </a:lnTo>
                <a:lnTo>
                  <a:pt x="6757398" y="0"/>
                </a:lnTo>
                <a:lnTo>
                  <a:pt x="12192000" y="6857998"/>
                </a:lnTo>
                <a:lnTo>
                  <a:pt x="11510036" y="6857998"/>
                </a:lnTo>
                <a:lnTo>
                  <a:pt x="681964" y="6857998"/>
                </a:lnTo>
                <a:lnTo>
                  <a:pt x="0" y="6857998"/>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descr="Microsoft Power Platform logo">
            <a:extLst>
              <a:ext uri="{FF2B5EF4-FFF2-40B4-BE49-F238E27FC236}">
                <a16:creationId xmlns:a16="http://schemas.microsoft.com/office/drawing/2014/main" id="{26C72BB6-0A5F-4921-8DC3-047ED3EFB93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881" t="32249" r="7881" b="32249"/>
          <a:stretch/>
        </p:blipFill>
        <p:spPr>
          <a:xfrm>
            <a:off x="436266" y="439739"/>
            <a:ext cx="2997420" cy="302132"/>
          </a:xfrm>
          <a:prstGeom prst="rect">
            <a:avLst/>
          </a:prstGeom>
        </p:spPr>
      </p:pic>
      <p:sp>
        <p:nvSpPr>
          <p:cNvPr id="3" name="Title 2"/>
          <p:cNvSpPr>
            <a:spLocks noGrp="1"/>
          </p:cNvSpPr>
          <p:nvPr>
            <p:ph type="title"/>
          </p:nvPr>
        </p:nvSpPr>
        <p:spPr>
          <a:xfrm>
            <a:off x="431801" y="972781"/>
            <a:ext cx="4991100" cy="551819"/>
          </a:xfrm>
          <a:prstGeom prst="rect">
            <a:avLst/>
          </a:prstGeom>
        </p:spPr>
        <p:txBody>
          <a:bodyPr lIns="0" tIns="0" rIns="0" bIns="0" anchor="ctr"/>
          <a:lstStyle>
            <a:lvl1pPr algn="l">
              <a:defRPr sz="2600">
                <a:solidFill>
                  <a:srgbClr val="0B556A"/>
                </a:solidFill>
              </a:defRPr>
            </a:lvl1pPr>
          </a:lstStyle>
          <a:p>
            <a:r>
              <a:rPr lang="en-US"/>
              <a:t>Click to edit Master title style</a:t>
            </a:r>
          </a:p>
        </p:txBody>
      </p:sp>
      <p:sp>
        <p:nvSpPr>
          <p:cNvPr id="10" name="Title"/>
          <p:cNvSpPr>
            <a:spLocks noGrp="1"/>
          </p:cNvSpPr>
          <p:nvPr>
            <p:ph type="body" sz="quarter" idx="10" hasCustomPrompt="1"/>
          </p:nvPr>
        </p:nvSpPr>
        <p:spPr>
          <a:xfrm>
            <a:off x="431801" y="2905011"/>
            <a:ext cx="6756400" cy="891013"/>
          </a:xfrm>
          <a:prstGeom prst="rect">
            <a:avLst/>
          </a:prstGeom>
        </p:spPr>
        <p:txBody>
          <a:bodyPr rIns="0"/>
          <a:lstStyle>
            <a:lvl1pPr marL="0" indent="0">
              <a:lnSpc>
                <a:spcPct val="85000"/>
              </a:lnSpc>
              <a:buNone/>
              <a:defRPr sz="5400">
                <a:solidFill>
                  <a:schemeClr val="tx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Section Divider</a:t>
            </a:r>
          </a:p>
        </p:txBody>
      </p:sp>
      <p:grpSp>
        <p:nvGrpSpPr>
          <p:cNvPr id="4" name="Group 3">
            <a:extLst>
              <a:ext uri="{FF2B5EF4-FFF2-40B4-BE49-F238E27FC236}">
                <a16:creationId xmlns:a16="http://schemas.microsoft.com/office/drawing/2014/main" id="{FE865541-F9AD-42D5-A926-4511F0E0B40C}"/>
              </a:ext>
              <a:ext uri="{C183D7F6-B498-43B3-948B-1728B52AA6E4}">
                <adec:decorative xmlns:adec="http://schemas.microsoft.com/office/drawing/2017/decorative" val="1"/>
              </a:ext>
            </a:extLst>
          </p:cNvPr>
          <p:cNvGrpSpPr/>
          <p:nvPr userDrawn="1"/>
        </p:nvGrpSpPr>
        <p:grpSpPr>
          <a:xfrm>
            <a:off x="8031100" y="-560617"/>
            <a:ext cx="4721522" cy="6940004"/>
            <a:chOff x="8031100" y="-560617"/>
            <a:chExt cx="4721522" cy="6940004"/>
          </a:xfrm>
        </p:grpSpPr>
        <p:sp>
          <p:nvSpPr>
            <p:cNvPr id="38" name="Freeform: Shape 37">
              <a:extLst>
                <a:ext uri="{FF2B5EF4-FFF2-40B4-BE49-F238E27FC236}">
                  <a16:creationId xmlns:a16="http://schemas.microsoft.com/office/drawing/2014/main" id="{C197BEA5-81BF-4A57-A752-0606E3EEEB16}"/>
                </a:ext>
              </a:extLst>
            </p:cNvPr>
            <p:cNvSpPr/>
            <p:nvPr userDrawn="1"/>
          </p:nvSpPr>
          <p:spPr bwMode="auto">
            <a:xfrm rot="20886860">
              <a:off x="8031100" y="-560617"/>
              <a:ext cx="4721522" cy="6940004"/>
            </a:xfrm>
            <a:custGeom>
              <a:avLst/>
              <a:gdLst>
                <a:gd name="connsiteX0" fmla="*/ 0 w 4721522"/>
                <a:gd name="connsiteY0" fmla="*/ 0 h 6940004"/>
                <a:gd name="connsiteX1" fmla="*/ 4721522 w 4721522"/>
                <a:gd name="connsiteY1" fmla="*/ 993748 h 6940004"/>
                <a:gd name="connsiteX2" fmla="*/ 3470003 w 4721522"/>
                <a:gd name="connsiteY2" fmla="*/ 6940004 h 6940004"/>
              </a:gdLst>
              <a:ahLst/>
              <a:cxnLst>
                <a:cxn ang="0">
                  <a:pos x="connsiteX0" y="connsiteY0"/>
                </a:cxn>
                <a:cxn ang="0">
                  <a:pos x="connsiteX1" y="connsiteY1"/>
                </a:cxn>
                <a:cxn ang="0">
                  <a:pos x="connsiteX2" y="connsiteY2"/>
                </a:cxn>
              </a:cxnLst>
              <a:rect l="l" t="t" r="r" b="b"/>
              <a:pathLst>
                <a:path w="4721522" h="6940004">
                  <a:moveTo>
                    <a:pt x="0" y="0"/>
                  </a:moveTo>
                  <a:lnTo>
                    <a:pt x="4721522" y="993748"/>
                  </a:lnTo>
                  <a:lnTo>
                    <a:pt x="3470003" y="6940004"/>
                  </a:lnTo>
                  <a:close/>
                </a:path>
              </a:pathLst>
            </a:custGeom>
            <a:solidFill>
              <a:srgbClr val="30E5D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36" name="Freeform: Shape 35">
              <a:extLst>
                <a:ext uri="{FF2B5EF4-FFF2-40B4-BE49-F238E27FC236}">
                  <a16:creationId xmlns:a16="http://schemas.microsoft.com/office/drawing/2014/main" id="{7B007AFE-DCF0-40B6-80A3-D3A1BC38A839}"/>
                </a:ext>
              </a:extLst>
            </p:cNvPr>
            <p:cNvSpPr/>
            <p:nvPr userDrawn="1"/>
          </p:nvSpPr>
          <p:spPr bwMode="auto">
            <a:xfrm rot="20886860">
              <a:off x="8442675" y="-504005"/>
              <a:ext cx="4242052" cy="6265096"/>
            </a:xfrm>
            <a:custGeom>
              <a:avLst/>
              <a:gdLst>
                <a:gd name="connsiteX0" fmla="*/ 0 w 3963405"/>
                <a:gd name="connsiteY0" fmla="*/ 0 h 5853562"/>
                <a:gd name="connsiteX1" fmla="*/ 3963405 w 3963405"/>
                <a:gd name="connsiteY1" fmla="*/ 834184 h 5853562"/>
                <a:gd name="connsiteX2" fmla="*/ 3963405 w 3963405"/>
                <a:gd name="connsiteY2" fmla="*/ 928333 h 5853562"/>
                <a:gd name="connsiteX3" fmla="*/ 2926783 w 3963405"/>
                <a:gd name="connsiteY3" fmla="*/ 5853562 h 5853562"/>
              </a:gdLst>
              <a:ahLst/>
              <a:cxnLst>
                <a:cxn ang="0">
                  <a:pos x="connsiteX0" y="connsiteY0"/>
                </a:cxn>
                <a:cxn ang="0">
                  <a:pos x="connsiteX1" y="connsiteY1"/>
                </a:cxn>
                <a:cxn ang="0">
                  <a:pos x="connsiteX2" y="connsiteY2"/>
                </a:cxn>
                <a:cxn ang="0">
                  <a:pos x="connsiteX3" y="connsiteY3"/>
                </a:cxn>
              </a:cxnLst>
              <a:rect l="l" t="t" r="r" b="b"/>
              <a:pathLst>
                <a:path w="3963405" h="5853562">
                  <a:moveTo>
                    <a:pt x="0" y="0"/>
                  </a:moveTo>
                  <a:lnTo>
                    <a:pt x="3963405" y="834184"/>
                  </a:lnTo>
                  <a:lnTo>
                    <a:pt x="3963405" y="928333"/>
                  </a:lnTo>
                  <a:lnTo>
                    <a:pt x="2926783" y="5853562"/>
                  </a:lnTo>
                  <a:close/>
                </a:path>
              </a:pathLst>
            </a:custGeom>
            <a:solidFill>
              <a:srgbClr val="0B556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34" name="Freeform: Shape 33">
              <a:extLst>
                <a:ext uri="{FF2B5EF4-FFF2-40B4-BE49-F238E27FC236}">
                  <a16:creationId xmlns:a16="http://schemas.microsoft.com/office/drawing/2014/main" id="{96683DF6-5B56-4EE9-9FAC-4D97B59E9A79}"/>
                </a:ext>
              </a:extLst>
            </p:cNvPr>
            <p:cNvSpPr/>
            <p:nvPr userDrawn="1"/>
          </p:nvSpPr>
          <p:spPr bwMode="auto">
            <a:xfrm rot="20886860">
              <a:off x="9095434" y="-427407"/>
              <a:ext cx="3544847" cy="5210448"/>
            </a:xfrm>
            <a:custGeom>
              <a:avLst/>
              <a:gdLst>
                <a:gd name="connsiteX0" fmla="*/ 0 w 3144843"/>
                <a:gd name="connsiteY0" fmla="*/ 0 h 4622497"/>
                <a:gd name="connsiteX1" fmla="*/ 3144843 w 3144843"/>
                <a:gd name="connsiteY1" fmla="*/ 661900 h 4622497"/>
                <a:gd name="connsiteX2" fmla="*/ 2311250 w 3144843"/>
                <a:gd name="connsiteY2" fmla="*/ 4622497 h 4622497"/>
              </a:gdLst>
              <a:ahLst/>
              <a:cxnLst>
                <a:cxn ang="0">
                  <a:pos x="connsiteX0" y="connsiteY0"/>
                </a:cxn>
                <a:cxn ang="0">
                  <a:pos x="connsiteX1" y="connsiteY1"/>
                </a:cxn>
                <a:cxn ang="0">
                  <a:pos x="connsiteX2" y="connsiteY2"/>
                </a:cxn>
              </a:cxnLst>
              <a:rect l="l" t="t" r="r" b="b"/>
              <a:pathLst>
                <a:path w="3144843" h="4622497">
                  <a:moveTo>
                    <a:pt x="0" y="0"/>
                  </a:moveTo>
                  <a:lnTo>
                    <a:pt x="3144843" y="661900"/>
                  </a:lnTo>
                  <a:lnTo>
                    <a:pt x="2311250" y="4622497"/>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17" name="Freeform: Shape 16">
              <a:extLst>
                <a:ext uri="{FF2B5EF4-FFF2-40B4-BE49-F238E27FC236}">
                  <a16:creationId xmlns:a16="http://schemas.microsoft.com/office/drawing/2014/main" id="{69F6B43A-EE4C-4160-BF8C-49DE13735FDA}"/>
                </a:ext>
              </a:extLst>
            </p:cNvPr>
            <p:cNvSpPr/>
            <p:nvPr userDrawn="1"/>
          </p:nvSpPr>
          <p:spPr bwMode="auto">
            <a:xfrm rot="20886860">
              <a:off x="8442675" y="-504005"/>
              <a:ext cx="4242052" cy="6265096"/>
            </a:xfrm>
            <a:custGeom>
              <a:avLst/>
              <a:gdLst>
                <a:gd name="connsiteX0" fmla="*/ 0 w 3963405"/>
                <a:gd name="connsiteY0" fmla="*/ 0 h 5853562"/>
                <a:gd name="connsiteX1" fmla="*/ 3963405 w 3963405"/>
                <a:gd name="connsiteY1" fmla="*/ 834184 h 5853562"/>
                <a:gd name="connsiteX2" fmla="*/ 3963405 w 3963405"/>
                <a:gd name="connsiteY2" fmla="*/ 928333 h 5853562"/>
                <a:gd name="connsiteX3" fmla="*/ 2926783 w 3963405"/>
                <a:gd name="connsiteY3" fmla="*/ 5853562 h 5853562"/>
              </a:gdLst>
              <a:ahLst/>
              <a:cxnLst>
                <a:cxn ang="0">
                  <a:pos x="connsiteX0" y="connsiteY0"/>
                </a:cxn>
                <a:cxn ang="0">
                  <a:pos x="connsiteX1" y="connsiteY1"/>
                </a:cxn>
                <a:cxn ang="0">
                  <a:pos x="connsiteX2" y="connsiteY2"/>
                </a:cxn>
                <a:cxn ang="0">
                  <a:pos x="connsiteX3" y="connsiteY3"/>
                </a:cxn>
              </a:cxnLst>
              <a:rect l="l" t="t" r="r" b="b"/>
              <a:pathLst>
                <a:path w="3963405" h="5853562">
                  <a:moveTo>
                    <a:pt x="0" y="0"/>
                  </a:moveTo>
                  <a:lnTo>
                    <a:pt x="3963405" y="834184"/>
                  </a:lnTo>
                  <a:lnTo>
                    <a:pt x="3963405" y="928333"/>
                  </a:lnTo>
                  <a:lnTo>
                    <a:pt x="2926783" y="5853562"/>
                  </a:lnTo>
                  <a:close/>
                </a:path>
              </a:pathLst>
            </a:custGeom>
            <a:solidFill>
              <a:schemeClr val="bg2">
                <a:alpha val="2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grpSp>
      <p:sp>
        <p:nvSpPr>
          <p:cNvPr id="12" name="Footer Placeholder 1">
            <a:extLst>
              <a:ext uri="{FF2B5EF4-FFF2-40B4-BE49-F238E27FC236}">
                <a16:creationId xmlns:a16="http://schemas.microsoft.com/office/drawing/2014/main" id="{9C121CB3-A218-4159-B0DB-7A633655F72C}"/>
              </a:ext>
            </a:extLst>
          </p:cNvPr>
          <p:cNvSpPr txBox="1">
            <a:spLocks/>
          </p:cNvSpPr>
          <p:nvPr userDrawn="1"/>
        </p:nvSpPr>
        <p:spPr>
          <a:xfrm>
            <a:off x="154474" y="6655059"/>
            <a:ext cx="11586711" cy="118296"/>
          </a:xfrm>
          <a:prstGeom prst="rect">
            <a:avLst/>
          </a:prstGeom>
        </p:spPr>
        <p:txBody>
          <a:bodyPr vert="horz" lIns="91440" tIns="45720" rIns="91440" bIns="45720" numCol="2" rtlCol="0" anchor="ctr"/>
          <a:lstStyle>
            <a:defPPr>
              <a:defRPr lang="en-US"/>
            </a:defPPr>
            <a:lvl1pPr marL="0" algn="l" defTabSz="914367" rtl="0" eaLnBrk="1" latinLnBrk="0" hangingPunct="1">
              <a:defRPr sz="686" kern="1200">
                <a:solidFill>
                  <a:schemeClr val="tx1">
                    <a:tint val="75000"/>
                  </a:schemeClr>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r">
              <a:tabLst>
                <a:tab pos="3373438" algn="l"/>
              </a:tabLst>
            </a:pPr>
            <a:r>
              <a:rPr lang="en-US">
                <a:solidFill>
                  <a:schemeClr val="bg1">
                    <a:lumMod val="65000"/>
                  </a:schemeClr>
                </a:solidFill>
              </a:rPr>
              <a:t>								                      Microsoft Power Virtual Agents</a:t>
            </a:r>
          </a:p>
        </p:txBody>
      </p:sp>
    </p:spTree>
    <p:extLst>
      <p:ext uri="{BB962C8B-B14F-4D97-AF65-F5344CB8AC3E}">
        <p14:creationId xmlns:p14="http://schemas.microsoft.com/office/powerpoint/2010/main" val="241062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Title image : hex patter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312420"/>
            <a:ext cx="11018520" cy="553998"/>
          </a:xfrm>
        </p:spPr>
        <p:txBody>
          <a:bodyPr/>
          <a:lstStyle>
            <a:lvl1pPr algn="l">
              <a:defRPr/>
            </a:lvl1pPr>
          </a:lstStyle>
          <a:p>
            <a:r>
              <a:rPr lang="en-US"/>
              <a:t>Click to edit Master title style</a:t>
            </a:r>
          </a:p>
        </p:txBody>
      </p:sp>
    </p:spTree>
    <p:extLst>
      <p:ext uri="{BB962C8B-B14F-4D97-AF65-F5344CB8AC3E}">
        <p14:creationId xmlns:p14="http://schemas.microsoft.com/office/powerpoint/2010/main" val="10746428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cSld name="Blank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761617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Inter" pitchFamily="34" charset="0"/>
                <a:ea typeface="Inter" pitchFamily="34" charset="-122"/>
                <a:cs typeface="Inte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30"/>
            <a:ext cx="10566400" cy="448057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46815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slideLayout" Target="../slideLayouts/slideLayout54.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slideLayout" Target="../slideLayouts/slideLayout57.xml"/><Relationship Id="rId47" Type="http://schemas.openxmlformats.org/officeDocument/2006/relationships/slideLayout" Target="../slideLayouts/slideLayout62.xml"/><Relationship Id="rId50" Type="http://schemas.openxmlformats.org/officeDocument/2006/relationships/slideLayout" Target="../slideLayouts/slideLayout65.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slideLayout" Target="../slideLayouts/slideLayout44.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slideLayout" Target="../slideLayouts/slideLayout60.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49" Type="http://schemas.openxmlformats.org/officeDocument/2006/relationships/slideLayout" Target="../slideLayouts/slideLayout64.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slideLayout" Target="../slideLayouts/slideLayout46.xml"/><Relationship Id="rId44" Type="http://schemas.openxmlformats.org/officeDocument/2006/relationships/slideLayout" Target="../slideLayouts/slideLayout59.xml"/><Relationship Id="rId52" Type="http://schemas.openxmlformats.org/officeDocument/2006/relationships/theme" Target="../theme/theme3.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slideLayout" Target="../slideLayouts/slideLayout58.xml"/><Relationship Id="rId48" Type="http://schemas.openxmlformats.org/officeDocument/2006/relationships/slideLayout" Target="../slideLayouts/slideLayout63.xml"/><Relationship Id="rId8" Type="http://schemas.openxmlformats.org/officeDocument/2006/relationships/slideLayout" Target="../slideLayouts/slideLayout23.xml"/><Relationship Id="rId51" Type="http://schemas.openxmlformats.org/officeDocument/2006/relationships/slideLayout" Target="../slideLayouts/slideLayout66.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openxmlformats.org/officeDocument/2006/relationships/slideLayout" Target="../slideLayouts/slideLayout61.xml"/><Relationship Id="rId20" Type="http://schemas.openxmlformats.org/officeDocument/2006/relationships/slideLayout" Target="../slideLayouts/slideLayout35.xml"/><Relationship Id="rId41" Type="http://schemas.openxmlformats.org/officeDocument/2006/relationships/slideLayout" Target="../slideLayouts/slideLayout56.xml"/><Relationship Id="rId1" Type="http://schemas.openxmlformats.org/officeDocument/2006/relationships/slideLayout" Target="../slideLayouts/slideLayout16.xml"/><Relationship Id="rId6"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slideLayout" Target="../slideLayouts/slideLayout79.xml"/><Relationship Id="rId18" Type="http://schemas.openxmlformats.org/officeDocument/2006/relationships/slideLayout" Target="../slideLayouts/slideLayout84.xml"/><Relationship Id="rId26" Type="http://schemas.openxmlformats.org/officeDocument/2006/relationships/slideLayout" Target="../slideLayouts/slideLayout92.xml"/><Relationship Id="rId3" Type="http://schemas.openxmlformats.org/officeDocument/2006/relationships/slideLayout" Target="../slideLayouts/slideLayout69.xml"/><Relationship Id="rId21" Type="http://schemas.openxmlformats.org/officeDocument/2006/relationships/slideLayout" Target="../slideLayouts/slideLayout87.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0" Type="http://schemas.openxmlformats.org/officeDocument/2006/relationships/slideLayout" Target="../slideLayouts/slideLayout86.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10" Type="http://schemas.openxmlformats.org/officeDocument/2006/relationships/slideLayout" Target="../slideLayouts/slideLayout76.xml"/><Relationship Id="rId19" Type="http://schemas.openxmlformats.org/officeDocument/2006/relationships/slideLayout" Target="../slideLayouts/slideLayout85.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2B0D1A-32E8-67F9-A188-996B18EE8D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8E0871-ECB8-D049-C3D0-D31EF4BF02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E89ADB-51B1-E4AB-3050-DD95921D65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A8BF81C2-E1FB-0DED-7F1F-A7008054F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6A2AA29-C22B-AA1C-80C8-54D152C775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83C048-5E84-480F-9458-845209AF2791}" type="slidenum">
              <a:rPr lang="en-IN" smtClean="0"/>
              <a:t>‹#›</a:t>
            </a:fld>
            <a:endParaRPr lang="en-IN"/>
          </a:p>
        </p:txBody>
      </p:sp>
      <p:pic>
        <p:nvPicPr>
          <p:cNvPr id="11" name="Picture 10" descr="A black and white logo&#10;&#10;AI-generated content may be incorrect.">
            <a:extLst>
              <a:ext uri="{FF2B5EF4-FFF2-40B4-BE49-F238E27FC236}">
                <a16:creationId xmlns:a16="http://schemas.microsoft.com/office/drawing/2014/main" id="{134DF221-F45B-91B9-E563-659E39B20729}"/>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789920" y="6492875"/>
            <a:ext cx="1402080" cy="365125"/>
          </a:xfrm>
          <a:prstGeom prst="rect">
            <a:avLst/>
          </a:prstGeom>
        </p:spPr>
      </p:pic>
    </p:spTree>
    <p:extLst>
      <p:ext uri="{BB962C8B-B14F-4D97-AF65-F5344CB8AC3E}">
        <p14:creationId xmlns:p14="http://schemas.microsoft.com/office/powerpoint/2010/main" val="9754042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6" r:id="rId12"/>
    <p:sldLayoutId id="214748367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380756685"/>
      </p:ext>
    </p:extLst>
  </p:cSld>
  <p:clrMap bg1="lt1" tx1="dk1" bg2="lt2" tx2="dk2" accent1="accent1" accent2="accent2" accent3="accent3" accent4="accent4" accent5="accent5" accent6="accent6" hlink="hlink" folHlink="folHlink"/>
  <p:sldLayoutIdLst>
    <p:sldLayoutId id="2147483681" r:id="rId1"/>
    <p:sldLayoutId id="214748368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grpSp>
        <p:nvGrpSpPr>
          <p:cNvPr id="147" name="Group 146">
            <a:extLst>
              <a:ext uri="{FF2B5EF4-FFF2-40B4-BE49-F238E27FC236}">
                <a16:creationId xmlns:a16="http://schemas.microsoft.com/office/drawing/2014/main" id="{A066C27D-9E85-728F-F255-3A731EC66D25}"/>
              </a:ext>
            </a:extLst>
          </p:cNvPr>
          <p:cNvGrpSpPr/>
          <p:nvPr userDrawn="1"/>
        </p:nvGrpSpPr>
        <p:grpSpPr>
          <a:xfrm rot="5400000">
            <a:off x="10666449" y="3959962"/>
            <a:ext cx="4597400" cy="1248872"/>
            <a:chOff x="2983209" y="3959962"/>
            <a:chExt cx="4597400" cy="1248872"/>
          </a:xfrm>
        </p:grpSpPr>
        <p:grpSp>
          <p:nvGrpSpPr>
            <p:cNvPr id="123" name="Group 122">
              <a:extLst>
                <a:ext uri="{FF2B5EF4-FFF2-40B4-BE49-F238E27FC236}">
                  <a16:creationId xmlns:a16="http://schemas.microsoft.com/office/drawing/2014/main" id="{D46592D0-C1CD-74A0-2C7F-3337241D77DB}"/>
                </a:ext>
              </a:extLst>
            </p:cNvPr>
            <p:cNvGrpSpPr/>
            <p:nvPr userDrawn="1"/>
          </p:nvGrpSpPr>
          <p:grpSpPr>
            <a:xfrm>
              <a:off x="4130985" y="4976997"/>
              <a:ext cx="1122349" cy="231837"/>
              <a:chOff x="4135734" y="4976997"/>
              <a:chExt cx="1120775" cy="231837"/>
            </a:xfrm>
          </p:grpSpPr>
          <p:sp>
            <p:nvSpPr>
              <p:cNvPr id="53" name="Rectangle 52">
                <a:extLst>
                  <a:ext uri="{FF2B5EF4-FFF2-40B4-BE49-F238E27FC236}">
                    <a16:creationId xmlns:a16="http://schemas.microsoft.com/office/drawing/2014/main" id="{F91CEFFA-747B-15D9-6F1F-08C1FB0DC7A0}"/>
                  </a:ext>
                </a:extLst>
              </p:cNvPr>
              <p:cNvSpPr>
                <a:spLocks noChangeArrowheads="1"/>
              </p:cNvSpPr>
              <p:nvPr/>
            </p:nvSpPr>
            <p:spPr bwMode="auto">
              <a:xfrm>
                <a:off x="4135734" y="4976997"/>
                <a:ext cx="1120775" cy="231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53">
                <a:extLst>
                  <a:ext uri="{FF2B5EF4-FFF2-40B4-BE49-F238E27FC236}">
                    <a16:creationId xmlns:a16="http://schemas.microsoft.com/office/drawing/2014/main" id="{F5FF078E-F971-F049-5B6C-211FC500886D}"/>
                  </a:ext>
                </a:extLst>
              </p:cNvPr>
              <p:cNvSpPr>
                <a:spLocks noChangeArrowheads="1"/>
              </p:cNvSpPr>
              <p:nvPr userDrawn="1"/>
            </p:nvSpPr>
            <p:spPr bwMode="auto">
              <a:xfrm>
                <a:off x="4135734"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a:extLst>
                <a:ext uri="{FF2B5EF4-FFF2-40B4-BE49-F238E27FC236}">
                  <a16:creationId xmlns:a16="http://schemas.microsoft.com/office/drawing/2014/main" id="{88C14EA5-9927-8FE5-49F3-BE053411837B}"/>
                </a:ext>
              </a:extLst>
            </p:cNvPr>
            <p:cNvGrpSpPr/>
            <p:nvPr userDrawn="1"/>
          </p:nvGrpSpPr>
          <p:grpSpPr>
            <a:xfrm>
              <a:off x="2989559" y="4976997"/>
              <a:ext cx="1122349" cy="231837"/>
              <a:chOff x="2989559" y="4976997"/>
              <a:chExt cx="1120775" cy="231837"/>
            </a:xfrm>
          </p:grpSpPr>
          <p:sp>
            <p:nvSpPr>
              <p:cNvPr id="68" name="Rectangle 62">
                <a:extLst>
                  <a:ext uri="{FF2B5EF4-FFF2-40B4-BE49-F238E27FC236}">
                    <a16:creationId xmlns:a16="http://schemas.microsoft.com/office/drawing/2014/main" id="{49F83C97-7FC0-CE8B-F534-3CC32978B0EE}"/>
                  </a:ext>
                </a:extLst>
              </p:cNvPr>
              <p:cNvSpPr>
                <a:spLocks noChangeArrowheads="1"/>
              </p:cNvSpPr>
              <p:nvPr/>
            </p:nvSpPr>
            <p:spPr bwMode="auto">
              <a:xfrm>
                <a:off x="2989559" y="4976997"/>
                <a:ext cx="1120775" cy="231837"/>
              </a:xfrm>
              <a:prstGeom prst="rect">
                <a:avLst/>
              </a:prstGeom>
              <a:solidFill>
                <a:srgbClr val="F4F3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3">
                <a:extLst>
                  <a:ext uri="{FF2B5EF4-FFF2-40B4-BE49-F238E27FC236}">
                    <a16:creationId xmlns:a16="http://schemas.microsoft.com/office/drawing/2014/main" id="{78E83E2F-0F4E-6A6F-EE19-272FC88EAB11}"/>
                  </a:ext>
                </a:extLst>
              </p:cNvPr>
              <p:cNvSpPr>
                <a:spLocks noChangeArrowheads="1"/>
              </p:cNvSpPr>
              <p:nvPr userDrawn="1"/>
            </p:nvSpPr>
            <p:spPr bwMode="auto">
              <a:xfrm>
                <a:off x="2989559"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Rectangle 69">
              <a:extLst>
                <a:ext uri="{FF2B5EF4-FFF2-40B4-BE49-F238E27FC236}">
                  <a16:creationId xmlns:a16="http://schemas.microsoft.com/office/drawing/2014/main" id="{A174F70B-619A-757B-59BD-43117F92D6E7}"/>
                </a:ext>
              </a:extLst>
            </p:cNvPr>
            <p:cNvSpPr>
              <a:spLocks noChangeArrowheads="1"/>
            </p:cNvSpPr>
            <p:nvPr/>
          </p:nvSpPr>
          <p:spPr bwMode="auto">
            <a:xfrm>
              <a:off x="6424129" y="4724853"/>
              <a:ext cx="1122349" cy="231837"/>
            </a:xfrm>
            <a:prstGeom prst="rect">
              <a:avLst/>
            </a:prstGeom>
            <a:solidFill>
              <a:srgbClr val="2A44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Rectangle 89">
              <a:extLst>
                <a:ext uri="{FF2B5EF4-FFF2-40B4-BE49-F238E27FC236}">
                  <a16:creationId xmlns:a16="http://schemas.microsoft.com/office/drawing/2014/main" id="{21B60493-3B49-BCF6-0390-7956AC41AEDD}"/>
                </a:ext>
              </a:extLst>
            </p:cNvPr>
            <p:cNvSpPr>
              <a:spLocks noChangeArrowheads="1"/>
            </p:cNvSpPr>
            <p:nvPr/>
          </p:nvSpPr>
          <p:spPr bwMode="auto">
            <a:xfrm>
              <a:off x="5282703" y="4724853"/>
              <a:ext cx="1122349" cy="231837"/>
            </a:xfrm>
            <a:prstGeom prst="rect">
              <a:avLst/>
            </a:prstGeom>
            <a:solidFill>
              <a:srgbClr val="7025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35">
              <a:extLst>
                <a:ext uri="{FF2B5EF4-FFF2-40B4-BE49-F238E27FC236}">
                  <a16:creationId xmlns:a16="http://schemas.microsoft.com/office/drawing/2014/main" id="{0C0652BC-3B51-F453-BE75-C357C366671E}"/>
                </a:ext>
              </a:extLst>
            </p:cNvPr>
            <p:cNvSpPr>
              <a:spLocks noChangeArrowheads="1"/>
            </p:cNvSpPr>
            <p:nvPr/>
          </p:nvSpPr>
          <p:spPr bwMode="auto">
            <a:xfrm>
              <a:off x="4130985" y="4724853"/>
              <a:ext cx="1122349" cy="231837"/>
            </a:xfrm>
            <a:prstGeom prst="rect">
              <a:avLst/>
            </a:prstGeom>
            <a:solidFill>
              <a:srgbClr val="7326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54">
              <a:extLst>
                <a:ext uri="{FF2B5EF4-FFF2-40B4-BE49-F238E27FC236}">
                  <a16:creationId xmlns:a16="http://schemas.microsoft.com/office/drawing/2014/main" id="{71861493-157F-15D0-0E4D-F0C5B054784B}"/>
                </a:ext>
              </a:extLst>
            </p:cNvPr>
            <p:cNvSpPr>
              <a:spLocks noChangeArrowheads="1"/>
            </p:cNvSpPr>
            <p:nvPr/>
          </p:nvSpPr>
          <p:spPr bwMode="auto">
            <a:xfrm>
              <a:off x="2989559" y="4724853"/>
              <a:ext cx="1122349" cy="231837"/>
            </a:xfrm>
            <a:prstGeom prst="rect">
              <a:avLst/>
            </a:prstGeom>
            <a:solidFill>
              <a:srgbClr val="7339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7">
              <a:extLst>
                <a:ext uri="{FF2B5EF4-FFF2-40B4-BE49-F238E27FC236}">
                  <a16:creationId xmlns:a16="http://schemas.microsoft.com/office/drawing/2014/main" id="{B8026A31-A3BD-9111-4B93-2D98FA1FA662}"/>
                </a:ext>
              </a:extLst>
            </p:cNvPr>
            <p:cNvSpPr>
              <a:spLocks noChangeArrowheads="1"/>
            </p:cNvSpPr>
            <p:nvPr/>
          </p:nvSpPr>
          <p:spPr bwMode="auto">
            <a:xfrm>
              <a:off x="4130985" y="4479479"/>
              <a:ext cx="1122349" cy="231837"/>
            </a:xfrm>
            <a:prstGeom prst="rect">
              <a:avLst/>
            </a:prstGeom>
            <a:solidFill>
              <a:srgbClr val="F436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50">
              <a:extLst>
                <a:ext uri="{FF2B5EF4-FFF2-40B4-BE49-F238E27FC236}">
                  <a16:creationId xmlns:a16="http://schemas.microsoft.com/office/drawing/2014/main" id="{2482639C-6DA9-6072-B023-A0B3231990B3}"/>
                </a:ext>
              </a:extLst>
            </p:cNvPr>
            <p:cNvSpPr>
              <a:spLocks noChangeArrowheads="1"/>
            </p:cNvSpPr>
            <p:nvPr/>
          </p:nvSpPr>
          <p:spPr bwMode="auto">
            <a:xfrm>
              <a:off x="2989559" y="4479479"/>
              <a:ext cx="1122349" cy="231837"/>
            </a:xfrm>
            <a:prstGeom prst="rect">
              <a:avLst/>
            </a:prstGeom>
            <a:solidFill>
              <a:srgbClr val="FF5C3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65">
              <a:extLst>
                <a:ext uri="{FF2B5EF4-FFF2-40B4-BE49-F238E27FC236}">
                  <a16:creationId xmlns:a16="http://schemas.microsoft.com/office/drawing/2014/main" id="{4E6D1934-44C4-DE10-FEF5-98A7D62D1701}"/>
                </a:ext>
              </a:extLst>
            </p:cNvPr>
            <p:cNvSpPr>
              <a:spLocks noChangeArrowheads="1"/>
            </p:cNvSpPr>
            <p:nvPr/>
          </p:nvSpPr>
          <p:spPr bwMode="auto">
            <a:xfrm>
              <a:off x="6424129" y="4479479"/>
              <a:ext cx="1122349" cy="23183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Rectangle 86">
              <a:extLst>
                <a:ext uri="{FF2B5EF4-FFF2-40B4-BE49-F238E27FC236}">
                  <a16:creationId xmlns:a16="http://schemas.microsoft.com/office/drawing/2014/main" id="{4978831E-F211-2FDD-D3E9-F0DAB7B13A82}"/>
                </a:ext>
              </a:extLst>
            </p:cNvPr>
            <p:cNvSpPr>
              <a:spLocks noChangeArrowheads="1"/>
            </p:cNvSpPr>
            <p:nvPr/>
          </p:nvSpPr>
          <p:spPr bwMode="auto">
            <a:xfrm>
              <a:off x="5282703" y="4479479"/>
              <a:ext cx="1122349" cy="231837"/>
            </a:xfrm>
            <a:prstGeom prst="rect">
              <a:avLst/>
            </a:prstGeom>
            <a:solidFill>
              <a:srgbClr val="C73E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Rectangle 48">
              <a:extLst>
                <a:ext uri="{FF2B5EF4-FFF2-40B4-BE49-F238E27FC236}">
                  <a16:creationId xmlns:a16="http://schemas.microsoft.com/office/drawing/2014/main" id="{480715EE-428F-E0CF-1D68-C2DE1BD375A0}"/>
                </a:ext>
              </a:extLst>
            </p:cNvPr>
            <p:cNvSpPr>
              <a:spLocks noChangeArrowheads="1"/>
            </p:cNvSpPr>
            <p:nvPr/>
          </p:nvSpPr>
          <p:spPr bwMode="auto">
            <a:xfrm>
              <a:off x="4130985" y="4235797"/>
              <a:ext cx="1122349" cy="231837"/>
            </a:xfrm>
            <a:prstGeom prst="rect">
              <a:avLst/>
            </a:prstGeom>
            <a:solidFill>
              <a:srgbClr val="FFB3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58">
              <a:extLst>
                <a:ext uri="{FF2B5EF4-FFF2-40B4-BE49-F238E27FC236}">
                  <a16:creationId xmlns:a16="http://schemas.microsoft.com/office/drawing/2014/main" id="{C39CC427-FB3C-D2FE-003B-943C483B612D}"/>
                </a:ext>
              </a:extLst>
            </p:cNvPr>
            <p:cNvSpPr>
              <a:spLocks noChangeArrowheads="1"/>
            </p:cNvSpPr>
            <p:nvPr/>
          </p:nvSpPr>
          <p:spPr bwMode="auto">
            <a:xfrm>
              <a:off x="2989559" y="4235797"/>
              <a:ext cx="1122349" cy="231837"/>
            </a:xfrm>
            <a:prstGeom prst="rect">
              <a:avLst/>
            </a:prstGeom>
            <a:solidFill>
              <a:srgbClr val="FFA38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3">
              <a:extLst>
                <a:ext uri="{FF2B5EF4-FFF2-40B4-BE49-F238E27FC236}">
                  <a16:creationId xmlns:a16="http://schemas.microsoft.com/office/drawing/2014/main" id="{F3144CCC-4AD3-B1CD-BCE7-C1FAA5A50B2F}"/>
                </a:ext>
              </a:extLst>
            </p:cNvPr>
            <p:cNvSpPr>
              <a:spLocks noChangeArrowheads="1"/>
            </p:cNvSpPr>
            <p:nvPr/>
          </p:nvSpPr>
          <p:spPr bwMode="auto">
            <a:xfrm>
              <a:off x="6424129" y="4235797"/>
              <a:ext cx="1122349" cy="231837"/>
            </a:xfrm>
            <a:prstGeom prst="rect">
              <a:avLst/>
            </a:prstGeom>
            <a:solidFill>
              <a:srgbClr val="8DC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93">
              <a:extLst>
                <a:ext uri="{FF2B5EF4-FFF2-40B4-BE49-F238E27FC236}">
                  <a16:creationId xmlns:a16="http://schemas.microsoft.com/office/drawing/2014/main" id="{77ABFAA8-52C9-1BB4-FA13-DDB01E80488F}"/>
                </a:ext>
              </a:extLst>
            </p:cNvPr>
            <p:cNvSpPr>
              <a:spLocks noChangeArrowheads="1"/>
            </p:cNvSpPr>
            <p:nvPr/>
          </p:nvSpPr>
          <p:spPr bwMode="auto">
            <a:xfrm>
              <a:off x="5282703" y="4235797"/>
              <a:ext cx="1122349" cy="231837"/>
            </a:xfrm>
            <a:prstGeom prst="rect">
              <a:avLst/>
            </a:prstGeom>
            <a:solidFill>
              <a:srgbClr val="CD9B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AutoShape 3">
              <a:extLst>
                <a:ext uri="{FF2B5EF4-FFF2-40B4-BE49-F238E27FC236}">
                  <a16:creationId xmlns:a16="http://schemas.microsoft.com/office/drawing/2014/main" id="{7137B142-8F3E-888F-77BD-B3E785F3AC91}"/>
                </a:ext>
              </a:extLst>
            </p:cNvPr>
            <p:cNvSpPr>
              <a:spLocks noChangeAspect="1" noChangeArrowheads="1" noTextEdit="1"/>
            </p:cNvSpPr>
            <p:nvPr userDrawn="1"/>
          </p:nvSpPr>
          <p:spPr bwMode="auto">
            <a:xfrm>
              <a:off x="2983209" y="3959962"/>
              <a:ext cx="4597400" cy="124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38" name="Group 137">
              <a:extLst>
                <a:ext uri="{FF2B5EF4-FFF2-40B4-BE49-F238E27FC236}">
                  <a16:creationId xmlns:a16="http://schemas.microsoft.com/office/drawing/2014/main" id="{62AC6996-0BBA-C1F2-BEEF-A233569FAD65}"/>
                </a:ext>
              </a:extLst>
            </p:cNvPr>
            <p:cNvGrpSpPr/>
            <p:nvPr userDrawn="1"/>
          </p:nvGrpSpPr>
          <p:grpSpPr>
            <a:xfrm>
              <a:off x="4161941" y="4724853"/>
              <a:ext cx="208390" cy="208938"/>
              <a:chOff x="4150022" y="4707931"/>
              <a:chExt cx="208390" cy="208938"/>
            </a:xfrm>
          </p:grpSpPr>
          <p:sp>
            <p:nvSpPr>
              <p:cNvPr id="37" name="Rectangle 36">
                <a:extLst>
                  <a:ext uri="{FF2B5EF4-FFF2-40B4-BE49-F238E27FC236}">
                    <a16:creationId xmlns:a16="http://schemas.microsoft.com/office/drawing/2014/main" id="{7592392A-18BB-F649-4618-76E955415614}"/>
                  </a:ext>
                </a:extLst>
              </p:cNvPr>
              <p:cNvSpPr>
                <a:spLocks noChangeArrowheads="1"/>
              </p:cNvSpPr>
              <p:nvPr userDrawn="1"/>
            </p:nvSpPr>
            <p:spPr bwMode="auto">
              <a:xfrm>
                <a:off x="41500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B3BB"/>
                    </a:solidFill>
                    <a:effectLst/>
                    <a:latin typeface="Segoe UI Black" panose="020B0A02040204020203" pitchFamily="34" charset="0"/>
                  </a:rPr>
                  <a:t>A</a:t>
                </a:r>
                <a:endParaRPr kumimoji="0" lang="en-US" altLang="en-US" sz="1800" b="0" i="0" u="none" strike="noStrike" cap="none" normalizeH="0" baseline="0">
                  <a:ln>
                    <a:noFill/>
                  </a:ln>
                  <a:solidFill>
                    <a:srgbClr val="FFB3BB"/>
                  </a:solidFill>
                  <a:effectLst/>
                  <a:latin typeface="Arial" panose="020B0604020202020204" pitchFamily="34" charset="0"/>
                </a:endParaRPr>
              </a:p>
            </p:txBody>
          </p:sp>
          <p:sp>
            <p:nvSpPr>
              <p:cNvPr id="38" name="Rectangle 37">
                <a:extLst>
                  <a:ext uri="{FF2B5EF4-FFF2-40B4-BE49-F238E27FC236}">
                    <a16:creationId xmlns:a16="http://schemas.microsoft.com/office/drawing/2014/main" id="{365ABF78-0E45-DAD9-5676-2EC9DD3CD295}"/>
                  </a:ext>
                </a:extLst>
              </p:cNvPr>
              <p:cNvSpPr>
                <a:spLocks noChangeArrowheads="1"/>
              </p:cNvSpPr>
              <p:nvPr userDrawn="1"/>
            </p:nvSpPr>
            <p:spPr bwMode="auto">
              <a:xfrm>
                <a:off x="4253209"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7">
                <a:extLst>
                  <a:ext uri="{FF2B5EF4-FFF2-40B4-BE49-F238E27FC236}">
                    <a16:creationId xmlns:a16="http://schemas.microsoft.com/office/drawing/2014/main" id="{68310E1A-F13F-7183-49F9-75ECFB436962}"/>
                  </a:ext>
                </a:extLst>
              </p:cNvPr>
              <p:cNvSpPr>
                <a:spLocks noChangeArrowheads="1"/>
              </p:cNvSpPr>
              <p:nvPr userDrawn="1"/>
            </p:nvSpPr>
            <p:spPr bwMode="auto">
              <a:xfrm>
                <a:off x="4150022" y="4839925"/>
                <a:ext cx="20839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73262F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4" name="Group 133">
              <a:extLst>
                <a:ext uri="{FF2B5EF4-FFF2-40B4-BE49-F238E27FC236}">
                  <a16:creationId xmlns:a16="http://schemas.microsoft.com/office/drawing/2014/main" id="{CC9F93BD-8E78-4AF6-CBF6-40F69BE0EC42}"/>
                </a:ext>
              </a:extLst>
            </p:cNvPr>
            <p:cNvGrpSpPr/>
            <p:nvPr userDrawn="1"/>
          </p:nvGrpSpPr>
          <p:grpSpPr>
            <a:xfrm>
              <a:off x="4161941" y="4235797"/>
              <a:ext cx="209994" cy="207246"/>
              <a:chOff x="4150022" y="4220567"/>
              <a:chExt cx="209994" cy="207246"/>
            </a:xfrm>
          </p:grpSpPr>
          <p:sp>
            <p:nvSpPr>
              <p:cNvPr id="50" name="Rectangle 49">
                <a:extLst>
                  <a:ext uri="{FF2B5EF4-FFF2-40B4-BE49-F238E27FC236}">
                    <a16:creationId xmlns:a16="http://schemas.microsoft.com/office/drawing/2014/main" id="{889CC2DF-20EF-2163-86E0-DEC66DA62FB6}"/>
                  </a:ext>
                </a:extLst>
              </p:cNvPr>
              <p:cNvSpPr>
                <a:spLocks noChangeArrowheads="1"/>
              </p:cNvSpPr>
              <p:nvPr userDrawn="1"/>
            </p:nvSpPr>
            <p:spPr bwMode="auto">
              <a:xfrm>
                <a:off x="41500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262F"/>
                    </a:solidFill>
                    <a:effectLst/>
                    <a:latin typeface="Segoe UI Black" panose="020B0A02040204020203" pitchFamily="34" charset="0"/>
                  </a:rPr>
                  <a:t>A</a:t>
                </a:r>
                <a:endParaRPr kumimoji="0" lang="en-US" altLang="en-US" sz="1800" b="0" i="0" u="none" strike="noStrike" cap="none" normalizeH="0" baseline="0">
                  <a:ln>
                    <a:noFill/>
                  </a:ln>
                  <a:solidFill>
                    <a:srgbClr val="73262F"/>
                  </a:solidFill>
                  <a:effectLst/>
                  <a:latin typeface="Arial" panose="020B0604020202020204" pitchFamily="34" charset="0"/>
                </a:endParaRPr>
              </a:p>
            </p:txBody>
          </p:sp>
          <p:sp>
            <p:nvSpPr>
              <p:cNvPr id="51" name="Rectangle 50">
                <a:extLst>
                  <a:ext uri="{FF2B5EF4-FFF2-40B4-BE49-F238E27FC236}">
                    <a16:creationId xmlns:a16="http://schemas.microsoft.com/office/drawing/2014/main" id="{1E420085-C71E-ECCF-AF31-48FA8297D0D5}"/>
                  </a:ext>
                </a:extLst>
              </p:cNvPr>
              <p:cNvSpPr>
                <a:spLocks noChangeArrowheads="1"/>
              </p:cNvSpPr>
              <p:nvPr userDrawn="1"/>
            </p:nvSpPr>
            <p:spPr bwMode="auto">
              <a:xfrm>
                <a:off x="4253209"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51">
                <a:extLst>
                  <a:ext uri="{FF2B5EF4-FFF2-40B4-BE49-F238E27FC236}">
                    <a16:creationId xmlns:a16="http://schemas.microsoft.com/office/drawing/2014/main" id="{C7D4161B-14DB-3C6F-49FA-0E641FA97E10}"/>
                  </a:ext>
                </a:extLst>
              </p:cNvPr>
              <p:cNvSpPr>
                <a:spLocks noChangeArrowheads="1"/>
              </p:cNvSpPr>
              <p:nvPr userDrawn="1"/>
            </p:nvSpPr>
            <p:spPr bwMode="auto">
              <a:xfrm>
                <a:off x="4150022" y="4350869"/>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FFB3BB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55" name="Rectangle 54">
              <a:extLst>
                <a:ext uri="{FF2B5EF4-FFF2-40B4-BE49-F238E27FC236}">
                  <a16:creationId xmlns:a16="http://schemas.microsoft.com/office/drawing/2014/main" id="{FF982A3D-0487-1A0D-A037-144D9914DC61}"/>
                </a:ext>
              </a:extLst>
            </p:cNvPr>
            <p:cNvSpPr>
              <a:spLocks noChangeArrowheads="1"/>
            </p:cNvSpPr>
            <p:nvPr userDrawn="1"/>
          </p:nvSpPr>
          <p:spPr bwMode="auto">
            <a:xfrm>
              <a:off x="4161941" y="4998428"/>
              <a:ext cx="1923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FFFFFF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35" name="Group 134">
              <a:extLst>
                <a:ext uri="{FF2B5EF4-FFF2-40B4-BE49-F238E27FC236}">
                  <a16:creationId xmlns:a16="http://schemas.microsoft.com/office/drawing/2014/main" id="{94DC77AE-A152-25B2-6C03-68D92DF002A1}"/>
                </a:ext>
              </a:extLst>
            </p:cNvPr>
            <p:cNvGrpSpPr/>
            <p:nvPr userDrawn="1"/>
          </p:nvGrpSpPr>
          <p:grpSpPr>
            <a:xfrm>
              <a:off x="3020515" y="4479479"/>
              <a:ext cx="209994" cy="208939"/>
              <a:chOff x="3003847" y="4465941"/>
              <a:chExt cx="209994" cy="208939"/>
            </a:xfrm>
          </p:grpSpPr>
          <p:sp>
            <p:nvSpPr>
              <p:cNvPr id="57" name="Rectangle 51">
                <a:extLst>
                  <a:ext uri="{FF2B5EF4-FFF2-40B4-BE49-F238E27FC236}">
                    <a16:creationId xmlns:a16="http://schemas.microsoft.com/office/drawing/2014/main" id="{895F5902-BFBD-125B-3FEB-4CBC9AC0F8DC}"/>
                  </a:ext>
                </a:extLst>
              </p:cNvPr>
              <p:cNvSpPr>
                <a:spLocks noChangeArrowheads="1"/>
              </p:cNvSpPr>
              <p:nvPr userDrawn="1"/>
            </p:nvSpPr>
            <p:spPr bwMode="auto">
              <a:xfrm>
                <a:off x="3003847"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58" name="Rectangle 52">
                <a:extLst>
                  <a:ext uri="{FF2B5EF4-FFF2-40B4-BE49-F238E27FC236}">
                    <a16:creationId xmlns:a16="http://schemas.microsoft.com/office/drawing/2014/main" id="{103F56FC-3C85-D11C-15B5-5B86752DF541}"/>
                  </a:ext>
                </a:extLst>
              </p:cNvPr>
              <p:cNvSpPr>
                <a:spLocks noChangeArrowheads="1"/>
              </p:cNvSpPr>
              <p:nvPr userDrawn="1"/>
            </p:nvSpPr>
            <p:spPr bwMode="auto">
              <a:xfrm>
                <a:off x="31086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53">
                <a:extLst>
                  <a:ext uri="{FF2B5EF4-FFF2-40B4-BE49-F238E27FC236}">
                    <a16:creationId xmlns:a16="http://schemas.microsoft.com/office/drawing/2014/main" id="{1326CD1E-7B9A-8A72-C172-F4E85177A8BD}"/>
                  </a:ext>
                </a:extLst>
              </p:cNvPr>
              <p:cNvSpPr>
                <a:spLocks noChangeArrowheads="1"/>
              </p:cNvSpPr>
              <p:nvPr userDrawn="1"/>
            </p:nvSpPr>
            <p:spPr bwMode="auto">
              <a:xfrm>
                <a:off x="3003847" y="4597936"/>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FF5C39</a:t>
                </a:r>
                <a:endParaRPr kumimoji="0" lang="en-US" altLang="en-US" sz="1800" b="0" i="0" u="none" strike="noStrike" cap="none" normalizeH="0" baseline="0">
                  <a:ln>
                    <a:noFill/>
                  </a:ln>
                  <a:effectLst/>
                  <a:latin typeface="Arial" panose="020B0604020202020204" pitchFamily="34" charset="0"/>
                </a:endParaRPr>
              </a:p>
            </p:txBody>
          </p:sp>
        </p:grpSp>
        <p:grpSp>
          <p:nvGrpSpPr>
            <p:cNvPr id="137" name="Group 136">
              <a:extLst>
                <a:ext uri="{FF2B5EF4-FFF2-40B4-BE49-F238E27FC236}">
                  <a16:creationId xmlns:a16="http://schemas.microsoft.com/office/drawing/2014/main" id="{4CA32E28-13DC-C098-2609-0F749347B3A0}"/>
                </a:ext>
              </a:extLst>
            </p:cNvPr>
            <p:cNvGrpSpPr/>
            <p:nvPr userDrawn="1"/>
          </p:nvGrpSpPr>
          <p:grpSpPr>
            <a:xfrm>
              <a:off x="3020515" y="4724853"/>
              <a:ext cx="221214" cy="208938"/>
              <a:chOff x="3003847" y="4707931"/>
              <a:chExt cx="221214" cy="208938"/>
            </a:xfrm>
          </p:grpSpPr>
          <p:sp>
            <p:nvSpPr>
              <p:cNvPr id="61" name="Rectangle 55">
                <a:extLst>
                  <a:ext uri="{FF2B5EF4-FFF2-40B4-BE49-F238E27FC236}">
                    <a16:creationId xmlns:a16="http://schemas.microsoft.com/office/drawing/2014/main" id="{A098F3E4-C71B-9115-28EA-8418062C23D4}"/>
                  </a:ext>
                </a:extLst>
              </p:cNvPr>
              <p:cNvSpPr>
                <a:spLocks noChangeArrowheads="1"/>
              </p:cNvSpPr>
              <p:nvPr userDrawn="1"/>
            </p:nvSpPr>
            <p:spPr bwMode="auto">
              <a:xfrm>
                <a:off x="3003847"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A38B"/>
                    </a:solidFill>
                    <a:effectLst/>
                    <a:latin typeface="Segoe UI Black" panose="020B0A02040204020203" pitchFamily="34" charset="0"/>
                  </a:rPr>
                  <a:t>A</a:t>
                </a:r>
                <a:endParaRPr kumimoji="0" lang="en-US" altLang="en-US" sz="1800" b="0" i="0" u="none" strike="noStrike" cap="none" normalizeH="0" baseline="0">
                  <a:ln>
                    <a:noFill/>
                  </a:ln>
                  <a:solidFill>
                    <a:srgbClr val="FFA38B"/>
                  </a:solidFill>
                  <a:effectLst/>
                  <a:latin typeface="Arial" panose="020B0604020202020204" pitchFamily="34" charset="0"/>
                </a:endParaRPr>
              </a:p>
            </p:txBody>
          </p:sp>
          <p:sp>
            <p:nvSpPr>
              <p:cNvPr id="62" name="Rectangle 56">
                <a:extLst>
                  <a:ext uri="{FF2B5EF4-FFF2-40B4-BE49-F238E27FC236}">
                    <a16:creationId xmlns:a16="http://schemas.microsoft.com/office/drawing/2014/main" id="{A144836B-B6FD-EC56-A2FF-32C97598B07E}"/>
                  </a:ext>
                </a:extLst>
              </p:cNvPr>
              <p:cNvSpPr>
                <a:spLocks noChangeArrowheads="1"/>
              </p:cNvSpPr>
              <p:nvPr userDrawn="1"/>
            </p:nvSpPr>
            <p:spPr bwMode="auto">
              <a:xfrm>
                <a:off x="31086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57">
                <a:extLst>
                  <a:ext uri="{FF2B5EF4-FFF2-40B4-BE49-F238E27FC236}">
                    <a16:creationId xmlns:a16="http://schemas.microsoft.com/office/drawing/2014/main" id="{B4B4A50A-B0AB-3249-578C-C74260F52234}"/>
                  </a:ext>
                </a:extLst>
              </p:cNvPr>
              <p:cNvSpPr>
                <a:spLocks noChangeArrowheads="1"/>
              </p:cNvSpPr>
              <p:nvPr userDrawn="1"/>
            </p:nvSpPr>
            <p:spPr bwMode="auto">
              <a:xfrm>
                <a:off x="3003847" y="4839925"/>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73391D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3" name="Group 132">
              <a:extLst>
                <a:ext uri="{FF2B5EF4-FFF2-40B4-BE49-F238E27FC236}">
                  <a16:creationId xmlns:a16="http://schemas.microsoft.com/office/drawing/2014/main" id="{16F9D676-15C5-A3E3-4D1C-EFE6430F4CE0}"/>
                </a:ext>
              </a:extLst>
            </p:cNvPr>
            <p:cNvGrpSpPr/>
            <p:nvPr userDrawn="1"/>
          </p:nvGrpSpPr>
          <p:grpSpPr>
            <a:xfrm>
              <a:off x="3020515" y="4235797"/>
              <a:ext cx="213200" cy="207246"/>
              <a:chOff x="3003847" y="4220567"/>
              <a:chExt cx="213200" cy="207246"/>
            </a:xfrm>
          </p:grpSpPr>
          <p:grpSp>
            <p:nvGrpSpPr>
              <p:cNvPr id="132" name="Group 131">
                <a:extLst>
                  <a:ext uri="{FF2B5EF4-FFF2-40B4-BE49-F238E27FC236}">
                    <a16:creationId xmlns:a16="http://schemas.microsoft.com/office/drawing/2014/main" id="{D674A0B8-6B78-ECA6-EC9D-4CE7A3185FEF}"/>
                  </a:ext>
                </a:extLst>
              </p:cNvPr>
              <p:cNvGrpSpPr/>
              <p:nvPr userDrawn="1"/>
            </p:nvGrpSpPr>
            <p:grpSpPr>
              <a:xfrm>
                <a:off x="3003847" y="4220567"/>
                <a:ext cx="200955" cy="153888"/>
                <a:chOff x="3003847" y="4220567"/>
                <a:chExt cx="200955" cy="153888"/>
              </a:xfrm>
            </p:grpSpPr>
            <p:sp>
              <p:nvSpPr>
                <p:cNvPr id="65" name="Rectangle 59">
                  <a:extLst>
                    <a:ext uri="{FF2B5EF4-FFF2-40B4-BE49-F238E27FC236}">
                      <a16:creationId xmlns:a16="http://schemas.microsoft.com/office/drawing/2014/main" id="{A07F7F4E-CE01-4B75-1EB8-848F1A98AAC3}"/>
                    </a:ext>
                  </a:extLst>
                </p:cNvPr>
                <p:cNvSpPr>
                  <a:spLocks noChangeArrowheads="1"/>
                </p:cNvSpPr>
                <p:nvPr userDrawn="1"/>
              </p:nvSpPr>
              <p:spPr bwMode="auto">
                <a:xfrm>
                  <a:off x="3003847"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391D"/>
                      </a:solidFill>
                      <a:effectLst/>
                      <a:latin typeface="Segoe UI Black" panose="020B0A02040204020203" pitchFamily="34" charset="0"/>
                    </a:rPr>
                    <a:t>A</a:t>
                  </a:r>
                  <a:endParaRPr kumimoji="0" lang="en-US" altLang="en-US" sz="1800" b="0" i="0" u="none" strike="noStrike" cap="none" normalizeH="0" baseline="0">
                    <a:ln>
                      <a:noFill/>
                    </a:ln>
                    <a:solidFill>
                      <a:srgbClr val="73391D"/>
                    </a:solidFill>
                    <a:effectLst/>
                    <a:latin typeface="Arial" panose="020B0604020202020204" pitchFamily="34" charset="0"/>
                  </a:endParaRPr>
                </a:p>
              </p:txBody>
            </p:sp>
            <p:sp>
              <p:nvSpPr>
                <p:cNvPr id="66" name="Rectangle 60">
                  <a:extLst>
                    <a:ext uri="{FF2B5EF4-FFF2-40B4-BE49-F238E27FC236}">
                      <a16:creationId xmlns:a16="http://schemas.microsoft.com/office/drawing/2014/main" id="{E90485C9-55AD-E0C2-34CA-66E40F03B73B}"/>
                    </a:ext>
                  </a:extLst>
                </p:cNvPr>
                <p:cNvSpPr>
                  <a:spLocks noChangeArrowheads="1"/>
                </p:cNvSpPr>
                <p:nvPr userDrawn="1"/>
              </p:nvSpPr>
              <p:spPr bwMode="auto">
                <a:xfrm>
                  <a:off x="31086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67" name="Rectangle 61">
                <a:extLst>
                  <a:ext uri="{FF2B5EF4-FFF2-40B4-BE49-F238E27FC236}">
                    <a16:creationId xmlns:a16="http://schemas.microsoft.com/office/drawing/2014/main" id="{A37954AB-F66D-09B1-C2BD-5ACDC4C114AF}"/>
                  </a:ext>
                </a:extLst>
              </p:cNvPr>
              <p:cNvSpPr>
                <a:spLocks noChangeArrowheads="1"/>
              </p:cNvSpPr>
              <p:nvPr userDrawn="1"/>
            </p:nvSpPr>
            <p:spPr bwMode="auto">
              <a:xfrm>
                <a:off x="3003847" y="4350869"/>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FFA38B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70" name="Rectangle 64">
              <a:extLst>
                <a:ext uri="{FF2B5EF4-FFF2-40B4-BE49-F238E27FC236}">
                  <a16:creationId xmlns:a16="http://schemas.microsoft.com/office/drawing/2014/main" id="{E6BD7DAA-1203-86EB-90AF-4CB405BBBF17}"/>
                </a:ext>
              </a:extLst>
            </p:cNvPr>
            <p:cNvSpPr>
              <a:spLocks noChangeArrowheads="1"/>
            </p:cNvSpPr>
            <p:nvPr userDrawn="1"/>
          </p:nvSpPr>
          <p:spPr bwMode="auto">
            <a:xfrm>
              <a:off x="3020515" y="4998428"/>
              <a:ext cx="20197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F4F3F5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42" name="Group 141">
              <a:extLst>
                <a:ext uri="{FF2B5EF4-FFF2-40B4-BE49-F238E27FC236}">
                  <a16:creationId xmlns:a16="http://schemas.microsoft.com/office/drawing/2014/main" id="{B78A64DE-6215-4C7D-CB69-916710B74D83}"/>
                </a:ext>
              </a:extLst>
            </p:cNvPr>
            <p:cNvGrpSpPr/>
            <p:nvPr userDrawn="1"/>
          </p:nvGrpSpPr>
          <p:grpSpPr>
            <a:xfrm>
              <a:off x="6455085" y="4479479"/>
              <a:ext cx="221214" cy="208939"/>
              <a:chOff x="6440784" y="4467633"/>
              <a:chExt cx="221214" cy="208939"/>
            </a:xfrm>
          </p:grpSpPr>
          <p:sp>
            <p:nvSpPr>
              <p:cNvPr id="72" name="Rectangle 66">
                <a:extLst>
                  <a:ext uri="{FF2B5EF4-FFF2-40B4-BE49-F238E27FC236}">
                    <a16:creationId xmlns:a16="http://schemas.microsoft.com/office/drawing/2014/main" id="{3C25E052-E70A-9985-665A-7BF72068FACC}"/>
                  </a:ext>
                </a:extLst>
              </p:cNvPr>
              <p:cNvSpPr>
                <a:spLocks noChangeArrowheads="1"/>
              </p:cNvSpPr>
              <p:nvPr userDrawn="1"/>
            </p:nvSpPr>
            <p:spPr bwMode="auto">
              <a:xfrm>
                <a:off x="6440784"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 name="Rectangle 67">
                <a:extLst>
                  <a:ext uri="{FF2B5EF4-FFF2-40B4-BE49-F238E27FC236}">
                    <a16:creationId xmlns:a16="http://schemas.microsoft.com/office/drawing/2014/main" id="{26866EA9-D870-8B6F-E09C-4BF7BC3AEE5D}"/>
                  </a:ext>
                </a:extLst>
              </p:cNvPr>
              <p:cNvSpPr>
                <a:spLocks noChangeArrowheads="1"/>
              </p:cNvSpPr>
              <p:nvPr userDrawn="1"/>
            </p:nvSpPr>
            <p:spPr bwMode="auto">
              <a:xfrm>
                <a:off x="6545559"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 name="Rectangle 68">
                <a:extLst>
                  <a:ext uri="{FF2B5EF4-FFF2-40B4-BE49-F238E27FC236}">
                    <a16:creationId xmlns:a16="http://schemas.microsoft.com/office/drawing/2014/main" id="{A1A5AC1F-B80A-3740-4DB5-2A2903E1FB9F}"/>
                  </a:ext>
                </a:extLst>
              </p:cNvPr>
              <p:cNvSpPr>
                <a:spLocks noChangeArrowheads="1"/>
              </p:cNvSpPr>
              <p:nvPr userDrawn="1"/>
            </p:nvSpPr>
            <p:spPr bwMode="auto">
              <a:xfrm>
                <a:off x="6440784" y="4599628"/>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0078D4</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grpSp>
          <p:nvGrpSpPr>
            <p:cNvPr id="144" name="Group 143">
              <a:extLst>
                <a:ext uri="{FF2B5EF4-FFF2-40B4-BE49-F238E27FC236}">
                  <a16:creationId xmlns:a16="http://schemas.microsoft.com/office/drawing/2014/main" id="{D827A894-B698-2BCA-F167-5B781D78197E}"/>
                </a:ext>
              </a:extLst>
            </p:cNvPr>
            <p:cNvGrpSpPr/>
            <p:nvPr userDrawn="1"/>
          </p:nvGrpSpPr>
          <p:grpSpPr>
            <a:xfrm>
              <a:off x="6455085" y="4724853"/>
              <a:ext cx="214802" cy="208939"/>
              <a:chOff x="6440784" y="4709623"/>
              <a:chExt cx="214802" cy="208939"/>
            </a:xfrm>
          </p:grpSpPr>
          <p:sp>
            <p:nvSpPr>
              <p:cNvPr id="76" name="Rectangle 70">
                <a:extLst>
                  <a:ext uri="{FF2B5EF4-FFF2-40B4-BE49-F238E27FC236}">
                    <a16:creationId xmlns:a16="http://schemas.microsoft.com/office/drawing/2014/main" id="{E00F9C9C-33CE-9310-6C5E-B68438616172}"/>
                  </a:ext>
                </a:extLst>
              </p:cNvPr>
              <p:cNvSpPr>
                <a:spLocks noChangeArrowheads="1"/>
              </p:cNvSpPr>
              <p:nvPr userDrawn="1"/>
            </p:nvSpPr>
            <p:spPr bwMode="auto">
              <a:xfrm>
                <a:off x="6440784"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8DC8E8"/>
                    </a:solidFill>
                    <a:effectLst/>
                    <a:latin typeface="Segoe UI Black" panose="020B0A02040204020203" pitchFamily="34" charset="0"/>
                  </a:rPr>
                  <a:t>A</a:t>
                </a:r>
                <a:endParaRPr kumimoji="0" lang="en-US" altLang="en-US" sz="1800" b="0" i="0" u="none" strike="noStrike" cap="none" normalizeH="0" baseline="0">
                  <a:ln>
                    <a:noFill/>
                  </a:ln>
                  <a:solidFill>
                    <a:srgbClr val="8DC8E8"/>
                  </a:solidFill>
                  <a:effectLst/>
                  <a:latin typeface="Arial" panose="020B0604020202020204" pitchFamily="34" charset="0"/>
                </a:endParaRPr>
              </a:p>
            </p:txBody>
          </p:sp>
          <p:sp>
            <p:nvSpPr>
              <p:cNvPr id="77" name="Rectangle 71">
                <a:extLst>
                  <a:ext uri="{FF2B5EF4-FFF2-40B4-BE49-F238E27FC236}">
                    <a16:creationId xmlns:a16="http://schemas.microsoft.com/office/drawing/2014/main" id="{C336D1AC-24F2-3D85-B4EA-6CEF1387CA23}"/>
                  </a:ext>
                </a:extLst>
              </p:cNvPr>
              <p:cNvSpPr>
                <a:spLocks noChangeArrowheads="1"/>
              </p:cNvSpPr>
              <p:nvPr userDrawn="1"/>
            </p:nvSpPr>
            <p:spPr bwMode="auto">
              <a:xfrm>
                <a:off x="6545559"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 name="Rectangle 72">
                <a:extLst>
                  <a:ext uri="{FF2B5EF4-FFF2-40B4-BE49-F238E27FC236}">
                    <a16:creationId xmlns:a16="http://schemas.microsoft.com/office/drawing/2014/main" id="{B487530C-87BB-6282-289D-CD211AE8C887}"/>
                  </a:ext>
                </a:extLst>
              </p:cNvPr>
              <p:cNvSpPr>
                <a:spLocks noChangeArrowheads="1"/>
              </p:cNvSpPr>
              <p:nvPr userDrawn="1"/>
            </p:nvSpPr>
            <p:spPr bwMode="auto">
              <a:xfrm>
                <a:off x="6440784" y="4841618"/>
                <a:ext cx="21480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2A446F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0" name="Group 139">
              <a:extLst>
                <a:ext uri="{FF2B5EF4-FFF2-40B4-BE49-F238E27FC236}">
                  <a16:creationId xmlns:a16="http://schemas.microsoft.com/office/drawing/2014/main" id="{C6B358CB-8244-C3C8-2F51-79969683929B}"/>
                </a:ext>
              </a:extLst>
            </p:cNvPr>
            <p:cNvGrpSpPr/>
            <p:nvPr userDrawn="1"/>
          </p:nvGrpSpPr>
          <p:grpSpPr>
            <a:xfrm>
              <a:off x="6455085" y="4235797"/>
              <a:ext cx="222818" cy="207246"/>
              <a:chOff x="6440784" y="4222259"/>
              <a:chExt cx="222818" cy="207246"/>
            </a:xfrm>
          </p:grpSpPr>
          <p:sp>
            <p:nvSpPr>
              <p:cNvPr id="80" name="Rectangle 74">
                <a:extLst>
                  <a:ext uri="{FF2B5EF4-FFF2-40B4-BE49-F238E27FC236}">
                    <a16:creationId xmlns:a16="http://schemas.microsoft.com/office/drawing/2014/main" id="{F8EEFBD4-BCC8-9B51-82E9-5FEE4E034CF5}"/>
                  </a:ext>
                </a:extLst>
              </p:cNvPr>
              <p:cNvSpPr>
                <a:spLocks noChangeArrowheads="1"/>
              </p:cNvSpPr>
              <p:nvPr userDrawn="1"/>
            </p:nvSpPr>
            <p:spPr bwMode="auto">
              <a:xfrm>
                <a:off x="6440784"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2A446F"/>
                    </a:solidFill>
                    <a:effectLst/>
                    <a:latin typeface="Segoe UI Black" panose="020B0A02040204020203" pitchFamily="34" charset="0"/>
                  </a:rPr>
                  <a:t>A</a:t>
                </a:r>
                <a:endParaRPr kumimoji="0" lang="en-US" altLang="en-US" sz="1800" b="0" i="0" u="none" strike="noStrike" cap="none" normalizeH="0" baseline="0">
                  <a:ln>
                    <a:noFill/>
                  </a:ln>
                  <a:solidFill>
                    <a:srgbClr val="2A446F"/>
                  </a:solidFill>
                  <a:effectLst/>
                  <a:latin typeface="Arial" panose="020B0604020202020204" pitchFamily="34" charset="0"/>
                </a:endParaRPr>
              </a:p>
            </p:txBody>
          </p:sp>
          <p:sp>
            <p:nvSpPr>
              <p:cNvPr id="81" name="Rectangle 75">
                <a:extLst>
                  <a:ext uri="{FF2B5EF4-FFF2-40B4-BE49-F238E27FC236}">
                    <a16:creationId xmlns:a16="http://schemas.microsoft.com/office/drawing/2014/main" id="{5B380C53-82FA-1B4B-30BF-798A5B2F88F5}"/>
                  </a:ext>
                </a:extLst>
              </p:cNvPr>
              <p:cNvSpPr>
                <a:spLocks noChangeArrowheads="1"/>
              </p:cNvSpPr>
              <p:nvPr userDrawn="1"/>
            </p:nvSpPr>
            <p:spPr bwMode="auto">
              <a:xfrm>
                <a:off x="6545559"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Rectangle 76">
                <a:extLst>
                  <a:ext uri="{FF2B5EF4-FFF2-40B4-BE49-F238E27FC236}">
                    <a16:creationId xmlns:a16="http://schemas.microsoft.com/office/drawing/2014/main" id="{5220604C-6208-C2D5-0A1F-68306385E1FB}"/>
                  </a:ext>
                </a:extLst>
              </p:cNvPr>
              <p:cNvSpPr>
                <a:spLocks noChangeArrowheads="1"/>
              </p:cNvSpPr>
              <p:nvPr userDrawn="1"/>
            </p:nvSpPr>
            <p:spPr bwMode="auto">
              <a:xfrm>
                <a:off x="6440784" y="4352561"/>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8DC8E8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0" name="Group 109">
              <a:extLst>
                <a:ext uri="{FF2B5EF4-FFF2-40B4-BE49-F238E27FC236}">
                  <a16:creationId xmlns:a16="http://schemas.microsoft.com/office/drawing/2014/main" id="{059EE6F8-A27B-1F22-044B-E55CC3E02DA7}"/>
                </a:ext>
              </a:extLst>
            </p:cNvPr>
            <p:cNvGrpSpPr>
              <a:grpSpLocks/>
            </p:cNvGrpSpPr>
            <p:nvPr userDrawn="1"/>
          </p:nvGrpSpPr>
          <p:grpSpPr>
            <a:xfrm>
              <a:off x="5282703" y="3983653"/>
              <a:ext cx="2263775" cy="231837"/>
              <a:chOff x="5282703" y="3983653"/>
              <a:chExt cx="2263775" cy="231837"/>
            </a:xfrm>
          </p:grpSpPr>
          <p:sp>
            <p:nvSpPr>
              <p:cNvPr id="83" name="Rectangle 80">
                <a:extLst>
                  <a:ext uri="{FF2B5EF4-FFF2-40B4-BE49-F238E27FC236}">
                    <a16:creationId xmlns:a16="http://schemas.microsoft.com/office/drawing/2014/main" id="{3D2A98B8-E200-678A-E8D0-7F915BF24E8A}"/>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81">
                <a:extLst>
                  <a:ext uri="{FF2B5EF4-FFF2-40B4-BE49-F238E27FC236}">
                    <a16:creationId xmlns:a16="http://schemas.microsoft.com/office/drawing/2014/main" id="{0A33A553-B149-6F5D-639E-0E68F58F1780}"/>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82">
                <a:extLst>
                  <a:ext uri="{FF2B5EF4-FFF2-40B4-BE49-F238E27FC236}">
                    <a16:creationId xmlns:a16="http://schemas.microsoft.com/office/drawing/2014/main" id="{C8B6E6AD-D8D0-9276-C59C-36AE25B7F95C}"/>
                  </a:ext>
                </a:extLst>
              </p:cNvPr>
              <p:cNvSpPr>
                <a:spLocks noEditPoints="1"/>
              </p:cNvSpPr>
              <p:nvPr/>
            </p:nvSpPr>
            <p:spPr bwMode="auto">
              <a:xfrm>
                <a:off x="5282703" y="3983653"/>
                <a:ext cx="2263775" cy="231837"/>
              </a:xfrm>
              <a:custGeom>
                <a:avLst/>
                <a:gdLst>
                  <a:gd name="T0" fmla="*/ 0 w 15200"/>
                  <a:gd name="T1" fmla="*/ 4 h 960"/>
                  <a:gd name="T2" fmla="*/ 4 w 15200"/>
                  <a:gd name="T3" fmla="*/ 0 h 960"/>
                  <a:gd name="T4" fmla="*/ 15196 w 15200"/>
                  <a:gd name="T5" fmla="*/ 0 h 960"/>
                  <a:gd name="T6" fmla="*/ 15200 w 15200"/>
                  <a:gd name="T7" fmla="*/ 4 h 960"/>
                  <a:gd name="T8" fmla="*/ 15200 w 15200"/>
                  <a:gd name="T9" fmla="*/ 956 h 960"/>
                  <a:gd name="T10" fmla="*/ 15196 w 15200"/>
                  <a:gd name="T11" fmla="*/ 960 h 960"/>
                  <a:gd name="T12" fmla="*/ 4 w 15200"/>
                  <a:gd name="T13" fmla="*/ 960 h 960"/>
                  <a:gd name="T14" fmla="*/ 0 w 15200"/>
                  <a:gd name="T15" fmla="*/ 956 h 960"/>
                  <a:gd name="T16" fmla="*/ 0 w 15200"/>
                  <a:gd name="T17" fmla="*/ 4 h 960"/>
                  <a:gd name="T18" fmla="*/ 8 w 15200"/>
                  <a:gd name="T19" fmla="*/ 956 h 960"/>
                  <a:gd name="T20" fmla="*/ 4 w 15200"/>
                  <a:gd name="T21" fmla="*/ 952 h 960"/>
                  <a:gd name="T22" fmla="*/ 15196 w 15200"/>
                  <a:gd name="T23" fmla="*/ 952 h 960"/>
                  <a:gd name="T24" fmla="*/ 15192 w 15200"/>
                  <a:gd name="T25" fmla="*/ 956 h 960"/>
                  <a:gd name="T26" fmla="*/ 15192 w 15200"/>
                  <a:gd name="T27" fmla="*/ 4 h 960"/>
                  <a:gd name="T28" fmla="*/ 15196 w 15200"/>
                  <a:gd name="T29" fmla="*/ 8 h 960"/>
                  <a:gd name="T30" fmla="*/ 4 w 15200"/>
                  <a:gd name="T31" fmla="*/ 8 h 960"/>
                  <a:gd name="T32" fmla="*/ 8 w 15200"/>
                  <a:gd name="T33" fmla="*/ 4 h 960"/>
                  <a:gd name="T34" fmla="*/ 8 w 15200"/>
                  <a:gd name="T35" fmla="*/ 95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0" h="960">
                    <a:moveTo>
                      <a:pt x="0" y="4"/>
                    </a:moveTo>
                    <a:cubicBezTo>
                      <a:pt x="0" y="2"/>
                      <a:pt x="2" y="0"/>
                      <a:pt x="4" y="0"/>
                    </a:cubicBezTo>
                    <a:lnTo>
                      <a:pt x="15196" y="0"/>
                    </a:lnTo>
                    <a:cubicBezTo>
                      <a:pt x="15199" y="0"/>
                      <a:pt x="15200" y="2"/>
                      <a:pt x="15200" y="4"/>
                    </a:cubicBezTo>
                    <a:lnTo>
                      <a:pt x="15200" y="956"/>
                    </a:lnTo>
                    <a:cubicBezTo>
                      <a:pt x="15200" y="959"/>
                      <a:pt x="15199" y="960"/>
                      <a:pt x="15196" y="960"/>
                    </a:cubicBezTo>
                    <a:lnTo>
                      <a:pt x="4" y="960"/>
                    </a:lnTo>
                    <a:cubicBezTo>
                      <a:pt x="2" y="960"/>
                      <a:pt x="0" y="959"/>
                      <a:pt x="0" y="956"/>
                    </a:cubicBezTo>
                    <a:lnTo>
                      <a:pt x="0" y="4"/>
                    </a:lnTo>
                    <a:close/>
                    <a:moveTo>
                      <a:pt x="8" y="956"/>
                    </a:moveTo>
                    <a:lnTo>
                      <a:pt x="4" y="952"/>
                    </a:lnTo>
                    <a:lnTo>
                      <a:pt x="15196" y="952"/>
                    </a:lnTo>
                    <a:lnTo>
                      <a:pt x="15192" y="956"/>
                    </a:lnTo>
                    <a:lnTo>
                      <a:pt x="15192" y="4"/>
                    </a:lnTo>
                    <a:lnTo>
                      <a:pt x="15196" y="8"/>
                    </a:lnTo>
                    <a:lnTo>
                      <a:pt x="4" y="8"/>
                    </a:lnTo>
                    <a:lnTo>
                      <a:pt x="8" y="4"/>
                    </a:lnTo>
                    <a:lnTo>
                      <a:pt x="8" y="956"/>
                    </a:ln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Rectangle 83">
                <a:extLst>
                  <a:ext uri="{FF2B5EF4-FFF2-40B4-BE49-F238E27FC236}">
                    <a16:creationId xmlns:a16="http://schemas.microsoft.com/office/drawing/2014/main" id="{0926B1ED-665F-EE39-BA4D-70CE150DA6C2}"/>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6" name="Group 145">
              <a:extLst>
                <a:ext uri="{FF2B5EF4-FFF2-40B4-BE49-F238E27FC236}">
                  <a16:creationId xmlns:a16="http://schemas.microsoft.com/office/drawing/2014/main" id="{03A39392-6759-F08C-7000-160D5DC0E292}"/>
                </a:ext>
              </a:extLst>
            </p:cNvPr>
            <p:cNvGrpSpPr/>
            <p:nvPr userDrawn="1"/>
          </p:nvGrpSpPr>
          <p:grpSpPr>
            <a:xfrm>
              <a:off x="5313659" y="4005084"/>
              <a:ext cx="498534" cy="192016"/>
              <a:chOff x="5300959" y="3988730"/>
              <a:chExt cx="498534" cy="192016"/>
            </a:xfrm>
          </p:grpSpPr>
          <p:sp>
            <p:nvSpPr>
              <p:cNvPr id="87" name="Rectangle 84">
                <a:extLst>
                  <a:ext uri="{FF2B5EF4-FFF2-40B4-BE49-F238E27FC236}">
                    <a16:creationId xmlns:a16="http://schemas.microsoft.com/office/drawing/2014/main" id="{E74C6C74-AA24-4BED-2DE9-C3CEEE41E22E}"/>
                  </a:ext>
                </a:extLst>
              </p:cNvPr>
              <p:cNvSpPr>
                <a:spLocks noChangeArrowheads="1"/>
              </p:cNvSpPr>
              <p:nvPr userDrawn="1"/>
            </p:nvSpPr>
            <p:spPr bwMode="auto">
              <a:xfrm>
                <a:off x="5300959" y="3988730"/>
                <a:ext cx="49853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FFFFFF"/>
                    </a:solidFill>
                    <a:effectLst/>
                    <a:latin typeface="Segoe UI" panose="020B0502040204020203" pitchFamily="34" charset="0"/>
                  </a:rPr>
                  <a:t>Blue Black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 name="Rectangle 85">
                <a:extLst>
                  <a:ext uri="{FF2B5EF4-FFF2-40B4-BE49-F238E27FC236}">
                    <a16:creationId xmlns:a16="http://schemas.microsoft.com/office/drawing/2014/main" id="{254A3C47-E33D-DC85-0DD1-1F09A870D429}"/>
                  </a:ext>
                </a:extLst>
              </p:cNvPr>
              <p:cNvSpPr>
                <a:spLocks noChangeArrowheads="1"/>
              </p:cNvSpPr>
              <p:nvPr userDrawn="1"/>
            </p:nvSpPr>
            <p:spPr bwMode="auto">
              <a:xfrm>
                <a:off x="5300959" y="4103802"/>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091F2C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3" name="Group 142">
              <a:extLst>
                <a:ext uri="{FF2B5EF4-FFF2-40B4-BE49-F238E27FC236}">
                  <a16:creationId xmlns:a16="http://schemas.microsoft.com/office/drawing/2014/main" id="{E479D2A2-9248-FADA-F6A8-80F2958F0621}"/>
                </a:ext>
              </a:extLst>
            </p:cNvPr>
            <p:cNvGrpSpPr/>
            <p:nvPr userDrawn="1"/>
          </p:nvGrpSpPr>
          <p:grpSpPr>
            <a:xfrm>
              <a:off x="5313659" y="4724853"/>
              <a:ext cx="211596" cy="207246"/>
              <a:chOff x="5294609" y="4714700"/>
              <a:chExt cx="211596" cy="207246"/>
            </a:xfrm>
          </p:grpSpPr>
          <p:sp>
            <p:nvSpPr>
              <p:cNvPr id="93" name="Rectangle 90">
                <a:extLst>
                  <a:ext uri="{FF2B5EF4-FFF2-40B4-BE49-F238E27FC236}">
                    <a16:creationId xmlns:a16="http://schemas.microsoft.com/office/drawing/2014/main" id="{7C14974B-01E7-053F-C185-D7AF06732E9F}"/>
                  </a:ext>
                </a:extLst>
              </p:cNvPr>
              <p:cNvSpPr>
                <a:spLocks noChangeArrowheads="1"/>
              </p:cNvSpPr>
              <p:nvPr userDrawn="1"/>
            </p:nvSpPr>
            <p:spPr bwMode="auto">
              <a:xfrm>
                <a:off x="5294609"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CD9BCF"/>
                    </a:solidFill>
                    <a:effectLst/>
                    <a:latin typeface="Segoe UI Black" panose="020B0A02040204020203" pitchFamily="34" charset="0"/>
                  </a:rPr>
                  <a:t>A</a:t>
                </a:r>
                <a:endParaRPr kumimoji="0" lang="en-US" altLang="en-US" sz="1800" b="0" i="0" u="none" strike="noStrike" cap="none" normalizeH="0" baseline="0">
                  <a:ln>
                    <a:noFill/>
                  </a:ln>
                  <a:solidFill>
                    <a:srgbClr val="CD9BCF"/>
                  </a:solidFill>
                  <a:effectLst/>
                  <a:latin typeface="Arial" panose="020B0604020202020204" pitchFamily="34" charset="0"/>
                </a:endParaRPr>
              </a:p>
            </p:txBody>
          </p:sp>
          <p:sp>
            <p:nvSpPr>
              <p:cNvPr id="94" name="Rectangle 91">
                <a:extLst>
                  <a:ext uri="{FF2B5EF4-FFF2-40B4-BE49-F238E27FC236}">
                    <a16:creationId xmlns:a16="http://schemas.microsoft.com/office/drawing/2014/main" id="{549DD738-C45C-386A-8917-EAAC0DA91431}"/>
                  </a:ext>
                </a:extLst>
              </p:cNvPr>
              <p:cNvSpPr>
                <a:spLocks noChangeArrowheads="1"/>
              </p:cNvSpPr>
              <p:nvPr userDrawn="1"/>
            </p:nvSpPr>
            <p:spPr bwMode="auto">
              <a:xfrm>
                <a:off x="5399384"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 name="Rectangle 92">
                <a:extLst>
                  <a:ext uri="{FF2B5EF4-FFF2-40B4-BE49-F238E27FC236}">
                    <a16:creationId xmlns:a16="http://schemas.microsoft.com/office/drawing/2014/main" id="{61D59B05-DAD6-BBC5-343C-A42D46F9CD87}"/>
                  </a:ext>
                </a:extLst>
              </p:cNvPr>
              <p:cNvSpPr>
                <a:spLocks noChangeArrowheads="1"/>
              </p:cNvSpPr>
              <p:nvPr userDrawn="1"/>
            </p:nvSpPr>
            <p:spPr bwMode="auto">
              <a:xfrm>
                <a:off x="5294609" y="4845002"/>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702573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9" name="Group 138">
              <a:extLst>
                <a:ext uri="{FF2B5EF4-FFF2-40B4-BE49-F238E27FC236}">
                  <a16:creationId xmlns:a16="http://schemas.microsoft.com/office/drawing/2014/main" id="{0FB38F0E-9447-70F7-2C96-EE118D6178E7}"/>
                </a:ext>
              </a:extLst>
            </p:cNvPr>
            <p:cNvGrpSpPr/>
            <p:nvPr userDrawn="1"/>
          </p:nvGrpSpPr>
          <p:grpSpPr>
            <a:xfrm>
              <a:off x="5313659" y="4235797"/>
              <a:ext cx="229230" cy="208939"/>
              <a:chOff x="5294609" y="4225643"/>
              <a:chExt cx="229230" cy="208939"/>
            </a:xfrm>
          </p:grpSpPr>
          <p:sp>
            <p:nvSpPr>
              <p:cNvPr id="97" name="Rectangle 94">
                <a:extLst>
                  <a:ext uri="{FF2B5EF4-FFF2-40B4-BE49-F238E27FC236}">
                    <a16:creationId xmlns:a16="http://schemas.microsoft.com/office/drawing/2014/main" id="{43BBB099-87DC-5BA5-BC4D-B2C9646D644E}"/>
                  </a:ext>
                </a:extLst>
              </p:cNvPr>
              <p:cNvSpPr>
                <a:spLocks noChangeArrowheads="1"/>
              </p:cNvSpPr>
              <p:nvPr userDrawn="1"/>
            </p:nvSpPr>
            <p:spPr bwMode="auto">
              <a:xfrm>
                <a:off x="5294609"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02573"/>
                    </a:solidFill>
                    <a:effectLst/>
                    <a:latin typeface="Segoe UI Black" panose="020B0A02040204020203" pitchFamily="34" charset="0"/>
                  </a:rPr>
                  <a:t>A</a:t>
                </a:r>
                <a:endParaRPr kumimoji="0" lang="en-US" altLang="en-US" sz="1800" b="0" i="0" u="none" strike="noStrike" cap="none" normalizeH="0" baseline="0">
                  <a:ln>
                    <a:noFill/>
                  </a:ln>
                  <a:solidFill>
                    <a:srgbClr val="702573"/>
                  </a:solidFill>
                  <a:effectLst/>
                  <a:latin typeface="Arial" panose="020B0604020202020204" pitchFamily="34" charset="0"/>
                </a:endParaRPr>
              </a:p>
            </p:txBody>
          </p:sp>
          <p:sp>
            <p:nvSpPr>
              <p:cNvPr id="98" name="Rectangle 95">
                <a:extLst>
                  <a:ext uri="{FF2B5EF4-FFF2-40B4-BE49-F238E27FC236}">
                    <a16:creationId xmlns:a16="http://schemas.microsoft.com/office/drawing/2014/main" id="{264AF6E2-1295-4160-DA19-2585B363120A}"/>
                  </a:ext>
                </a:extLst>
              </p:cNvPr>
              <p:cNvSpPr>
                <a:spLocks noChangeArrowheads="1"/>
              </p:cNvSpPr>
              <p:nvPr userDrawn="1"/>
            </p:nvSpPr>
            <p:spPr bwMode="auto">
              <a:xfrm>
                <a:off x="5399384"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 name="Rectangle 96">
                <a:extLst>
                  <a:ext uri="{FF2B5EF4-FFF2-40B4-BE49-F238E27FC236}">
                    <a16:creationId xmlns:a16="http://schemas.microsoft.com/office/drawing/2014/main" id="{C0386FF5-BA0F-B1F4-88CA-8E64D2C66F76}"/>
                  </a:ext>
                </a:extLst>
              </p:cNvPr>
              <p:cNvSpPr>
                <a:spLocks noChangeArrowheads="1"/>
              </p:cNvSpPr>
              <p:nvPr userDrawn="1"/>
            </p:nvSpPr>
            <p:spPr bwMode="auto">
              <a:xfrm>
                <a:off x="5294609" y="4357638"/>
                <a:ext cx="22923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CD9BCF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3" name="Group 112">
              <a:extLst>
                <a:ext uri="{FF2B5EF4-FFF2-40B4-BE49-F238E27FC236}">
                  <a16:creationId xmlns:a16="http://schemas.microsoft.com/office/drawing/2014/main" id="{74DB690E-251B-681D-745F-89FC4E1C51B3}"/>
                </a:ext>
              </a:extLst>
            </p:cNvPr>
            <p:cNvGrpSpPr/>
            <p:nvPr userDrawn="1"/>
          </p:nvGrpSpPr>
          <p:grpSpPr>
            <a:xfrm>
              <a:off x="5280323" y="4976997"/>
              <a:ext cx="2263775" cy="231837"/>
              <a:chOff x="5280323" y="4976997"/>
              <a:chExt cx="2263775" cy="231837"/>
            </a:xfrm>
          </p:grpSpPr>
          <p:sp>
            <p:nvSpPr>
              <p:cNvPr id="100" name="Rectangle 97">
                <a:extLst>
                  <a:ext uri="{FF2B5EF4-FFF2-40B4-BE49-F238E27FC236}">
                    <a16:creationId xmlns:a16="http://schemas.microsoft.com/office/drawing/2014/main" id="{9FC9884F-56BC-C520-8E0E-60C18D1D943A}"/>
                  </a:ext>
                </a:extLst>
              </p:cNvPr>
              <p:cNvSpPr>
                <a:spLocks noChangeArrowheads="1"/>
              </p:cNvSpPr>
              <p:nvPr/>
            </p:nvSpPr>
            <p:spPr bwMode="auto">
              <a:xfrm>
                <a:off x="5280323" y="4976997"/>
                <a:ext cx="2263775" cy="2318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98">
                <a:extLst>
                  <a:ext uri="{FF2B5EF4-FFF2-40B4-BE49-F238E27FC236}">
                    <a16:creationId xmlns:a16="http://schemas.microsoft.com/office/drawing/2014/main" id="{5EBE61B3-D140-8057-1328-6C3FE7AD74AB}"/>
                  </a:ext>
                </a:extLst>
              </p:cNvPr>
              <p:cNvSpPr>
                <a:spLocks noChangeArrowheads="1"/>
              </p:cNvSpPr>
              <p:nvPr/>
            </p:nvSpPr>
            <p:spPr bwMode="auto">
              <a:xfrm>
                <a:off x="5280323" y="4976997"/>
                <a:ext cx="2263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2" name="Rectangle 99">
              <a:extLst>
                <a:ext uri="{FF2B5EF4-FFF2-40B4-BE49-F238E27FC236}">
                  <a16:creationId xmlns:a16="http://schemas.microsoft.com/office/drawing/2014/main" id="{EE5B0239-44FF-64AE-A0A3-E7AEC4F719D0}"/>
                </a:ext>
              </a:extLst>
            </p:cNvPr>
            <p:cNvSpPr>
              <a:spLocks noChangeArrowheads="1"/>
            </p:cNvSpPr>
            <p:nvPr userDrawn="1"/>
          </p:nvSpPr>
          <p:spPr bwMode="auto">
            <a:xfrm>
              <a:off x="5311279" y="4998428"/>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000000</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nvGrpSpPr>
            <p:cNvPr id="111" name="Group 110">
              <a:extLst>
                <a:ext uri="{FF2B5EF4-FFF2-40B4-BE49-F238E27FC236}">
                  <a16:creationId xmlns:a16="http://schemas.microsoft.com/office/drawing/2014/main" id="{287256CD-A0D0-C353-3C91-F51DC6CEAA74}"/>
                </a:ext>
              </a:extLst>
            </p:cNvPr>
            <p:cNvGrpSpPr>
              <a:grpSpLocks/>
            </p:cNvGrpSpPr>
            <p:nvPr userDrawn="1"/>
          </p:nvGrpSpPr>
          <p:grpSpPr>
            <a:xfrm>
              <a:off x="2987973" y="3983653"/>
              <a:ext cx="2263775" cy="231837"/>
              <a:chOff x="2987972" y="3987038"/>
              <a:chExt cx="2268538" cy="230144"/>
            </a:xfrm>
          </p:grpSpPr>
          <p:sp>
            <p:nvSpPr>
              <p:cNvPr id="103" name="Rectangle 100">
                <a:extLst>
                  <a:ext uri="{FF2B5EF4-FFF2-40B4-BE49-F238E27FC236}">
                    <a16:creationId xmlns:a16="http://schemas.microsoft.com/office/drawing/2014/main" id="{9CADF0D7-2065-1313-DBFF-EB0C09C03DB9}"/>
                  </a:ext>
                </a:extLst>
              </p:cNvPr>
              <p:cNvSpPr>
                <a:spLocks noChangeArrowheads="1"/>
              </p:cNvSpPr>
              <p:nvPr/>
            </p:nvSpPr>
            <p:spPr bwMode="auto">
              <a:xfrm>
                <a:off x="2987972" y="3987038"/>
                <a:ext cx="2268538" cy="230144"/>
              </a:xfrm>
              <a:prstGeom prst="rect">
                <a:avLst/>
              </a:prstGeom>
              <a:solidFill>
                <a:srgbClr val="E8E6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Rectangle 101">
                <a:extLst>
                  <a:ext uri="{FF2B5EF4-FFF2-40B4-BE49-F238E27FC236}">
                    <a16:creationId xmlns:a16="http://schemas.microsoft.com/office/drawing/2014/main" id="{213DC802-E7FC-525B-6021-DF572FA385D6}"/>
                  </a:ext>
                </a:extLst>
              </p:cNvPr>
              <p:cNvSpPr>
                <a:spLocks noChangeArrowheads="1"/>
              </p:cNvSpPr>
              <p:nvPr/>
            </p:nvSpPr>
            <p:spPr bwMode="auto">
              <a:xfrm>
                <a:off x="2987972" y="3987038"/>
                <a:ext cx="2268538" cy="230144"/>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5" name="Group 144">
              <a:extLst>
                <a:ext uri="{FF2B5EF4-FFF2-40B4-BE49-F238E27FC236}">
                  <a16:creationId xmlns:a16="http://schemas.microsoft.com/office/drawing/2014/main" id="{18F04B8B-7F04-6D66-32DA-88D780BD0093}"/>
                </a:ext>
              </a:extLst>
            </p:cNvPr>
            <p:cNvGrpSpPr/>
            <p:nvPr userDrawn="1"/>
          </p:nvGrpSpPr>
          <p:grpSpPr>
            <a:xfrm>
              <a:off x="3018929" y="4005084"/>
              <a:ext cx="615553" cy="190324"/>
              <a:chOff x="3002259" y="3980269"/>
              <a:chExt cx="615553" cy="190324"/>
            </a:xfrm>
          </p:grpSpPr>
          <p:sp>
            <p:nvSpPr>
              <p:cNvPr id="105" name="Rectangle 102">
                <a:extLst>
                  <a:ext uri="{FF2B5EF4-FFF2-40B4-BE49-F238E27FC236}">
                    <a16:creationId xmlns:a16="http://schemas.microsoft.com/office/drawing/2014/main" id="{BB53E1AC-8C2B-8E90-2391-F13AB0E7DBCC}"/>
                  </a:ext>
                </a:extLst>
              </p:cNvPr>
              <p:cNvSpPr>
                <a:spLocks noChangeArrowheads="1"/>
              </p:cNvSpPr>
              <p:nvPr userDrawn="1"/>
            </p:nvSpPr>
            <p:spPr bwMode="auto">
              <a:xfrm>
                <a:off x="3002259" y="3980269"/>
                <a:ext cx="61555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1A1A1A"/>
                    </a:solidFill>
                    <a:effectLst/>
                    <a:latin typeface="Segoe UI" panose="020B0502040204020203" pitchFamily="34" charset="0"/>
                  </a:rPr>
                  <a:t>Neutral Gray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 name="Rectangle 103">
                <a:extLst>
                  <a:ext uri="{FF2B5EF4-FFF2-40B4-BE49-F238E27FC236}">
                    <a16:creationId xmlns:a16="http://schemas.microsoft.com/office/drawing/2014/main" id="{A24372CE-4853-1243-3F7B-9DA51361BDF1}"/>
                  </a:ext>
                </a:extLst>
              </p:cNvPr>
              <p:cNvSpPr>
                <a:spLocks noChangeArrowheads="1"/>
              </p:cNvSpPr>
              <p:nvPr userDrawn="1"/>
            </p:nvSpPr>
            <p:spPr bwMode="auto">
              <a:xfrm>
                <a:off x="3002259" y="4093649"/>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E8E6DF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6" name="Group 135">
              <a:extLst>
                <a:ext uri="{FF2B5EF4-FFF2-40B4-BE49-F238E27FC236}">
                  <a16:creationId xmlns:a16="http://schemas.microsoft.com/office/drawing/2014/main" id="{3C8DABFC-1CEB-07F7-BB5C-77B402457E04}"/>
                </a:ext>
              </a:extLst>
            </p:cNvPr>
            <p:cNvGrpSpPr/>
            <p:nvPr userDrawn="1"/>
          </p:nvGrpSpPr>
          <p:grpSpPr>
            <a:xfrm>
              <a:off x="4161941" y="4479479"/>
              <a:ext cx="213200" cy="208939"/>
              <a:chOff x="4150022" y="4465941"/>
              <a:chExt cx="213200" cy="208939"/>
            </a:xfrm>
          </p:grpSpPr>
          <p:sp>
            <p:nvSpPr>
              <p:cNvPr id="34" name="Rectangle 33">
                <a:extLst>
                  <a:ext uri="{FF2B5EF4-FFF2-40B4-BE49-F238E27FC236}">
                    <a16:creationId xmlns:a16="http://schemas.microsoft.com/office/drawing/2014/main" id="{009D7676-24C9-D284-7745-1E0476D2DEBF}"/>
                  </a:ext>
                </a:extLst>
              </p:cNvPr>
              <p:cNvSpPr>
                <a:spLocks noChangeArrowheads="1"/>
              </p:cNvSpPr>
              <p:nvPr userDrawn="1"/>
            </p:nvSpPr>
            <p:spPr bwMode="auto">
              <a:xfrm>
                <a:off x="41500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35" name="Rectangle 34">
                <a:extLst>
                  <a:ext uri="{FF2B5EF4-FFF2-40B4-BE49-F238E27FC236}">
                    <a16:creationId xmlns:a16="http://schemas.microsoft.com/office/drawing/2014/main" id="{2E067B62-8905-E5CF-2CE1-AFF4CC56BBBE}"/>
                  </a:ext>
                </a:extLst>
              </p:cNvPr>
              <p:cNvSpPr>
                <a:spLocks noChangeArrowheads="1"/>
              </p:cNvSpPr>
              <p:nvPr userDrawn="1"/>
            </p:nvSpPr>
            <p:spPr bwMode="auto">
              <a:xfrm>
                <a:off x="4150022" y="4597936"/>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F4364C</a:t>
                </a:r>
                <a:endParaRPr kumimoji="0" lang="en-US" altLang="en-US" sz="1800" b="0" i="0" u="none" strike="noStrike" cap="none" normalizeH="0" baseline="0">
                  <a:ln>
                    <a:noFill/>
                  </a:ln>
                  <a:effectLst/>
                  <a:latin typeface="Arial" panose="020B0604020202020204" pitchFamily="34" charset="0"/>
                </a:endParaRPr>
              </a:p>
            </p:txBody>
          </p:sp>
          <p:sp>
            <p:nvSpPr>
              <p:cNvPr id="107" name="Rectangle 14">
                <a:extLst>
                  <a:ext uri="{FF2B5EF4-FFF2-40B4-BE49-F238E27FC236}">
                    <a16:creationId xmlns:a16="http://schemas.microsoft.com/office/drawing/2014/main" id="{2ED8ED90-F6E9-2DDA-1208-72514C2421A6}"/>
                  </a:ext>
                </a:extLst>
              </p:cNvPr>
              <p:cNvSpPr>
                <a:spLocks noChangeArrowheads="1"/>
              </p:cNvSpPr>
              <p:nvPr userDrawn="1"/>
            </p:nvSpPr>
            <p:spPr bwMode="auto">
              <a:xfrm>
                <a:off x="4253209" y="4469325"/>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1" name="Group 140">
              <a:extLst>
                <a:ext uri="{FF2B5EF4-FFF2-40B4-BE49-F238E27FC236}">
                  <a16:creationId xmlns:a16="http://schemas.microsoft.com/office/drawing/2014/main" id="{C6A5BD4A-5654-7FD6-88CD-CC557137A7E1}"/>
                </a:ext>
              </a:extLst>
            </p:cNvPr>
            <p:cNvGrpSpPr/>
            <p:nvPr userDrawn="1"/>
          </p:nvGrpSpPr>
          <p:grpSpPr>
            <a:xfrm>
              <a:off x="5313659" y="4479479"/>
              <a:ext cx="222818" cy="212323"/>
              <a:chOff x="5294609" y="4467633"/>
              <a:chExt cx="222818" cy="212323"/>
            </a:xfrm>
          </p:grpSpPr>
          <p:sp>
            <p:nvSpPr>
              <p:cNvPr id="90" name="Rectangle 87">
                <a:extLst>
                  <a:ext uri="{FF2B5EF4-FFF2-40B4-BE49-F238E27FC236}">
                    <a16:creationId xmlns:a16="http://schemas.microsoft.com/office/drawing/2014/main" id="{FA7F27EC-A77A-8BF3-4B0F-B4D399479DE1}"/>
                  </a:ext>
                </a:extLst>
              </p:cNvPr>
              <p:cNvSpPr>
                <a:spLocks noChangeArrowheads="1"/>
              </p:cNvSpPr>
              <p:nvPr userDrawn="1"/>
            </p:nvSpPr>
            <p:spPr bwMode="auto">
              <a:xfrm>
                <a:off x="5294609"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 name="Rectangle 88">
                <a:extLst>
                  <a:ext uri="{FF2B5EF4-FFF2-40B4-BE49-F238E27FC236}">
                    <a16:creationId xmlns:a16="http://schemas.microsoft.com/office/drawing/2014/main" id="{7C28F47B-8AD2-FB82-20F0-2CB83DCA9D13}"/>
                  </a:ext>
                </a:extLst>
              </p:cNvPr>
              <p:cNvSpPr>
                <a:spLocks noChangeArrowheads="1"/>
              </p:cNvSpPr>
              <p:nvPr userDrawn="1"/>
            </p:nvSpPr>
            <p:spPr bwMode="auto">
              <a:xfrm>
                <a:off x="5294609" y="4603012"/>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C73ECC</a:t>
                </a:r>
                <a:endParaRPr kumimoji="0" lang="en-US" altLang="en-US" sz="1800" b="0" i="0" u="none" strike="noStrike" cap="none" normalizeH="0" baseline="0">
                  <a:ln>
                    <a:noFill/>
                  </a:ln>
                  <a:effectLst/>
                  <a:latin typeface="Arial" panose="020B0604020202020204" pitchFamily="34" charset="0"/>
                </a:endParaRPr>
              </a:p>
            </p:txBody>
          </p:sp>
          <p:sp>
            <p:nvSpPr>
              <p:cNvPr id="108" name="Rectangle 95">
                <a:extLst>
                  <a:ext uri="{FF2B5EF4-FFF2-40B4-BE49-F238E27FC236}">
                    <a16:creationId xmlns:a16="http://schemas.microsoft.com/office/drawing/2014/main" id="{0397442F-6B46-BE99-3B0D-0CDBCE463173}"/>
                  </a:ext>
                </a:extLst>
              </p:cNvPr>
              <p:cNvSpPr>
                <a:spLocks noChangeArrowheads="1"/>
              </p:cNvSpPr>
              <p:nvPr userDrawn="1"/>
            </p:nvSpPr>
            <p:spPr bwMode="auto">
              <a:xfrm>
                <a:off x="5399384"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sp>
        <p:nvSpPr>
          <p:cNvPr id="149" name="Footer Placeholder 2">
            <a:extLst>
              <a:ext uri="{FF2B5EF4-FFF2-40B4-BE49-F238E27FC236}">
                <a16:creationId xmlns:a16="http://schemas.microsoft.com/office/drawing/2014/main" id="{D484F4D1-D679-5A64-EFBC-0310E92E663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257641072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22" r:id="rId34"/>
    <p:sldLayoutId id="2147483723" r:id="rId35"/>
    <p:sldLayoutId id="2147483724" r:id="rId36"/>
    <p:sldLayoutId id="2147483725" r:id="rId37"/>
    <p:sldLayoutId id="2147483726" r:id="rId38"/>
    <p:sldLayoutId id="2147483727" r:id="rId39"/>
    <p:sldLayoutId id="2147483728" r:id="rId40"/>
    <p:sldLayoutId id="2147483729" r:id="rId41"/>
    <p:sldLayoutId id="2147483730" r:id="rId42"/>
    <p:sldLayoutId id="2147483731" r:id="rId43"/>
    <p:sldLayoutId id="2147483732" r:id="rId44"/>
    <p:sldLayoutId id="2147483733" r:id="rId45"/>
    <p:sldLayoutId id="2147483734" r:id="rId46"/>
    <p:sldLayoutId id="2147483735" r:id="rId47"/>
    <p:sldLayoutId id="2147483736" r:id="rId48"/>
    <p:sldLayoutId id="2147483737" r:id="rId49"/>
    <p:sldLayoutId id="2147483738" r:id="rId50"/>
    <p:sldLayoutId id="2147483739" r:id="rId51"/>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DE938D-B5C1-CCD1-8B2B-3242F249CB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394A01-0DF2-6607-4D95-D2DC963A43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686E20-E18F-E013-5550-A6FD690795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20AA1B-0105-435C-B9C3-603E96BFA3BF}" type="datetimeFigureOut">
              <a:rPr lang="en-IN" smtClean="0"/>
              <a:t>23-10-2026</a:t>
            </a:fld>
            <a:endParaRPr lang="en-IN"/>
          </a:p>
        </p:txBody>
      </p:sp>
      <p:sp>
        <p:nvSpPr>
          <p:cNvPr id="5" name="Footer Placeholder 4">
            <a:extLst>
              <a:ext uri="{FF2B5EF4-FFF2-40B4-BE49-F238E27FC236}">
                <a16:creationId xmlns:a16="http://schemas.microsoft.com/office/drawing/2014/main" id="{CF5DB18E-4E45-DA28-0F2D-C72FE43FFA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3D0F4A0-CA6B-77AC-0619-98F19F63BA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7A6203-1A89-4AD0-A612-4BB2F13D68F5}" type="slidenum">
              <a:rPr lang="en-IN" smtClean="0"/>
              <a:t>‹#›</a:t>
            </a:fld>
            <a:endParaRPr lang="en-IN"/>
          </a:p>
        </p:txBody>
      </p:sp>
    </p:spTree>
    <p:extLst>
      <p:ext uri="{BB962C8B-B14F-4D97-AF65-F5344CB8AC3E}">
        <p14:creationId xmlns:p14="http://schemas.microsoft.com/office/powerpoint/2010/main" val="281357633"/>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 id="2147483758" r:id="rId18"/>
    <p:sldLayoutId id="2147483759" r:id="rId19"/>
    <p:sldLayoutId id="2147483760" r:id="rId20"/>
    <p:sldLayoutId id="2147483761" r:id="rId21"/>
    <p:sldLayoutId id="2147483762" r:id="rId22"/>
    <p:sldLayoutId id="2147483763" r:id="rId23"/>
    <p:sldLayoutId id="2147483764" r:id="rId24"/>
    <p:sldLayoutId id="2147483765" r:id="rId25"/>
    <p:sldLayoutId id="2147483766"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72.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72.xml"/><Relationship Id="rId5" Type="http://schemas.openxmlformats.org/officeDocument/2006/relationships/image" Target="../media/image20.sv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E08FA2-C73F-A01D-C334-4FAC0DB0C177}"/>
              </a:ext>
            </a:extLst>
          </p:cNvPr>
          <p:cNvSpPr>
            <a:spLocks noGrp="1"/>
          </p:cNvSpPr>
          <p:nvPr>
            <p:ph type="title"/>
          </p:nvPr>
        </p:nvSpPr>
        <p:spPr>
          <a:xfrm>
            <a:off x="0" y="1403496"/>
            <a:ext cx="6957391" cy="2385781"/>
          </a:xfrm>
        </p:spPr>
        <p:txBody>
          <a:bodyPr/>
          <a:lstStyle/>
          <a:p>
            <a:pPr algn="ctr"/>
            <a:r>
              <a:rPr lang="en-US" sz="6600" b="1" dirty="0">
                <a:solidFill>
                  <a:srgbClr val="F4F1FA"/>
                </a:solidFill>
                <a:latin typeface="DM Sans" pitchFamily="34" charset="0"/>
              </a:rPr>
              <a:t>Enterprise Apps &amp; Agents</a:t>
            </a:r>
            <a:br>
              <a:rPr lang="en-US" dirty="0"/>
            </a:br>
            <a:endParaRPr lang="en-US" dirty="0"/>
          </a:p>
        </p:txBody>
      </p:sp>
      <p:sp>
        <p:nvSpPr>
          <p:cNvPr id="11" name="TextBox 10">
            <a:extLst>
              <a:ext uri="{FF2B5EF4-FFF2-40B4-BE49-F238E27FC236}">
                <a16:creationId xmlns:a16="http://schemas.microsoft.com/office/drawing/2014/main" id="{14201019-6AD5-8165-776C-55816BE8B289}"/>
              </a:ext>
            </a:extLst>
          </p:cNvPr>
          <p:cNvSpPr txBox="1"/>
          <p:nvPr/>
        </p:nvSpPr>
        <p:spPr>
          <a:xfrm>
            <a:off x="388730" y="4138157"/>
            <a:ext cx="6343374" cy="1107996"/>
          </a:xfrm>
          <a:prstGeom prst="rect">
            <a:avLst/>
          </a:prstGeom>
          <a:noFill/>
        </p:spPr>
        <p:txBody>
          <a:bodyPr wrap="square">
            <a:spAutoFit/>
          </a:bodyPr>
          <a:lstStyle/>
          <a:p>
            <a:pPr algn="ctr"/>
            <a:r>
              <a:rPr lang="en-US" sz="2200" dirty="0">
                <a:solidFill>
                  <a:srgbClr val="B9B2D3"/>
                </a:solidFill>
                <a:latin typeface="DM Sans" pitchFamily="34" charset="0"/>
              </a:rPr>
              <a:t>Enterprise Code App → Dataverse → AI Builder → Copilot Studio Agent → Governed Automation → Capstone Project</a:t>
            </a:r>
            <a:endParaRPr lang="en-IN" sz="2200" dirty="0">
              <a:solidFill>
                <a:srgbClr val="B9B2D3"/>
              </a:solidFill>
              <a:latin typeface="DM Sans" pitchFamily="34" charset="0"/>
            </a:endParaRPr>
          </a:p>
        </p:txBody>
      </p:sp>
      <p:sp>
        <p:nvSpPr>
          <p:cNvPr id="13" name="Text 0">
            <a:extLst>
              <a:ext uri="{FF2B5EF4-FFF2-40B4-BE49-F238E27FC236}">
                <a16:creationId xmlns:a16="http://schemas.microsoft.com/office/drawing/2014/main" id="{FBBF71FA-8F76-EC43-39ED-B9EB4ACE33D2}"/>
              </a:ext>
            </a:extLst>
          </p:cNvPr>
          <p:cNvSpPr/>
          <p:nvPr/>
        </p:nvSpPr>
        <p:spPr>
          <a:xfrm>
            <a:off x="316482" y="1077338"/>
            <a:ext cx="5607879" cy="326158"/>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4B942"/>
                </a:solidFill>
                <a:latin typeface="DM Sans" pitchFamily="34" charset="0"/>
                <a:ea typeface="DM Sans" pitchFamily="34" charset="-122"/>
                <a:cs typeface="DM Sans" pitchFamily="34" charset="-120"/>
              </a:rPr>
              <a:t>POWER PLATFORM</a:t>
            </a:r>
            <a:endParaRPr lang="en-US" sz="1400" dirty="0"/>
          </a:p>
        </p:txBody>
      </p:sp>
      <p:sp>
        <p:nvSpPr>
          <p:cNvPr id="14" name="Shape 2">
            <a:extLst>
              <a:ext uri="{FF2B5EF4-FFF2-40B4-BE49-F238E27FC236}">
                <a16:creationId xmlns:a16="http://schemas.microsoft.com/office/drawing/2014/main" id="{89775C04-67D4-DEBA-335E-62C26F4E3ED8}"/>
              </a:ext>
            </a:extLst>
          </p:cNvPr>
          <p:cNvSpPr/>
          <p:nvPr/>
        </p:nvSpPr>
        <p:spPr>
          <a:xfrm>
            <a:off x="388730" y="3913400"/>
            <a:ext cx="1884017" cy="55626"/>
          </a:xfrm>
          <a:prstGeom prst="roundRect">
            <a:avLst>
              <a:gd name="adj" fmla="val 50000"/>
            </a:avLst>
          </a:prstGeom>
          <a:solidFill>
            <a:srgbClr val="B794F6"/>
          </a:solidFill>
          <a:ln/>
        </p:spPr>
        <p:txBody>
          <a:bodyPr/>
          <a:lstStyle/>
          <a:p>
            <a:endParaRPr lang="en-IN"/>
          </a:p>
        </p:txBody>
      </p:sp>
    </p:spTree>
    <p:extLst>
      <p:ext uri="{BB962C8B-B14F-4D97-AF65-F5344CB8AC3E}">
        <p14:creationId xmlns:p14="http://schemas.microsoft.com/office/powerpoint/2010/main" val="406060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88FD3-711D-9B33-3C41-410AE88A2B10}"/>
              </a:ext>
            </a:extLst>
          </p:cNvPr>
          <p:cNvSpPr>
            <a:spLocks noGrp="1"/>
          </p:cNvSpPr>
          <p:nvPr>
            <p:ph type="title"/>
          </p:nvPr>
        </p:nvSpPr>
        <p:spPr>
          <a:xfrm>
            <a:off x="588263" y="457201"/>
            <a:ext cx="11018520" cy="1107996"/>
          </a:xfrm>
        </p:spPr>
        <p:txBody>
          <a:bodyPr>
            <a:normAutofit fontScale="90000"/>
          </a:bodyPr>
          <a:lstStyle/>
          <a:p>
            <a:r>
              <a:rPr lang="en-US" dirty="0"/>
              <a:t>It’s easy to know where a conversation begins and ends…</a:t>
            </a:r>
          </a:p>
        </p:txBody>
      </p:sp>
      <p:sp>
        <p:nvSpPr>
          <p:cNvPr id="5" name="TextBox 4">
            <a:extLst>
              <a:ext uri="{FF2B5EF4-FFF2-40B4-BE49-F238E27FC236}">
                <a16:creationId xmlns:a16="http://schemas.microsoft.com/office/drawing/2014/main" id="{ADCC185A-EA4C-06B3-1BE0-4FA4D84FBC6B}"/>
              </a:ext>
            </a:extLst>
          </p:cNvPr>
          <p:cNvSpPr txBox="1"/>
          <p:nvPr/>
        </p:nvSpPr>
        <p:spPr>
          <a:xfrm>
            <a:off x="716413" y="2456928"/>
            <a:ext cx="688137" cy="307777"/>
          </a:xfrm>
          <a:prstGeom prst="rect">
            <a:avLst/>
          </a:prstGeom>
          <a:noFill/>
          <a:ln>
            <a:noFill/>
          </a:ln>
        </p:spPr>
        <p:txBody>
          <a:bodyPr wrap="non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srgbClr val="000000"/>
                </a:solidFill>
                <a:effectLst/>
                <a:uLnTx/>
                <a:uFillTx/>
                <a:latin typeface="Segoe UI"/>
                <a:ea typeface="ＭＳ Ｐゴシック" pitchFamily="-72" charset="-128"/>
                <a:cs typeface="+mn-cs"/>
              </a:rPr>
              <a:t>START</a:t>
            </a:r>
          </a:p>
        </p:txBody>
      </p:sp>
      <p:sp>
        <p:nvSpPr>
          <p:cNvPr id="4" name="Oval 3">
            <a:extLst>
              <a:ext uri="{FF2B5EF4-FFF2-40B4-BE49-F238E27FC236}">
                <a16:creationId xmlns:a16="http://schemas.microsoft.com/office/drawing/2014/main" id="{5DAE6568-8B8E-84D8-B3E9-338C48E26104}"/>
              </a:ext>
            </a:extLst>
          </p:cNvPr>
          <p:cNvSpPr/>
          <p:nvPr/>
        </p:nvSpPr>
        <p:spPr bwMode="auto">
          <a:xfrm>
            <a:off x="803807" y="2791984"/>
            <a:ext cx="513348" cy="473243"/>
          </a:xfrm>
          <a:prstGeom prst="ellipse">
            <a:avLst/>
          </a:prstGeom>
          <a:solidFill>
            <a:srgbClr val="4DCBEE"/>
          </a:solidFill>
          <a:ln w="12700">
            <a:solidFill>
              <a:srgbClr val="4DCB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49"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cxnSp>
        <p:nvCxnSpPr>
          <p:cNvPr id="7" name="Straight Arrow Connector 6">
            <a:extLst>
              <a:ext uri="{FF2B5EF4-FFF2-40B4-BE49-F238E27FC236}">
                <a16:creationId xmlns:a16="http://schemas.microsoft.com/office/drawing/2014/main" id="{88814B31-BBAA-2302-DBCC-7FE292F26485}"/>
              </a:ext>
            </a:extLst>
          </p:cNvPr>
          <p:cNvCxnSpPr>
            <a:cxnSpLocks/>
            <a:endCxn id="6" idx="1"/>
          </p:cNvCxnSpPr>
          <p:nvPr/>
        </p:nvCxnSpPr>
        <p:spPr>
          <a:xfrm>
            <a:off x="1352898" y="3028605"/>
            <a:ext cx="1243889" cy="0"/>
          </a:xfrm>
          <a:prstGeom prst="straightConnector1">
            <a:avLst/>
          </a:prstGeom>
          <a:ln w="19050">
            <a:solidFill>
              <a:srgbClr val="4DCBEE"/>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 name="Process 5">
            <a:extLst>
              <a:ext uri="{FF2B5EF4-FFF2-40B4-BE49-F238E27FC236}">
                <a16:creationId xmlns:a16="http://schemas.microsoft.com/office/drawing/2014/main" id="{63A7E1E0-C098-2F07-58DF-1E3199EA303E}"/>
              </a:ext>
            </a:extLst>
          </p:cNvPr>
          <p:cNvSpPr/>
          <p:nvPr/>
        </p:nvSpPr>
        <p:spPr bwMode="auto">
          <a:xfrm>
            <a:off x="2596788" y="2620175"/>
            <a:ext cx="2159041" cy="816860"/>
          </a:xfrm>
          <a:prstGeom prst="flowChartProcess">
            <a:avLst/>
          </a:prstGeom>
          <a:noFill/>
          <a:ln w="19050">
            <a:solidFill>
              <a:srgbClr val="0078D4"/>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Segoe UI"/>
                <a:ea typeface="Segoe UI" pitchFamily="34" charset="0"/>
                <a:cs typeface="Segoe UI" pitchFamily="34" charset="0"/>
              </a:rPr>
              <a:t>”Text Madison ‘what’s up?’”</a:t>
            </a:r>
          </a:p>
        </p:txBody>
      </p:sp>
      <p:cxnSp>
        <p:nvCxnSpPr>
          <p:cNvPr id="11" name="Straight Arrow Connector 10">
            <a:extLst>
              <a:ext uri="{FF2B5EF4-FFF2-40B4-BE49-F238E27FC236}">
                <a16:creationId xmlns:a16="http://schemas.microsoft.com/office/drawing/2014/main" id="{40FF016B-871C-F722-879E-E7C9E2150D31}"/>
              </a:ext>
            </a:extLst>
          </p:cNvPr>
          <p:cNvCxnSpPr>
            <a:cxnSpLocks/>
            <a:stCxn id="6" idx="3"/>
            <a:endCxn id="8" idx="1"/>
          </p:cNvCxnSpPr>
          <p:nvPr/>
        </p:nvCxnSpPr>
        <p:spPr>
          <a:xfrm>
            <a:off x="4755829" y="3028605"/>
            <a:ext cx="1243889" cy="0"/>
          </a:xfrm>
          <a:prstGeom prst="straightConnector1">
            <a:avLst/>
          </a:prstGeom>
          <a:ln w="19050">
            <a:solidFill>
              <a:srgbClr val="4DCBEE"/>
            </a:solidFill>
            <a:prstDash val="solid"/>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CDDEF3D6-B6A2-CCB1-05CB-FE51004F2CD2}"/>
              </a:ext>
            </a:extLst>
          </p:cNvPr>
          <p:cNvSpPr/>
          <p:nvPr/>
        </p:nvSpPr>
        <p:spPr bwMode="auto">
          <a:xfrm>
            <a:off x="5999717" y="2637479"/>
            <a:ext cx="2458484" cy="782252"/>
          </a:xfrm>
          <a:prstGeom prst="roundRect">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Send text message to Madison</a:t>
            </a:r>
          </a:p>
        </p:txBody>
      </p:sp>
      <p:cxnSp>
        <p:nvCxnSpPr>
          <p:cNvPr id="10" name="Straight Arrow Connector 9">
            <a:extLst>
              <a:ext uri="{FF2B5EF4-FFF2-40B4-BE49-F238E27FC236}">
                <a16:creationId xmlns:a16="http://schemas.microsoft.com/office/drawing/2014/main" id="{A80BC12D-97E8-A55C-AD9E-1A3F01CB073E}"/>
              </a:ext>
            </a:extLst>
          </p:cNvPr>
          <p:cNvCxnSpPr>
            <a:cxnSpLocks/>
            <a:stCxn id="8" idx="3"/>
            <a:endCxn id="9" idx="3"/>
          </p:cNvCxnSpPr>
          <p:nvPr/>
        </p:nvCxnSpPr>
        <p:spPr>
          <a:xfrm>
            <a:off x="8458201" y="3028605"/>
            <a:ext cx="1243889" cy="0"/>
          </a:xfrm>
          <a:prstGeom prst="straightConnector1">
            <a:avLst/>
          </a:prstGeom>
          <a:ln w="19050">
            <a:solidFill>
              <a:srgbClr val="4DCBEE"/>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9" name="Hexagon 8">
            <a:extLst>
              <a:ext uri="{FF2B5EF4-FFF2-40B4-BE49-F238E27FC236}">
                <a16:creationId xmlns:a16="http://schemas.microsoft.com/office/drawing/2014/main" id="{984BEBA2-4B4C-8707-3FB7-4BD4275FC1E9}"/>
              </a:ext>
            </a:extLst>
          </p:cNvPr>
          <p:cNvSpPr/>
          <p:nvPr/>
        </p:nvSpPr>
        <p:spPr bwMode="auto">
          <a:xfrm>
            <a:off x="9702089" y="2705657"/>
            <a:ext cx="1614299" cy="645897"/>
          </a:xfrm>
          <a:prstGeom prst="hexagon">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1"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Success!</a:t>
            </a:r>
          </a:p>
        </p:txBody>
      </p:sp>
    </p:spTree>
    <p:extLst>
      <p:ext uri="{BB962C8B-B14F-4D97-AF65-F5344CB8AC3E}">
        <p14:creationId xmlns:p14="http://schemas.microsoft.com/office/powerpoint/2010/main" val="4128555809"/>
      </p:ext>
    </p:extLst>
  </p:cSld>
  <p:clrMapOvr>
    <a:masterClrMapping/>
  </p:clrMapOvr>
  <mc:AlternateContent xmlns:mc="http://schemas.openxmlformats.org/markup-compatibility/2006" xmlns:p14="http://schemas.microsoft.com/office/powerpoint/2010/main">
    <mc:Choice Requires="p14">
      <p:transition spd="slow" p14:dur="2000" advTm="18166"/>
    </mc:Choice>
    <mc:Fallback xmlns="">
      <p:transition spd="slow" advTm="181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50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100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100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150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150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200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200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animBg="1"/>
      <p:bldP spid="6" grpId="0" animBg="1"/>
      <p:bldP spid="8"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85E4945-1000-5BB7-8177-42315C437A33}"/>
              </a:ext>
            </a:extLst>
          </p:cNvPr>
          <p:cNvSpPr txBox="1"/>
          <p:nvPr/>
        </p:nvSpPr>
        <p:spPr>
          <a:xfrm>
            <a:off x="752155" y="872885"/>
            <a:ext cx="688137" cy="307777"/>
          </a:xfrm>
          <a:prstGeom prst="rect">
            <a:avLst/>
          </a:prstGeom>
          <a:noFill/>
          <a:ln>
            <a:noFill/>
          </a:ln>
        </p:spPr>
        <p:txBody>
          <a:bodyPr wrap="non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srgbClr val="000000"/>
                </a:solidFill>
                <a:effectLst/>
                <a:uLnTx/>
                <a:uFillTx/>
                <a:latin typeface="Segoe UI"/>
                <a:ea typeface="ＭＳ Ｐゴシック" pitchFamily="-72" charset="-128"/>
                <a:cs typeface="+mn-cs"/>
              </a:rPr>
              <a:t>START</a:t>
            </a:r>
          </a:p>
        </p:txBody>
      </p:sp>
      <p:sp>
        <p:nvSpPr>
          <p:cNvPr id="9" name="Oval 8">
            <a:extLst>
              <a:ext uri="{FF2B5EF4-FFF2-40B4-BE49-F238E27FC236}">
                <a16:creationId xmlns:a16="http://schemas.microsoft.com/office/drawing/2014/main" id="{7070849F-2C83-E415-9F6A-E66417870997}"/>
              </a:ext>
              <a:ext uri="{C183D7F6-B498-43B3-948B-1728B52AA6E4}">
                <adec:decorative xmlns:adec="http://schemas.microsoft.com/office/drawing/2017/decorative" val="1"/>
              </a:ext>
            </a:extLst>
          </p:cNvPr>
          <p:cNvSpPr/>
          <p:nvPr/>
        </p:nvSpPr>
        <p:spPr bwMode="auto">
          <a:xfrm>
            <a:off x="839550" y="1180227"/>
            <a:ext cx="513348" cy="473243"/>
          </a:xfrm>
          <a:prstGeom prst="ellipse">
            <a:avLst/>
          </a:prstGeom>
          <a:solidFill>
            <a:srgbClr val="4DCBEE"/>
          </a:solidFill>
          <a:ln w="12700">
            <a:solidFill>
              <a:srgbClr val="4DCB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49"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cxnSp>
        <p:nvCxnSpPr>
          <p:cNvPr id="32" name="Straight Arrow Connector 31">
            <a:extLst>
              <a:ext uri="{FF2B5EF4-FFF2-40B4-BE49-F238E27FC236}">
                <a16:creationId xmlns:a16="http://schemas.microsoft.com/office/drawing/2014/main" id="{81D4AF44-322F-F44B-AC30-4C9A0B8BB80C}"/>
              </a:ext>
              <a:ext uri="{C183D7F6-B498-43B3-948B-1728B52AA6E4}">
                <adec:decorative xmlns:adec="http://schemas.microsoft.com/office/drawing/2017/decorative" val="1"/>
              </a:ext>
            </a:extLst>
          </p:cNvPr>
          <p:cNvCxnSpPr>
            <a:stCxn id="9" idx="6"/>
            <a:endCxn id="22" idx="1"/>
          </p:cNvCxnSpPr>
          <p:nvPr/>
        </p:nvCxnSpPr>
        <p:spPr>
          <a:xfrm flipV="1">
            <a:off x="1352898" y="1407488"/>
            <a:ext cx="690865" cy="9360"/>
          </a:xfrm>
          <a:prstGeom prst="straightConnector1">
            <a:avLst/>
          </a:prstGeom>
          <a:ln w="19050">
            <a:solidFill>
              <a:srgbClr val="4DCBEE"/>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2" name="Process 21">
            <a:extLst>
              <a:ext uri="{FF2B5EF4-FFF2-40B4-BE49-F238E27FC236}">
                <a16:creationId xmlns:a16="http://schemas.microsoft.com/office/drawing/2014/main" id="{F49D5712-DE80-03C2-0E82-72AD3CBE3704}"/>
              </a:ext>
            </a:extLst>
          </p:cNvPr>
          <p:cNvSpPr/>
          <p:nvPr/>
        </p:nvSpPr>
        <p:spPr bwMode="auto">
          <a:xfrm>
            <a:off x="2043764" y="999059"/>
            <a:ext cx="2159041" cy="816860"/>
          </a:xfrm>
          <a:prstGeom prst="flowChartProcess">
            <a:avLst/>
          </a:prstGeom>
          <a:noFill/>
          <a:ln w="19050">
            <a:solidFill>
              <a:srgbClr val="0078D4"/>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”Text Madison ‘what’s up?’”</a:t>
            </a:r>
          </a:p>
        </p:txBody>
      </p:sp>
      <p:cxnSp>
        <p:nvCxnSpPr>
          <p:cNvPr id="30" name="Straight Arrow Connector 29">
            <a:extLst>
              <a:ext uri="{FF2B5EF4-FFF2-40B4-BE49-F238E27FC236}">
                <a16:creationId xmlns:a16="http://schemas.microsoft.com/office/drawing/2014/main" id="{62C16FD6-9D62-6501-13D8-47209525B5B4}"/>
              </a:ext>
              <a:ext uri="{C183D7F6-B498-43B3-948B-1728B52AA6E4}">
                <adec:decorative xmlns:adec="http://schemas.microsoft.com/office/drawing/2017/decorative" val="1"/>
              </a:ext>
            </a:extLst>
          </p:cNvPr>
          <p:cNvCxnSpPr>
            <a:stCxn id="22" idx="3"/>
            <a:endCxn id="4" idx="1"/>
          </p:cNvCxnSpPr>
          <p:nvPr/>
        </p:nvCxnSpPr>
        <p:spPr>
          <a:xfrm flipV="1">
            <a:off x="4202804" y="1317117"/>
            <a:ext cx="2122517" cy="90371"/>
          </a:xfrm>
          <a:prstGeom prst="straightConnector1">
            <a:avLst/>
          </a:prstGeom>
          <a:ln w="19050">
            <a:solidFill>
              <a:srgbClr val="4DCBEE"/>
            </a:solidFill>
            <a:headEnd type="none" w="lg" len="med"/>
            <a:tailEnd type="triangle"/>
          </a:ln>
        </p:spPr>
        <p:style>
          <a:lnRef idx="1">
            <a:schemeClr val="accent6"/>
          </a:lnRef>
          <a:fillRef idx="0">
            <a:schemeClr val="accent6"/>
          </a:fillRef>
          <a:effectRef idx="0">
            <a:schemeClr val="accent6"/>
          </a:effectRef>
          <a:fontRef idx="minor">
            <a:schemeClr val="tx1"/>
          </a:fontRef>
        </p:style>
      </p:cxnSp>
      <p:sp>
        <p:nvSpPr>
          <p:cNvPr id="4" name="Rounded Rectangle 3">
            <a:extLst>
              <a:ext uri="{FF2B5EF4-FFF2-40B4-BE49-F238E27FC236}">
                <a16:creationId xmlns:a16="http://schemas.microsoft.com/office/drawing/2014/main" id="{FA074AA4-B923-BBB8-2F7E-F3E65922ED89}"/>
              </a:ext>
            </a:extLst>
          </p:cNvPr>
          <p:cNvSpPr/>
          <p:nvPr/>
        </p:nvSpPr>
        <p:spPr bwMode="auto">
          <a:xfrm>
            <a:off x="6325320" y="925993"/>
            <a:ext cx="1981200" cy="782252"/>
          </a:xfrm>
          <a:prstGeom prst="roundRect">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Is ”Madison” recognized?</a:t>
            </a:r>
          </a:p>
        </p:txBody>
      </p:sp>
      <p:cxnSp>
        <p:nvCxnSpPr>
          <p:cNvPr id="34" name="Straight Arrow Connector 33">
            <a:extLst>
              <a:ext uri="{FF2B5EF4-FFF2-40B4-BE49-F238E27FC236}">
                <a16:creationId xmlns:a16="http://schemas.microsoft.com/office/drawing/2014/main" id="{7AA6D095-D68F-CF12-2A83-5C33236F1159}"/>
              </a:ext>
              <a:ext uri="{C183D7F6-B498-43B3-948B-1728B52AA6E4}">
                <adec:decorative xmlns:adec="http://schemas.microsoft.com/office/drawing/2017/decorative" val="1"/>
              </a:ext>
            </a:extLst>
          </p:cNvPr>
          <p:cNvCxnSpPr>
            <a:stCxn id="4" idx="2"/>
            <a:endCxn id="18" idx="0"/>
          </p:cNvCxnSpPr>
          <p:nvPr/>
        </p:nvCxnSpPr>
        <p:spPr>
          <a:xfrm flipH="1">
            <a:off x="1860853" y="1708245"/>
            <a:ext cx="5455067" cy="375516"/>
          </a:xfrm>
          <a:prstGeom prst="straightConnector1">
            <a:avLst/>
          </a:prstGeom>
          <a:ln w="19050">
            <a:solidFill>
              <a:srgbClr val="4DCBEE"/>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929B7AC-FB22-AD23-FA4A-428F5FACD740}"/>
              </a:ext>
              <a:ext uri="{C183D7F6-B498-43B3-948B-1728B52AA6E4}">
                <adec:decorative xmlns:adec="http://schemas.microsoft.com/office/drawing/2017/decorative" val="1"/>
              </a:ext>
            </a:extLst>
          </p:cNvPr>
          <p:cNvCxnSpPr>
            <a:stCxn id="4" idx="2"/>
            <a:endCxn id="14" idx="0"/>
          </p:cNvCxnSpPr>
          <p:nvPr/>
        </p:nvCxnSpPr>
        <p:spPr>
          <a:xfrm flipH="1">
            <a:off x="5000468" y="1708245"/>
            <a:ext cx="2315453" cy="368323"/>
          </a:xfrm>
          <a:prstGeom prst="straightConnector1">
            <a:avLst/>
          </a:prstGeom>
          <a:ln w="19050">
            <a:solidFill>
              <a:srgbClr val="4DCBEE"/>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9EDE9AE-3ACF-C1DC-2612-A7A763E93763}"/>
              </a:ext>
              <a:ext uri="{C183D7F6-B498-43B3-948B-1728B52AA6E4}">
                <adec:decorative xmlns:adec="http://schemas.microsoft.com/office/drawing/2017/decorative" val="1"/>
              </a:ext>
            </a:extLst>
          </p:cNvPr>
          <p:cNvCxnSpPr>
            <a:cxnSpLocks/>
            <a:stCxn id="4" idx="2"/>
            <a:endCxn id="16" idx="0"/>
          </p:cNvCxnSpPr>
          <p:nvPr/>
        </p:nvCxnSpPr>
        <p:spPr>
          <a:xfrm>
            <a:off x="7315921" y="1708245"/>
            <a:ext cx="3249475" cy="304739"/>
          </a:xfrm>
          <a:prstGeom prst="straightConnector1">
            <a:avLst/>
          </a:prstGeom>
          <a:ln w="19050">
            <a:solidFill>
              <a:srgbClr val="4DCBEE"/>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a:extLst>
              <a:ext uri="{FF2B5EF4-FFF2-40B4-BE49-F238E27FC236}">
                <a16:creationId xmlns:a16="http://schemas.microsoft.com/office/drawing/2014/main" id="{C8140B8D-173A-28FD-2109-4B6F8A850C18}"/>
              </a:ext>
            </a:extLst>
          </p:cNvPr>
          <p:cNvSpPr/>
          <p:nvPr/>
        </p:nvSpPr>
        <p:spPr bwMode="auto">
          <a:xfrm>
            <a:off x="733895" y="2083761"/>
            <a:ext cx="2253916" cy="782252"/>
          </a:xfrm>
          <a:prstGeom prst="roundRect">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No, no contacts named “Madison”</a:t>
            </a:r>
          </a:p>
        </p:txBody>
      </p:sp>
      <p:sp>
        <p:nvSpPr>
          <p:cNvPr id="14" name="Rounded Rectangle 13">
            <a:extLst>
              <a:ext uri="{FF2B5EF4-FFF2-40B4-BE49-F238E27FC236}">
                <a16:creationId xmlns:a16="http://schemas.microsoft.com/office/drawing/2014/main" id="{183DFCA3-C2C3-673A-EB72-0853BA72496C}"/>
              </a:ext>
            </a:extLst>
          </p:cNvPr>
          <p:cNvSpPr/>
          <p:nvPr/>
        </p:nvSpPr>
        <p:spPr bwMode="auto">
          <a:xfrm>
            <a:off x="3873510" y="2076567"/>
            <a:ext cx="2253916" cy="782252"/>
          </a:xfrm>
          <a:prstGeom prst="roundRect">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Yes, 1 contact named “Madison”</a:t>
            </a:r>
          </a:p>
        </p:txBody>
      </p:sp>
      <p:sp>
        <p:nvSpPr>
          <p:cNvPr id="16" name="Rounded Rectangle 15">
            <a:extLst>
              <a:ext uri="{FF2B5EF4-FFF2-40B4-BE49-F238E27FC236}">
                <a16:creationId xmlns:a16="http://schemas.microsoft.com/office/drawing/2014/main" id="{5E91B3A6-904D-639A-BD3C-533C41098581}"/>
              </a:ext>
            </a:extLst>
          </p:cNvPr>
          <p:cNvSpPr/>
          <p:nvPr/>
        </p:nvSpPr>
        <p:spPr bwMode="auto">
          <a:xfrm>
            <a:off x="9438438" y="2012983"/>
            <a:ext cx="2253916" cy="782252"/>
          </a:xfrm>
          <a:prstGeom prst="roundRect">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Yes, &gt;1 contact named “Madison”</a:t>
            </a:r>
          </a:p>
        </p:txBody>
      </p:sp>
      <p:cxnSp>
        <p:nvCxnSpPr>
          <p:cNvPr id="44" name="Straight Arrow Connector 43">
            <a:extLst>
              <a:ext uri="{FF2B5EF4-FFF2-40B4-BE49-F238E27FC236}">
                <a16:creationId xmlns:a16="http://schemas.microsoft.com/office/drawing/2014/main" id="{CE938DD0-42DF-D6C5-3437-D79C9CB57A73}"/>
              </a:ext>
              <a:ext uri="{C183D7F6-B498-43B3-948B-1728B52AA6E4}">
                <adec:decorative xmlns:adec="http://schemas.microsoft.com/office/drawing/2017/decorative" val="1"/>
              </a:ext>
            </a:extLst>
          </p:cNvPr>
          <p:cNvCxnSpPr>
            <a:stCxn id="16" idx="2"/>
            <a:endCxn id="20" idx="0"/>
          </p:cNvCxnSpPr>
          <p:nvPr/>
        </p:nvCxnSpPr>
        <p:spPr>
          <a:xfrm>
            <a:off x="10565397" y="2795235"/>
            <a:ext cx="1" cy="156960"/>
          </a:xfrm>
          <a:prstGeom prst="straightConnector1">
            <a:avLst/>
          </a:prstGeom>
          <a:ln w="19050">
            <a:solidFill>
              <a:srgbClr val="4DCBEE"/>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899FFFB2-4B6F-F22F-F45C-0566E7FA6C31}"/>
              </a:ext>
              <a:ext uri="{C183D7F6-B498-43B3-948B-1728B52AA6E4}">
                <adec:decorative xmlns:adec="http://schemas.microsoft.com/office/drawing/2017/decorative" val="1"/>
              </a:ext>
            </a:extLst>
          </p:cNvPr>
          <p:cNvCxnSpPr>
            <a:cxnSpLocks/>
            <a:stCxn id="14" idx="2"/>
            <a:endCxn id="54" idx="1"/>
          </p:cNvCxnSpPr>
          <p:nvPr/>
        </p:nvCxnSpPr>
        <p:spPr>
          <a:xfrm>
            <a:off x="5000467" y="2858821"/>
            <a:ext cx="623947" cy="501441"/>
          </a:xfrm>
          <a:prstGeom prst="straightConnector1">
            <a:avLst/>
          </a:prstGeom>
          <a:ln w="19050">
            <a:headEnd type="none" w="lg" len="med"/>
            <a:tailEnd type="triangle"/>
          </a:ln>
        </p:spPr>
        <p:style>
          <a:lnRef idx="1">
            <a:schemeClr val="accent6"/>
          </a:lnRef>
          <a:fillRef idx="0">
            <a:schemeClr val="accent6"/>
          </a:fillRef>
          <a:effectRef idx="0">
            <a:schemeClr val="accent6"/>
          </a:effectRef>
          <a:fontRef idx="minor">
            <a:schemeClr val="tx1"/>
          </a:fontRef>
        </p:style>
      </p:cxnSp>
      <p:cxnSp>
        <p:nvCxnSpPr>
          <p:cNvPr id="40" name="Straight Arrow Connector 39">
            <a:extLst>
              <a:ext uri="{FF2B5EF4-FFF2-40B4-BE49-F238E27FC236}">
                <a16:creationId xmlns:a16="http://schemas.microsoft.com/office/drawing/2014/main" id="{D5735E4E-41B5-9462-850E-4DD756AD12F9}"/>
              </a:ext>
              <a:ext uri="{C183D7F6-B498-43B3-948B-1728B52AA6E4}">
                <adec:decorative xmlns:adec="http://schemas.microsoft.com/office/drawing/2017/decorative" val="1"/>
              </a:ext>
            </a:extLst>
          </p:cNvPr>
          <p:cNvCxnSpPr>
            <a:cxnSpLocks/>
            <a:stCxn id="18" idx="2"/>
            <a:endCxn id="24" idx="0"/>
          </p:cNvCxnSpPr>
          <p:nvPr/>
        </p:nvCxnSpPr>
        <p:spPr>
          <a:xfrm flipH="1">
            <a:off x="1858573" y="2866013"/>
            <a:ext cx="2280" cy="645903"/>
          </a:xfrm>
          <a:prstGeom prst="straightConnector1">
            <a:avLst/>
          </a:prstGeom>
          <a:ln w="19050">
            <a:solidFill>
              <a:srgbClr val="4DCBEE"/>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589D02DE-C5CD-0E7D-523E-0E99CDF3FB32}"/>
              </a:ext>
            </a:extLst>
          </p:cNvPr>
          <p:cNvSpPr/>
          <p:nvPr/>
        </p:nvSpPr>
        <p:spPr bwMode="auto">
          <a:xfrm>
            <a:off x="9438439" y="2952195"/>
            <a:ext cx="2253915" cy="518991"/>
          </a:xfrm>
          <a:prstGeom prst="roundRect">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Which Madison?</a:t>
            </a:r>
          </a:p>
        </p:txBody>
      </p:sp>
      <p:sp>
        <p:nvSpPr>
          <p:cNvPr id="54" name="Rounded Rectangle 53">
            <a:extLst>
              <a:ext uri="{FF2B5EF4-FFF2-40B4-BE49-F238E27FC236}">
                <a16:creationId xmlns:a16="http://schemas.microsoft.com/office/drawing/2014/main" id="{B6994720-30F6-8B87-2C85-4F82AEB58C8F}"/>
              </a:ext>
            </a:extLst>
          </p:cNvPr>
          <p:cNvSpPr/>
          <p:nvPr/>
        </p:nvSpPr>
        <p:spPr bwMode="auto">
          <a:xfrm>
            <a:off x="5624414" y="2969135"/>
            <a:ext cx="2719765" cy="782252"/>
          </a:xfrm>
          <a:prstGeom prst="roundRect">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Does this contact have a mobile number?</a:t>
            </a:r>
          </a:p>
        </p:txBody>
      </p:sp>
      <p:sp>
        <p:nvSpPr>
          <p:cNvPr id="24" name="Process 23">
            <a:extLst>
              <a:ext uri="{FF2B5EF4-FFF2-40B4-BE49-F238E27FC236}">
                <a16:creationId xmlns:a16="http://schemas.microsoft.com/office/drawing/2014/main" id="{E0032058-A606-43A3-3DA4-B6EC976E95E1}"/>
              </a:ext>
            </a:extLst>
          </p:cNvPr>
          <p:cNvSpPr/>
          <p:nvPr/>
        </p:nvSpPr>
        <p:spPr bwMode="auto">
          <a:xfrm>
            <a:off x="694832" y="3511915"/>
            <a:ext cx="2327483" cy="432229"/>
          </a:xfrm>
          <a:prstGeom prst="flowChartProcess">
            <a:avLst/>
          </a:prstGeom>
          <a:noFill/>
          <a:ln w="19050">
            <a:solidFill>
              <a:srgbClr val="0078D4"/>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User input required</a:t>
            </a:r>
          </a:p>
        </p:txBody>
      </p:sp>
      <p:sp>
        <p:nvSpPr>
          <p:cNvPr id="84" name="Oval Callout 83">
            <a:extLst>
              <a:ext uri="{FF2B5EF4-FFF2-40B4-BE49-F238E27FC236}">
                <a16:creationId xmlns:a16="http://schemas.microsoft.com/office/drawing/2014/main" id="{895AAAF6-C2B5-852A-EB7E-7F65195D25A1}"/>
              </a:ext>
            </a:extLst>
          </p:cNvPr>
          <p:cNvSpPr/>
          <p:nvPr/>
        </p:nvSpPr>
        <p:spPr bwMode="auto">
          <a:xfrm>
            <a:off x="2209511" y="3013101"/>
            <a:ext cx="2320643" cy="315955"/>
          </a:xfrm>
          <a:prstGeom prst="wedgeEllipseCallout">
            <a:avLst>
              <a:gd name="adj1" fmla="val -54775"/>
              <a:gd name="adj2" fmla="val 94579"/>
            </a:avLst>
          </a:prstGeom>
          <a:solidFill>
            <a:srgbClr val="262626"/>
          </a:solidFill>
          <a:ln w="19050">
            <a:solidFill>
              <a:schemeClr val="tx1"/>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FFFFFF"/>
                </a:solidFill>
                <a:effectLst/>
                <a:uLnTx/>
                <a:uFillTx/>
                <a:latin typeface="Segoe UI"/>
                <a:ea typeface="Segoe UI" pitchFamily="34" charset="0"/>
                <a:cs typeface="Segoe UI" pitchFamily="34" charset="0"/>
              </a:rPr>
              <a:t>”Maddy”</a:t>
            </a:r>
          </a:p>
        </p:txBody>
      </p:sp>
      <p:sp>
        <p:nvSpPr>
          <p:cNvPr id="88" name="Oval Callout 87">
            <a:extLst>
              <a:ext uri="{FF2B5EF4-FFF2-40B4-BE49-F238E27FC236}">
                <a16:creationId xmlns:a16="http://schemas.microsoft.com/office/drawing/2014/main" id="{D1B5AA57-BBDB-FC28-88A2-FFE90B447A95}"/>
              </a:ext>
            </a:extLst>
          </p:cNvPr>
          <p:cNvSpPr/>
          <p:nvPr/>
        </p:nvSpPr>
        <p:spPr bwMode="auto">
          <a:xfrm>
            <a:off x="8722987" y="3542449"/>
            <a:ext cx="1817376" cy="338452"/>
          </a:xfrm>
          <a:prstGeom prst="wedgeEllipseCallout">
            <a:avLst>
              <a:gd name="adj1" fmla="val 38218"/>
              <a:gd name="adj2" fmla="val 100665"/>
            </a:avLst>
          </a:prstGeom>
          <a:solidFill>
            <a:srgbClr val="262626"/>
          </a:solidFill>
          <a:ln w="19050">
            <a:solidFill>
              <a:schemeClr val="tx1"/>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FFFFFF"/>
                </a:solidFill>
                <a:effectLst/>
                <a:uLnTx/>
                <a:uFillTx/>
                <a:latin typeface="Segoe UI"/>
                <a:ea typeface="Segoe UI" pitchFamily="34" charset="0"/>
                <a:cs typeface="Segoe UI" pitchFamily="34" charset="0"/>
              </a:rPr>
              <a:t>“Butler”</a:t>
            </a:r>
          </a:p>
        </p:txBody>
      </p:sp>
      <p:cxnSp>
        <p:nvCxnSpPr>
          <p:cNvPr id="149" name="Straight Arrow Connector 148">
            <a:extLst>
              <a:ext uri="{FF2B5EF4-FFF2-40B4-BE49-F238E27FC236}">
                <a16:creationId xmlns:a16="http://schemas.microsoft.com/office/drawing/2014/main" id="{D68F06EC-6620-926B-70F4-B45A608D5AEC}"/>
              </a:ext>
              <a:ext uri="{C183D7F6-B498-43B3-948B-1728B52AA6E4}">
                <adec:decorative xmlns:adec="http://schemas.microsoft.com/office/drawing/2017/decorative" val="1"/>
              </a:ext>
            </a:extLst>
          </p:cNvPr>
          <p:cNvCxnSpPr>
            <a:cxnSpLocks/>
            <a:stCxn id="24" idx="3"/>
            <a:endCxn id="54" idx="1"/>
          </p:cNvCxnSpPr>
          <p:nvPr/>
        </p:nvCxnSpPr>
        <p:spPr>
          <a:xfrm flipV="1">
            <a:off x="3022315" y="3360261"/>
            <a:ext cx="2602099" cy="367769"/>
          </a:xfrm>
          <a:prstGeom prst="straightConnector1">
            <a:avLst/>
          </a:prstGeom>
          <a:ln w="19050">
            <a:solidFill>
              <a:srgbClr val="4DCBEE"/>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82" name="Oval Callout 81">
            <a:extLst>
              <a:ext uri="{FF2B5EF4-FFF2-40B4-BE49-F238E27FC236}">
                <a16:creationId xmlns:a16="http://schemas.microsoft.com/office/drawing/2014/main" id="{6415CD02-097E-9E1E-8168-8A5152DE4AA6}"/>
              </a:ext>
            </a:extLst>
          </p:cNvPr>
          <p:cNvSpPr/>
          <p:nvPr/>
        </p:nvSpPr>
        <p:spPr bwMode="auto">
          <a:xfrm>
            <a:off x="511356" y="4066331"/>
            <a:ext cx="2973248" cy="334976"/>
          </a:xfrm>
          <a:prstGeom prst="wedgeEllipseCallout">
            <a:avLst>
              <a:gd name="adj1" fmla="val -45152"/>
              <a:gd name="adj2" fmla="val -75902"/>
            </a:avLst>
          </a:prstGeom>
          <a:solidFill>
            <a:srgbClr val="262626"/>
          </a:solidFill>
          <a:ln w="19050">
            <a:solidFill>
              <a:schemeClr val="tx1"/>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FFFFFF"/>
                </a:solidFill>
                <a:effectLst/>
                <a:uLnTx/>
                <a:uFillTx/>
                <a:latin typeface="Segoe UI"/>
                <a:ea typeface="Segoe UI" pitchFamily="34" charset="0"/>
                <a:cs typeface="Segoe UI" pitchFamily="34" charset="0"/>
              </a:rPr>
              <a:t>“555-555-5555”</a:t>
            </a:r>
          </a:p>
        </p:txBody>
      </p:sp>
      <p:cxnSp>
        <p:nvCxnSpPr>
          <p:cNvPr id="71" name="Straight Arrow Connector 70">
            <a:extLst>
              <a:ext uri="{FF2B5EF4-FFF2-40B4-BE49-F238E27FC236}">
                <a16:creationId xmlns:a16="http://schemas.microsoft.com/office/drawing/2014/main" id="{BAFD7685-3FF8-84EC-E90C-3F6FC2A31CB7}"/>
              </a:ext>
              <a:ext uri="{C183D7F6-B498-43B3-948B-1728B52AA6E4}">
                <adec:decorative xmlns:adec="http://schemas.microsoft.com/office/drawing/2017/decorative" val="1"/>
              </a:ext>
            </a:extLst>
          </p:cNvPr>
          <p:cNvCxnSpPr>
            <a:stCxn id="54" idx="2"/>
            <a:endCxn id="58" idx="0"/>
          </p:cNvCxnSpPr>
          <p:nvPr/>
        </p:nvCxnSpPr>
        <p:spPr>
          <a:xfrm flipH="1">
            <a:off x="5037817" y="3751387"/>
            <a:ext cx="1946481" cy="334472"/>
          </a:xfrm>
          <a:prstGeom prst="straightConnector1">
            <a:avLst/>
          </a:prstGeom>
          <a:ln w="19050">
            <a:headEnd type="none" w="lg" len="med"/>
            <a:tailEnd type="triangle"/>
          </a:ln>
        </p:spPr>
        <p:style>
          <a:lnRef idx="1">
            <a:schemeClr val="accent6"/>
          </a:lnRef>
          <a:fillRef idx="0">
            <a:schemeClr val="accent6"/>
          </a:fillRef>
          <a:effectRef idx="0">
            <a:schemeClr val="accent6"/>
          </a:effectRef>
          <a:fontRef idx="minor">
            <a:schemeClr val="tx1"/>
          </a:fontRef>
        </p:style>
      </p:cxnSp>
      <p:cxnSp>
        <p:nvCxnSpPr>
          <p:cNvPr id="73" name="Straight Arrow Connector 72">
            <a:extLst>
              <a:ext uri="{FF2B5EF4-FFF2-40B4-BE49-F238E27FC236}">
                <a16:creationId xmlns:a16="http://schemas.microsoft.com/office/drawing/2014/main" id="{0ECC771F-EA86-0D6F-B850-27A9BFF6486F}"/>
              </a:ext>
              <a:ext uri="{C183D7F6-B498-43B3-948B-1728B52AA6E4}">
                <adec:decorative xmlns:adec="http://schemas.microsoft.com/office/drawing/2017/decorative" val="1"/>
              </a:ext>
            </a:extLst>
          </p:cNvPr>
          <p:cNvCxnSpPr>
            <a:stCxn id="54" idx="2"/>
            <a:endCxn id="66" idx="0"/>
          </p:cNvCxnSpPr>
          <p:nvPr/>
        </p:nvCxnSpPr>
        <p:spPr>
          <a:xfrm flipH="1">
            <a:off x="6741337" y="3751387"/>
            <a:ext cx="242961" cy="334472"/>
          </a:xfrm>
          <a:prstGeom prst="straightConnector1">
            <a:avLst/>
          </a:prstGeom>
          <a:ln w="19050">
            <a:headEnd type="none" w="lg" len="med"/>
            <a:tailEnd type="triangle"/>
          </a:ln>
        </p:spPr>
        <p:style>
          <a:lnRef idx="1">
            <a:schemeClr val="accent6"/>
          </a:lnRef>
          <a:fillRef idx="0">
            <a:schemeClr val="accent6"/>
          </a:fillRef>
          <a:effectRef idx="0">
            <a:schemeClr val="accent6"/>
          </a:effectRef>
          <a:fontRef idx="minor">
            <a:schemeClr val="tx1"/>
          </a:fontRef>
        </p:style>
      </p:cxnSp>
      <p:cxnSp>
        <p:nvCxnSpPr>
          <p:cNvPr id="80" name="Straight Arrow Connector 79">
            <a:extLst>
              <a:ext uri="{FF2B5EF4-FFF2-40B4-BE49-F238E27FC236}">
                <a16:creationId xmlns:a16="http://schemas.microsoft.com/office/drawing/2014/main" id="{36289696-72B5-F771-CDC7-A7D1FC79EDBC}"/>
              </a:ext>
              <a:ext uri="{C183D7F6-B498-43B3-948B-1728B52AA6E4}">
                <adec:decorative xmlns:adec="http://schemas.microsoft.com/office/drawing/2017/decorative" val="1"/>
              </a:ext>
            </a:extLst>
          </p:cNvPr>
          <p:cNvCxnSpPr>
            <a:stCxn id="54" idx="2"/>
            <a:endCxn id="68" idx="0"/>
          </p:cNvCxnSpPr>
          <p:nvPr/>
        </p:nvCxnSpPr>
        <p:spPr>
          <a:xfrm>
            <a:off x="6984296" y="3751385"/>
            <a:ext cx="1367285" cy="312707"/>
          </a:xfrm>
          <a:prstGeom prst="straightConnector1">
            <a:avLst/>
          </a:prstGeom>
          <a:ln w="19050">
            <a:headEnd type="none" w="lg" len="med"/>
            <a:tailEnd type="triangle"/>
          </a:ln>
        </p:spPr>
        <p:style>
          <a:lnRef idx="1">
            <a:schemeClr val="accent6"/>
          </a:lnRef>
          <a:fillRef idx="0">
            <a:schemeClr val="accent6"/>
          </a:fillRef>
          <a:effectRef idx="0">
            <a:schemeClr val="accent6"/>
          </a:effectRef>
          <a:fontRef idx="minor">
            <a:schemeClr val="tx1"/>
          </a:fontRef>
        </p:style>
      </p:cxnSp>
      <p:cxnSp>
        <p:nvCxnSpPr>
          <p:cNvPr id="46" name="Straight Arrow Connector 45">
            <a:extLst>
              <a:ext uri="{FF2B5EF4-FFF2-40B4-BE49-F238E27FC236}">
                <a16:creationId xmlns:a16="http://schemas.microsoft.com/office/drawing/2014/main" id="{DC9B63EF-6829-B390-CF40-DB9CFBE4330D}"/>
              </a:ext>
              <a:ext uri="{C183D7F6-B498-43B3-948B-1728B52AA6E4}">
                <adec:decorative xmlns:adec="http://schemas.microsoft.com/office/drawing/2017/decorative" val="1"/>
              </a:ext>
            </a:extLst>
          </p:cNvPr>
          <p:cNvCxnSpPr>
            <a:stCxn id="20" idx="2"/>
            <a:endCxn id="12" idx="0"/>
          </p:cNvCxnSpPr>
          <p:nvPr/>
        </p:nvCxnSpPr>
        <p:spPr>
          <a:xfrm flipH="1">
            <a:off x="10560932" y="3471186"/>
            <a:ext cx="4464" cy="648751"/>
          </a:xfrm>
          <a:prstGeom prst="straightConnector1">
            <a:avLst/>
          </a:prstGeom>
          <a:ln w="12700">
            <a:solidFill>
              <a:srgbClr val="4DCBEE"/>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3A54F022-B636-750B-E96A-ED67D8D74E0A}"/>
              </a:ext>
              <a:ext uri="{C183D7F6-B498-43B3-948B-1728B52AA6E4}">
                <adec:decorative xmlns:adec="http://schemas.microsoft.com/office/drawing/2017/decorative" val="1"/>
              </a:ext>
            </a:extLst>
          </p:cNvPr>
          <p:cNvCxnSpPr>
            <a:cxnSpLocks/>
            <a:stCxn id="12" idx="1"/>
            <a:endCxn id="54" idx="3"/>
          </p:cNvCxnSpPr>
          <p:nvPr/>
        </p:nvCxnSpPr>
        <p:spPr>
          <a:xfrm flipH="1" flipV="1">
            <a:off x="8344179" y="3360261"/>
            <a:ext cx="1049691" cy="975791"/>
          </a:xfrm>
          <a:prstGeom prst="straightConnector1">
            <a:avLst/>
          </a:prstGeom>
          <a:ln w="19050">
            <a:solidFill>
              <a:srgbClr val="4DCBEE"/>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2" name="Process 11">
            <a:extLst>
              <a:ext uri="{FF2B5EF4-FFF2-40B4-BE49-F238E27FC236}">
                <a16:creationId xmlns:a16="http://schemas.microsoft.com/office/drawing/2014/main" id="{1C95C003-296A-7424-22AE-53BC0035C450}"/>
              </a:ext>
            </a:extLst>
          </p:cNvPr>
          <p:cNvSpPr/>
          <p:nvPr/>
        </p:nvSpPr>
        <p:spPr bwMode="auto">
          <a:xfrm>
            <a:off x="9393870" y="4119936"/>
            <a:ext cx="2334127" cy="432229"/>
          </a:xfrm>
          <a:prstGeom prst="flowChartProcess">
            <a:avLst/>
          </a:prstGeom>
          <a:noFill/>
          <a:ln w="19050">
            <a:solidFill>
              <a:srgbClr val="0078D4"/>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User input required</a:t>
            </a:r>
          </a:p>
        </p:txBody>
      </p:sp>
      <p:sp>
        <p:nvSpPr>
          <p:cNvPr id="68" name="Rounded Rectangle 67">
            <a:extLst>
              <a:ext uri="{FF2B5EF4-FFF2-40B4-BE49-F238E27FC236}">
                <a16:creationId xmlns:a16="http://schemas.microsoft.com/office/drawing/2014/main" id="{7AB2F28A-4239-766E-25F3-44AA5160A280}"/>
              </a:ext>
            </a:extLst>
          </p:cNvPr>
          <p:cNvSpPr/>
          <p:nvPr/>
        </p:nvSpPr>
        <p:spPr bwMode="auto">
          <a:xfrm>
            <a:off x="7658077" y="4064093"/>
            <a:ext cx="1387008" cy="782252"/>
          </a:xfrm>
          <a:prstGeom prst="roundRect">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Yes, &gt;1 number</a:t>
            </a:r>
          </a:p>
        </p:txBody>
      </p:sp>
      <p:sp>
        <p:nvSpPr>
          <p:cNvPr id="66" name="Rounded Rectangle 65">
            <a:extLst>
              <a:ext uri="{FF2B5EF4-FFF2-40B4-BE49-F238E27FC236}">
                <a16:creationId xmlns:a16="http://schemas.microsoft.com/office/drawing/2014/main" id="{550C7689-FBD7-6C3F-D047-718171D3C275}"/>
              </a:ext>
            </a:extLst>
          </p:cNvPr>
          <p:cNvSpPr/>
          <p:nvPr/>
        </p:nvSpPr>
        <p:spPr bwMode="auto">
          <a:xfrm>
            <a:off x="6047831" y="4085859"/>
            <a:ext cx="1387008" cy="782252"/>
          </a:xfrm>
          <a:prstGeom prst="roundRect">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Yes, 1 number </a:t>
            </a:r>
          </a:p>
        </p:txBody>
      </p:sp>
      <p:sp>
        <p:nvSpPr>
          <p:cNvPr id="58" name="Rounded Rectangle 57">
            <a:extLst>
              <a:ext uri="{FF2B5EF4-FFF2-40B4-BE49-F238E27FC236}">
                <a16:creationId xmlns:a16="http://schemas.microsoft.com/office/drawing/2014/main" id="{FB82613A-65BB-45EF-8405-9F528AF38BE1}"/>
              </a:ext>
            </a:extLst>
          </p:cNvPr>
          <p:cNvSpPr/>
          <p:nvPr/>
        </p:nvSpPr>
        <p:spPr bwMode="auto">
          <a:xfrm>
            <a:off x="4344311" y="4085859"/>
            <a:ext cx="1387008" cy="782252"/>
          </a:xfrm>
          <a:prstGeom prst="roundRect">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No number</a:t>
            </a:r>
          </a:p>
        </p:txBody>
      </p:sp>
      <p:sp>
        <p:nvSpPr>
          <p:cNvPr id="156" name="Oval Callout 155">
            <a:extLst>
              <a:ext uri="{FF2B5EF4-FFF2-40B4-BE49-F238E27FC236}">
                <a16:creationId xmlns:a16="http://schemas.microsoft.com/office/drawing/2014/main" id="{1AC1EFD4-4558-4F5F-A6D0-5AE45DC9A5CD}"/>
              </a:ext>
            </a:extLst>
          </p:cNvPr>
          <p:cNvSpPr/>
          <p:nvPr/>
        </p:nvSpPr>
        <p:spPr bwMode="auto">
          <a:xfrm>
            <a:off x="1181379" y="4548815"/>
            <a:ext cx="2973248" cy="334976"/>
          </a:xfrm>
          <a:prstGeom prst="wedgeEllipseCallout">
            <a:avLst>
              <a:gd name="adj1" fmla="val 54664"/>
              <a:gd name="adj2" fmla="val 96503"/>
            </a:avLst>
          </a:prstGeom>
          <a:solidFill>
            <a:srgbClr val="262626"/>
          </a:solidFill>
          <a:ln w="19050">
            <a:solidFill>
              <a:schemeClr val="tx1"/>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FFFFFF"/>
                </a:solidFill>
                <a:effectLst/>
                <a:uLnTx/>
                <a:uFillTx/>
                <a:latin typeface="Segoe UI"/>
                <a:ea typeface="Segoe UI" pitchFamily="34" charset="0"/>
                <a:cs typeface="Segoe UI" pitchFamily="34" charset="0"/>
              </a:rPr>
              <a:t>“555-555-5555”</a:t>
            </a:r>
          </a:p>
        </p:txBody>
      </p:sp>
      <p:cxnSp>
        <p:nvCxnSpPr>
          <p:cNvPr id="101" name="Straight Arrow Connector 100">
            <a:extLst>
              <a:ext uri="{FF2B5EF4-FFF2-40B4-BE49-F238E27FC236}">
                <a16:creationId xmlns:a16="http://schemas.microsoft.com/office/drawing/2014/main" id="{223F24FB-37A1-936F-C31A-2956FC53AEED}"/>
              </a:ext>
              <a:ext uri="{C183D7F6-B498-43B3-948B-1728B52AA6E4}">
                <adec:decorative xmlns:adec="http://schemas.microsoft.com/office/drawing/2017/decorative" val="1"/>
              </a:ext>
            </a:extLst>
          </p:cNvPr>
          <p:cNvCxnSpPr>
            <a:cxnSpLocks/>
            <a:stCxn id="58" idx="2"/>
            <a:endCxn id="94" idx="0"/>
          </p:cNvCxnSpPr>
          <p:nvPr/>
        </p:nvCxnSpPr>
        <p:spPr>
          <a:xfrm flipH="1">
            <a:off x="5037251" y="4868112"/>
            <a:ext cx="564" cy="293369"/>
          </a:xfrm>
          <a:prstGeom prst="straightConnector1">
            <a:avLst/>
          </a:prstGeom>
          <a:ln w="19050">
            <a:headEnd type="none" w="lg" len="med"/>
            <a:tailEnd type="triangle"/>
          </a:ln>
        </p:spPr>
        <p:style>
          <a:lnRef idx="1">
            <a:schemeClr val="accent6"/>
          </a:lnRef>
          <a:fillRef idx="0">
            <a:schemeClr val="accent6"/>
          </a:fillRef>
          <a:effectRef idx="0">
            <a:schemeClr val="accent6"/>
          </a:effectRef>
          <a:fontRef idx="minor">
            <a:schemeClr val="tx1"/>
          </a:fontRef>
        </p:style>
      </p:cxnSp>
      <p:cxnSp>
        <p:nvCxnSpPr>
          <p:cNvPr id="42" name="Straight Arrow Connector 41">
            <a:extLst>
              <a:ext uri="{FF2B5EF4-FFF2-40B4-BE49-F238E27FC236}">
                <a16:creationId xmlns:a16="http://schemas.microsoft.com/office/drawing/2014/main" id="{9B0DEFFE-197F-FC52-C7E7-F0B00AB46A6E}"/>
              </a:ext>
              <a:ext uri="{C183D7F6-B498-43B3-948B-1728B52AA6E4}">
                <adec:decorative xmlns:adec="http://schemas.microsoft.com/office/drawing/2017/decorative" val="1"/>
              </a:ext>
            </a:extLst>
          </p:cNvPr>
          <p:cNvCxnSpPr>
            <a:cxnSpLocks/>
            <a:stCxn id="66" idx="2"/>
            <a:endCxn id="26" idx="0"/>
          </p:cNvCxnSpPr>
          <p:nvPr/>
        </p:nvCxnSpPr>
        <p:spPr>
          <a:xfrm>
            <a:off x="6741336" y="4868111"/>
            <a:ext cx="13051" cy="934836"/>
          </a:xfrm>
          <a:prstGeom prst="straightConnector1">
            <a:avLst/>
          </a:prstGeom>
          <a:ln w="19050">
            <a:solidFill>
              <a:srgbClr val="4DCBEE"/>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D48A8C69-6A8C-4ECE-E1BD-F3747255257F}"/>
              </a:ext>
              <a:ext uri="{C183D7F6-B498-43B3-948B-1728B52AA6E4}">
                <adec:decorative xmlns:adec="http://schemas.microsoft.com/office/drawing/2017/decorative" val="1"/>
              </a:ext>
            </a:extLst>
          </p:cNvPr>
          <p:cNvCxnSpPr>
            <a:cxnSpLocks/>
            <a:stCxn id="68" idx="2"/>
            <a:endCxn id="96" idx="0"/>
          </p:cNvCxnSpPr>
          <p:nvPr/>
        </p:nvCxnSpPr>
        <p:spPr>
          <a:xfrm>
            <a:off x="8351581" y="4846345"/>
            <a:ext cx="8675" cy="303412"/>
          </a:xfrm>
          <a:prstGeom prst="straightConnector1">
            <a:avLst/>
          </a:prstGeom>
          <a:ln w="19050">
            <a:headEnd type="none" w="lg" len="med"/>
            <a:tailEnd type="triangle"/>
          </a:ln>
        </p:spPr>
        <p:style>
          <a:lnRef idx="1">
            <a:schemeClr val="accent6"/>
          </a:lnRef>
          <a:fillRef idx="0">
            <a:schemeClr val="accent6"/>
          </a:fillRef>
          <a:effectRef idx="0">
            <a:schemeClr val="accent6"/>
          </a:effectRef>
          <a:fontRef idx="minor">
            <a:schemeClr val="tx1"/>
          </a:fontRef>
        </p:style>
      </p:cxnSp>
      <p:sp>
        <p:nvSpPr>
          <p:cNvPr id="86" name="Oval Callout 85">
            <a:extLst>
              <a:ext uri="{FF2B5EF4-FFF2-40B4-BE49-F238E27FC236}">
                <a16:creationId xmlns:a16="http://schemas.microsoft.com/office/drawing/2014/main" id="{83ACE5BF-8B14-957C-3345-7F7F2E492707}"/>
              </a:ext>
            </a:extLst>
          </p:cNvPr>
          <p:cNvSpPr/>
          <p:nvPr/>
        </p:nvSpPr>
        <p:spPr bwMode="auto">
          <a:xfrm>
            <a:off x="9393870" y="4778787"/>
            <a:ext cx="2682967" cy="334976"/>
          </a:xfrm>
          <a:prstGeom prst="wedgeEllipseCallout">
            <a:avLst>
              <a:gd name="adj1" fmla="val 31731"/>
              <a:gd name="adj2" fmla="val -104636"/>
            </a:avLst>
          </a:prstGeom>
          <a:solidFill>
            <a:srgbClr val="262626"/>
          </a:solidFill>
          <a:ln w="19050">
            <a:solidFill>
              <a:schemeClr val="tx1"/>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FFFFFF"/>
                </a:solidFill>
                <a:effectLst/>
                <a:uLnTx/>
                <a:uFillTx/>
                <a:latin typeface="Segoe UI"/>
                <a:ea typeface="Segoe UI" pitchFamily="34" charset="0"/>
                <a:cs typeface="Segoe UI" pitchFamily="34" charset="0"/>
              </a:rPr>
              <a:t>“From Indiana”</a:t>
            </a:r>
          </a:p>
        </p:txBody>
      </p:sp>
      <p:sp>
        <p:nvSpPr>
          <p:cNvPr id="96" name="Process 95">
            <a:extLst>
              <a:ext uri="{FF2B5EF4-FFF2-40B4-BE49-F238E27FC236}">
                <a16:creationId xmlns:a16="http://schemas.microsoft.com/office/drawing/2014/main" id="{5DABAE29-32EE-4036-3BDF-98609096A6D1}"/>
              </a:ext>
            </a:extLst>
          </p:cNvPr>
          <p:cNvSpPr/>
          <p:nvPr/>
        </p:nvSpPr>
        <p:spPr bwMode="auto">
          <a:xfrm>
            <a:off x="7196513" y="5149756"/>
            <a:ext cx="2327483" cy="432229"/>
          </a:xfrm>
          <a:prstGeom prst="flowChartProcess">
            <a:avLst/>
          </a:prstGeom>
          <a:noFill/>
          <a:ln w="19050">
            <a:solidFill>
              <a:srgbClr val="0078D4"/>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User input required</a:t>
            </a:r>
          </a:p>
        </p:txBody>
      </p:sp>
      <p:sp>
        <p:nvSpPr>
          <p:cNvPr id="144" name="Oval Callout 143">
            <a:extLst>
              <a:ext uri="{FF2B5EF4-FFF2-40B4-BE49-F238E27FC236}">
                <a16:creationId xmlns:a16="http://schemas.microsoft.com/office/drawing/2014/main" id="{5150B0E8-B1D8-9C80-86D0-1CD4B44187CF}"/>
              </a:ext>
            </a:extLst>
          </p:cNvPr>
          <p:cNvSpPr/>
          <p:nvPr/>
        </p:nvSpPr>
        <p:spPr bwMode="auto">
          <a:xfrm>
            <a:off x="9469890" y="5335528"/>
            <a:ext cx="2682967" cy="774291"/>
          </a:xfrm>
          <a:prstGeom prst="wedgeEllipseCallout">
            <a:avLst>
              <a:gd name="adj1" fmla="val -46168"/>
              <a:gd name="adj2" fmla="val -56586"/>
            </a:avLst>
          </a:prstGeom>
          <a:solidFill>
            <a:srgbClr val="262626"/>
          </a:solidFill>
          <a:ln w="19050">
            <a:solidFill>
              <a:schemeClr val="tx1"/>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FFFFFF"/>
                </a:solidFill>
                <a:effectLst/>
                <a:uLnTx/>
                <a:uFillTx/>
                <a:latin typeface="Segoe UI"/>
                <a:ea typeface="Segoe UI" pitchFamily="34" charset="0"/>
                <a:cs typeface="Segoe UI" pitchFamily="34" charset="0"/>
              </a:rPr>
              <a:t>“Ugh, I don’t know, cancel”</a:t>
            </a:r>
          </a:p>
        </p:txBody>
      </p:sp>
      <p:sp>
        <p:nvSpPr>
          <p:cNvPr id="100" name="Oval Callout 99">
            <a:extLst>
              <a:ext uri="{FF2B5EF4-FFF2-40B4-BE49-F238E27FC236}">
                <a16:creationId xmlns:a16="http://schemas.microsoft.com/office/drawing/2014/main" id="{C6385DCB-9314-C7C9-0CE9-6CE815734040}"/>
              </a:ext>
            </a:extLst>
          </p:cNvPr>
          <p:cNvSpPr/>
          <p:nvPr/>
        </p:nvSpPr>
        <p:spPr bwMode="auto">
          <a:xfrm>
            <a:off x="8198552" y="6129615"/>
            <a:ext cx="2253917" cy="542372"/>
          </a:xfrm>
          <a:prstGeom prst="wedgeEllipseCallout">
            <a:avLst>
              <a:gd name="adj1" fmla="val -30498"/>
              <a:gd name="adj2" fmla="val -142521"/>
            </a:avLst>
          </a:prstGeom>
          <a:solidFill>
            <a:srgbClr val="262626"/>
          </a:solidFill>
          <a:ln w="19050">
            <a:solidFill>
              <a:schemeClr val="tx1"/>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FFFFFF"/>
                </a:solidFill>
                <a:effectLst/>
                <a:uLnTx/>
                <a:uFillTx/>
                <a:latin typeface="Segoe UI"/>
                <a:ea typeface="Segoe UI" pitchFamily="34" charset="0"/>
                <a:cs typeface="Segoe UI" pitchFamily="34" charset="0"/>
              </a:rPr>
              <a:t>“Um the first one”</a:t>
            </a:r>
          </a:p>
        </p:txBody>
      </p:sp>
      <p:cxnSp>
        <p:nvCxnSpPr>
          <p:cNvPr id="157" name="Straight Arrow Connector 156">
            <a:extLst>
              <a:ext uri="{FF2B5EF4-FFF2-40B4-BE49-F238E27FC236}">
                <a16:creationId xmlns:a16="http://schemas.microsoft.com/office/drawing/2014/main" id="{0818B4A9-62BB-3B3A-4111-C5AE7B92C75E}"/>
              </a:ext>
              <a:ext uri="{C183D7F6-B498-43B3-948B-1728B52AA6E4}">
                <adec:decorative xmlns:adec="http://schemas.microsoft.com/office/drawing/2017/decorative" val="1"/>
              </a:ext>
            </a:extLst>
          </p:cNvPr>
          <p:cNvCxnSpPr>
            <a:cxnSpLocks/>
            <a:stCxn id="94" idx="2"/>
            <a:endCxn id="26" idx="0"/>
          </p:cNvCxnSpPr>
          <p:nvPr/>
        </p:nvCxnSpPr>
        <p:spPr>
          <a:xfrm>
            <a:off x="5037253" y="5593709"/>
            <a:ext cx="1717135" cy="209239"/>
          </a:xfrm>
          <a:prstGeom prst="straightConnector1">
            <a:avLst/>
          </a:prstGeom>
          <a:ln w="19050">
            <a:solidFill>
              <a:srgbClr val="4DCBEE"/>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A12C93E9-C94A-AAE8-A83C-B058E36B28C3}"/>
              </a:ext>
              <a:ext uri="{C183D7F6-B498-43B3-948B-1728B52AA6E4}">
                <adec:decorative xmlns:adec="http://schemas.microsoft.com/office/drawing/2017/decorative" val="1"/>
              </a:ext>
            </a:extLst>
          </p:cNvPr>
          <p:cNvCxnSpPr>
            <a:cxnSpLocks/>
            <a:stCxn id="96" idx="2"/>
            <a:endCxn id="26" idx="3"/>
          </p:cNvCxnSpPr>
          <p:nvPr/>
        </p:nvCxnSpPr>
        <p:spPr>
          <a:xfrm flipH="1">
            <a:off x="7744987" y="5581986"/>
            <a:ext cx="615269" cy="612087"/>
          </a:xfrm>
          <a:prstGeom prst="straightConnector1">
            <a:avLst/>
          </a:prstGeom>
          <a:ln w="19050">
            <a:solidFill>
              <a:srgbClr val="4DCBEE"/>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955C989E-8CB9-B8D5-6C6B-3010769A20F4}"/>
              </a:ext>
            </a:extLst>
          </p:cNvPr>
          <p:cNvSpPr/>
          <p:nvPr/>
        </p:nvSpPr>
        <p:spPr bwMode="auto">
          <a:xfrm>
            <a:off x="5763787" y="5802947"/>
            <a:ext cx="1981200" cy="782252"/>
          </a:xfrm>
          <a:prstGeom prst="roundRect">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Send text message to Madison</a:t>
            </a:r>
          </a:p>
        </p:txBody>
      </p:sp>
      <p:cxnSp>
        <p:nvCxnSpPr>
          <p:cNvPr id="48" name="Straight Arrow Connector 47">
            <a:extLst>
              <a:ext uri="{FF2B5EF4-FFF2-40B4-BE49-F238E27FC236}">
                <a16:creationId xmlns:a16="http://schemas.microsoft.com/office/drawing/2014/main" id="{B4B5C474-5C6A-1C8E-EC6B-F2829A1B3BB8}"/>
              </a:ext>
              <a:ext uri="{C183D7F6-B498-43B3-948B-1728B52AA6E4}">
                <adec:decorative xmlns:adec="http://schemas.microsoft.com/office/drawing/2017/decorative" val="1"/>
              </a:ext>
            </a:extLst>
          </p:cNvPr>
          <p:cNvCxnSpPr>
            <a:cxnSpLocks/>
            <a:stCxn id="26" idx="1"/>
            <a:endCxn id="28" idx="0"/>
          </p:cNvCxnSpPr>
          <p:nvPr/>
        </p:nvCxnSpPr>
        <p:spPr>
          <a:xfrm flipH="1">
            <a:off x="2668005" y="6194072"/>
            <a:ext cx="3095783" cy="0"/>
          </a:xfrm>
          <a:prstGeom prst="straightConnector1">
            <a:avLst/>
          </a:prstGeom>
          <a:ln w="19050">
            <a:solidFill>
              <a:srgbClr val="4DCBEE"/>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8" name="Hexagon 27">
            <a:extLst>
              <a:ext uri="{FF2B5EF4-FFF2-40B4-BE49-F238E27FC236}">
                <a16:creationId xmlns:a16="http://schemas.microsoft.com/office/drawing/2014/main" id="{A5334C43-7949-F272-8124-95DF5A0E34B3}"/>
              </a:ext>
            </a:extLst>
          </p:cNvPr>
          <p:cNvSpPr/>
          <p:nvPr/>
        </p:nvSpPr>
        <p:spPr bwMode="auto">
          <a:xfrm>
            <a:off x="1053705" y="5871125"/>
            <a:ext cx="1614299" cy="645897"/>
          </a:xfrm>
          <a:prstGeom prst="hexagon">
            <a:avLst/>
          </a:prstGeom>
          <a:noFill/>
          <a:ln w="19050">
            <a:solidFill>
              <a:srgbClr val="4DCBEE"/>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Success!</a:t>
            </a:r>
          </a:p>
        </p:txBody>
      </p:sp>
      <p:sp>
        <p:nvSpPr>
          <p:cNvPr id="94" name="Process 93">
            <a:extLst>
              <a:ext uri="{FF2B5EF4-FFF2-40B4-BE49-F238E27FC236}">
                <a16:creationId xmlns:a16="http://schemas.microsoft.com/office/drawing/2014/main" id="{5B71AC13-5E9F-AC2B-0B8A-8083F50CCDE6}"/>
              </a:ext>
            </a:extLst>
          </p:cNvPr>
          <p:cNvSpPr/>
          <p:nvPr/>
        </p:nvSpPr>
        <p:spPr bwMode="auto">
          <a:xfrm>
            <a:off x="3873509" y="5161480"/>
            <a:ext cx="2327483" cy="432229"/>
          </a:xfrm>
          <a:prstGeom prst="flowChartProcess">
            <a:avLst/>
          </a:prstGeom>
          <a:noFill/>
          <a:ln w="19050">
            <a:solidFill>
              <a:srgbClr val="0078D4"/>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Segoe UI"/>
                <a:ea typeface="Segoe UI" pitchFamily="34" charset="0"/>
                <a:cs typeface="Segoe UI" pitchFamily="34" charset="0"/>
              </a:rPr>
              <a:t>User input required</a:t>
            </a:r>
          </a:p>
        </p:txBody>
      </p:sp>
      <p:sp>
        <p:nvSpPr>
          <p:cNvPr id="98" name="Oval Callout 97">
            <a:extLst>
              <a:ext uri="{FF2B5EF4-FFF2-40B4-BE49-F238E27FC236}">
                <a16:creationId xmlns:a16="http://schemas.microsoft.com/office/drawing/2014/main" id="{9BE9C512-6098-4701-D723-0C6EB76D9EFD}"/>
              </a:ext>
            </a:extLst>
          </p:cNvPr>
          <p:cNvSpPr/>
          <p:nvPr/>
        </p:nvSpPr>
        <p:spPr bwMode="auto">
          <a:xfrm>
            <a:off x="314840" y="4981731"/>
            <a:ext cx="2253917" cy="542372"/>
          </a:xfrm>
          <a:prstGeom prst="wedgeEllipseCallout">
            <a:avLst>
              <a:gd name="adj1" fmla="val 104225"/>
              <a:gd name="adj2" fmla="val 16987"/>
            </a:avLst>
          </a:prstGeom>
          <a:solidFill>
            <a:srgbClr val="262626"/>
          </a:solidFill>
          <a:ln w="19050">
            <a:solidFill>
              <a:schemeClr val="tx1"/>
            </a:soli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FFFFFF"/>
                </a:solidFill>
                <a:effectLst/>
                <a:uLnTx/>
                <a:uFillTx/>
                <a:latin typeface="Segoe UI"/>
                <a:ea typeface="Segoe UI" pitchFamily="34" charset="0"/>
                <a:cs typeface="Segoe UI" pitchFamily="34" charset="0"/>
              </a:rPr>
              <a:t>“Email them instead”</a:t>
            </a:r>
          </a:p>
        </p:txBody>
      </p:sp>
      <p:sp>
        <p:nvSpPr>
          <p:cNvPr id="11" name="TextBox 10">
            <a:extLst>
              <a:ext uri="{FF2B5EF4-FFF2-40B4-BE49-F238E27FC236}">
                <a16:creationId xmlns:a16="http://schemas.microsoft.com/office/drawing/2014/main" id="{7A71F141-D945-694B-617F-8D7725D3DC0E}"/>
              </a:ext>
            </a:extLst>
          </p:cNvPr>
          <p:cNvSpPr txBox="1"/>
          <p:nvPr/>
        </p:nvSpPr>
        <p:spPr>
          <a:xfrm>
            <a:off x="590185" y="124752"/>
            <a:ext cx="677227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51" normalizeH="0" baseline="0" noProof="0" dirty="0">
                <a:ln w="3175">
                  <a:noFill/>
                </a:ln>
                <a:gradFill flip="none" rotWithShape="1">
                  <a:gsLst>
                    <a:gs pos="82000">
                      <a:srgbClr val="0078D4"/>
                    </a:gs>
                    <a:gs pos="0">
                      <a:srgbClr val="0078D4"/>
                    </a:gs>
                  </a:gsLst>
                  <a:lin ang="2700000" scaled="1"/>
                  <a:tileRect/>
                </a:gradFill>
                <a:effectLst/>
                <a:uLnTx/>
                <a:uFillTx/>
                <a:latin typeface="Segoe UI Semibold"/>
                <a:ea typeface="+mn-ea"/>
                <a:cs typeface="Segoe UI" pitchFamily="34" charset="0"/>
              </a:rPr>
              <a:t>The middle is the hard part…</a:t>
            </a: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488354913"/>
      </p:ext>
    </p:extLst>
  </p:cSld>
  <p:clrMapOvr>
    <a:masterClrMapping/>
  </p:clrMapOvr>
  <p:transition advTm="34517">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50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50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100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100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150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nodeType="withEffect">
                                  <p:stCondLst>
                                    <p:cond delay="150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150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150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150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150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200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200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200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nodeType="withEffect">
                                  <p:stCondLst>
                                    <p:cond delay="2000"/>
                                  </p:stCondLst>
                                  <p:childTnLst>
                                    <p:set>
                                      <p:cBhvr>
                                        <p:cTn id="32" dur="1" fill="hold">
                                          <p:stCondLst>
                                            <p:cond delay="0"/>
                                          </p:stCondLst>
                                        </p:cTn>
                                        <p:tgtEl>
                                          <p:spTgt spid="56"/>
                                        </p:tgtEl>
                                        <p:attrNameLst>
                                          <p:attrName>style.visibility</p:attrName>
                                        </p:attrNameLst>
                                      </p:cBhvr>
                                      <p:to>
                                        <p:strVal val="visible"/>
                                      </p:to>
                                    </p:set>
                                  </p:childTnLst>
                                </p:cTn>
                              </p:par>
                              <p:par>
                                <p:cTn id="33" presetID="1" presetClass="entr" presetSubtype="0" fill="hold" nodeType="withEffect">
                                  <p:stCondLst>
                                    <p:cond delay="200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200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2500"/>
                                  </p:stCondLst>
                                  <p:childTnLst>
                                    <p:set>
                                      <p:cBhvr>
                                        <p:cTn id="38" dur="1" fill="hold">
                                          <p:stCondLst>
                                            <p:cond delay="0"/>
                                          </p:stCondLst>
                                        </p:cTn>
                                        <p:tgtEl>
                                          <p:spTgt spid="149"/>
                                        </p:tgtEl>
                                        <p:attrNameLst>
                                          <p:attrName>style.visibility</p:attrName>
                                        </p:attrNameLst>
                                      </p:cBhvr>
                                      <p:to>
                                        <p:strVal val="visible"/>
                                      </p:to>
                                    </p:set>
                                  </p:childTnLst>
                                </p:cTn>
                              </p:par>
                              <p:par>
                                <p:cTn id="39" presetID="1" presetClass="entr" presetSubtype="0" fill="hold" grpId="1" nodeType="withEffect">
                                  <p:stCondLst>
                                    <p:cond delay="2500"/>
                                  </p:stCondLst>
                                  <p:childTnLst>
                                    <p:set>
                                      <p:cBhvr>
                                        <p:cTn id="40" dur="1" fill="hold">
                                          <p:stCondLst>
                                            <p:cond delay="0"/>
                                          </p:stCondLst>
                                        </p:cTn>
                                        <p:tgtEl>
                                          <p:spTgt spid="54"/>
                                        </p:tgtEl>
                                        <p:attrNameLst>
                                          <p:attrName>style.visibility</p:attrName>
                                        </p:attrNameLst>
                                      </p:cBhvr>
                                      <p:to>
                                        <p:strVal val="visible"/>
                                      </p:to>
                                    </p:set>
                                  </p:childTnLst>
                                </p:cTn>
                              </p:par>
                              <p:par>
                                <p:cTn id="41" presetID="1" presetClass="entr" presetSubtype="0" fill="hold" grpId="0" nodeType="withEffect">
                                  <p:stCondLst>
                                    <p:cond delay="250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nodeType="withEffect">
                                  <p:stCondLst>
                                    <p:cond delay="2500"/>
                                  </p:stCondLst>
                                  <p:childTnLst>
                                    <p:set>
                                      <p:cBhvr>
                                        <p:cTn id="44" dur="1" fill="hold">
                                          <p:stCondLst>
                                            <p:cond delay="0"/>
                                          </p:stCondLst>
                                        </p:cTn>
                                        <p:tgtEl>
                                          <p:spTgt spid="46"/>
                                        </p:tgtEl>
                                        <p:attrNameLst>
                                          <p:attrName>style.visibility</p:attrName>
                                        </p:attrNameLst>
                                      </p:cBhvr>
                                      <p:to>
                                        <p:strVal val="visible"/>
                                      </p:to>
                                    </p:set>
                                  </p:childTnLst>
                                </p:cTn>
                              </p:par>
                              <p:par>
                                <p:cTn id="45" presetID="1" presetClass="entr" presetSubtype="0" fill="hold" nodeType="withEffect">
                                  <p:stCondLst>
                                    <p:cond delay="3000"/>
                                  </p:stCondLst>
                                  <p:childTnLst>
                                    <p:set>
                                      <p:cBhvr>
                                        <p:cTn id="46" dur="1" fill="hold">
                                          <p:stCondLst>
                                            <p:cond delay="0"/>
                                          </p:stCondLst>
                                        </p:cTn>
                                        <p:tgtEl>
                                          <p:spTgt spid="71"/>
                                        </p:tgtEl>
                                        <p:attrNameLst>
                                          <p:attrName>style.visibility</p:attrName>
                                        </p:attrNameLst>
                                      </p:cBhvr>
                                      <p:to>
                                        <p:strVal val="visible"/>
                                      </p:to>
                                    </p:set>
                                  </p:childTnLst>
                                </p:cTn>
                              </p:par>
                              <p:par>
                                <p:cTn id="47" presetID="1" presetClass="entr" presetSubtype="0" fill="hold" grpId="0" nodeType="withEffect">
                                  <p:stCondLst>
                                    <p:cond delay="300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nodeType="withEffect">
                                  <p:stCondLst>
                                    <p:cond delay="3000"/>
                                  </p:stCondLst>
                                  <p:childTnLst>
                                    <p:set>
                                      <p:cBhvr>
                                        <p:cTn id="50" dur="1" fill="hold">
                                          <p:stCondLst>
                                            <p:cond delay="0"/>
                                          </p:stCondLst>
                                        </p:cTn>
                                        <p:tgtEl>
                                          <p:spTgt spid="73"/>
                                        </p:tgtEl>
                                        <p:attrNameLst>
                                          <p:attrName>style.visibility</p:attrName>
                                        </p:attrNameLst>
                                      </p:cBhvr>
                                      <p:to>
                                        <p:strVal val="visible"/>
                                      </p:to>
                                    </p:set>
                                  </p:childTnLst>
                                </p:cTn>
                              </p:par>
                              <p:par>
                                <p:cTn id="51" presetID="1" presetClass="entr" presetSubtype="0" fill="hold" nodeType="withEffect">
                                  <p:stCondLst>
                                    <p:cond delay="3000"/>
                                  </p:stCondLst>
                                  <p:childTnLst>
                                    <p:set>
                                      <p:cBhvr>
                                        <p:cTn id="52" dur="1" fill="hold">
                                          <p:stCondLst>
                                            <p:cond delay="0"/>
                                          </p:stCondLst>
                                        </p:cTn>
                                        <p:tgtEl>
                                          <p:spTgt spid="80"/>
                                        </p:tgtEl>
                                        <p:attrNameLst>
                                          <p:attrName>style.visibility</p:attrName>
                                        </p:attrNameLst>
                                      </p:cBhvr>
                                      <p:to>
                                        <p:strVal val="visible"/>
                                      </p:to>
                                    </p:set>
                                  </p:childTnLst>
                                </p:cTn>
                              </p:par>
                              <p:par>
                                <p:cTn id="53" presetID="1" presetClass="entr" presetSubtype="0" fill="hold" grpId="0" nodeType="withEffect">
                                  <p:stCondLst>
                                    <p:cond delay="3000"/>
                                  </p:stCondLst>
                                  <p:childTnLst>
                                    <p:set>
                                      <p:cBhvr>
                                        <p:cTn id="54" dur="1" fill="hold">
                                          <p:stCondLst>
                                            <p:cond delay="0"/>
                                          </p:stCondLst>
                                        </p:cTn>
                                        <p:tgtEl>
                                          <p:spTgt spid="66"/>
                                        </p:tgtEl>
                                        <p:attrNameLst>
                                          <p:attrName>style.visibility</p:attrName>
                                        </p:attrNameLst>
                                      </p:cBhvr>
                                      <p:to>
                                        <p:strVal val="visible"/>
                                      </p:to>
                                    </p:set>
                                  </p:childTnLst>
                                </p:cTn>
                              </p:par>
                              <p:par>
                                <p:cTn id="55" presetID="1" presetClass="entr" presetSubtype="0" fill="hold" grpId="0" nodeType="withEffect">
                                  <p:stCondLst>
                                    <p:cond delay="3000"/>
                                  </p:stCondLst>
                                  <p:childTnLst>
                                    <p:set>
                                      <p:cBhvr>
                                        <p:cTn id="56" dur="1" fill="hold">
                                          <p:stCondLst>
                                            <p:cond delay="0"/>
                                          </p:stCondLst>
                                        </p:cTn>
                                        <p:tgtEl>
                                          <p:spTgt spid="68"/>
                                        </p:tgtEl>
                                        <p:attrNameLst>
                                          <p:attrName>style.visibility</p:attrName>
                                        </p:attrNameLst>
                                      </p:cBhvr>
                                      <p:to>
                                        <p:strVal val="visible"/>
                                      </p:to>
                                    </p:set>
                                  </p:childTnLst>
                                </p:cTn>
                              </p:par>
                              <p:par>
                                <p:cTn id="57" presetID="1" presetClass="entr" presetSubtype="0" fill="hold" nodeType="withEffect">
                                  <p:stCondLst>
                                    <p:cond delay="3500"/>
                                  </p:stCondLst>
                                  <p:childTnLst>
                                    <p:set>
                                      <p:cBhvr>
                                        <p:cTn id="58" dur="1" fill="hold">
                                          <p:stCondLst>
                                            <p:cond delay="0"/>
                                          </p:stCondLst>
                                        </p:cTn>
                                        <p:tgtEl>
                                          <p:spTgt spid="101"/>
                                        </p:tgtEl>
                                        <p:attrNameLst>
                                          <p:attrName>style.visibility</p:attrName>
                                        </p:attrNameLst>
                                      </p:cBhvr>
                                      <p:to>
                                        <p:strVal val="visible"/>
                                      </p:to>
                                    </p:set>
                                  </p:childTnLst>
                                </p:cTn>
                              </p:par>
                              <p:par>
                                <p:cTn id="59" presetID="1" presetClass="entr" presetSubtype="0" fill="hold" grpId="0" nodeType="withEffect">
                                  <p:stCondLst>
                                    <p:cond delay="3500"/>
                                  </p:stCondLst>
                                  <p:childTnLst>
                                    <p:set>
                                      <p:cBhvr>
                                        <p:cTn id="60" dur="1" fill="hold">
                                          <p:stCondLst>
                                            <p:cond delay="0"/>
                                          </p:stCondLst>
                                        </p:cTn>
                                        <p:tgtEl>
                                          <p:spTgt spid="94"/>
                                        </p:tgtEl>
                                        <p:attrNameLst>
                                          <p:attrName>style.visibility</p:attrName>
                                        </p:attrNameLst>
                                      </p:cBhvr>
                                      <p:to>
                                        <p:strVal val="visible"/>
                                      </p:to>
                                    </p:set>
                                  </p:childTnLst>
                                </p:cTn>
                              </p:par>
                              <p:par>
                                <p:cTn id="61" presetID="1" presetClass="entr" presetSubtype="0" fill="hold" nodeType="withEffect">
                                  <p:stCondLst>
                                    <p:cond delay="350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p:stCondLst>
                                    <p:cond delay="3500"/>
                                  </p:stCondLst>
                                  <p:childTnLst>
                                    <p:set>
                                      <p:cBhvr>
                                        <p:cTn id="64" dur="1" fill="hold">
                                          <p:stCondLst>
                                            <p:cond delay="0"/>
                                          </p:stCondLst>
                                        </p:cTn>
                                        <p:tgtEl>
                                          <p:spTgt spid="104"/>
                                        </p:tgtEl>
                                        <p:attrNameLst>
                                          <p:attrName>style.visibility</p:attrName>
                                        </p:attrNameLst>
                                      </p:cBhvr>
                                      <p:to>
                                        <p:strVal val="visible"/>
                                      </p:to>
                                    </p:set>
                                  </p:childTnLst>
                                </p:cTn>
                              </p:par>
                              <p:par>
                                <p:cTn id="65" presetID="1" presetClass="entr" presetSubtype="0" fill="hold" grpId="0" nodeType="withEffect">
                                  <p:stCondLst>
                                    <p:cond delay="3500"/>
                                  </p:stCondLst>
                                  <p:childTnLst>
                                    <p:set>
                                      <p:cBhvr>
                                        <p:cTn id="66" dur="1" fill="hold">
                                          <p:stCondLst>
                                            <p:cond delay="0"/>
                                          </p:stCondLst>
                                        </p:cTn>
                                        <p:tgtEl>
                                          <p:spTgt spid="96"/>
                                        </p:tgtEl>
                                        <p:attrNameLst>
                                          <p:attrName>style.visibility</p:attrName>
                                        </p:attrNameLst>
                                      </p:cBhvr>
                                      <p:to>
                                        <p:strVal val="visible"/>
                                      </p:to>
                                    </p:set>
                                  </p:childTnLst>
                                </p:cTn>
                              </p:par>
                              <p:par>
                                <p:cTn id="67" presetID="1" presetClass="entr" presetSubtype="0" fill="hold" grpId="0" nodeType="withEffect">
                                  <p:stCondLst>
                                    <p:cond delay="350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p:stCondLst>
                                    <p:cond delay="4000"/>
                                  </p:stCondLst>
                                  <p:childTnLst>
                                    <p:set>
                                      <p:cBhvr>
                                        <p:cTn id="70" dur="1" fill="hold">
                                          <p:stCondLst>
                                            <p:cond delay="0"/>
                                          </p:stCondLst>
                                        </p:cTn>
                                        <p:tgtEl>
                                          <p:spTgt spid="157"/>
                                        </p:tgtEl>
                                        <p:attrNameLst>
                                          <p:attrName>style.visibility</p:attrName>
                                        </p:attrNameLst>
                                      </p:cBhvr>
                                      <p:to>
                                        <p:strVal val="visible"/>
                                      </p:to>
                                    </p:set>
                                  </p:childTnLst>
                                </p:cTn>
                              </p:par>
                              <p:par>
                                <p:cTn id="71" presetID="1" presetClass="entr" presetSubtype="0" fill="hold" nodeType="withEffect">
                                  <p:stCondLst>
                                    <p:cond delay="4000"/>
                                  </p:stCondLst>
                                  <p:childTnLst>
                                    <p:set>
                                      <p:cBhvr>
                                        <p:cTn id="72" dur="1" fill="hold">
                                          <p:stCondLst>
                                            <p:cond delay="0"/>
                                          </p:stCondLst>
                                        </p:cTn>
                                        <p:tgtEl>
                                          <p:spTgt spid="146"/>
                                        </p:tgtEl>
                                        <p:attrNameLst>
                                          <p:attrName>style.visibility</p:attrName>
                                        </p:attrNameLst>
                                      </p:cBhvr>
                                      <p:to>
                                        <p:strVal val="visible"/>
                                      </p:to>
                                    </p:set>
                                  </p:childTnLst>
                                </p:cTn>
                              </p:par>
                              <p:par>
                                <p:cTn id="73" presetID="1" presetClass="entr" presetSubtype="0" fill="hold" nodeType="withEffect">
                                  <p:stCondLst>
                                    <p:cond delay="4000"/>
                                  </p:stCondLst>
                                  <p:childTnLst>
                                    <p:set>
                                      <p:cBhvr>
                                        <p:cTn id="74" dur="1" fill="hold">
                                          <p:stCondLst>
                                            <p:cond delay="0"/>
                                          </p:stCondLst>
                                        </p:cTn>
                                        <p:tgtEl>
                                          <p:spTgt spid="48"/>
                                        </p:tgtEl>
                                        <p:attrNameLst>
                                          <p:attrName>style.visibility</p:attrName>
                                        </p:attrNameLst>
                                      </p:cBhvr>
                                      <p:to>
                                        <p:strVal val="visible"/>
                                      </p:to>
                                    </p:set>
                                  </p:childTnLst>
                                </p:cTn>
                              </p:par>
                              <p:par>
                                <p:cTn id="75" presetID="1" presetClass="entr" presetSubtype="0" fill="hold" grpId="0" nodeType="withEffect">
                                  <p:stCondLst>
                                    <p:cond delay="4000"/>
                                  </p:stCondLst>
                                  <p:childTnLst>
                                    <p:set>
                                      <p:cBhvr>
                                        <p:cTn id="76" dur="1" fill="hold">
                                          <p:stCondLst>
                                            <p:cond delay="0"/>
                                          </p:stCondLst>
                                        </p:cTn>
                                        <p:tgtEl>
                                          <p:spTgt spid="28"/>
                                        </p:tgtEl>
                                        <p:attrNameLst>
                                          <p:attrName>style.visibility</p:attrName>
                                        </p:attrNameLst>
                                      </p:cBhvr>
                                      <p:to>
                                        <p:strVal val="visible"/>
                                      </p:to>
                                    </p:set>
                                  </p:childTnLst>
                                </p:cTn>
                              </p:par>
                              <p:par>
                                <p:cTn id="77" presetID="9" presetClass="entr" presetSubtype="0" fill="hold" grpId="0" nodeType="withEffect">
                                  <p:stCondLst>
                                    <p:cond delay="2000"/>
                                  </p:stCondLst>
                                  <p:childTnLst>
                                    <p:set>
                                      <p:cBhvr>
                                        <p:cTn id="78" dur="1" fill="hold">
                                          <p:stCondLst>
                                            <p:cond delay="0"/>
                                          </p:stCondLst>
                                        </p:cTn>
                                        <p:tgtEl>
                                          <p:spTgt spid="88"/>
                                        </p:tgtEl>
                                        <p:attrNameLst>
                                          <p:attrName>style.visibility</p:attrName>
                                        </p:attrNameLst>
                                      </p:cBhvr>
                                      <p:to>
                                        <p:strVal val="visible"/>
                                      </p:to>
                                    </p:set>
                                    <p:animEffect transition="in" filter="dissolve">
                                      <p:cBhvr>
                                        <p:cTn id="79" dur="1000"/>
                                        <p:tgtEl>
                                          <p:spTgt spid="88"/>
                                        </p:tgtEl>
                                      </p:cBhvr>
                                    </p:animEffect>
                                  </p:childTnLst>
                                </p:cTn>
                              </p:par>
                              <p:par>
                                <p:cTn id="80" presetID="9" presetClass="entr" presetSubtype="0" fill="hold" grpId="0" nodeType="withEffect">
                                  <p:stCondLst>
                                    <p:cond delay="2000"/>
                                  </p:stCondLst>
                                  <p:childTnLst>
                                    <p:set>
                                      <p:cBhvr>
                                        <p:cTn id="81" dur="1" fill="hold">
                                          <p:stCondLst>
                                            <p:cond delay="0"/>
                                          </p:stCondLst>
                                        </p:cTn>
                                        <p:tgtEl>
                                          <p:spTgt spid="86"/>
                                        </p:tgtEl>
                                        <p:attrNameLst>
                                          <p:attrName>style.visibility</p:attrName>
                                        </p:attrNameLst>
                                      </p:cBhvr>
                                      <p:to>
                                        <p:strVal val="visible"/>
                                      </p:to>
                                    </p:set>
                                    <p:animEffect transition="in" filter="dissolve">
                                      <p:cBhvr>
                                        <p:cTn id="82" dur="1000"/>
                                        <p:tgtEl>
                                          <p:spTgt spid="86"/>
                                        </p:tgtEl>
                                      </p:cBhvr>
                                    </p:animEffect>
                                  </p:childTnLst>
                                </p:cTn>
                              </p:par>
                              <p:par>
                                <p:cTn id="83" presetID="9" presetClass="entr" presetSubtype="0" fill="hold" grpId="0" nodeType="withEffect">
                                  <p:stCondLst>
                                    <p:cond delay="2500"/>
                                  </p:stCondLst>
                                  <p:childTnLst>
                                    <p:set>
                                      <p:cBhvr>
                                        <p:cTn id="84" dur="1" fill="hold">
                                          <p:stCondLst>
                                            <p:cond delay="0"/>
                                          </p:stCondLst>
                                        </p:cTn>
                                        <p:tgtEl>
                                          <p:spTgt spid="84"/>
                                        </p:tgtEl>
                                        <p:attrNameLst>
                                          <p:attrName>style.visibility</p:attrName>
                                        </p:attrNameLst>
                                      </p:cBhvr>
                                      <p:to>
                                        <p:strVal val="visible"/>
                                      </p:to>
                                    </p:set>
                                    <p:animEffect transition="in" filter="dissolve">
                                      <p:cBhvr>
                                        <p:cTn id="85" dur="1000"/>
                                        <p:tgtEl>
                                          <p:spTgt spid="84"/>
                                        </p:tgtEl>
                                      </p:cBhvr>
                                    </p:animEffect>
                                  </p:childTnLst>
                                </p:cTn>
                              </p:par>
                              <p:par>
                                <p:cTn id="86" presetID="9" presetClass="entr" presetSubtype="0" fill="hold" grpId="0" nodeType="withEffect">
                                  <p:stCondLst>
                                    <p:cond delay="2500"/>
                                  </p:stCondLst>
                                  <p:childTnLst>
                                    <p:set>
                                      <p:cBhvr>
                                        <p:cTn id="87" dur="1" fill="hold">
                                          <p:stCondLst>
                                            <p:cond delay="0"/>
                                          </p:stCondLst>
                                        </p:cTn>
                                        <p:tgtEl>
                                          <p:spTgt spid="82"/>
                                        </p:tgtEl>
                                        <p:attrNameLst>
                                          <p:attrName>style.visibility</p:attrName>
                                        </p:attrNameLst>
                                      </p:cBhvr>
                                      <p:to>
                                        <p:strVal val="visible"/>
                                      </p:to>
                                    </p:set>
                                    <p:animEffect transition="in" filter="dissolve">
                                      <p:cBhvr>
                                        <p:cTn id="88" dur="1000"/>
                                        <p:tgtEl>
                                          <p:spTgt spid="82"/>
                                        </p:tgtEl>
                                      </p:cBhvr>
                                    </p:animEffect>
                                  </p:childTnLst>
                                </p:cTn>
                              </p:par>
                              <p:par>
                                <p:cTn id="89" presetID="9" presetClass="entr" presetSubtype="0" fill="hold" grpId="0" nodeType="withEffect">
                                  <p:stCondLst>
                                    <p:cond delay="4000"/>
                                  </p:stCondLst>
                                  <p:childTnLst>
                                    <p:set>
                                      <p:cBhvr>
                                        <p:cTn id="90" dur="1" fill="hold">
                                          <p:stCondLst>
                                            <p:cond delay="0"/>
                                          </p:stCondLst>
                                        </p:cTn>
                                        <p:tgtEl>
                                          <p:spTgt spid="156"/>
                                        </p:tgtEl>
                                        <p:attrNameLst>
                                          <p:attrName>style.visibility</p:attrName>
                                        </p:attrNameLst>
                                      </p:cBhvr>
                                      <p:to>
                                        <p:strVal val="visible"/>
                                      </p:to>
                                    </p:set>
                                    <p:animEffect transition="in" filter="dissolve">
                                      <p:cBhvr>
                                        <p:cTn id="91" dur="1000"/>
                                        <p:tgtEl>
                                          <p:spTgt spid="156"/>
                                        </p:tgtEl>
                                      </p:cBhvr>
                                    </p:animEffect>
                                  </p:childTnLst>
                                </p:cTn>
                              </p:par>
                              <p:par>
                                <p:cTn id="92" presetID="9" presetClass="entr" presetSubtype="0" fill="hold" grpId="0" nodeType="withEffect">
                                  <p:stCondLst>
                                    <p:cond delay="4000"/>
                                  </p:stCondLst>
                                  <p:childTnLst>
                                    <p:set>
                                      <p:cBhvr>
                                        <p:cTn id="93" dur="1" fill="hold">
                                          <p:stCondLst>
                                            <p:cond delay="0"/>
                                          </p:stCondLst>
                                        </p:cTn>
                                        <p:tgtEl>
                                          <p:spTgt spid="98"/>
                                        </p:tgtEl>
                                        <p:attrNameLst>
                                          <p:attrName>style.visibility</p:attrName>
                                        </p:attrNameLst>
                                      </p:cBhvr>
                                      <p:to>
                                        <p:strVal val="visible"/>
                                      </p:to>
                                    </p:set>
                                    <p:animEffect transition="in" filter="dissolve">
                                      <p:cBhvr>
                                        <p:cTn id="94" dur="1000"/>
                                        <p:tgtEl>
                                          <p:spTgt spid="98"/>
                                        </p:tgtEl>
                                      </p:cBhvr>
                                    </p:animEffect>
                                  </p:childTnLst>
                                </p:cTn>
                              </p:par>
                              <p:par>
                                <p:cTn id="95" presetID="9" presetClass="entr" presetSubtype="0" fill="hold" grpId="0" nodeType="withEffect">
                                  <p:stCondLst>
                                    <p:cond delay="4000"/>
                                  </p:stCondLst>
                                  <p:childTnLst>
                                    <p:set>
                                      <p:cBhvr>
                                        <p:cTn id="96" dur="1" fill="hold">
                                          <p:stCondLst>
                                            <p:cond delay="0"/>
                                          </p:stCondLst>
                                        </p:cTn>
                                        <p:tgtEl>
                                          <p:spTgt spid="144"/>
                                        </p:tgtEl>
                                        <p:attrNameLst>
                                          <p:attrName>style.visibility</p:attrName>
                                        </p:attrNameLst>
                                      </p:cBhvr>
                                      <p:to>
                                        <p:strVal val="visible"/>
                                      </p:to>
                                    </p:set>
                                    <p:animEffect transition="in" filter="dissolve">
                                      <p:cBhvr>
                                        <p:cTn id="97" dur="1000"/>
                                        <p:tgtEl>
                                          <p:spTgt spid="144"/>
                                        </p:tgtEl>
                                      </p:cBhvr>
                                    </p:animEffect>
                                  </p:childTnLst>
                                </p:cTn>
                              </p:par>
                              <p:par>
                                <p:cTn id="98" presetID="9" presetClass="entr" presetSubtype="0" fill="hold" grpId="0" nodeType="withEffect">
                                  <p:stCondLst>
                                    <p:cond delay="4000"/>
                                  </p:stCondLst>
                                  <p:childTnLst>
                                    <p:set>
                                      <p:cBhvr>
                                        <p:cTn id="99" dur="1" fill="hold">
                                          <p:stCondLst>
                                            <p:cond delay="0"/>
                                          </p:stCondLst>
                                        </p:cTn>
                                        <p:tgtEl>
                                          <p:spTgt spid="100"/>
                                        </p:tgtEl>
                                        <p:attrNameLst>
                                          <p:attrName>style.visibility</p:attrName>
                                        </p:attrNameLst>
                                      </p:cBhvr>
                                      <p:to>
                                        <p:strVal val="visible"/>
                                      </p:to>
                                    </p:set>
                                    <p:animEffect transition="in" filter="dissolve">
                                      <p:cBhvr>
                                        <p:cTn id="100" dur="1000"/>
                                        <p:tgtEl>
                                          <p:spTgt spid="100"/>
                                        </p:tgtEl>
                                      </p:cBhvr>
                                    </p:animEffect>
                                  </p:childTnLst>
                                </p:cTn>
                              </p:par>
                              <p:par>
                                <p:cTn id="101" presetID="1" presetClass="entr" presetSubtype="0" fill="hold" nodeType="withEffect">
                                  <p:stCondLst>
                                    <p:cond delay="3000"/>
                                  </p:stCondLst>
                                  <p:childTnLst>
                                    <p:set>
                                      <p:cBhvr>
                                        <p:cTn id="102"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 grpId="0" animBg="1"/>
      <p:bldP spid="18" grpId="0" animBg="1"/>
      <p:bldP spid="14" grpId="0" animBg="1"/>
      <p:bldP spid="16" grpId="0" animBg="1"/>
      <p:bldP spid="20" grpId="0" animBg="1"/>
      <p:bldP spid="54" grpId="0" animBg="1"/>
      <p:bldP spid="54" grpId="1" animBg="1"/>
      <p:bldP spid="24" grpId="0" animBg="1"/>
      <p:bldP spid="84" grpId="0" animBg="1"/>
      <p:bldP spid="88" grpId="0" animBg="1"/>
      <p:bldP spid="82" grpId="0" animBg="1"/>
      <p:bldP spid="12" grpId="0" animBg="1"/>
      <p:bldP spid="68" grpId="0" animBg="1"/>
      <p:bldP spid="66" grpId="0" animBg="1"/>
      <p:bldP spid="58" grpId="0" animBg="1"/>
      <p:bldP spid="156" grpId="0" animBg="1"/>
      <p:bldP spid="86" grpId="0" animBg="1"/>
      <p:bldP spid="96" grpId="0" animBg="1"/>
      <p:bldP spid="144" grpId="0" animBg="1"/>
      <p:bldP spid="100" grpId="0" animBg="1"/>
      <p:bldP spid="26" grpId="0" animBg="1"/>
      <p:bldP spid="28" grpId="0" animBg="1"/>
      <p:bldP spid="94" grpId="0" animBg="1"/>
      <p:bldP spid="9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7D5671D-4636-C175-6DF1-364D36C2B273}"/>
              </a:ext>
            </a:extLst>
          </p:cNvPr>
          <p:cNvSpPr>
            <a:spLocks noGrp="1"/>
          </p:cNvSpPr>
          <p:nvPr>
            <p:ph type="title"/>
          </p:nvPr>
        </p:nvSpPr>
        <p:spPr>
          <a:xfrm>
            <a:off x="296594" y="2831081"/>
            <a:ext cx="11018520" cy="553999"/>
          </a:xfrm>
        </p:spPr>
        <p:txBody>
          <a:bodyPr>
            <a:normAutofit fontScale="90000"/>
          </a:bodyPr>
          <a:lstStyle/>
          <a:p>
            <a:pPr algn="ctr"/>
            <a:r>
              <a:rPr lang="en-US" dirty="0"/>
              <a:t>Adding Generative AI</a:t>
            </a:r>
          </a:p>
        </p:txBody>
      </p:sp>
    </p:spTree>
    <p:extLst>
      <p:ext uri="{BB962C8B-B14F-4D97-AF65-F5344CB8AC3E}">
        <p14:creationId xmlns:p14="http://schemas.microsoft.com/office/powerpoint/2010/main" val="4025133718"/>
      </p:ext>
    </p:extLst>
  </p:cSld>
  <p:clrMapOvr>
    <a:masterClrMapping/>
  </p:clrMapOvr>
  <mc:AlternateContent xmlns:mc="http://schemas.openxmlformats.org/markup-compatibility/2006" xmlns:p14="http://schemas.microsoft.com/office/powerpoint/2010/main">
    <mc:Choice Requires="p14">
      <p:transition spd="slow" p14:dur="2000" advTm="18166"/>
    </mc:Choice>
    <mc:Fallback xmlns="">
      <p:transition spd="slow" advTm="1816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B49EBB31-BFF3-1650-7F0C-60DC3CFAE72F}"/>
              </a:ext>
            </a:extLst>
          </p:cNvPr>
          <p:cNvSpPr/>
          <p:nvPr/>
        </p:nvSpPr>
        <p:spPr bwMode="auto">
          <a:xfrm>
            <a:off x="0" y="0"/>
            <a:ext cx="12192000" cy="280529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29" name="Rectangle: Top Corners Rounded 1028">
            <a:extLst>
              <a:ext uri="{FF2B5EF4-FFF2-40B4-BE49-F238E27FC236}">
                <a16:creationId xmlns:a16="http://schemas.microsoft.com/office/drawing/2014/main" id="{E7D6B360-3C48-10A0-F5FD-9993C8496D99}"/>
              </a:ext>
            </a:extLst>
          </p:cNvPr>
          <p:cNvSpPr/>
          <p:nvPr/>
        </p:nvSpPr>
        <p:spPr bwMode="auto">
          <a:xfrm rot="16200000">
            <a:off x="3756837" y="-2034366"/>
            <a:ext cx="5082366" cy="11787965"/>
          </a:xfrm>
          <a:prstGeom prst="round2SameRect">
            <a:avLst>
              <a:gd name="adj1" fmla="val 3299"/>
              <a:gd name="adj2" fmla="val 0"/>
            </a:avLst>
          </a:prstGeom>
          <a:solidFill>
            <a:schemeClr val="bg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107" name="Graphic 106">
            <a:extLst>
              <a:ext uri="{FF2B5EF4-FFF2-40B4-BE49-F238E27FC236}">
                <a16:creationId xmlns:a16="http://schemas.microsoft.com/office/drawing/2014/main" id="{3819EED4-C776-CD14-57AF-06909A997D2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 r="78851" b="371"/>
          <a:stretch/>
        </p:blipFill>
        <p:spPr>
          <a:xfrm>
            <a:off x="988230" y="1883720"/>
            <a:ext cx="1801586" cy="4097530"/>
          </a:xfrm>
          <a:prstGeom prst="rect">
            <a:avLst/>
          </a:prstGeom>
        </p:spPr>
      </p:pic>
      <p:pic>
        <p:nvPicPr>
          <p:cNvPr id="108" name="Graphic 107">
            <a:extLst>
              <a:ext uri="{FF2B5EF4-FFF2-40B4-BE49-F238E27FC236}">
                <a16:creationId xmlns:a16="http://schemas.microsoft.com/office/drawing/2014/main" id="{2D51F499-9B88-4055-CED1-3C5F513222E8}"/>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21059"/>
          <a:stretch/>
        </p:blipFill>
        <p:spPr>
          <a:xfrm>
            <a:off x="2789246" y="1884868"/>
            <a:ext cx="6724665" cy="4112815"/>
          </a:xfrm>
          <a:prstGeom prst="rect">
            <a:avLst/>
          </a:prstGeom>
        </p:spPr>
      </p:pic>
      <p:sp>
        <p:nvSpPr>
          <p:cNvPr id="104" name="Graphic 4">
            <a:extLst>
              <a:ext uri="{FF2B5EF4-FFF2-40B4-BE49-F238E27FC236}">
                <a16:creationId xmlns:a16="http://schemas.microsoft.com/office/drawing/2014/main" id="{60D3D2F3-EE9D-6262-E4AC-F4972679A3D6}"/>
              </a:ext>
            </a:extLst>
          </p:cNvPr>
          <p:cNvSpPr/>
          <p:nvPr/>
        </p:nvSpPr>
        <p:spPr>
          <a:xfrm>
            <a:off x="988230" y="1888779"/>
            <a:ext cx="8518626" cy="4107194"/>
          </a:xfrm>
          <a:custGeom>
            <a:avLst/>
            <a:gdLst>
              <a:gd name="connsiteX0" fmla="*/ 0 w 8331999"/>
              <a:gd name="connsiteY0" fmla="*/ 0 h 4017213"/>
              <a:gd name="connsiteX1" fmla="*/ 31883 w 8331999"/>
              <a:gd name="connsiteY1" fmla="*/ 3964076 h 4017213"/>
              <a:gd name="connsiteX2" fmla="*/ 8332000 w 8331999"/>
              <a:gd name="connsiteY2" fmla="*/ 4017214 h 4017213"/>
              <a:gd name="connsiteX3" fmla="*/ 0 w 8331999"/>
              <a:gd name="connsiteY3" fmla="*/ 0 h 4017213"/>
              <a:gd name="connsiteX4" fmla="*/ 0 w 8331999"/>
              <a:gd name="connsiteY4" fmla="*/ 0 h 4017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31999" h="4017213">
                <a:moveTo>
                  <a:pt x="0" y="0"/>
                </a:moveTo>
                <a:cubicBezTo>
                  <a:pt x="10628" y="1321429"/>
                  <a:pt x="21255" y="2642753"/>
                  <a:pt x="31883" y="3964076"/>
                </a:cubicBezTo>
                <a:lnTo>
                  <a:pt x="8332000" y="4017214"/>
                </a:lnTo>
                <a:cubicBezTo>
                  <a:pt x="6396298" y="3686697"/>
                  <a:pt x="691322" y="3500502"/>
                  <a:pt x="0" y="0"/>
                </a:cubicBezTo>
                <a:lnTo>
                  <a:pt x="0" y="0"/>
                </a:lnTo>
                <a:close/>
              </a:path>
            </a:pathLst>
          </a:custGeom>
          <a:solidFill>
            <a:srgbClr val="DD2A51"/>
          </a:solidFill>
          <a:ln w="212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pic>
        <p:nvPicPr>
          <p:cNvPr id="10" name="Picture 9" descr="A blue and black background&#10;&#10;Description automatically generated">
            <a:extLst>
              <a:ext uri="{FF2B5EF4-FFF2-40B4-BE49-F238E27FC236}">
                <a16:creationId xmlns:a16="http://schemas.microsoft.com/office/drawing/2014/main" id="{BEAE4D46-0949-1887-0DFF-19473919E50F}"/>
              </a:ext>
            </a:extLst>
          </p:cNvPr>
          <p:cNvPicPr>
            <a:picLocks noChangeAspect="1"/>
          </p:cNvPicPr>
          <p:nvPr/>
        </p:nvPicPr>
        <p:blipFill rotWithShape="1">
          <a:blip r:embed="rId7"/>
          <a:srcRect r="78858"/>
          <a:stretch/>
        </p:blipFill>
        <p:spPr>
          <a:xfrm>
            <a:off x="996055" y="1875702"/>
            <a:ext cx="1800815" cy="4109298"/>
          </a:xfrm>
          <a:prstGeom prst="rect">
            <a:avLst/>
          </a:prstGeom>
        </p:spPr>
      </p:pic>
      <p:sp>
        <p:nvSpPr>
          <p:cNvPr id="1033" name="Rectangle: Top Corners Rounded 1032">
            <a:extLst>
              <a:ext uri="{FF2B5EF4-FFF2-40B4-BE49-F238E27FC236}">
                <a16:creationId xmlns:a16="http://schemas.microsoft.com/office/drawing/2014/main" id="{D2D41686-8B71-C0E8-1631-30675237F77C}"/>
              </a:ext>
            </a:extLst>
          </p:cNvPr>
          <p:cNvSpPr/>
          <p:nvPr/>
        </p:nvSpPr>
        <p:spPr bwMode="auto">
          <a:xfrm rot="16200000">
            <a:off x="8089894" y="886457"/>
            <a:ext cx="4718107" cy="3476166"/>
          </a:xfrm>
          <a:prstGeom prst="round2SameRect">
            <a:avLst>
              <a:gd name="adj1" fmla="val 11031"/>
              <a:gd name="adj2" fmla="val 0"/>
            </a:avLst>
          </a:prstGeom>
          <a:solidFill>
            <a:schemeClr val="bg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Title 4">
            <a:extLst>
              <a:ext uri="{FF2B5EF4-FFF2-40B4-BE49-F238E27FC236}">
                <a16:creationId xmlns:a16="http://schemas.microsoft.com/office/drawing/2014/main" id="{76A57F11-9C91-72B4-E4DB-9186D4B096E0}"/>
              </a:ext>
            </a:extLst>
          </p:cNvPr>
          <p:cNvSpPr>
            <a:spLocks noGrp="1"/>
          </p:cNvSpPr>
          <p:nvPr>
            <p:ph type="title"/>
          </p:nvPr>
        </p:nvSpPr>
        <p:spPr>
          <a:xfrm>
            <a:off x="588263" y="457200"/>
            <a:ext cx="11018520" cy="553998"/>
          </a:xfrm>
        </p:spPr>
        <p:txBody>
          <a:bodyPr>
            <a:normAutofit fontScale="90000"/>
          </a:bodyPr>
          <a:lstStyle/>
          <a:p>
            <a:r>
              <a:rPr kumimoji="0" lang="en-US" sz="3600" b="0" i="0" u="none" strike="noStrike" kern="1200" cap="none" spc="-50" normalizeH="0" baseline="0" noProof="0">
                <a:ln w="3175">
                  <a:noFill/>
                </a:ln>
                <a:effectLst/>
                <a:uLnTx/>
                <a:uFillTx/>
                <a:latin typeface="Segoe UI Semibold"/>
                <a:ea typeface="+mn-ea"/>
                <a:cs typeface="Segoe UI"/>
              </a:rPr>
              <a:t>Generative AI is changing building</a:t>
            </a:r>
            <a:endParaRPr lang="en-US"/>
          </a:p>
        </p:txBody>
      </p:sp>
      <p:sp>
        <p:nvSpPr>
          <p:cNvPr id="109" name="正方形/長方形 43">
            <a:extLst>
              <a:ext uri="{FF2B5EF4-FFF2-40B4-BE49-F238E27FC236}">
                <a16:creationId xmlns:a16="http://schemas.microsoft.com/office/drawing/2014/main" id="{2BD3AAFD-F25D-84AC-CE57-78820D506513}"/>
              </a:ext>
            </a:extLst>
          </p:cNvPr>
          <p:cNvSpPr/>
          <p:nvPr/>
        </p:nvSpPr>
        <p:spPr>
          <a:xfrm>
            <a:off x="4287231" y="6060201"/>
            <a:ext cx="1128514" cy="247460"/>
          </a:xfrm>
          <a:prstGeom prst="rect">
            <a:avLst/>
          </a:prstGeom>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srgbClr val="000000"/>
                </a:solidFill>
                <a:effectLst/>
                <a:uLnTx/>
                <a:uFillTx/>
                <a:latin typeface="Segoe UI"/>
                <a:ea typeface="游ゴシック" panose="020B0400000000000000" pitchFamily="34" charset="-128"/>
                <a:cs typeface="Segoe UI" panose="020B0502040204020203" pitchFamily="34" charset="0"/>
              </a:rPr>
              <a:t>TOPICS BUILT</a:t>
            </a:r>
            <a:endParaRPr kumimoji="0" lang="ja-JP" altLang="en-US" sz="1050" b="1" i="0" u="none" strike="noStrike" kern="1200" cap="none" spc="0" normalizeH="0" baseline="0" noProof="0">
              <a:ln>
                <a:noFill/>
              </a:ln>
              <a:solidFill>
                <a:srgbClr val="000000"/>
              </a:solidFill>
              <a:effectLst/>
              <a:uLnTx/>
              <a:uFillTx/>
              <a:latin typeface="Segoe UI"/>
              <a:ea typeface="游ゴシック" panose="020B0400000000000000" pitchFamily="34" charset="-128"/>
              <a:cs typeface="Segoe UI" panose="020B0502040204020203" pitchFamily="34" charset="0"/>
            </a:endParaRPr>
          </a:p>
        </p:txBody>
      </p:sp>
      <p:sp>
        <p:nvSpPr>
          <p:cNvPr id="110" name="正方形/長方形 43">
            <a:extLst>
              <a:ext uri="{FF2B5EF4-FFF2-40B4-BE49-F238E27FC236}">
                <a16:creationId xmlns:a16="http://schemas.microsoft.com/office/drawing/2014/main" id="{310C1D22-CF18-2D9E-563C-F108709FD283}"/>
              </a:ext>
            </a:extLst>
          </p:cNvPr>
          <p:cNvSpPr/>
          <p:nvPr/>
        </p:nvSpPr>
        <p:spPr>
          <a:xfrm rot="16200000">
            <a:off x="-154572" y="4097710"/>
            <a:ext cx="1816914" cy="254104"/>
          </a:xfrm>
          <a:prstGeom prst="rect">
            <a:avLst/>
          </a:prstGeom>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srgbClr val="000000"/>
                </a:solidFill>
                <a:effectLst/>
                <a:uLnTx/>
                <a:uFillTx/>
                <a:latin typeface="Segoe UI"/>
                <a:ea typeface="游ゴシック" panose="020B0400000000000000" pitchFamily="34" charset="-128"/>
                <a:cs typeface="Segoe UI" panose="020B0502040204020203" pitchFamily="34" charset="0"/>
              </a:rPr>
              <a:t>BUSINESS CRITICALITY</a:t>
            </a:r>
          </a:p>
        </p:txBody>
      </p:sp>
      <p:sp>
        <p:nvSpPr>
          <p:cNvPr id="111" name="テキスト ボックス 33">
            <a:extLst>
              <a:ext uri="{FF2B5EF4-FFF2-40B4-BE49-F238E27FC236}">
                <a16:creationId xmlns:a16="http://schemas.microsoft.com/office/drawing/2014/main" id="{064B25CD-C23D-C70D-8164-6E46AE800DA0}"/>
              </a:ext>
            </a:extLst>
          </p:cNvPr>
          <p:cNvSpPr txBox="1"/>
          <p:nvPr/>
        </p:nvSpPr>
        <p:spPr>
          <a:xfrm>
            <a:off x="1110300" y="5566005"/>
            <a:ext cx="1206809" cy="29644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a:ln w="3175">
                  <a:noFill/>
                </a:ln>
                <a:solidFill>
                  <a:srgbClr val="FFFFFF"/>
                </a:solidFill>
                <a:effectLst/>
                <a:uLnTx/>
                <a:uFillTx/>
                <a:latin typeface="Segoe UI Semibold"/>
                <a:ea typeface="游ゴシック" panose="020B0400000000000000" pitchFamily="34" charset="-128"/>
                <a:cs typeface="Segoe UI" pitchFamily="34" charset="0"/>
              </a:rPr>
              <a:t>Time spent hand-building topics</a:t>
            </a:r>
          </a:p>
        </p:txBody>
      </p:sp>
      <p:sp>
        <p:nvSpPr>
          <p:cNvPr id="112" name="テキスト ボックス 33">
            <a:extLst>
              <a:ext uri="{FF2B5EF4-FFF2-40B4-BE49-F238E27FC236}">
                <a16:creationId xmlns:a16="http://schemas.microsoft.com/office/drawing/2014/main" id="{B9F71D6A-5179-1059-6276-2AF883737A87}"/>
              </a:ext>
            </a:extLst>
          </p:cNvPr>
          <p:cNvSpPr txBox="1"/>
          <p:nvPr/>
        </p:nvSpPr>
        <p:spPr>
          <a:xfrm>
            <a:off x="2942942" y="5566005"/>
            <a:ext cx="1344288" cy="32994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a:ln w="3175">
                  <a:noFill/>
                </a:ln>
                <a:solidFill>
                  <a:srgbClr val="FFFFFF"/>
                </a:solidFill>
                <a:effectLst/>
                <a:uLnTx/>
                <a:uFillTx/>
                <a:latin typeface="Segoe UI Semibold"/>
                <a:ea typeface="游ゴシック" panose="020B0400000000000000" pitchFamily="34" charset="-128"/>
                <a:cs typeface="Segoe UI" pitchFamily="34" charset="0"/>
              </a:rPr>
              <a:t>Conversations missed or escalated</a:t>
            </a:r>
          </a:p>
        </p:txBody>
      </p:sp>
      <p:sp>
        <p:nvSpPr>
          <p:cNvPr id="113" name="Rectangle: Rounded Corners 112">
            <a:extLst>
              <a:ext uri="{FF2B5EF4-FFF2-40B4-BE49-F238E27FC236}">
                <a16:creationId xmlns:a16="http://schemas.microsoft.com/office/drawing/2014/main" id="{572A2A16-A7C4-452B-8046-A7AABD424BD1}"/>
              </a:ext>
            </a:extLst>
          </p:cNvPr>
          <p:cNvSpPr/>
          <p:nvPr/>
        </p:nvSpPr>
        <p:spPr bwMode="auto">
          <a:xfrm>
            <a:off x="4655421" y="4402390"/>
            <a:ext cx="212283" cy="285198"/>
          </a:xfrm>
          <a:prstGeom prst="roundRect">
            <a:avLst/>
          </a:prstGeom>
          <a:solidFill>
            <a:srgbClr val="DD2A51"/>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4" name="テキスト ボックス 33">
            <a:extLst>
              <a:ext uri="{FF2B5EF4-FFF2-40B4-BE49-F238E27FC236}">
                <a16:creationId xmlns:a16="http://schemas.microsoft.com/office/drawing/2014/main" id="{1BFF2EFA-97F8-DBE3-2606-FEDC987D5706}"/>
              </a:ext>
            </a:extLst>
          </p:cNvPr>
          <p:cNvSpPr txBox="1"/>
          <p:nvPr/>
        </p:nvSpPr>
        <p:spPr>
          <a:xfrm>
            <a:off x="4969696" y="4351523"/>
            <a:ext cx="3017063" cy="21559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w="3175">
                  <a:noFill/>
                </a:ln>
                <a:solidFill>
                  <a:srgbClr val="000000"/>
                </a:solidFill>
                <a:effectLst/>
                <a:uLnTx/>
                <a:uFillTx/>
                <a:latin typeface="Segoe UI Semibold"/>
                <a:ea typeface="游ゴシック" panose="020B0400000000000000" pitchFamily="34" charset="-128"/>
                <a:cs typeface="Segoe UI" pitchFamily="34" charset="0"/>
              </a:rPr>
              <a:t>Missed opportunity</a:t>
            </a:r>
          </a:p>
        </p:txBody>
      </p:sp>
      <p:sp>
        <p:nvSpPr>
          <p:cNvPr id="115" name="Rectangle: Rounded Corners 114">
            <a:extLst>
              <a:ext uri="{FF2B5EF4-FFF2-40B4-BE49-F238E27FC236}">
                <a16:creationId xmlns:a16="http://schemas.microsoft.com/office/drawing/2014/main" id="{D2A61A58-4EDC-6578-9B1F-B60F80C60296}"/>
              </a:ext>
            </a:extLst>
          </p:cNvPr>
          <p:cNvSpPr/>
          <p:nvPr/>
        </p:nvSpPr>
        <p:spPr bwMode="auto">
          <a:xfrm>
            <a:off x="2086714" y="2925340"/>
            <a:ext cx="212283" cy="285198"/>
          </a:xfrm>
          <a:prstGeom prst="roundRect">
            <a:avLst/>
          </a:prstGeom>
          <a:solidFill>
            <a:srgbClr val="0B556A"/>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6" name="テキスト ボックス 33">
            <a:extLst>
              <a:ext uri="{FF2B5EF4-FFF2-40B4-BE49-F238E27FC236}">
                <a16:creationId xmlns:a16="http://schemas.microsoft.com/office/drawing/2014/main" id="{27A5B6E0-F25E-A87A-BA2B-AD031C8F3CC8}"/>
              </a:ext>
            </a:extLst>
          </p:cNvPr>
          <p:cNvSpPr txBox="1"/>
          <p:nvPr/>
        </p:nvSpPr>
        <p:spPr>
          <a:xfrm>
            <a:off x="2398681" y="2870242"/>
            <a:ext cx="2363038" cy="21559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w="3175">
                  <a:noFill/>
                </a:ln>
                <a:solidFill>
                  <a:srgbClr val="000000"/>
                </a:solidFill>
                <a:effectLst/>
                <a:uLnTx/>
                <a:uFillTx/>
                <a:latin typeface="Segoe UI Semibold"/>
                <a:ea typeface="游ゴシック" panose="020B0400000000000000" pitchFamily="34" charset="-128"/>
                <a:cs typeface="Segoe UI" pitchFamily="34" charset="0"/>
              </a:rPr>
              <a:t>Manually authored topics</a:t>
            </a:r>
          </a:p>
        </p:txBody>
      </p:sp>
      <p:sp>
        <p:nvSpPr>
          <p:cNvPr id="117" name="テキスト ボックス 33">
            <a:extLst>
              <a:ext uri="{FF2B5EF4-FFF2-40B4-BE49-F238E27FC236}">
                <a16:creationId xmlns:a16="http://schemas.microsoft.com/office/drawing/2014/main" id="{F170F597-841E-EAFD-E38F-1D0FEF8C31DC}"/>
              </a:ext>
            </a:extLst>
          </p:cNvPr>
          <p:cNvSpPr txBox="1"/>
          <p:nvPr/>
        </p:nvSpPr>
        <p:spPr>
          <a:xfrm>
            <a:off x="2398681" y="3116611"/>
            <a:ext cx="3017063" cy="73866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0" i="0" u="none" strike="noStrike" kern="1200" cap="none" spc="0" normalizeH="0" baseline="0" noProof="0">
                <a:ln w="3175">
                  <a:noFill/>
                </a:ln>
                <a:solidFill>
                  <a:srgbClr val="000000"/>
                </a:solidFill>
                <a:effectLst/>
                <a:uLnTx/>
                <a:uFillTx/>
                <a:latin typeface="Segoe UI"/>
                <a:ea typeface="游ゴシック" panose="020B0400000000000000" pitchFamily="34" charset="-128"/>
                <a:cs typeface="Segoe UI" pitchFamily="34" charset="0"/>
              </a:rPr>
              <a:t>Anticipate and build a manual topic for </a:t>
            </a:r>
            <a:r>
              <a:rPr kumimoji="0" lang="en-US" altLang="ja-JP" sz="1200" b="0" i="1" u="none" strike="noStrike" kern="1200" cap="none" spc="0" normalizeH="0" baseline="0" noProof="0">
                <a:ln w="3175">
                  <a:noFill/>
                </a:ln>
                <a:solidFill>
                  <a:srgbClr val="000000"/>
                </a:solidFill>
                <a:effectLst/>
                <a:uLnTx/>
                <a:uFillTx/>
                <a:latin typeface="Segoe UI"/>
                <a:ea typeface="游ゴシック" panose="020B0400000000000000" pitchFamily="34" charset="-128"/>
                <a:cs typeface="Segoe UI" pitchFamily="34" charset="0"/>
              </a:rPr>
              <a:t>each</a:t>
            </a:r>
            <a:r>
              <a:rPr kumimoji="0" lang="en-US" altLang="ja-JP" sz="1200" b="0" i="0" u="none" strike="noStrike" kern="1200" cap="none" spc="0" normalizeH="0" baseline="0" noProof="0">
                <a:ln w="3175">
                  <a:noFill/>
                </a:ln>
                <a:solidFill>
                  <a:srgbClr val="000000"/>
                </a:solidFill>
                <a:effectLst/>
                <a:uLnTx/>
                <a:uFillTx/>
                <a:latin typeface="Segoe UI"/>
                <a:ea typeface="游ゴシック" panose="020B0400000000000000" pitchFamily="34" charset="-128"/>
                <a:cs typeface="Segoe UI" pitchFamily="34" charset="0"/>
              </a:rPr>
              <a:t> possible user question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0" i="0" u="none" strike="noStrike" kern="1200" cap="none" spc="0" normalizeH="0" baseline="0" noProof="0">
                <a:ln w="3175">
                  <a:noFill/>
                </a:ln>
                <a:solidFill>
                  <a:srgbClr val="000000"/>
                </a:solidFill>
                <a:effectLst/>
                <a:uLnTx/>
                <a:uFillTx/>
                <a:latin typeface="Segoe UI"/>
                <a:ea typeface="游ゴシック" panose="020B0400000000000000" pitchFamily="34" charset="-128"/>
                <a:cs typeface="Segoe UI" pitchFamily="34" charset="0"/>
              </a:rPr>
              <a:t>Then keep these topics up to date as your content changes</a:t>
            </a:r>
          </a:p>
        </p:txBody>
      </p:sp>
      <p:cxnSp>
        <p:nvCxnSpPr>
          <p:cNvPr id="118" name="Straight Connector 117">
            <a:extLst>
              <a:ext uri="{FF2B5EF4-FFF2-40B4-BE49-F238E27FC236}">
                <a16:creationId xmlns:a16="http://schemas.microsoft.com/office/drawing/2014/main" id="{DD340F6C-FC4D-F40F-CABE-E8A07D63C40C}"/>
              </a:ext>
            </a:extLst>
          </p:cNvPr>
          <p:cNvCxnSpPr>
            <a:cxnSpLocks/>
          </p:cNvCxnSpPr>
          <p:nvPr/>
        </p:nvCxnSpPr>
        <p:spPr>
          <a:xfrm>
            <a:off x="2191726" y="3210538"/>
            <a:ext cx="0" cy="634408"/>
          </a:xfrm>
          <a:prstGeom prst="line">
            <a:avLst/>
          </a:prstGeom>
          <a:noFill/>
          <a:ln w="25400" cap="flat" cmpd="sng" algn="ctr">
            <a:solidFill>
              <a:srgbClr val="0B556A"/>
            </a:solidFill>
            <a:prstDash val="solid"/>
            <a:headEnd type="none" w="lg" len="med"/>
            <a:tailEnd type="none" w="lg" len="med"/>
          </a:ln>
          <a:effectLst/>
        </p:spPr>
      </p:cxnSp>
      <p:cxnSp>
        <p:nvCxnSpPr>
          <p:cNvPr id="121" name="Straight Connector 120">
            <a:extLst>
              <a:ext uri="{FF2B5EF4-FFF2-40B4-BE49-F238E27FC236}">
                <a16:creationId xmlns:a16="http://schemas.microsoft.com/office/drawing/2014/main" id="{8168FCDA-0EA9-6FDA-BB42-DAB09C47AFDC}"/>
              </a:ext>
            </a:extLst>
          </p:cNvPr>
          <p:cNvCxnSpPr>
            <a:cxnSpLocks/>
          </p:cNvCxnSpPr>
          <p:nvPr/>
        </p:nvCxnSpPr>
        <p:spPr>
          <a:xfrm>
            <a:off x="2789246" y="4277104"/>
            <a:ext cx="7624" cy="1671841"/>
          </a:xfrm>
          <a:prstGeom prst="line">
            <a:avLst/>
          </a:prstGeom>
          <a:noFill/>
          <a:ln w="25400" cap="flat" cmpd="sng" algn="ctr">
            <a:solidFill>
              <a:srgbClr val="DD2A51"/>
            </a:solidFill>
            <a:prstDash val="solid"/>
            <a:headEnd type="none" w="lg" len="med"/>
            <a:tailEnd type="none" w="lg" len="med"/>
          </a:ln>
          <a:effectLst/>
        </p:spPr>
      </p:cxnSp>
      <p:cxnSp>
        <p:nvCxnSpPr>
          <p:cNvPr id="122" name="Straight Connector 121">
            <a:extLst>
              <a:ext uri="{FF2B5EF4-FFF2-40B4-BE49-F238E27FC236}">
                <a16:creationId xmlns:a16="http://schemas.microsoft.com/office/drawing/2014/main" id="{40C1F7F9-CDF0-A1B4-A08C-BF6A36BDCE92}"/>
              </a:ext>
            </a:extLst>
          </p:cNvPr>
          <p:cNvCxnSpPr>
            <a:cxnSpLocks/>
          </p:cNvCxnSpPr>
          <p:nvPr/>
        </p:nvCxnSpPr>
        <p:spPr>
          <a:xfrm>
            <a:off x="4760410" y="4687589"/>
            <a:ext cx="0" cy="445630"/>
          </a:xfrm>
          <a:prstGeom prst="line">
            <a:avLst/>
          </a:prstGeom>
          <a:noFill/>
          <a:ln w="25400" cap="flat" cmpd="sng" algn="ctr">
            <a:solidFill>
              <a:srgbClr val="DD2A51"/>
            </a:solidFill>
            <a:prstDash val="solid"/>
            <a:headEnd type="none" w="lg" len="med"/>
            <a:tailEnd type="none" w="lg" len="med"/>
          </a:ln>
          <a:effectLst/>
        </p:spPr>
      </p:cxnSp>
      <p:sp>
        <p:nvSpPr>
          <p:cNvPr id="1024" name="Rectangle: Top Corners Rounded 1023">
            <a:extLst>
              <a:ext uri="{FF2B5EF4-FFF2-40B4-BE49-F238E27FC236}">
                <a16:creationId xmlns:a16="http://schemas.microsoft.com/office/drawing/2014/main" id="{03C34CF2-B331-AEB7-9C5E-2B9B6A141180}"/>
              </a:ext>
            </a:extLst>
          </p:cNvPr>
          <p:cNvSpPr/>
          <p:nvPr/>
        </p:nvSpPr>
        <p:spPr bwMode="auto">
          <a:xfrm rot="16200000">
            <a:off x="8262428" y="1054012"/>
            <a:ext cx="4562490" cy="3296672"/>
          </a:xfrm>
          <a:prstGeom prst="round2SameRect">
            <a:avLst>
              <a:gd name="adj1" fmla="val 8317"/>
              <a:gd name="adj2" fmla="val 0"/>
            </a:avLst>
          </a:prstGeom>
          <a:solidFill>
            <a:schemeClr val="bg1">
              <a:lumMod val="95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34" name="TextBox 1033">
            <a:extLst>
              <a:ext uri="{FF2B5EF4-FFF2-40B4-BE49-F238E27FC236}">
                <a16:creationId xmlns:a16="http://schemas.microsoft.com/office/drawing/2014/main" id="{05543819-D9AE-3113-83BE-1C50C3143D5F}"/>
              </a:ext>
            </a:extLst>
          </p:cNvPr>
          <p:cNvSpPr txBox="1"/>
          <p:nvPr/>
        </p:nvSpPr>
        <p:spPr>
          <a:xfrm>
            <a:off x="9003541" y="1038462"/>
            <a:ext cx="3008686" cy="3785652"/>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Create Azure tenant and infra</a:t>
            </a:r>
            <a:br>
              <a:rPr kumimoji="0" lang="en-US" sz="1200" b="0" i="0" u="none" strike="noStrike" kern="1200" cap="none" spc="0" normalizeH="0" baseline="0" noProof="0">
                <a:ln>
                  <a:noFill/>
                </a:ln>
                <a:solidFill>
                  <a:srgbClr val="000000"/>
                </a:solidFill>
                <a:effectLst/>
                <a:uLnTx/>
                <a:uFillTx/>
                <a:latin typeface="Segoe UI"/>
                <a:ea typeface="+mn-ea"/>
                <a:cs typeface="+mn-cs"/>
              </a:rPr>
            </a:b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Annotate thousands of utterances and conversations to build a custom NL model</a:t>
            </a:r>
            <a:br>
              <a:rPr kumimoji="0" lang="en-US" sz="1200" b="0" i="0" u="none" strike="noStrike" kern="1200" cap="none" spc="0" normalizeH="0" baseline="0" noProof="0">
                <a:ln>
                  <a:noFill/>
                </a:ln>
                <a:solidFill>
                  <a:srgbClr val="000000"/>
                </a:solidFill>
                <a:effectLst/>
                <a:uLnTx/>
                <a:uFillTx/>
                <a:latin typeface="Segoe UI"/>
                <a:ea typeface="+mn-ea"/>
                <a:cs typeface="+mn-cs"/>
              </a:rPr>
            </a:b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Create topics in code using Visual Studio and BF SDK</a:t>
            </a:r>
            <a:br>
              <a:rPr kumimoji="0" lang="en-US" sz="1200" b="0" i="0" u="none" strike="noStrike" kern="1200" cap="none" spc="0" normalizeH="0" baseline="0" noProof="0">
                <a:ln>
                  <a:noFill/>
                </a:ln>
                <a:solidFill>
                  <a:srgbClr val="000000"/>
                </a:solidFill>
                <a:effectLst/>
                <a:uLnTx/>
                <a:uFillTx/>
                <a:latin typeface="Segoe UI"/>
                <a:ea typeface="+mn-ea"/>
                <a:cs typeface="+mn-cs"/>
              </a:rPr>
            </a:b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Host Azure Bot Service and instantiate the appropriate channel</a:t>
            </a:r>
            <a:br>
              <a:rPr kumimoji="0" lang="en-US" sz="1200" b="0" i="0" u="none" strike="noStrike" kern="1200" cap="none" spc="0" normalizeH="0" baseline="0" noProof="0">
                <a:ln>
                  <a:noFill/>
                </a:ln>
                <a:solidFill>
                  <a:srgbClr val="000000"/>
                </a:solidFill>
                <a:effectLst/>
                <a:uLnTx/>
                <a:uFillTx/>
                <a:latin typeface="Segoe UI"/>
                <a:ea typeface="+mn-ea"/>
                <a:cs typeface="+mn-cs"/>
              </a:rPr>
            </a:b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Deploy your copilot to the service</a:t>
            </a:r>
            <a:br>
              <a:rPr kumimoji="0" lang="en-US" sz="1200" b="0" i="0" u="none" strike="noStrike" kern="1200" cap="none" spc="0" normalizeH="0" baseline="0" noProof="0">
                <a:ln>
                  <a:noFill/>
                </a:ln>
                <a:solidFill>
                  <a:srgbClr val="000000"/>
                </a:solidFill>
                <a:effectLst/>
                <a:uLnTx/>
                <a:uFillTx/>
                <a:latin typeface="Segoe UI"/>
                <a:ea typeface="+mn-ea"/>
                <a:cs typeface="+mn-cs"/>
              </a:rPr>
            </a:b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Build your own custom analytics pipeline</a:t>
            </a:r>
            <a:br>
              <a:rPr kumimoji="0" lang="en-US" sz="1200" b="0" i="0" u="none" strike="noStrike" kern="1200" cap="none" spc="0" normalizeH="0" baseline="0" noProof="0">
                <a:ln>
                  <a:noFill/>
                </a:ln>
                <a:solidFill>
                  <a:srgbClr val="000000"/>
                </a:solidFill>
                <a:effectLst/>
                <a:uLnTx/>
                <a:uFillTx/>
                <a:latin typeface="Segoe UI"/>
                <a:ea typeface="+mn-ea"/>
                <a:cs typeface="+mn-cs"/>
              </a:rPr>
            </a:b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Every time your knowledge content changes (e.g. different hours) go and update the copilot in code</a:t>
            </a:r>
          </a:p>
        </p:txBody>
      </p:sp>
      <p:sp>
        <p:nvSpPr>
          <p:cNvPr id="1035" name="TextBox 1034">
            <a:extLst>
              <a:ext uri="{FF2B5EF4-FFF2-40B4-BE49-F238E27FC236}">
                <a16:creationId xmlns:a16="http://schemas.microsoft.com/office/drawing/2014/main" id="{CE3224D0-4AF8-4780-BFFE-CD661D0F3A59}"/>
              </a:ext>
            </a:extLst>
          </p:cNvPr>
          <p:cNvSpPr txBox="1"/>
          <p:nvPr/>
        </p:nvSpPr>
        <p:spPr>
          <a:xfrm>
            <a:off x="9263431" y="563565"/>
            <a:ext cx="2763171" cy="338554"/>
          </a:xfrm>
          <a:prstGeom prst="rect">
            <a:avLst/>
          </a:prstGeom>
          <a:noFill/>
        </p:spPr>
        <p:txBody>
          <a:bodyPr wrap="square">
            <a:spAutoFit/>
          </a:body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Traditional (e.g. Azure)</a:t>
            </a:r>
          </a:p>
        </p:txBody>
      </p:sp>
      <p:sp>
        <p:nvSpPr>
          <p:cNvPr id="2" name="Rectangle: Rounded Corners 1">
            <a:extLst>
              <a:ext uri="{FF2B5EF4-FFF2-40B4-BE49-F238E27FC236}">
                <a16:creationId xmlns:a16="http://schemas.microsoft.com/office/drawing/2014/main" id="{07CF486B-9D2F-C416-230C-D55174784548}"/>
              </a:ext>
            </a:extLst>
          </p:cNvPr>
          <p:cNvSpPr/>
          <p:nvPr/>
        </p:nvSpPr>
        <p:spPr bwMode="auto">
          <a:xfrm>
            <a:off x="9046175" y="600868"/>
            <a:ext cx="212283" cy="285198"/>
          </a:xfrm>
          <a:prstGeom prst="roundRect">
            <a:avLst/>
          </a:prstGeom>
          <a:solidFill>
            <a:srgbClr val="0B556A"/>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77680342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B49EBB31-BFF3-1650-7F0C-60DC3CFAE72F}"/>
              </a:ext>
            </a:extLst>
          </p:cNvPr>
          <p:cNvSpPr/>
          <p:nvPr/>
        </p:nvSpPr>
        <p:spPr bwMode="auto">
          <a:xfrm>
            <a:off x="0" y="0"/>
            <a:ext cx="12192000" cy="280529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29" name="Rectangle: Top Corners Rounded 1028">
            <a:extLst>
              <a:ext uri="{FF2B5EF4-FFF2-40B4-BE49-F238E27FC236}">
                <a16:creationId xmlns:a16="http://schemas.microsoft.com/office/drawing/2014/main" id="{E7D6B360-3C48-10A0-F5FD-9993C8496D99}"/>
              </a:ext>
            </a:extLst>
          </p:cNvPr>
          <p:cNvSpPr/>
          <p:nvPr/>
        </p:nvSpPr>
        <p:spPr bwMode="auto">
          <a:xfrm rot="16200000">
            <a:off x="3756837" y="-2034366"/>
            <a:ext cx="5082366" cy="11787965"/>
          </a:xfrm>
          <a:prstGeom prst="round2SameRect">
            <a:avLst>
              <a:gd name="adj1" fmla="val 3299"/>
              <a:gd name="adj2" fmla="val 0"/>
            </a:avLst>
          </a:prstGeom>
          <a:solidFill>
            <a:schemeClr val="bg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4" name="Graphic 4">
            <a:extLst>
              <a:ext uri="{FF2B5EF4-FFF2-40B4-BE49-F238E27FC236}">
                <a16:creationId xmlns:a16="http://schemas.microsoft.com/office/drawing/2014/main" id="{60D3D2F3-EE9D-6262-E4AC-F4972679A3D6}"/>
              </a:ext>
            </a:extLst>
          </p:cNvPr>
          <p:cNvSpPr/>
          <p:nvPr/>
        </p:nvSpPr>
        <p:spPr>
          <a:xfrm>
            <a:off x="995287" y="1875203"/>
            <a:ext cx="8518627" cy="4107194"/>
          </a:xfrm>
          <a:custGeom>
            <a:avLst/>
            <a:gdLst>
              <a:gd name="connsiteX0" fmla="*/ 0 w 8331999"/>
              <a:gd name="connsiteY0" fmla="*/ 0 h 4017213"/>
              <a:gd name="connsiteX1" fmla="*/ 31883 w 8331999"/>
              <a:gd name="connsiteY1" fmla="*/ 3964076 h 4017213"/>
              <a:gd name="connsiteX2" fmla="*/ 8332000 w 8331999"/>
              <a:gd name="connsiteY2" fmla="*/ 4017214 h 4017213"/>
              <a:gd name="connsiteX3" fmla="*/ 0 w 8331999"/>
              <a:gd name="connsiteY3" fmla="*/ 0 h 4017213"/>
              <a:gd name="connsiteX4" fmla="*/ 0 w 8331999"/>
              <a:gd name="connsiteY4" fmla="*/ 0 h 4017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31999" h="4017213">
                <a:moveTo>
                  <a:pt x="0" y="0"/>
                </a:moveTo>
                <a:cubicBezTo>
                  <a:pt x="10628" y="1321429"/>
                  <a:pt x="21255" y="2642753"/>
                  <a:pt x="31883" y="3964076"/>
                </a:cubicBezTo>
                <a:lnTo>
                  <a:pt x="8332000" y="4017214"/>
                </a:lnTo>
                <a:cubicBezTo>
                  <a:pt x="6396298" y="3686697"/>
                  <a:pt x="691322" y="3500502"/>
                  <a:pt x="0" y="0"/>
                </a:cubicBezTo>
                <a:lnTo>
                  <a:pt x="0" y="0"/>
                </a:lnTo>
                <a:close/>
              </a:path>
            </a:pathLst>
          </a:custGeom>
          <a:solidFill>
            <a:srgbClr val="00B050"/>
          </a:solidFill>
          <a:ln w="21234" cap="flat">
            <a:solidFill>
              <a:srgbClr val="00B05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pic>
        <p:nvPicPr>
          <p:cNvPr id="7" name="Picture 6" descr="A blue and black curve&#10;&#10;Description automatically generated">
            <a:extLst>
              <a:ext uri="{FF2B5EF4-FFF2-40B4-BE49-F238E27FC236}">
                <a16:creationId xmlns:a16="http://schemas.microsoft.com/office/drawing/2014/main" id="{94623D5D-5886-1C48-13DF-09111582231D}"/>
              </a:ext>
            </a:extLst>
          </p:cNvPr>
          <p:cNvPicPr>
            <a:picLocks noChangeAspect="1"/>
          </p:cNvPicPr>
          <p:nvPr/>
        </p:nvPicPr>
        <p:blipFill rotWithShape="1">
          <a:blip r:embed="rId3"/>
          <a:srcRect l="1" r="90575"/>
          <a:stretch/>
        </p:blipFill>
        <p:spPr>
          <a:xfrm>
            <a:off x="985928" y="1792415"/>
            <a:ext cx="812641" cy="4209052"/>
          </a:xfrm>
          <a:prstGeom prst="rect">
            <a:avLst/>
          </a:prstGeom>
        </p:spPr>
      </p:pic>
      <p:sp>
        <p:nvSpPr>
          <p:cNvPr id="1033" name="Rectangle: Top Corners Rounded 1032">
            <a:extLst>
              <a:ext uri="{FF2B5EF4-FFF2-40B4-BE49-F238E27FC236}">
                <a16:creationId xmlns:a16="http://schemas.microsoft.com/office/drawing/2014/main" id="{D2D41686-8B71-C0E8-1631-30675237F77C}"/>
              </a:ext>
            </a:extLst>
          </p:cNvPr>
          <p:cNvSpPr/>
          <p:nvPr/>
        </p:nvSpPr>
        <p:spPr bwMode="auto">
          <a:xfrm rot="16200000">
            <a:off x="8089894" y="886457"/>
            <a:ext cx="4718107" cy="3476166"/>
          </a:xfrm>
          <a:prstGeom prst="round2SameRect">
            <a:avLst>
              <a:gd name="adj1" fmla="val 11031"/>
              <a:gd name="adj2" fmla="val 0"/>
            </a:avLst>
          </a:prstGeom>
          <a:solidFill>
            <a:schemeClr val="bg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Title 4">
            <a:extLst>
              <a:ext uri="{FF2B5EF4-FFF2-40B4-BE49-F238E27FC236}">
                <a16:creationId xmlns:a16="http://schemas.microsoft.com/office/drawing/2014/main" id="{76A57F11-9C91-72B4-E4DB-9186D4B096E0}"/>
              </a:ext>
            </a:extLst>
          </p:cNvPr>
          <p:cNvSpPr>
            <a:spLocks noGrp="1"/>
          </p:cNvSpPr>
          <p:nvPr>
            <p:ph type="title"/>
          </p:nvPr>
        </p:nvSpPr>
        <p:spPr>
          <a:xfrm>
            <a:off x="588263" y="457200"/>
            <a:ext cx="11018520" cy="553998"/>
          </a:xfrm>
        </p:spPr>
        <p:txBody>
          <a:bodyPr>
            <a:normAutofit fontScale="90000"/>
          </a:bodyPr>
          <a:lstStyle/>
          <a:p>
            <a:r>
              <a:rPr kumimoji="0" lang="en-US" sz="3600" b="0" i="0" u="none" strike="noStrike" kern="1200" cap="none" spc="-50" normalizeH="0" baseline="0" noProof="0">
                <a:ln w="3175">
                  <a:noFill/>
                </a:ln>
                <a:effectLst/>
                <a:uLnTx/>
                <a:uFillTx/>
                <a:latin typeface="Segoe UI Semibold"/>
                <a:ea typeface="+mn-ea"/>
                <a:cs typeface="Segoe UI"/>
              </a:rPr>
              <a:t>Generative AI is changing building</a:t>
            </a:r>
            <a:endParaRPr lang="en-US"/>
          </a:p>
        </p:txBody>
      </p:sp>
      <p:sp>
        <p:nvSpPr>
          <p:cNvPr id="1024" name="Rectangle: Top Corners Rounded 1023">
            <a:extLst>
              <a:ext uri="{FF2B5EF4-FFF2-40B4-BE49-F238E27FC236}">
                <a16:creationId xmlns:a16="http://schemas.microsoft.com/office/drawing/2014/main" id="{03C34CF2-B331-AEB7-9C5E-2B9B6A141180}"/>
              </a:ext>
            </a:extLst>
          </p:cNvPr>
          <p:cNvSpPr/>
          <p:nvPr/>
        </p:nvSpPr>
        <p:spPr bwMode="auto">
          <a:xfrm rot="16200000">
            <a:off x="7984442" y="1331998"/>
            <a:ext cx="5118461" cy="3296672"/>
          </a:xfrm>
          <a:prstGeom prst="round2SameRect">
            <a:avLst>
              <a:gd name="adj1" fmla="val 8317"/>
              <a:gd name="adj2" fmla="val 0"/>
            </a:avLst>
          </a:prstGeom>
          <a:solidFill>
            <a:schemeClr val="bg1">
              <a:lumMod val="95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34" name="TextBox 1033">
            <a:extLst>
              <a:ext uri="{FF2B5EF4-FFF2-40B4-BE49-F238E27FC236}">
                <a16:creationId xmlns:a16="http://schemas.microsoft.com/office/drawing/2014/main" id="{05543819-D9AE-3113-83BE-1C50C3143D5F}"/>
              </a:ext>
            </a:extLst>
          </p:cNvPr>
          <p:cNvSpPr txBox="1"/>
          <p:nvPr/>
        </p:nvSpPr>
        <p:spPr>
          <a:xfrm>
            <a:off x="9003541" y="1038462"/>
            <a:ext cx="3008686" cy="433965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Full E2E SaaS – no infra to host or manage</a:t>
            </a:r>
            <a:br>
              <a:rPr kumimoji="0" lang="en-US" sz="1200" b="0" i="0" u="none" strike="noStrike" kern="1200" cap="none" spc="0" normalizeH="0" baseline="0" noProof="0">
                <a:ln>
                  <a:noFill/>
                </a:ln>
                <a:solidFill>
                  <a:srgbClr val="000000"/>
                </a:solidFill>
                <a:effectLst/>
                <a:uLnTx/>
                <a:uFillTx/>
                <a:latin typeface="Segoe UI"/>
                <a:ea typeface="+mn-ea"/>
                <a:cs typeface="+mn-cs"/>
              </a:rPr>
            </a:b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No explicit NL training or custom model required, comes with powerful large language model</a:t>
            </a:r>
            <a:br>
              <a:rPr kumimoji="0" lang="en-US" sz="1200" b="0" i="0" u="none" strike="noStrike" kern="1200" cap="none" spc="0" normalizeH="0" baseline="0" noProof="0">
                <a:ln>
                  <a:noFill/>
                </a:ln>
                <a:solidFill>
                  <a:srgbClr val="000000"/>
                </a:solidFill>
                <a:effectLst/>
                <a:uLnTx/>
                <a:uFillTx/>
                <a:latin typeface="Segoe UI"/>
                <a:ea typeface="+mn-ea"/>
                <a:cs typeface="+mn-cs"/>
              </a:rPr>
            </a:b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Point to a knowledge sources and have a useful bot in minutes with Generative AI</a:t>
            </a:r>
            <a:br>
              <a:rPr kumimoji="0" lang="en-US" sz="1200" b="0" i="0" u="none" strike="noStrike" kern="1200" cap="none" spc="0" normalizeH="0" baseline="0" noProof="0">
                <a:ln>
                  <a:noFill/>
                </a:ln>
                <a:solidFill>
                  <a:srgbClr val="000000"/>
                </a:solidFill>
                <a:effectLst/>
                <a:uLnTx/>
                <a:uFillTx/>
                <a:latin typeface="Segoe UI"/>
                <a:ea typeface="+mn-ea"/>
                <a:cs typeface="+mn-cs"/>
              </a:rPr>
            </a:b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Customize your copilot with business-critical topics using easy to use graphical interface and 1000s of pre-built connectors, or call custom APIs</a:t>
            </a:r>
            <a:br>
              <a:rPr kumimoji="0" lang="en-US" sz="1200" b="0" i="0" u="none" strike="noStrike" kern="1200" cap="none" spc="0" normalizeH="0" baseline="0" noProof="0">
                <a:ln>
                  <a:noFill/>
                </a:ln>
                <a:solidFill>
                  <a:srgbClr val="000000"/>
                </a:solidFill>
                <a:effectLst/>
                <a:uLnTx/>
                <a:uFillTx/>
                <a:latin typeface="Segoe UI"/>
                <a:ea typeface="+mn-ea"/>
                <a:cs typeface="+mn-cs"/>
              </a:rPr>
            </a:b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Developers, low-code users can collaborate inside the same canvas with graphical multi-authoring and code side-by-side</a:t>
            </a:r>
            <a:br>
              <a:rPr kumimoji="0" lang="en-US" sz="1200" b="0" i="0" u="none" strike="noStrike" kern="1200" cap="none" spc="0" normalizeH="0" baseline="0" noProof="0">
                <a:ln>
                  <a:noFill/>
                </a:ln>
                <a:solidFill>
                  <a:srgbClr val="000000"/>
                </a:solidFill>
                <a:effectLst/>
                <a:uLnTx/>
                <a:uFillTx/>
                <a:latin typeface="Segoe UI"/>
                <a:ea typeface="+mn-ea"/>
                <a:cs typeface="+mn-cs"/>
              </a:rPr>
            </a:b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Publish to the channel of your choice in minutes with a few clicks</a:t>
            </a:r>
          </a:p>
        </p:txBody>
      </p:sp>
      <p:sp>
        <p:nvSpPr>
          <p:cNvPr id="1035" name="TextBox 1034">
            <a:extLst>
              <a:ext uri="{FF2B5EF4-FFF2-40B4-BE49-F238E27FC236}">
                <a16:creationId xmlns:a16="http://schemas.microsoft.com/office/drawing/2014/main" id="{CE3224D0-4AF8-4780-BFFE-CD661D0F3A59}"/>
              </a:ext>
            </a:extLst>
          </p:cNvPr>
          <p:cNvSpPr txBox="1"/>
          <p:nvPr/>
        </p:nvSpPr>
        <p:spPr>
          <a:xfrm>
            <a:off x="9263431" y="563565"/>
            <a:ext cx="2763171" cy="523220"/>
          </a:xfrm>
          <a:prstGeom prst="rect">
            <a:avLst/>
          </a:prstGeom>
          <a:noFill/>
        </p:spPr>
        <p:txBody>
          <a:bodyPr wrap="square">
            <a:spAutoFit/>
          </a:body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Copilot Studio with Generative AI</a:t>
            </a:r>
          </a:p>
        </p:txBody>
      </p:sp>
      <p:sp>
        <p:nvSpPr>
          <p:cNvPr id="2" name="Rectangle: Rounded Corners 1">
            <a:extLst>
              <a:ext uri="{FF2B5EF4-FFF2-40B4-BE49-F238E27FC236}">
                <a16:creationId xmlns:a16="http://schemas.microsoft.com/office/drawing/2014/main" id="{07CF486B-9D2F-C416-230C-D55174784548}"/>
              </a:ext>
            </a:extLst>
          </p:cNvPr>
          <p:cNvSpPr/>
          <p:nvPr/>
        </p:nvSpPr>
        <p:spPr bwMode="auto">
          <a:xfrm>
            <a:off x="9046175" y="600868"/>
            <a:ext cx="212283" cy="285198"/>
          </a:xfrm>
          <a:prstGeom prst="roundRect">
            <a:avLst/>
          </a:prstGeom>
          <a:solidFill>
            <a:srgbClr val="00B050"/>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107" name="Graphic 106">
            <a:extLst>
              <a:ext uri="{FF2B5EF4-FFF2-40B4-BE49-F238E27FC236}">
                <a16:creationId xmlns:a16="http://schemas.microsoft.com/office/drawing/2014/main" id="{3819EED4-C776-CD14-57AF-06909A997D2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 r="90506" b="371"/>
          <a:stretch/>
        </p:blipFill>
        <p:spPr>
          <a:xfrm>
            <a:off x="986659" y="1882147"/>
            <a:ext cx="808762" cy="4097530"/>
          </a:xfrm>
          <a:prstGeom prst="rect">
            <a:avLst/>
          </a:prstGeom>
        </p:spPr>
      </p:pic>
      <p:sp>
        <p:nvSpPr>
          <p:cNvPr id="109" name="正方形/長方形 43">
            <a:extLst>
              <a:ext uri="{FF2B5EF4-FFF2-40B4-BE49-F238E27FC236}">
                <a16:creationId xmlns:a16="http://schemas.microsoft.com/office/drawing/2014/main" id="{2BD3AAFD-F25D-84AC-CE57-78820D506513}"/>
              </a:ext>
            </a:extLst>
          </p:cNvPr>
          <p:cNvSpPr/>
          <p:nvPr/>
        </p:nvSpPr>
        <p:spPr>
          <a:xfrm>
            <a:off x="4287234" y="6060201"/>
            <a:ext cx="1128514" cy="247460"/>
          </a:xfrm>
          <a:prstGeom prst="rect">
            <a:avLst/>
          </a:prstGeom>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srgbClr val="000000"/>
                </a:solidFill>
                <a:effectLst/>
                <a:uLnTx/>
                <a:uFillTx/>
                <a:latin typeface="Segoe UI"/>
                <a:ea typeface="游ゴシック" panose="020B0400000000000000" pitchFamily="34" charset="-128"/>
                <a:cs typeface="Segoe UI" panose="020B0502040204020203" pitchFamily="34" charset="0"/>
              </a:rPr>
              <a:t>TOPICS BUILT</a:t>
            </a:r>
            <a:endParaRPr kumimoji="0" lang="ja-JP" altLang="en-US" sz="1050" b="1" i="0" u="none" strike="noStrike" kern="1200" cap="none" spc="0" normalizeH="0" baseline="0" noProof="0">
              <a:ln>
                <a:noFill/>
              </a:ln>
              <a:solidFill>
                <a:srgbClr val="000000"/>
              </a:solidFill>
              <a:effectLst/>
              <a:uLnTx/>
              <a:uFillTx/>
              <a:latin typeface="Segoe UI"/>
              <a:ea typeface="游ゴシック" panose="020B0400000000000000" pitchFamily="34" charset="-128"/>
              <a:cs typeface="Segoe UI" panose="020B0502040204020203" pitchFamily="34" charset="0"/>
            </a:endParaRPr>
          </a:p>
        </p:txBody>
      </p:sp>
      <p:sp>
        <p:nvSpPr>
          <p:cNvPr id="110" name="正方形/長方形 43">
            <a:extLst>
              <a:ext uri="{FF2B5EF4-FFF2-40B4-BE49-F238E27FC236}">
                <a16:creationId xmlns:a16="http://schemas.microsoft.com/office/drawing/2014/main" id="{310C1D22-CF18-2D9E-563C-F108709FD283}"/>
              </a:ext>
            </a:extLst>
          </p:cNvPr>
          <p:cNvSpPr/>
          <p:nvPr/>
        </p:nvSpPr>
        <p:spPr>
          <a:xfrm rot="16200000">
            <a:off x="-154569" y="4097710"/>
            <a:ext cx="1816914" cy="254104"/>
          </a:xfrm>
          <a:prstGeom prst="rect">
            <a:avLst/>
          </a:prstGeom>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srgbClr val="000000"/>
                </a:solidFill>
                <a:effectLst/>
                <a:uLnTx/>
                <a:uFillTx/>
                <a:latin typeface="Segoe UI"/>
                <a:ea typeface="游ゴシック" panose="020B0400000000000000" pitchFamily="34" charset="-128"/>
                <a:cs typeface="Segoe UI" panose="020B0502040204020203" pitchFamily="34" charset="0"/>
              </a:rPr>
              <a:t>BUSINESS CRITICALITY</a:t>
            </a:r>
          </a:p>
        </p:txBody>
      </p:sp>
      <p:sp>
        <p:nvSpPr>
          <p:cNvPr id="111" name="テキスト ボックス 33">
            <a:extLst>
              <a:ext uri="{FF2B5EF4-FFF2-40B4-BE49-F238E27FC236}">
                <a16:creationId xmlns:a16="http://schemas.microsoft.com/office/drawing/2014/main" id="{064B25CD-C23D-C70D-8164-6E46AE800DA0}"/>
              </a:ext>
            </a:extLst>
          </p:cNvPr>
          <p:cNvSpPr txBox="1"/>
          <p:nvPr/>
        </p:nvSpPr>
        <p:spPr>
          <a:xfrm>
            <a:off x="1103738" y="4818011"/>
            <a:ext cx="543568" cy="101566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a:ln w="3175">
                  <a:noFill/>
                </a:ln>
                <a:solidFill>
                  <a:srgbClr val="FFFFFF"/>
                </a:solidFill>
                <a:effectLst/>
                <a:uLnTx/>
                <a:uFillTx/>
                <a:latin typeface="Segoe UI Semibold"/>
                <a:ea typeface="游ゴシック" panose="020B0400000000000000" pitchFamily="34" charset="-128"/>
                <a:cs typeface="Segoe UI" pitchFamily="34" charset="0"/>
              </a:rPr>
              <a:t>Custom build</a:t>
            </a:r>
            <a:br>
              <a:rPr kumimoji="0" lang="en-US" altLang="ja-JP" sz="1100" b="0" i="0" u="none" strike="noStrike" kern="1200" cap="none" spc="0" normalizeH="0" baseline="0" noProof="0">
                <a:ln w="3175">
                  <a:noFill/>
                </a:ln>
                <a:solidFill>
                  <a:srgbClr val="FFFFFF"/>
                </a:solidFill>
                <a:effectLst/>
                <a:uLnTx/>
                <a:uFillTx/>
                <a:latin typeface="Segoe UI Semibold"/>
                <a:ea typeface="游ゴシック" panose="020B0400000000000000" pitchFamily="34" charset="-128"/>
                <a:cs typeface="Segoe UI" pitchFamily="34" charset="0"/>
              </a:rPr>
            </a:br>
            <a:r>
              <a:rPr kumimoji="0" lang="en-US" altLang="ja-JP" sz="1100" b="0" i="0" u="none" strike="noStrike" kern="1200" cap="none" spc="0" normalizeH="0" baseline="0" noProof="0">
                <a:ln w="3175">
                  <a:noFill/>
                </a:ln>
                <a:solidFill>
                  <a:srgbClr val="FFFFFF"/>
                </a:solidFill>
                <a:effectLst/>
                <a:uLnTx/>
                <a:uFillTx/>
                <a:latin typeface="Segoe UI Semibold"/>
                <a:ea typeface="游ゴシック" panose="020B0400000000000000" pitchFamily="34" charset="-128"/>
                <a:cs typeface="Segoe UI" pitchFamily="34" charset="0"/>
              </a:rPr>
              <a:t>topics</a:t>
            </a:r>
            <a:br>
              <a:rPr kumimoji="0" lang="en-US" altLang="ja-JP" sz="1100" b="0" i="0" u="none" strike="noStrike" kern="1200" cap="none" spc="0" normalizeH="0" baseline="0" noProof="0">
                <a:ln w="3175">
                  <a:noFill/>
                </a:ln>
                <a:solidFill>
                  <a:srgbClr val="FFFFFF"/>
                </a:solidFill>
                <a:effectLst/>
                <a:uLnTx/>
                <a:uFillTx/>
                <a:latin typeface="Segoe UI Semibold"/>
                <a:ea typeface="游ゴシック" panose="020B0400000000000000" pitchFamily="34" charset="-128"/>
                <a:cs typeface="Segoe UI" pitchFamily="34" charset="0"/>
              </a:rPr>
            </a:br>
            <a:r>
              <a:rPr kumimoji="0" lang="en-US" altLang="ja-JP" sz="1100" b="0" i="0" u="none" strike="noStrike" kern="1200" cap="none" spc="0" normalizeH="0" baseline="0" noProof="0">
                <a:ln w="3175">
                  <a:noFill/>
                </a:ln>
                <a:solidFill>
                  <a:srgbClr val="FFFFFF"/>
                </a:solidFill>
                <a:effectLst/>
                <a:uLnTx/>
                <a:uFillTx/>
                <a:latin typeface="Segoe UI Semibold"/>
                <a:ea typeface="游ゴシック" panose="020B0400000000000000" pitchFamily="34" charset="-128"/>
                <a:cs typeface="Segoe UI" pitchFamily="34" charset="0"/>
              </a:rPr>
              <a:t>+ help from Copilot</a:t>
            </a:r>
          </a:p>
        </p:txBody>
      </p:sp>
      <p:sp>
        <p:nvSpPr>
          <p:cNvPr id="112" name="テキスト ボックス 33">
            <a:extLst>
              <a:ext uri="{FF2B5EF4-FFF2-40B4-BE49-F238E27FC236}">
                <a16:creationId xmlns:a16="http://schemas.microsoft.com/office/drawing/2014/main" id="{B9F71D6A-5179-1059-6276-2AF883737A87}"/>
              </a:ext>
            </a:extLst>
          </p:cNvPr>
          <p:cNvSpPr txBox="1"/>
          <p:nvPr/>
        </p:nvSpPr>
        <p:spPr>
          <a:xfrm>
            <a:off x="1904287" y="5495120"/>
            <a:ext cx="1943807"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a:ln w="3175">
                  <a:noFill/>
                </a:ln>
                <a:solidFill>
                  <a:srgbClr val="FFFFFF"/>
                </a:solidFill>
                <a:effectLst/>
                <a:uLnTx/>
                <a:uFillTx/>
                <a:latin typeface="Segoe UI Semibold"/>
                <a:ea typeface="游ゴシック" panose="020B0400000000000000" pitchFamily="34" charset="-128"/>
                <a:cs typeface="Segoe UI" pitchFamily="34" charset="0"/>
              </a:rPr>
              <a:t>Topics handled by Generative Answers and Actions</a:t>
            </a:r>
          </a:p>
        </p:txBody>
      </p:sp>
      <p:sp>
        <p:nvSpPr>
          <p:cNvPr id="113" name="Rectangle: Rounded Corners 112">
            <a:extLst>
              <a:ext uri="{FF2B5EF4-FFF2-40B4-BE49-F238E27FC236}">
                <a16:creationId xmlns:a16="http://schemas.microsoft.com/office/drawing/2014/main" id="{572A2A16-A7C4-452B-8046-A7AABD424BD1}"/>
              </a:ext>
            </a:extLst>
          </p:cNvPr>
          <p:cNvSpPr/>
          <p:nvPr/>
        </p:nvSpPr>
        <p:spPr bwMode="auto">
          <a:xfrm>
            <a:off x="4655425" y="4170375"/>
            <a:ext cx="212283" cy="285198"/>
          </a:xfrm>
          <a:prstGeom prst="roundRect">
            <a:avLst/>
          </a:prstGeom>
          <a:solidFill>
            <a:srgbClr val="00B050"/>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4" name="テキスト ボックス 33">
            <a:extLst>
              <a:ext uri="{FF2B5EF4-FFF2-40B4-BE49-F238E27FC236}">
                <a16:creationId xmlns:a16="http://schemas.microsoft.com/office/drawing/2014/main" id="{1BFF2EFA-97F8-DBE3-2606-FEDC987D5706}"/>
              </a:ext>
            </a:extLst>
          </p:cNvPr>
          <p:cNvSpPr txBox="1"/>
          <p:nvPr/>
        </p:nvSpPr>
        <p:spPr>
          <a:xfrm>
            <a:off x="5036546" y="4125834"/>
            <a:ext cx="3398186" cy="80021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w="3175">
                  <a:noFill/>
                </a:ln>
                <a:solidFill>
                  <a:srgbClr val="000000"/>
                </a:solidFill>
                <a:effectLst/>
                <a:uLnTx/>
                <a:uFillTx/>
                <a:latin typeface="Segoe UI Semibold"/>
                <a:ea typeface="游ゴシック" panose="020B0400000000000000" pitchFamily="34" charset="-128"/>
                <a:cs typeface="Segoe UI" pitchFamily="34" charset="0"/>
              </a:rPr>
              <a:t>Expose your knowledge sources and APIs and generative AI handles the rest</a:t>
            </a:r>
            <a:br>
              <a:rPr kumimoji="0" lang="en-US" altLang="ja-JP" sz="1400" b="0" i="0" u="none" strike="noStrike" kern="1200" cap="none" spc="0" normalizeH="0" baseline="0" noProof="0">
                <a:ln w="3175">
                  <a:noFill/>
                </a:ln>
                <a:solidFill>
                  <a:srgbClr val="000000"/>
                </a:solidFill>
                <a:effectLst/>
                <a:uLnTx/>
                <a:uFillTx/>
                <a:latin typeface="Segoe UI Semibold"/>
                <a:ea typeface="游ゴシック" panose="020B0400000000000000" pitchFamily="34" charset="-128"/>
                <a:cs typeface="Segoe UI" pitchFamily="34" charset="0"/>
              </a:rPr>
            </a:br>
            <a:r>
              <a:rPr kumimoji="0" lang="en-US" altLang="ja-JP" sz="1200" b="0" i="0" u="none" strike="noStrike" kern="1200" cap="none" spc="0" normalizeH="0" baseline="0" noProof="0">
                <a:ln w="3175">
                  <a:noFill/>
                </a:ln>
                <a:solidFill>
                  <a:srgbClr val="000000"/>
                </a:solidFill>
                <a:effectLst/>
                <a:uLnTx/>
                <a:uFillTx/>
                <a:latin typeface="Segoe UI" panose="020B0502040204020203" pitchFamily="34" charset="0"/>
                <a:ea typeface="游ゴシック" panose="020B0400000000000000" pitchFamily="34" charset="-128"/>
                <a:cs typeface="Segoe UI" panose="020B0502040204020203" pitchFamily="34" charset="0"/>
              </a:rPr>
              <a:t>V</a:t>
            </a:r>
            <a:r>
              <a:rPr kumimoji="0" lang="en-US" altLang="ja-JP" sz="1200" b="0" i="0" u="none" strike="noStrike" kern="1200" cap="none" spc="0" normalizeH="0" baseline="0" noProof="0" err="1">
                <a:ln w="3175">
                  <a:noFill/>
                </a:ln>
                <a:solidFill>
                  <a:srgbClr val="000000"/>
                </a:solidFill>
                <a:effectLst/>
                <a:uLnTx/>
                <a:uFillTx/>
                <a:latin typeface="Segoe UI" panose="020B0502040204020203" pitchFamily="34" charset="0"/>
                <a:ea typeface="游ゴシック" panose="020B0400000000000000" pitchFamily="34" charset="-128"/>
                <a:cs typeface="Segoe UI" panose="020B0502040204020203" pitchFamily="34" charset="0"/>
              </a:rPr>
              <a:t>ast</a:t>
            </a:r>
            <a:r>
              <a:rPr kumimoji="0" lang="en-US" altLang="ja-JP" sz="1200" b="0" i="0" u="none" strike="noStrike" kern="1200" cap="none" spc="0" normalizeH="0" baseline="0" noProof="0">
                <a:ln w="3175">
                  <a:noFill/>
                </a:ln>
                <a:solidFill>
                  <a:srgbClr val="000000"/>
                </a:solidFill>
                <a:effectLst/>
                <a:uLnTx/>
                <a:uFillTx/>
                <a:latin typeface="Segoe UI" panose="020B0502040204020203" pitchFamily="34" charset="0"/>
                <a:ea typeface="游ゴシック" panose="020B0400000000000000" pitchFamily="34" charset="-128"/>
                <a:cs typeface="Segoe UI" panose="020B0502040204020203" pitchFamily="34" charset="0"/>
              </a:rPr>
              <a:t> coverage of the long tail, and as content changes, copilot answers change as well</a:t>
            </a:r>
            <a:endParaRPr kumimoji="0" lang="en-US" altLang="ja-JP" sz="1400" b="0" i="0" u="none" strike="noStrike" kern="1200" cap="none" spc="0" normalizeH="0" baseline="0" noProof="0">
              <a:ln w="3175">
                <a:noFill/>
              </a:ln>
              <a:solidFill>
                <a:srgbClr val="000000"/>
              </a:solidFill>
              <a:effectLst/>
              <a:uLnTx/>
              <a:uFillTx/>
              <a:latin typeface="Segoe UI" panose="020B0502040204020203" pitchFamily="34" charset="0"/>
              <a:ea typeface="游ゴシック" panose="020B0400000000000000" pitchFamily="34" charset="-128"/>
              <a:cs typeface="Segoe UI" panose="020B0502040204020203" pitchFamily="34" charset="0"/>
            </a:endParaRPr>
          </a:p>
        </p:txBody>
      </p:sp>
      <p:sp>
        <p:nvSpPr>
          <p:cNvPr id="115" name="Rectangle: Rounded Corners 114">
            <a:extLst>
              <a:ext uri="{FF2B5EF4-FFF2-40B4-BE49-F238E27FC236}">
                <a16:creationId xmlns:a16="http://schemas.microsoft.com/office/drawing/2014/main" id="{D2A61A58-4EDC-6578-9B1F-B60F80C60296}"/>
              </a:ext>
            </a:extLst>
          </p:cNvPr>
          <p:cNvSpPr/>
          <p:nvPr/>
        </p:nvSpPr>
        <p:spPr bwMode="auto">
          <a:xfrm>
            <a:off x="1512195" y="2298708"/>
            <a:ext cx="212283" cy="285198"/>
          </a:xfrm>
          <a:prstGeom prst="roundRect">
            <a:avLst/>
          </a:prstGeom>
          <a:solidFill>
            <a:srgbClr val="0B556A"/>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6" name="テキスト ボックス 33">
            <a:extLst>
              <a:ext uri="{FF2B5EF4-FFF2-40B4-BE49-F238E27FC236}">
                <a16:creationId xmlns:a16="http://schemas.microsoft.com/office/drawing/2014/main" id="{27A5B6E0-F25E-A87A-BA2B-AD031C8F3CC8}"/>
              </a:ext>
            </a:extLst>
          </p:cNvPr>
          <p:cNvSpPr txBox="1"/>
          <p:nvPr/>
        </p:nvSpPr>
        <p:spPr>
          <a:xfrm>
            <a:off x="1824162" y="2243610"/>
            <a:ext cx="2747838" cy="58477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w="3175">
                  <a:noFill/>
                </a:ln>
                <a:solidFill>
                  <a:srgbClr val="000000"/>
                </a:solidFill>
                <a:effectLst/>
                <a:uLnTx/>
                <a:uFillTx/>
                <a:latin typeface="Segoe UI Semibold"/>
                <a:ea typeface="游ゴシック" panose="020B0400000000000000" pitchFamily="34" charset="-128"/>
                <a:cs typeface="Segoe UI" pitchFamily="34" charset="0"/>
              </a:rPr>
              <a:t>Manually authored topics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0" i="0" u="none" strike="noStrike" kern="1200" cap="none" spc="0" normalizeH="0" baseline="0" noProof="0">
                <a:ln w="3175">
                  <a:noFill/>
                </a:ln>
                <a:solidFill>
                  <a:srgbClr val="000000"/>
                </a:solidFill>
                <a:effectLst/>
                <a:uLnTx/>
                <a:uFillTx/>
                <a:latin typeface="Segoe UI" panose="020B0502040204020203" pitchFamily="34" charset="0"/>
                <a:ea typeface="游ゴシック" panose="020B0400000000000000" pitchFamily="34" charset="-128"/>
                <a:cs typeface="Segoe UI" panose="020B0502040204020203" pitchFamily="34" charset="0"/>
              </a:rPr>
              <a:t>Manually author business-critical topics quickly with Copilot Studio</a:t>
            </a:r>
          </a:p>
        </p:txBody>
      </p:sp>
      <p:cxnSp>
        <p:nvCxnSpPr>
          <p:cNvPr id="118" name="Straight Connector 117">
            <a:extLst>
              <a:ext uri="{FF2B5EF4-FFF2-40B4-BE49-F238E27FC236}">
                <a16:creationId xmlns:a16="http://schemas.microsoft.com/office/drawing/2014/main" id="{DD340F6C-FC4D-F40F-CABE-E8A07D63C40C}"/>
              </a:ext>
            </a:extLst>
          </p:cNvPr>
          <p:cNvCxnSpPr>
            <a:cxnSpLocks/>
          </p:cNvCxnSpPr>
          <p:nvPr/>
        </p:nvCxnSpPr>
        <p:spPr>
          <a:xfrm>
            <a:off x="1617207" y="2583906"/>
            <a:ext cx="0" cy="676129"/>
          </a:xfrm>
          <a:prstGeom prst="line">
            <a:avLst/>
          </a:prstGeom>
          <a:noFill/>
          <a:ln w="25400" cap="flat" cmpd="sng" algn="ctr">
            <a:solidFill>
              <a:srgbClr val="0B556A"/>
            </a:solidFill>
            <a:prstDash val="solid"/>
            <a:headEnd type="none" w="lg" len="med"/>
            <a:tailEnd type="none" w="lg" len="med"/>
          </a:ln>
          <a:effectLst/>
        </p:spPr>
      </p:cxnSp>
      <p:cxnSp>
        <p:nvCxnSpPr>
          <p:cNvPr id="121" name="Straight Connector 120">
            <a:extLst>
              <a:ext uri="{FF2B5EF4-FFF2-40B4-BE49-F238E27FC236}">
                <a16:creationId xmlns:a16="http://schemas.microsoft.com/office/drawing/2014/main" id="{8168FCDA-0EA9-6FDA-BB42-DAB09C47AFDC}"/>
              </a:ext>
            </a:extLst>
          </p:cNvPr>
          <p:cNvCxnSpPr>
            <a:cxnSpLocks/>
          </p:cNvCxnSpPr>
          <p:nvPr/>
        </p:nvCxnSpPr>
        <p:spPr>
          <a:xfrm flipH="1">
            <a:off x="1795421" y="3460750"/>
            <a:ext cx="1574" cy="2470150"/>
          </a:xfrm>
          <a:prstGeom prst="line">
            <a:avLst/>
          </a:prstGeom>
          <a:noFill/>
          <a:ln w="25400" cap="flat" cmpd="sng" algn="ctr">
            <a:solidFill>
              <a:srgbClr val="00B050"/>
            </a:solidFill>
            <a:prstDash val="solid"/>
            <a:headEnd type="none" w="lg" len="med"/>
            <a:tailEnd type="none" w="lg" len="med"/>
          </a:ln>
          <a:effectLst/>
        </p:spPr>
      </p:cxnSp>
      <p:cxnSp>
        <p:nvCxnSpPr>
          <p:cNvPr id="122" name="Straight Connector 121">
            <a:extLst>
              <a:ext uri="{FF2B5EF4-FFF2-40B4-BE49-F238E27FC236}">
                <a16:creationId xmlns:a16="http://schemas.microsoft.com/office/drawing/2014/main" id="{40C1F7F9-CDF0-A1B4-A08C-BF6A36BDCE92}"/>
              </a:ext>
            </a:extLst>
          </p:cNvPr>
          <p:cNvCxnSpPr>
            <a:cxnSpLocks/>
            <a:stCxn id="113" idx="2"/>
          </p:cNvCxnSpPr>
          <p:nvPr/>
        </p:nvCxnSpPr>
        <p:spPr>
          <a:xfrm flipH="1">
            <a:off x="4760413" y="4455573"/>
            <a:ext cx="1154" cy="677646"/>
          </a:xfrm>
          <a:prstGeom prst="line">
            <a:avLst/>
          </a:prstGeom>
          <a:noFill/>
          <a:ln w="25400" cap="flat" cmpd="sng" algn="ctr">
            <a:solidFill>
              <a:srgbClr val="00B050"/>
            </a:solidFill>
            <a:prstDash val="solid"/>
            <a:headEnd type="none" w="lg" len="med"/>
            <a:tailEnd type="none" w="lg" len="med"/>
          </a:ln>
          <a:effectLst/>
        </p:spPr>
      </p:cxnSp>
    </p:spTree>
    <p:extLst>
      <p:ext uri="{BB962C8B-B14F-4D97-AF65-F5344CB8AC3E}">
        <p14:creationId xmlns:p14="http://schemas.microsoft.com/office/powerpoint/2010/main" val="39407520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045C306-E202-35C8-6680-6B14D56F7890}"/>
              </a:ext>
            </a:extLst>
          </p:cNvPr>
          <p:cNvPicPr>
            <a:picLocks noChangeAspect="1"/>
          </p:cNvPicPr>
          <p:nvPr/>
        </p:nvPicPr>
        <p:blipFill>
          <a:blip r:embed="rId2"/>
          <a:stretch>
            <a:fillRect/>
          </a:stretch>
        </p:blipFill>
        <p:spPr>
          <a:xfrm>
            <a:off x="1313328" y="1110129"/>
            <a:ext cx="10121153" cy="5672955"/>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FACEC789-7692-DA45-A30E-076AF2BADC6A}"/>
              </a:ext>
            </a:extLst>
          </p:cNvPr>
          <p:cNvSpPr>
            <a:spLocks noGrp="1"/>
          </p:cNvSpPr>
          <p:nvPr>
            <p:ph type="title"/>
          </p:nvPr>
        </p:nvSpPr>
        <p:spPr>
          <a:xfrm>
            <a:off x="415961" y="317818"/>
            <a:ext cx="11018520" cy="553999"/>
          </a:xfrm>
        </p:spPr>
        <p:txBody>
          <a:bodyPr>
            <a:normAutofit fontScale="90000"/>
          </a:bodyPr>
          <a:lstStyle/>
          <a:p>
            <a:r>
              <a:rPr lang="en-US" dirty="0"/>
              <a:t>Considerations &amp; Discovery with Generative AI</a:t>
            </a:r>
          </a:p>
        </p:txBody>
      </p:sp>
      <p:sp>
        <p:nvSpPr>
          <p:cNvPr id="5" name="Rectangle 4">
            <a:extLst>
              <a:ext uri="{FF2B5EF4-FFF2-40B4-BE49-F238E27FC236}">
                <a16:creationId xmlns:a16="http://schemas.microsoft.com/office/drawing/2014/main" id="{D75D6792-5AA5-57D1-598C-5E3CB2A16413}"/>
              </a:ext>
            </a:extLst>
          </p:cNvPr>
          <p:cNvSpPr/>
          <p:nvPr/>
        </p:nvSpPr>
        <p:spPr bwMode="auto">
          <a:xfrm>
            <a:off x="2438400" y="1586753"/>
            <a:ext cx="9067800" cy="685800"/>
          </a:xfrm>
          <a:prstGeom prst="rect">
            <a:avLst/>
          </a:prstGeom>
          <a:noFill/>
          <a:ln w="28575">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4195515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nter" pitchFamily="34" charset="0"/>
                <a:ea typeface="Inter" pitchFamily="34" charset="-122"/>
                <a:cs typeface="Inter" pitchFamily="34" charset="-120"/>
              </a:rPr>
              <a:t>Generative answers vs authored topics</a:t>
            </a:r>
            <a:endParaRPr lang="en-US" sz="3200" dirty="0"/>
          </a:p>
        </p:txBody>
      </p:sp>
      <p:sp>
        <p:nvSpPr>
          <p:cNvPr id="3" name="Shape 1"/>
          <p:cNvSpPr/>
          <p:nvPr/>
        </p:nvSpPr>
        <p:spPr>
          <a:xfrm>
            <a:off x="815975" y="1618605"/>
            <a:ext cx="5175250" cy="1662311"/>
          </a:xfrm>
          <a:prstGeom prst="roundRect">
            <a:avLst>
              <a:gd name="adj" fmla="val 5921"/>
            </a:avLst>
          </a:prstGeom>
          <a:solidFill>
            <a:srgbClr val="FFFFFF"/>
          </a:solidFill>
          <a:ln w="6350">
            <a:solidFill>
              <a:srgbClr val="DDD8CC"/>
            </a:solidFill>
            <a:prstDash val="solid"/>
          </a:ln>
        </p:spPr>
        <p:txBody>
          <a:bodyPr/>
          <a:lstStyle/>
          <a:p>
            <a:endParaRPr lang="en-IN"/>
          </a:p>
        </p:txBody>
      </p:sp>
      <p:sp>
        <p:nvSpPr>
          <p:cNvPr id="4" name="Text 2"/>
          <p:cNvSpPr/>
          <p:nvPr/>
        </p:nvSpPr>
        <p:spPr>
          <a:xfrm>
            <a:off x="1073150" y="1875780"/>
            <a:ext cx="48007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31A"/>
                </a:solidFill>
                <a:latin typeface="Inter" pitchFamily="34" charset="0"/>
                <a:ea typeface="Inter" pitchFamily="34" charset="-122"/>
                <a:cs typeface="Inter" pitchFamily="34" charset="-120"/>
              </a:rPr>
              <a:t>Authored topics</a:t>
            </a:r>
            <a:endParaRPr lang="en-US" sz="1800" dirty="0"/>
          </a:p>
        </p:txBody>
      </p:sp>
      <p:sp>
        <p:nvSpPr>
          <p:cNvPr id="5" name="Text 3"/>
          <p:cNvSpPr/>
          <p:nvPr/>
        </p:nvSpPr>
        <p:spPr>
          <a:xfrm>
            <a:off x="1157732" y="2277070"/>
            <a:ext cx="4708525" cy="77207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Deterministic, scripted flows</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Trigger phrases, nodes, variables</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Use for approvals, payments, actions</a:t>
            </a:r>
            <a:endParaRPr lang="en-US" sz="1400" dirty="0"/>
          </a:p>
        </p:txBody>
      </p:sp>
      <p:sp>
        <p:nvSpPr>
          <p:cNvPr id="6" name="Shape 4"/>
          <p:cNvSpPr/>
          <p:nvPr/>
        </p:nvSpPr>
        <p:spPr>
          <a:xfrm>
            <a:off x="6200775" y="1618605"/>
            <a:ext cx="5175250" cy="1662311"/>
          </a:xfrm>
          <a:prstGeom prst="roundRect">
            <a:avLst>
              <a:gd name="adj" fmla="val 5921"/>
            </a:avLst>
          </a:prstGeom>
          <a:solidFill>
            <a:srgbClr val="14213D"/>
          </a:solidFill>
          <a:ln w="6350">
            <a:solidFill>
              <a:srgbClr val="14213D"/>
            </a:solidFill>
            <a:prstDash val="solid"/>
          </a:ln>
        </p:spPr>
        <p:txBody>
          <a:bodyPr/>
          <a:lstStyle/>
          <a:p>
            <a:endParaRPr lang="en-IN"/>
          </a:p>
        </p:txBody>
      </p:sp>
      <p:sp>
        <p:nvSpPr>
          <p:cNvPr id="7" name="Text 5"/>
          <p:cNvSpPr/>
          <p:nvPr/>
        </p:nvSpPr>
        <p:spPr>
          <a:xfrm>
            <a:off x="6457950" y="1875780"/>
            <a:ext cx="48007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2A36B"/>
                </a:solidFill>
                <a:latin typeface="Inter" pitchFamily="34" charset="0"/>
                <a:ea typeface="Inter" pitchFamily="34" charset="-122"/>
                <a:cs typeface="Inter" pitchFamily="34" charset="-120"/>
              </a:rPr>
              <a:t>Generative answers</a:t>
            </a:r>
            <a:endParaRPr lang="en-US" sz="1800" dirty="0"/>
          </a:p>
        </p:txBody>
      </p:sp>
      <p:sp>
        <p:nvSpPr>
          <p:cNvPr id="8" name="Text 6"/>
          <p:cNvSpPr/>
          <p:nvPr/>
        </p:nvSpPr>
        <p:spPr>
          <a:xfrm>
            <a:off x="6542532" y="2277070"/>
            <a:ext cx="4708525" cy="77207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F6F4EF"/>
                </a:solidFill>
                <a:latin typeface="Inter" pitchFamily="34" charset="0"/>
                <a:ea typeface="Inter" pitchFamily="34" charset="-122"/>
                <a:cs typeface="Inter" pitchFamily="34" charset="-120"/>
              </a:rPr>
              <a:t>Answers composed from knowledge</a:t>
            </a:r>
            <a:endParaRPr lang="en-US" sz="1400" dirty="0"/>
          </a:p>
          <a:p>
            <a:pPr marL="169418" indent="-169418" algn="l">
              <a:lnSpc>
                <a:spcPts val="1960"/>
              </a:lnSpc>
              <a:buSzPct val="100000"/>
              <a:buChar char="•"/>
            </a:pPr>
            <a:r>
              <a:rPr lang="en-US" sz="1400" dirty="0">
                <a:solidFill>
                  <a:srgbClr val="F6F4EF"/>
                </a:solidFill>
                <a:latin typeface="Inter" pitchFamily="34" charset="0"/>
                <a:ea typeface="Inter" pitchFamily="34" charset="-122"/>
                <a:cs typeface="Inter" pitchFamily="34" charset="-120"/>
              </a:rPr>
              <a:t>Orchestration picks topics, tools, knowledge</a:t>
            </a:r>
            <a:endParaRPr lang="en-US" sz="1400" dirty="0"/>
          </a:p>
          <a:p>
            <a:pPr marL="169418" indent="-169418" algn="l">
              <a:lnSpc>
                <a:spcPts val="1960"/>
              </a:lnSpc>
              <a:buSzPct val="100000"/>
              <a:buChar char="•"/>
            </a:pPr>
            <a:r>
              <a:rPr lang="en-US" sz="1400" dirty="0">
                <a:solidFill>
                  <a:srgbClr val="F6F4EF"/>
                </a:solidFill>
                <a:latin typeface="Inter" pitchFamily="34" charset="0"/>
                <a:ea typeface="Inter" pitchFamily="34" charset="-122"/>
                <a:cs typeface="Inter" pitchFamily="34" charset="-120"/>
              </a:rPr>
              <a:t>Use for broad, changing questions</a:t>
            </a:r>
            <a:endParaRPr lang="en-US" sz="1400" dirty="0"/>
          </a:p>
        </p:txBody>
      </p:sp>
      <p:sp>
        <p:nvSpPr>
          <p:cNvPr id="9" name="Text 7"/>
          <p:cNvSpPr/>
          <p:nvPr/>
        </p:nvSpPr>
        <p:spPr>
          <a:xfrm>
            <a:off x="812800" y="3639691"/>
            <a:ext cx="1088339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nter" pitchFamily="34" charset="0"/>
                <a:ea typeface="Inter" pitchFamily="34" charset="-122"/>
                <a:cs typeface="Inter" pitchFamily="34" charset="-120"/>
              </a:rPr>
              <a:t>Prompt patterns:</a:t>
            </a:r>
            <a:r>
              <a:rPr lang="en-US" sz="1500" dirty="0">
                <a:solidFill>
                  <a:srgbClr val="14213D"/>
                </a:solidFill>
                <a:latin typeface="Inter" pitchFamily="34" charset="0"/>
                <a:ea typeface="Inter" pitchFamily="34" charset="-122"/>
                <a:cs typeface="Inter" pitchFamily="34" charset="-120"/>
              </a:rPr>
              <a:t> role + scope, answer only from sources, cite, ask to clarify, refuse out-of-scope, set tone and format.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nter" pitchFamily="34" charset="0"/>
                <a:ea typeface="Inter" pitchFamily="34" charset="-122"/>
                <a:cs typeface="Inter" pitchFamily="34" charset="-120"/>
              </a:rPr>
              <a:t>Grounding, source boosting and filtering</a:t>
            </a:r>
            <a:endParaRPr lang="en-US" sz="3200" dirty="0"/>
          </a:p>
        </p:txBody>
      </p:sp>
      <p:sp>
        <p:nvSpPr>
          <p:cNvPr id="3" name="Shape 1"/>
          <p:cNvSpPr/>
          <p:nvPr/>
        </p:nvSpPr>
        <p:spPr>
          <a:xfrm>
            <a:off x="815975" y="1618605"/>
            <a:ext cx="3380284" cy="2657872"/>
          </a:xfrm>
          <a:prstGeom prst="roundRect">
            <a:avLst>
              <a:gd name="adj" fmla="val 3703"/>
            </a:avLst>
          </a:prstGeom>
          <a:solidFill>
            <a:srgbClr val="FFFFFF"/>
          </a:solidFill>
          <a:ln w="6350">
            <a:solidFill>
              <a:srgbClr val="DDD8CC"/>
            </a:solidFill>
            <a:prstDash val="solid"/>
          </a:ln>
        </p:spPr>
        <p:txBody>
          <a:bodyPr/>
          <a:lstStyle/>
          <a:p>
            <a:endParaRPr lang="en-IN"/>
          </a:p>
        </p:txBody>
      </p:sp>
      <p:sp>
        <p:nvSpPr>
          <p:cNvPr id="4" name="Text 2"/>
          <p:cNvSpPr/>
          <p:nvPr/>
        </p:nvSpPr>
        <p:spPr>
          <a:xfrm>
            <a:off x="1073150" y="1875780"/>
            <a:ext cx="295191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31A"/>
                </a:solidFill>
                <a:latin typeface="Inter" pitchFamily="34" charset="0"/>
                <a:ea typeface="Inter" pitchFamily="34" charset="-122"/>
                <a:cs typeface="Inter" pitchFamily="34" charset="-120"/>
              </a:rPr>
              <a:t>Ground</a:t>
            </a:r>
            <a:endParaRPr lang="en-US" sz="1800" dirty="0"/>
          </a:p>
        </p:txBody>
      </p:sp>
      <p:sp>
        <p:nvSpPr>
          <p:cNvPr id="5" name="Text 3"/>
          <p:cNvSpPr/>
          <p:nvPr/>
        </p:nvSpPr>
        <p:spPr>
          <a:xfrm>
            <a:off x="1157732" y="2277070"/>
            <a:ext cx="2859710" cy="1767632"/>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Restrict answers to your knowledge</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Turn off general web or model knowledge when scope is strict</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Custom instructions define the rules</a:t>
            </a:r>
            <a:endParaRPr lang="en-US" sz="1400" dirty="0"/>
          </a:p>
        </p:txBody>
      </p:sp>
      <p:sp>
        <p:nvSpPr>
          <p:cNvPr id="6" name="Shape 4"/>
          <p:cNvSpPr/>
          <p:nvPr/>
        </p:nvSpPr>
        <p:spPr>
          <a:xfrm>
            <a:off x="4405809" y="1618605"/>
            <a:ext cx="3380333" cy="2657872"/>
          </a:xfrm>
          <a:prstGeom prst="roundRect">
            <a:avLst>
              <a:gd name="adj" fmla="val 3703"/>
            </a:avLst>
          </a:prstGeom>
          <a:solidFill>
            <a:srgbClr val="FFFFFF"/>
          </a:solidFill>
          <a:ln w="6350">
            <a:solidFill>
              <a:srgbClr val="DDD8CC"/>
            </a:solidFill>
            <a:prstDash val="solid"/>
          </a:ln>
        </p:spPr>
        <p:txBody>
          <a:bodyPr/>
          <a:lstStyle/>
          <a:p>
            <a:endParaRPr lang="en-IN"/>
          </a:p>
        </p:txBody>
      </p:sp>
      <p:sp>
        <p:nvSpPr>
          <p:cNvPr id="7" name="Text 5"/>
          <p:cNvSpPr/>
          <p:nvPr/>
        </p:nvSpPr>
        <p:spPr>
          <a:xfrm>
            <a:off x="4662984" y="187578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31A"/>
                </a:solidFill>
                <a:latin typeface="Inter" pitchFamily="34" charset="0"/>
                <a:ea typeface="Inter" pitchFamily="34" charset="-122"/>
                <a:cs typeface="Inter" pitchFamily="34" charset="-120"/>
              </a:rPr>
              <a:t>Boost</a:t>
            </a:r>
            <a:endParaRPr lang="en-US" sz="1800" dirty="0"/>
          </a:p>
        </p:txBody>
      </p:sp>
      <p:sp>
        <p:nvSpPr>
          <p:cNvPr id="8" name="Text 6"/>
          <p:cNvSpPr/>
          <p:nvPr/>
        </p:nvSpPr>
        <p:spPr>
          <a:xfrm>
            <a:off x="4747566" y="2277070"/>
            <a:ext cx="2859761" cy="126985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Prioritise trusted sources</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Describe each source clearly so it is selected</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Prefer authoritative, current content</a:t>
            </a:r>
            <a:endParaRPr lang="en-US" sz="1400" dirty="0"/>
          </a:p>
        </p:txBody>
      </p:sp>
      <p:sp>
        <p:nvSpPr>
          <p:cNvPr id="9" name="Shape 7"/>
          <p:cNvSpPr/>
          <p:nvPr/>
        </p:nvSpPr>
        <p:spPr>
          <a:xfrm>
            <a:off x="7995692" y="1618605"/>
            <a:ext cx="3380333" cy="2657872"/>
          </a:xfrm>
          <a:prstGeom prst="roundRect">
            <a:avLst>
              <a:gd name="adj" fmla="val 3703"/>
            </a:avLst>
          </a:prstGeom>
          <a:solidFill>
            <a:srgbClr val="FFFFFF"/>
          </a:solidFill>
          <a:ln w="6350">
            <a:solidFill>
              <a:srgbClr val="DDD8CC"/>
            </a:solidFill>
            <a:prstDash val="solid"/>
          </a:ln>
        </p:spPr>
        <p:txBody>
          <a:bodyPr/>
          <a:lstStyle/>
          <a:p>
            <a:endParaRPr lang="en-IN"/>
          </a:p>
        </p:txBody>
      </p:sp>
      <p:sp>
        <p:nvSpPr>
          <p:cNvPr id="10" name="Text 8"/>
          <p:cNvSpPr/>
          <p:nvPr/>
        </p:nvSpPr>
        <p:spPr>
          <a:xfrm>
            <a:off x="8252867" y="187578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31A"/>
                </a:solidFill>
                <a:latin typeface="Inter" pitchFamily="34" charset="0"/>
                <a:ea typeface="Inter" pitchFamily="34" charset="-122"/>
                <a:cs typeface="Inter" pitchFamily="34" charset="-120"/>
              </a:rPr>
              <a:t>Filter</a:t>
            </a:r>
            <a:endParaRPr lang="en-US" sz="1800" dirty="0"/>
          </a:p>
        </p:txBody>
      </p:sp>
      <p:sp>
        <p:nvSpPr>
          <p:cNvPr id="11" name="Text 9"/>
          <p:cNvSpPr/>
          <p:nvPr/>
        </p:nvSpPr>
        <p:spPr>
          <a:xfrm>
            <a:off x="8337449" y="2277070"/>
            <a:ext cx="2859761" cy="151874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Scope by site, folder, table or tag</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Filter by user, region or product</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Retrieve only what the user may see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nter" pitchFamily="34" charset="0"/>
                <a:ea typeface="Inter" pitchFamily="34" charset="-122"/>
                <a:cs typeface="Inter" pitchFamily="34" charset="-120"/>
              </a:rPr>
              <a:t>Knowledge sources</a:t>
            </a:r>
            <a:endParaRPr lang="en-US" sz="3200" dirty="0"/>
          </a:p>
        </p:txBody>
      </p:sp>
      <p:graphicFrame>
        <p:nvGraphicFramePr>
          <p:cNvPr id="3" name="Table 0"/>
          <p:cNvGraphicFramePr>
            <a:graphicFrameLocks noGrp="1"/>
          </p:cNvGraphicFramePr>
          <p:nvPr/>
        </p:nvGraphicFramePr>
        <p:xfrm>
          <a:off x="825500" y="1628130"/>
          <a:ext cx="10553700" cy="4000500"/>
        </p:xfrm>
        <a:graphic>
          <a:graphicData uri="http://schemas.openxmlformats.org/drawingml/2006/table">
            <a:tbl>
              <a:tblPr/>
              <a:tblGrid>
                <a:gridCol w="5276850">
                  <a:extLst>
                    <a:ext uri="{9D8B030D-6E8A-4147-A177-3AD203B41FA5}">
                      <a16:colId xmlns:a16="http://schemas.microsoft.com/office/drawing/2014/main" val="20000"/>
                    </a:ext>
                  </a:extLst>
                </a:gridCol>
                <a:gridCol w="5276850">
                  <a:extLst>
                    <a:ext uri="{9D8B030D-6E8A-4147-A177-3AD203B41FA5}">
                      <a16:colId xmlns:a16="http://schemas.microsoft.com/office/drawing/2014/main" val="20001"/>
                    </a:ext>
                  </a:extLst>
                </a:gridCol>
              </a:tblGrid>
              <a:tr h="533400">
                <a:tc>
                  <a:txBody>
                    <a:bodyPr/>
                    <a:lstStyle/>
                    <a:p>
                      <a:pPr marL="0" indent="0">
                        <a:lnSpc>
                          <a:spcPts val="2100"/>
                        </a:lnSpc>
                        <a:buNone/>
                      </a:pPr>
                      <a:r>
                        <a:rPr lang="en-US" sz="1500" b="1" dirty="0">
                          <a:solidFill>
                            <a:srgbClr val="14213D"/>
                          </a:solidFill>
                          <a:latin typeface="Inter" pitchFamily="34" charset="0"/>
                          <a:ea typeface="Inter" pitchFamily="34" charset="-122"/>
                          <a:cs typeface="Inter" pitchFamily="34" charset="-120"/>
                        </a:rPr>
                        <a:t>Source</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2100"/>
                        </a:lnSpc>
                        <a:buNone/>
                      </a:pPr>
                      <a:r>
                        <a:rPr lang="en-US" sz="1500" b="1" dirty="0">
                          <a:solidFill>
                            <a:srgbClr val="14213D"/>
                          </a:solidFill>
                          <a:latin typeface="Inter" pitchFamily="34" charset="0"/>
                          <a:ea typeface="Inter" pitchFamily="34" charset="-122"/>
                          <a:cs typeface="Inter" pitchFamily="34" charset="-120"/>
                        </a:rPr>
                        <a:t>Best for</a:t>
                      </a:r>
                      <a:endParaRPr lang="en-US" sz="1500" dirty="0">
                        <a:latin typeface="Inter" charset="0"/>
                        <a:ea typeface="Inter" charset="0"/>
                        <a:cs typeface="Inter" charset="0"/>
                      </a:endParaRPr>
                    </a:p>
                  </a:txBody>
                  <a:tcPr marL="177800" marR="177800" marT="127000" marB="1270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533400">
                <a:tc>
                  <a:txBody>
                    <a:bodyPr/>
                    <a:lstStyle/>
                    <a:p>
                      <a:pPr marL="0" indent="0">
                        <a:lnSpc>
                          <a:spcPts val="2100"/>
                        </a:lnSpc>
                        <a:buNone/>
                      </a:pPr>
                      <a:r>
                        <a:rPr lang="en-US" sz="1500" dirty="0">
                          <a:solidFill>
                            <a:srgbClr val="B4531A"/>
                          </a:solidFill>
                          <a:latin typeface="Inter" pitchFamily="34" charset="0"/>
                          <a:ea typeface="Inter" pitchFamily="34" charset="-122"/>
                          <a:cs typeface="Inter" pitchFamily="34" charset="-120"/>
                        </a:rPr>
                        <a:t>Dataverse</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nter" pitchFamily="34" charset="0"/>
                          <a:ea typeface="Inter" pitchFamily="34" charset="-122"/>
                          <a:cs typeface="Inter" pitchFamily="34" charset="-120"/>
                        </a:rPr>
                        <a:t>Tables and records; structured business data</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533400">
                <a:tc>
                  <a:txBody>
                    <a:bodyPr/>
                    <a:lstStyle/>
                    <a:p>
                      <a:pPr marL="0" indent="0">
                        <a:lnSpc>
                          <a:spcPts val="2100"/>
                        </a:lnSpc>
                        <a:buNone/>
                      </a:pPr>
                      <a:r>
                        <a:rPr lang="en-US" sz="1500" dirty="0">
                          <a:solidFill>
                            <a:srgbClr val="B4531A"/>
                          </a:solidFill>
                          <a:latin typeface="Inter" pitchFamily="34" charset="0"/>
                          <a:ea typeface="Inter" pitchFamily="34" charset="-122"/>
                          <a:cs typeface="Inter" pitchFamily="34" charset="-120"/>
                        </a:rPr>
                        <a:t>SharePoint</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nter" pitchFamily="34" charset="0"/>
                          <a:ea typeface="Inter" pitchFamily="34" charset="-122"/>
                          <a:cs typeface="Inter" pitchFamily="34" charset="-120"/>
                        </a:rPr>
                        <a:t>Sites, libraries, files; respects user permissions</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800100">
                <a:tc>
                  <a:txBody>
                    <a:bodyPr/>
                    <a:lstStyle/>
                    <a:p>
                      <a:pPr marL="0" indent="0">
                        <a:lnSpc>
                          <a:spcPts val="2100"/>
                        </a:lnSpc>
                        <a:buNone/>
                      </a:pPr>
                      <a:r>
                        <a:rPr lang="en-US" sz="1500" dirty="0">
                          <a:solidFill>
                            <a:srgbClr val="B4531A"/>
                          </a:solidFill>
                          <a:latin typeface="Inter" pitchFamily="34" charset="0"/>
                          <a:ea typeface="Inter" pitchFamily="34" charset="-122"/>
                          <a:cs typeface="Inter" pitchFamily="34" charset="-120"/>
                        </a:rPr>
                        <a:t>Fabric</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nter" pitchFamily="34" charset="0"/>
                          <a:ea typeface="Inter" pitchFamily="34" charset="-122"/>
                          <a:cs typeface="Inter" pitchFamily="34" charset="-120"/>
                        </a:rPr>
                        <a:t>Lakehouse and warehouse data via a data agent or connector</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533400">
                <a:tc>
                  <a:txBody>
                    <a:bodyPr/>
                    <a:lstStyle/>
                    <a:p>
                      <a:pPr marL="0" indent="0">
                        <a:lnSpc>
                          <a:spcPts val="2100"/>
                        </a:lnSpc>
                        <a:buNone/>
                      </a:pPr>
                      <a:r>
                        <a:rPr lang="en-US" sz="1500" dirty="0">
                          <a:solidFill>
                            <a:srgbClr val="B4531A"/>
                          </a:solidFill>
                          <a:latin typeface="Inter" pitchFamily="34" charset="0"/>
                          <a:ea typeface="Inter" pitchFamily="34" charset="-122"/>
                          <a:cs typeface="Inter" pitchFamily="34" charset="-120"/>
                        </a:rPr>
                        <a:t>Azure AI Search</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nter" pitchFamily="34" charset="0"/>
                          <a:ea typeface="Inter" pitchFamily="34" charset="-122"/>
                          <a:cs typeface="Inter" pitchFamily="34" charset="-120"/>
                        </a:rPr>
                        <a:t>Your own index; hybrid and vector retrieval</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533400">
                <a:tc>
                  <a:txBody>
                    <a:bodyPr/>
                    <a:lstStyle/>
                    <a:p>
                      <a:pPr marL="0" indent="0">
                        <a:lnSpc>
                          <a:spcPts val="2100"/>
                        </a:lnSpc>
                        <a:buNone/>
                      </a:pPr>
                      <a:r>
                        <a:rPr lang="en-US" sz="1500" dirty="0">
                          <a:solidFill>
                            <a:srgbClr val="B4531A"/>
                          </a:solidFill>
                          <a:latin typeface="Inter" pitchFamily="34" charset="0"/>
                          <a:ea typeface="Inter" pitchFamily="34" charset="-122"/>
                          <a:cs typeface="Inter" pitchFamily="34" charset="-120"/>
                        </a:rPr>
                        <a:t>Websites</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nter" pitchFamily="34" charset="0"/>
                          <a:ea typeface="Inter" pitchFamily="34" charset="-122"/>
                          <a:cs typeface="Inter" pitchFamily="34" charset="-120"/>
                        </a:rPr>
                        <a:t>Public URLs; good for help and docs sites</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r h="533400">
                <a:tc>
                  <a:txBody>
                    <a:bodyPr/>
                    <a:lstStyle/>
                    <a:p>
                      <a:pPr marL="0" indent="0">
                        <a:lnSpc>
                          <a:spcPts val="2100"/>
                        </a:lnSpc>
                        <a:buNone/>
                      </a:pPr>
                      <a:r>
                        <a:rPr lang="en-US" sz="1500" dirty="0">
                          <a:solidFill>
                            <a:srgbClr val="B4531A"/>
                          </a:solidFill>
                          <a:latin typeface="Inter" pitchFamily="34" charset="0"/>
                          <a:ea typeface="Inter" pitchFamily="34" charset="-122"/>
                          <a:cs typeface="Inter" pitchFamily="34" charset="-120"/>
                        </a:rPr>
                        <a:t>Documents</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nter" pitchFamily="34" charset="0"/>
                          <a:ea typeface="Inter" pitchFamily="34" charset="-122"/>
                          <a:cs typeface="Inter" pitchFamily="34" charset="-120"/>
                        </a:rPr>
                        <a:t>Uploaded files for small, stable content</a:t>
                      </a:r>
                      <a:endParaRPr lang="en-US" sz="1500" dirty="0">
                        <a:latin typeface="Inter" charset="0"/>
                        <a:ea typeface="Inter" charset="0"/>
                        <a:cs typeface="Inter" charset="0"/>
                      </a:endParaRPr>
                    </a:p>
                  </a:txBody>
                  <a:tcPr marL="177800" marR="1778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1EDE4"/>
                </a:solidFill>
                <a:latin typeface="Inter" pitchFamily="34" charset="0"/>
                <a:ea typeface="Inter" pitchFamily="34" charset="-122"/>
                <a:cs typeface="Inter" pitchFamily="34" charset="-120"/>
              </a:rPr>
              <a:t>RAG concepts</a:t>
            </a:r>
            <a:endParaRPr lang="en-US" sz="3200" dirty="0"/>
          </a:p>
        </p:txBody>
      </p:sp>
      <p:sp>
        <p:nvSpPr>
          <p:cNvPr id="3" name="Shape 1"/>
          <p:cNvSpPr/>
          <p:nvPr/>
        </p:nvSpPr>
        <p:spPr>
          <a:xfrm>
            <a:off x="812800" y="1615430"/>
            <a:ext cx="2011660" cy="1460450"/>
          </a:xfrm>
          <a:prstGeom prst="roundRect">
            <a:avLst>
              <a:gd name="adj" fmla="val 6957"/>
            </a:avLst>
          </a:prstGeom>
          <a:solidFill>
            <a:srgbClr val="1D2C46"/>
          </a:solidFill>
          <a:ln/>
        </p:spPr>
        <p:txBody>
          <a:bodyPr/>
          <a:lstStyle/>
          <a:p>
            <a:endParaRPr lang="en-IN"/>
          </a:p>
        </p:txBody>
      </p:sp>
      <p:sp>
        <p:nvSpPr>
          <p:cNvPr id="4" name="Text 2"/>
          <p:cNvSpPr/>
          <p:nvPr/>
        </p:nvSpPr>
        <p:spPr>
          <a:xfrm>
            <a:off x="1016000" y="1818630"/>
            <a:ext cx="165606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2A36B"/>
                </a:solidFill>
                <a:latin typeface="Inter" pitchFamily="34" charset="0"/>
                <a:ea typeface="Inter" pitchFamily="34" charset="-122"/>
                <a:cs typeface="Inter" pitchFamily="34" charset="-120"/>
              </a:rPr>
              <a:t>Chunking</a:t>
            </a:r>
            <a:endParaRPr lang="en-US" sz="1700" dirty="0"/>
          </a:p>
        </p:txBody>
      </p:sp>
      <p:sp>
        <p:nvSpPr>
          <p:cNvPr id="5" name="Text 3"/>
          <p:cNvSpPr/>
          <p:nvPr/>
        </p:nvSpPr>
        <p:spPr>
          <a:xfrm>
            <a:off x="1016000" y="2179290"/>
            <a:ext cx="1656060"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1EDE4"/>
                </a:solidFill>
                <a:latin typeface="Inter" pitchFamily="34" charset="0"/>
                <a:ea typeface="Inter" pitchFamily="34" charset="-122"/>
                <a:cs typeface="Inter" pitchFamily="34" charset="-120"/>
              </a:rPr>
              <a:t>Split content into passages sized to one idea</a:t>
            </a:r>
            <a:endParaRPr lang="en-US" sz="1300" dirty="0"/>
          </a:p>
        </p:txBody>
      </p:sp>
      <p:sp>
        <p:nvSpPr>
          <p:cNvPr id="6" name="Shape 4"/>
          <p:cNvSpPr/>
          <p:nvPr/>
        </p:nvSpPr>
        <p:spPr>
          <a:xfrm>
            <a:off x="2951460" y="1615430"/>
            <a:ext cx="2011710" cy="1460450"/>
          </a:xfrm>
          <a:prstGeom prst="roundRect">
            <a:avLst>
              <a:gd name="adj" fmla="val 6957"/>
            </a:avLst>
          </a:prstGeom>
          <a:solidFill>
            <a:srgbClr val="1D2C46"/>
          </a:solidFill>
          <a:ln/>
        </p:spPr>
        <p:txBody>
          <a:bodyPr/>
          <a:lstStyle/>
          <a:p>
            <a:endParaRPr lang="en-IN"/>
          </a:p>
        </p:txBody>
      </p:sp>
      <p:sp>
        <p:nvSpPr>
          <p:cNvPr id="7" name="Text 5"/>
          <p:cNvSpPr/>
          <p:nvPr/>
        </p:nvSpPr>
        <p:spPr>
          <a:xfrm>
            <a:off x="3154660" y="1818630"/>
            <a:ext cx="165611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2A36B"/>
                </a:solidFill>
                <a:latin typeface="Inter" pitchFamily="34" charset="0"/>
                <a:ea typeface="Inter" pitchFamily="34" charset="-122"/>
                <a:cs typeface="Inter" pitchFamily="34" charset="-120"/>
              </a:rPr>
              <a:t>Indexing</a:t>
            </a:r>
            <a:endParaRPr lang="en-US" sz="1700" dirty="0"/>
          </a:p>
        </p:txBody>
      </p:sp>
      <p:sp>
        <p:nvSpPr>
          <p:cNvPr id="8" name="Text 6"/>
          <p:cNvSpPr/>
          <p:nvPr/>
        </p:nvSpPr>
        <p:spPr>
          <a:xfrm>
            <a:off x="3154660" y="2179290"/>
            <a:ext cx="1656110"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1EDE4"/>
                </a:solidFill>
                <a:latin typeface="Inter" pitchFamily="34" charset="0"/>
                <a:ea typeface="Inter" pitchFamily="34" charset="-122"/>
                <a:cs typeface="Inter" pitchFamily="34" charset="-120"/>
              </a:rPr>
              <a:t>Embed and store text plus metadata and permissions</a:t>
            </a:r>
            <a:endParaRPr lang="en-US" sz="1300" dirty="0"/>
          </a:p>
        </p:txBody>
      </p:sp>
      <p:sp>
        <p:nvSpPr>
          <p:cNvPr id="9" name="Shape 7"/>
          <p:cNvSpPr/>
          <p:nvPr/>
        </p:nvSpPr>
        <p:spPr>
          <a:xfrm>
            <a:off x="5090170" y="1615430"/>
            <a:ext cx="2011660" cy="1460450"/>
          </a:xfrm>
          <a:prstGeom prst="roundRect">
            <a:avLst>
              <a:gd name="adj" fmla="val 6957"/>
            </a:avLst>
          </a:prstGeom>
          <a:solidFill>
            <a:srgbClr val="1D2C46"/>
          </a:solidFill>
          <a:ln/>
        </p:spPr>
        <p:txBody>
          <a:bodyPr/>
          <a:lstStyle/>
          <a:p>
            <a:endParaRPr lang="en-IN"/>
          </a:p>
        </p:txBody>
      </p:sp>
      <p:sp>
        <p:nvSpPr>
          <p:cNvPr id="10" name="Text 8"/>
          <p:cNvSpPr/>
          <p:nvPr/>
        </p:nvSpPr>
        <p:spPr>
          <a:xfrm>
            <a:off x="5293370" y="1818630"/>
            <a:ext cx="165606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2A36B"/>
                </a:solidFill>
                <a:latin typeface="Inter" pitchFamily="34" charset="0"/>
                <a:ea typeface="Inter" pitchFamily="34" charset="-122"/>
                <a:cs typeface="Inter" pitchFamily="34" charset="-120"/>
              </a:rPr>
              <a:t>Retrieval</a:t>
            </a:r>
            <a:endParaRPr lang="en-US" sz="1700" dirty="0"/>
          </a:p>
        </p:txBody>
      </p:sp>
      <p:sp>
        <p:nvSpPr>
          <p:cNvPr id="11" name="Text 9"/>
          <p:cNvSpPr/>
          <p:nvPr/>
        </p:nvSpPr>
        <p:spPr>
          <a:xfrm>
            <a:off x="5293370" y="2179290"/>
            <a:ext cx="1656060"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1EDE4"/>
                </a:solidFill>
                <a:latin typeface="Inter" pitchFamily="34" charset="0"/>
                <a:ea typeface="Inter" pitchFamily="34" charset="-122"/>
                <a:cs typeface="Inter" pitchFamily="34" charset="-120"/>
              </a:rPr>
              <a:t>Find top passages by keyword, vector or hybrid</a:t>
            </a:r>
            <a:endParaRPr lang="en-US" sz="1300" dirty="0"/>
          </a:p>
        </p:txBody>
      </p:sp>
      <p:sp>
        <p:nvSpPr>
          <p:cNvPr id="12" name="Shape 10"/>
          <p:cNvSpPr/>
          <p:nvPr/>
        </p:nvSpPr>
        <p:spPr>
          <a:xfrm>
            <a:off x="7228830" y="1615430"/>
            <a:ext cx="2011710" cy="1460450"/>
          </a:xfrm>
          <a:prstGeom prst="roundRect">
            <a:avLst>
              <a:gd name="adj" fmla="val 6957"/>
            </a:avLst>
          </a:prstGeom>
          <a:solidFill>
            <a:srgbClr val="1D2C46"/>
          </a:solidFill>
          <a:ln/>
        </p:spPr>
        <p:txBody>
          <a:bodyPr/>
          <a:lstStyle/>
          <a:p>
            <a:endParaRPr lang="en-IN"/>
          </a:p>
        </p:txBody>
      </p:sp>
      <p:sp>
        <p:nvSpPr>
          <p:cNvPr id="13" name="Text 11"/>
          <p:cNvSpPr/>
          <p:nvPr/>
        </p:nvSpPr>
        <p:spPr>
          <a:xfrm>
            <a:off x="7432030" y="1818630"/>
            <a:ext cx="165611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2A36B"/>
                </a:solidFill>
                <a:latin typeface="Inter" pitchFamily="34" charset="0"/>
                <a:ea typeface="Inter" pitchFamily="34" charset="-122"/>
                <a:cs typeface="Inter" pitchFamily="34" charset="-120"/>
              </a:rPr>
              <a:t>Freshness</a:t>
            </a:r>
            <a:endParaRPr lang="en-US" sz="1700" dirty="0"/>
          </a:p>
        </p:txBody>
      </p:sp>
      <p:sp>
        <p:nvSpPr>
          <p:cNvPr id="14" name="Text 12"/>
          <p:cNvSpPr/>
          <p:nvPr/>
        </p:nvSpPr>
        <p:spPr>
          <a:xfrm>
            <a:off x="7432030" y="2179290"/>
            <a:ext cx="1656110"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1EDE4"/>
                </a:solidFill>
                <a:latin typeface="Inter" pitchFamily="34" charset="0"/>
                <a:ea typeface="Inter" pitchFamily="34" charset="-122"/>
                <a:cs typeface="Inter" pitchFamily="34" charset="-120"/>
              </a:rPr>
              <a:t>Re-index on change; remove stale sources</a:t>
            </a:r>
            <a:endParaRPr lang="en-US" sz="1300" dirty="0"/>
          </a:p>
        </p:txBody>
      </p:sp>
      <p:sp>
        <p:nvSpPr>
          <p:cNvPr id="15" name="Shape 13"/>
          <p:cNvSpPr/>
          <p:nvPr/>
        </p:nvSpPr>
        <p:spPr>
          <a:xfrm>
            <a:off x="9367540" y="1615430"/>
            <a:ext cx="2011660" cy="1460450"/>
          </a:xfrm>
          <a:prstGeom prst="roundRect">
            <a:avLst>
              <a:gd name="adj" fmla="val 6957"/>
            </a:avLst>
          </a:prstGeom>
          <a:solidFill>
            <a:srgbClr val="1D2C46"/>
          </a:solidFill>
          <a:ln/>
        </p:spPr>
        <p:txBody>
          <a:bodyPr/>
          <a:lstStyle/>
          <a:p>
            <a:endParaRPr lang="en-IN"/>
          </a:p>
        </p:txBody>
      </p:sp>
      <p:sp>
        <p:nvSpPr>
          <p:cNvPr id="16" name="Text 14"/>
          <p:cNvSpPr/>
          <p:nvPr/>
        </p:nvSpPr>
        <p:spPr>
          <a:xfrm>
            <a:off x="9570740" y="1818630"/>
            <a:ext cx="165606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2A36B"/>
                </a:solidFill>
                <a:latin typeface="Inter" pitchFamily="34" charset="0"/>
                <a:ea typeface="Inter" pitchFamily="34" charset="-122"/>
                <a:cs typeface="Inter" pitchFamily="34" charset="-120"/>
              </a:rPr>
              <a:t>Citations</a:t>
            </a:r>
            <a:endParaRPr lang="en-US" sz="1700" dirty="0"/>
          </a:p>
        </p:txBody>
      </p:sp>
      <p:sp>
        <p:nvSpPr>
          <p:cNvPr id="17" name="Text 15"/>
          <p:cNvSpPr/>
          <p:nvPr/>
        </p:nvSpPr>
        <p:spPr>
          <a:xfrm>
            <a:off x="9570740" y="2179290"/>
            <a:ext cx="165606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1EDE4"/>
                </a:solidFill>
                <a:latin typeface="Inter" pitchFamily="34" charset="0"/>
                <a:ea typeface="Inter" pitchFamily="34" charset="-122"/>
                <a:cs typeface="Inter" pitchFamily="34" charset="-120"/>
              </a:rPr>
              <a:t>Show source links so users can verify</a:t>
            </a:r>
            <a:endParaRPr lang="en-US" sz="1300" dirty="0"/>
          </a:p>
        </p:txBody>
      </p:sp>
      <p:sp>
        <p:nvSpPr>
          <p:cNvPr id="18" name="Text 16"/>
          <p:cNvSpPr/>
          <p:nvPr/>
        </p:nvSpPr>
        <p:spPr>
          <a:xfrm>
            <a:off x="812800" y="343148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C4B8"/>
                </a:solidFill>
                <a:latin typeface="Inter" pitchFamily="34" charset="0"/>
                <a:ea typeface="Inter" pitchFamily="34" charset="-122"/>
                <a:cs typeface="Inter" pitchFamily="34" charset="-120"/>
              </a:rPr>
              <a:t>Retrieve first, then generate: answer quality depends on retrieval quality.</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nter" pitchFamily="34" charset="0"/>
                <a:ea typeface="Inter" pitchFamily="34" charset="-122"/>
                <a:cs typeface="Inter" pitchFamily="34" charset="-120"/>
              </a:rPr>
              <a:t>Responsible AI and governance</a:t>
            </a:r>
            <a:endParaRPr lang="en-US" sz="3200" dirty="0"/>
          </a:p>
        </p:txBody>
      </p:sp>
      <p:sp>
        <p:nvSpPr>
          <p:cNvPr id="3" name="Shape 1"/>
          <p:cNvSpPr/>
          <p:nvPr/>
        </p:nvSpPr>
        <p:spPr>
          <a:xfrm>
            <a:off x="815975" y="1618605"/>
            <a:ext cx="3380284" cy="2160091"/>
          </a:xfrm>
          <a:prstGeom prst="roundRect">
            <a:avLst>
              <a:gd name="adj" fmla="val 4557"/>
            </a:avLst>
          </a:prstGeom>
          <a:solidFill>
            <a:srgbClr val="FFFFFF"/>
          </a:solidFill>
          <a:ln w="6350">
            <a:solidFill>
              <a:srgbClr val="DDD8CC"/>
            </a:solidFill>
            <a:prstDash val="solid"/>
          </a:ln>
        </p:spPr>
        <p:txBody>
          <a:bodyPr/>
          <a:lstStyle/>
          <a:p>
            <a:endParaRPr lang="en-IN"/>
          </a:p>
        </p:txBody>
      </p:sp>
      <p:sp>
        <p:nvSpPr>
          <p:cNvPr id="4" name="Text 2"/>
          <p:cNvSpPr/>
          <p:nvPr/>
        </p:nvSpPr>
        <p:spPr>
          <a:xfrm>
            <a:off x="1073150" y="1875780"/>
            <a:ext cx="295191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31A"/>
                </a:solidFill>
                <a:latin typeface="Inter" pitchFamily="34" charset="0"/>
                <a:ea typeface="Inter" pitchFamily="34" charset="-122"/>
                <a:cs typeface="Inter" pitchFamily="34" charset="-120"/>
              </a:rPr>
              <a:t>Moderation</a:t>
            </a:r>
            <a:endParaRPr lang="en-US" sz="1800" dirty="0"/>
          </a:p>
        </p:txBody>
      </p:sp>
      <p:sp>
        <p:nvSpPr>
          <p:cNvPr id="5" name="Text 3"/>
          <p:cNvSpPr/>
          <p:nvPr/>
        </p:nvSpPr>
        <p:spPr>
          <a:xfrm>
            <a:off x="1157732" y="2277070"/>
            <a:ext cx="2859710" cy="126985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Set content moderation level</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Block unsafe or off-topic requests</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Define fallback and refusal text</a:t>
            </a:r>
            <a:endParaRPr lang="en-US" sz="1400" dirty="0"/>
          </a:p>
        </p:txBody>
      </p:sp>
      <p:sp>
        <p:nvSpPr>
          <p:cNvPr id="6" name="Shape 4"/>
          <p:cNvSpPr/>
          <p:nvPr/>
        </p:nvSpPr>
        <p:spPr>
          <a:xfrm>
            <a:off x="4405809" y="1618605"/>
            <a:ext cx="3380333" cy="2160091"/>
          </a:xfrm>
          <a:prstGeom prst="roundRect">
            <a:avLst>
              <a:gd name="adj" fmla="val 4557"/>
            </a:avLst>
          </a:prstGeom>
          <a:solidFill>
            <a:srgbClr val="FFFFFF"/>
          </a:solidFill>
          <a:ln w="6350">
            <a:solidFill>
              <a:srgbClr val="DDD8CC"/>
            </a:solidFill>
            <a:prstDash val="solid"/>
          </a:ln>
        </p:spPr>
        <p:txBody>
          <a:bodyPr/>
          <a:lstStyle/>
          <a:p>
            <a:endParaRPr lang="en-IN"/>
          </a:p>
        </p:txBody>
      </p:sp>
      <p:sp>
        <p:nvSpPr>
          <p:cNvPr id="7" name="Text 5"/>
          <p:cNvSpPr/>
          <p:nvPr/>
        </p:nvSpPr>
        <p:spPr>
          <a:xfrm>
            <a:off x="4662984" y="187578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31A"/>
                </a:solidFill>
                <a:latin typeface="Inter" pitchFamily="34" charset="0"/>
                <a:ea typeface="Inter" pitchFamily="34" charset="-122"/>
                <a:cs typeface="Inter" pitchFamily="34" charset="-120"/>
              </a:rPr>
              <a:t>Permissions</a:t>
            </a:r>
            <a:endParaRPr lang="en-US" sz="1800" dirty="0"/>
          </a:p>
        </p:txBody>
      </p:sp>
      <p:sp>
        <p:nvSpPr>
          <p:cNvPr id="8" name="Text 6"/>
          <p:cNvSpPr/>
          <p:nvPr/>
        </p:nvSpPr>
        <p:spPr>
          <a:xfrm>
            <a:off x="4747566" y="2277070"/>
            <a:ext cx="2859761" cy="102096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Authenticate users</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Retrieve with the user identity</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Never expose content they cannot open</a:t>
            </a:r>
            <a:endParaRPr lang="en-US" sz="1400" dirty="0"/>
          </a:p>
        </p:txBody>
      </p:sp>
      <p:sp>
        <p:nvSpPr>
          <p:cNvPr id="9" name="Shape 7"/>
          <p:cNvSpPr/>
          <p:nvPr/>
        </p:nvSpPr>
        <p:spPr>
          <a:xfrm>
            <a:off x="7995692" y="1618605"/>
            <a:ext cx="3380333" cy="2160091"/>
          </a:xfrm>
          <a:prstGeom prst="roundRect">
            <a:avLst>
              <a:gd name="adj" fmla="val 4557"/>
            </a:avLst>
          </a:prstGeom>
          <a:solidFill>
            <a:srgbClr val="FFFFFF"/>
          </a:solidFill>
          <a:ln w="6350">
            <a:solidFill>
              <a:srgbClr val="DDD8CC"/>
            </a:solidFill>
            <a:prstDash val="solid"/>
          </a:ln>
        </p:spPr>
        <p:txBody>
          <a:bodyPr/>
          <a:lstStyle/>
          <a:p>
            <a:endParaRPr lang="en-IN"/>
          </a:p>
        </p:txBody>
      </p:sp>
      <p:sp>
        <p:nvSpPr>
          <p:cNvPr id="10" name="Text 8"/>
          <p:cNvSpPr/>
          <p:nvPr/>
        </p:nvSpPr>
        <p:spPr>
          <a:xfrm>
            <a:off x="8252867" y="187578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31A"/>
                </a:solidFill>
                <a:latin typeface="Inter" pitchFamily="34" charset="0"/>
                <a:ea typeface="Inter" pitchFamily="34" charset="-122"/>
                <a:cs typeface="Inter" pitchFamily="34" charset="-120"/>
              </a:rPr>
              <a:t>Audit</a:t>
            </a:r>
            <a:endParaRPr lang="en-US" sz="1800" dirty="0"/>
          </a:p>
        </p:txBody>
      </p:sp>
      <p:sp>
        <p:nvSpPr>
          <p:cNvPr id="11" name="Text 9"/>
          <p:cNvSpPr/>
          <p:nvPr/>
        </p:nvSpPr>
        <p:spPr>
          <a:xfrm>
            <a:off x="8337449" y="2277070"/>
            <a:ext cx="2859761" cy="102096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Keep conversation transcripts</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Use Purview and admin logs</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Review feedback and escalations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nter" pitchFamily="34" charset="0"/>
                <a:ea typeface="Inter" pitchFamily="34" charset="-122"/>
                <a:cs typeface="Inter" pitchFamily="34" charset="-120"/>
              </a:rPr>
              <a:t>Testing and measures</a:t>
            </a:r>
            <a:endParaRPr lang="en-US" sz="3200" dirty="0"/>
          </a:p>
        </p:txBody>
      </p:sp>
      <p:sp>
        <p:nvSpPr>
          <p:cNvPr id="3" name="Shape 1"/>
          <p:cNvSpPr/>
          <p:nvPr/>
        </p:nvSpPr>
        <p:spPr>
          <a:xfrm>
            <a:off x="815975" y="1618605"/>
            <a:ext cx="3380284" cy="1662311"/>
          </a:xfrm>
          <a:prstGeom prst="roundRect">
            <a:avLst>
              <a:gd name="adj" fmla="val 5921"/>
            </a:avLst>
          </a:prstGeom>
          <a:solidFill>
            <a:srgbClr val="F6F4EF"/>
          </a:solidFill>
          <a:ln w="6350">
            <a:solidFill>
              <a:srgbClr val="F6F4EF"/>
            </a:solidFill>
            <a:prstDash val="solid"/>
          </a:ln>
        </p:spPr>
        <p:txBody>
          <a:bodyPr/>
          <a:lstStyle/>
          <a:p>
            <a:endParaRPr lang="en-IN"/>
          </a:p>
        </p:txBody>
      </p:sp>
      <p:sp>
        <p:nvSpPr>
          <p:cNvPr id="4" name="Text 2"/>
          <p:cNvSpPr/>
          <p:nvPr/>
        </p:nvSpPr>
        <p:spPr>
          <a:xfrm>
            <a:off x="1073150" y="1875780"/>
            <a:ext cx="295191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Outcomes</a:t>
            </a:r>
            <a:endParaRPr lang="en-US" sz="1800" dirty="0"/>
          </a:p>
        </p:txBody>
      </p:sp>
      <p:sp>
        <p:nvSpPr>
          <p:cNvPr id="5" name="Text 3"/>
          <p:cNvSpPr/>
          <p:nvPr/>
        </p:nvSpPr>
        <p:spPr>
          <a:xfrm>
            <a:off x="1157732" y="2277070"/>
            <a:ext cx="2859710" cy="77207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Sessions and engagement</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Resolution rate</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Escalation and abandonment</a:t>
            </a:r>
            <a:endParaRPr lang="en-US" sz="1400" dirty="0"/>
          </a:p>
        </p:txBody>
      </p:sp>
      <p:sp>
        <p:nvSpPr>
          <p:cNvPr id="6" name="Shape 4"/>
          <p:cNvSpPr/>
          <p:nvPr/>
        </p:nvSpPr>
        <p:spPr>
          <a:xfrm>
            <a:off x="4405809" y="1618605"/>
            <a:ext cx="3380333" cy="1662311"/>
          </a:xfrm>
          <a:prstGeom prst="roundRect">
            <a:avLst>
              <a:gd name="adj" fmla="val 5921"/>
            </a:avLst>
          </a:prstGeom>
          <a:solidFill>
            <a:srgbClr val="F6F4EF"/>
          </a:solidFill>
          <a:ln w="6350">
            <a:solidFill>
              <a:srgbClr val="F6F4EF"/>
            </a:solidFill>
            <a:prstDash val="solid"/>
          </a:ln>
        </p:spPr>
        <p:txBody>
          <a:bodyPr/>
          <a:lstStyle/>
          <a:p>
            <a:endParaRPr lang="en-IN"/>
          </a:p>
        </p:txBody>
      </p:sp>
      <p:sp>
        <p:nvSpPr>
          <p:cNvPr id="7" name="Text 5"/>
          <p:cNvSpPr/>
          <p:nvPr/>
        </p:nvSpPr>
        <p:spPr>
          <a:xfrm>
            <a:off x="4662984" y="187578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Quality</a:t>
            </a:r>
            <a:endParaRPr lang="en-US" sz="1800" dirty="0"/>
          </a:p>
        </p:txBody>
      </p:sp>
      <p:sp>
        <p:nvSpPr>
          <p:cNvPr id="8" name="Text 6"/>
          <p:cNvSpPr/>
          <p:nvPr/>
        </p:nvSpPr>
        <p:spPr>
          <a:xfrm>
            <a:off x="4747566" y="2277070"/>
            <a:ext cx="2859761" cy="77207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Faithfulness to sources</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Relevance and completeness</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Citation accuracy</a:t>
            </a:r>
            <a:endParaRPr lang="en-US" sz="1400" dirty="0"/>
          </a:p>
        </p:txBody>
      </p:sp>
      <p:sp>
        <p:nvSpPr>
          <p:cNvPr id="9" name="Shape 7"/>
          <p:cNvSpPr/>
          <p:nvPr/>
        </p:nvSpPr>
        <p:spPr>
          <a:xfrm>
            <a:off x="7995692" y="1618605"/>
            <a:ext cx="3380333" cy="1662311"/>
          </a:xfrm>
          <a:prstGeom prst="roundRect">
            <a:avLst>
              <a:gd name="adj" fmla="val 5921"/>
            </a:avLst>
          </a:prstGeom>
          <a:solidFill>
            <a:srgbClr val="F6F4EF"/>
          </a:solidFill>
          <a:ln w="6350">
            <a:solidFill>
              <a:srgbClr val="F6F4EF"/>
            </a:solidFill>
            <a:prstDash val="solid"/>
          </a:ln>
        </p:spPr>
        <p:txBody>
          <a:bodyPr/>
          <a:lstStyle/>
          <a:p>
            <a:endParaRPr lang="en-IN"/>
          </a:p>
        </p:txBody>
      </p:sp>
      <p:sp>
        <p:nvSpPr>
          <p:cNvPr id="10" name="Text 8"/>
          <p:cNvSpPr/>
          <p:nvPr/>
        </p:nvSpPr>
        <p:spPr>
          <a:xfrm>
            <a:off x="8252867" y="187578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Safety</a:t>
            </a:r>
            <a:endParaRPr lang="en-US" sz="1800" dirty="0"/>
          </a:p>
        </p:txBody>
      </p:sp>
      <p:sp>
        <p:nvSpPr>
          <p:cNvPr id="11" name="Text 9"/>
          <p:cNvSpPr/>
          <p:nvPr/>
        </p:nvSpPr>
        <p:spPr>
          <a:xfrm>
            <a:off x="8337449" y="2277070"/>
            <a:ext cx="2859761" cy="77207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Prompt injection tests</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Out-of-scope refusal</a:t>
            </a:r>
            <a:endParaRPr lang="en-US" sz="1400" dirty="0"/>
          </a:p>
          <a:p>
            <a:pPr marL="169418" indent="-169418" algn="l">
              <a:lnSpc>
                <a:spcPts val="1960"/>
              </a:lnSpc>
              <a:buSzPct val="100000"/>
              <a:buChar char="•"/>
            </a:pPr>
            <a:r>
              <a:rPr lang="en-US" sz="1400" dirty="0">
                <a:solidFill>
                  <a:srgbClr val="14213D"/>
                </a:solidFill>
                <a:latin typeface="Inter" pitchFamily="34" charset="0"/>
                <a:ea typeface="Inter" pitchFamily="34" charset="-122"/>
                <a:cs typeface="Inter" pitchFamily="34" charset="-120"/>
              </a:rPr>
              <a:t>Permission leakage checks</a:t>
            </a:r>
            <a:endParaRPr lang="en-US" sz="1400" dirty="0"/>
          </a:p>
        </p:txBody>
      </p:sp>
      <p:sp>
        <p:nvSpPr>
          <p:cNvPr id="12" name="Text 10"/>
          <p:cNvSpPr/>
          <p:nvPr/>
        </p:nvSpPr>
        <p:spPr>
          <a:xfrm>
            <a:off x="812800" y="363969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nter" pitchFamily="34" charset="0"/>
                <a:ea typeface="Inter" pitchFamily="34" charset="-122"/>
                <a:cs typeface="Inter" pitchFamily="34" charset="-120"/>
              </a:rPr>
              <a:t>Build a test set of real questions, run it on every change, and compare before release.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132B"/>
        </a:solidFill>
        <a:effectLst/>
      </p:bgPr>
    </p:bg>
    <p:spTree>
      <p:nvGrpSpPr>
        <p:cNvPr id="1" name="">
          <a:extLst>
            <a:ext uri="{FF2B5EF4-FFF2-40B4-BE49-F238E27FC236}">
              <a16:creationId xmlns:a16="http://schemas.microsoft.com/office/drawing/2014/main" id="{DD7022B3-D6F3-2F4E-F404-2D2811BFAA5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581DAF6-784D-0DBB-4727-4DB8ED537921}"/>
              </a:ext>
            </a:extLst>
          </p:cNvPr>
          <p:cNvSpPr/>
          <p:nvPr/>
        </p:nvSpPr>
        <p:spPr>
          <a:xfrm>
            <a:off x="812800" y="165487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4B942"/>
                </a:solidFill>
                <a:effectLst/>
                <a:uLnTx/>
                <a:uFillTx/>
                <a:latin typeface="DM Sans" pitchFamily="34" charset="0"/>
                <a:ea typeface="DM Sans" pitchFamily="34" charset="-122"/>
                <a:cs typeface="DM Sans" pitchFamily="34" charset="-120"/>
              </a:rPr>
              <a:t>POWER PLATFORM</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a:extLst>
              <a:ext uri="{FF2B5EF4-FFF2-40B4-BE49-F238E27FC236}">
                <a16:creationId xmlns:a16="http://schemas.microsoft.com/office/drawing/2014/main" id="{2E0CD648-DB3B-5098-B492-2E096A396590}"/>
              </a:ext>
            </a:extLst>
          </p:cNvPr>
          <p:cNvSpPr>
            <a:spLocks noGrp="1"/>
          </p:cNvSpPr>
          <p:nvPr>
            <p:ph type="title"/>
          </p:nvPr>
        </p:nvSpPr>
        <p:spPr>
          <a:xfrm>
            <a:off x="812800" y="2157760"/>
            <a:ext cx="10883392" cy="1785541"/>
          </a:xfrm>
          <a:prstGeom prst="rect">
            <a:avLst/>
          </a:prstGeom>
          <a:noFill/>
          <a:ln/>
        </p:spPr>
        <p:txBody>
          <a:bodyPr wrap="square" lIns="0" tIns="0" rIns="0" bIns="0" rtlCol="0" anchor="t">
            <a:normAutofit/>
          </a:bodyPr>
          <a:lstStyle/>
          <a:p>
            <a:pPr>
              <a:lnSpc>
                <a:spcPts val="6930"/>
              </a:lnSpc>
            </a:pPr>
            <a:r>
              <a:rPr lang="en-US" sz="6600" b="1" i="0" dirty="0">
                <a:solidFill>
                  <a:srgbClr val="F4F1FA"/>
                </a:solidFill>
                <a:latin typeface="DM Sans" pitchFamily="34" charset="0"/>
                <a:ea typeface="DM Sans" pitchFamily="34" charset="-122"/>
                <a:cs typeface="DM Sans" pitchFamily="34" charset="-120"/>
              </a:rPr>
              <a:t>Demo</a:t>
            </a:r>
            <a:endParaRPr lang="en-US" sz="6600" b="1" dirty="0">
              <a:solidFill>
                <a:srgbClr val="F4F1FA"/>
              </a:solidFill>
            </a:endParaRPr>
          </a:p>
        </p:txBody>
      </p:sp>
      <p:sp>
        <p:nvSpPr>
          <p:cNvPr id="4" name="Shape 2">
            <a:extLst>
              <a:ext uri="{FF2B5EF4-FFF2-40B4-BE49-F238E27FC236}">
                <a16:creationId xmlns:a16="http://schemas.microsoft.com/office/drawing/2014/main" id="{103858D5-A6C4-F806-CE48-5B6FF34F92EB}"/>
              </a:ext>
            </a:extLst>
          </p:cNvPr>
          <p:cNvSpPr/>
          <p:nvPr/>
        </p:nvSpPr>
        <p:spPr>
          <a:xfrm>
            <a:off x="812800" y="3156601"/>
            <a:ext cx="889000" cy="50800"/>
          </a:xfrm>
          <a:prstGeom prst="roundRect">
            <a:avLst>
              <a:gd name="adj" fmla="val 50000"/>
            </a:avLst>
          </a:prstGeom>
          <a:solidFill>
            <a:srgbClr val="B794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sp>
        <p:nvSpPr>
          <p:cNvPr id="5" name="Text 3">
            <a:extLst>
              <a:ext uri="{FF2B5EF4-FFF2-40B4-BE49-F238E27FC236}">
                <a16:creationId xmlns:a16="http://schemas.microsoft.com/office/drawing/2014/main" id="{C5C36B88-BDFD-29D8-DA60-E1A871D76BCB}"/>
              </a:ext>
            </a:extLst>
          </p:cNvPr>
          <p:cNvSpPr/>
          <p:nvPr/>
        </p:nvSpPr>
        <p:spPr>
          <a:xfrm>
            <a:off x="812799" y="3442939"/>
            <a:ext cx="10626659" cy="1785541"/>
          </a:xfrm>
          <a:prstGeom prst="rect">
            <a:avLst/>
          </a:prstGeom>
          <a:noFill/>
          <a:ln/>
        </p:spPr>
        <p:txBody>
          <a:bodyPr wrap="square" lIns="0" tIns="0" rIns="0" bIns="0" rtlCol="0" anchor="t">
            <a:normAutofit/>
          </a:bodyPr>
          <a:lstStyle/>
          <a:p>
            <a:pPr lvl="0">
              <a:lnSpc>
                <a:spcPts val="2860"/>
              </a:lnSpc>
              <a:defRPr/>
            </a:pPr>
            <a:r>
              <a:rPr lang="en-US" sz="2200" dirty="0">
                <a:solidFill>
                  <a:srgbClr val="B9B2D3"/>
                </a:solidFill>
                <a:latin typeface="DM Sans" pitchFamily="34" charset="0"/>
                <a:ea typeface="DM Sans" pitchFamily="34" charset="-122"/>
                <a:cs typeface="DM Sans" pitchFamily="34" charset="-120"/>
              </a:rPr>
              <a:t>H1. Banking: configure generative answers for policy FAQs</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H2. Finance: ground an expense agent on policy documents</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H3. Supply Chain: configure RAG over SharePoint logistics SOPs</a:t>
            </a:r>
          </a:p>
          <a:p>
            <a:pPr lvl="0">
              <a:lnSpc>
                <a:spcPts val="2860"/>
              </a:lnSpc>
              <a:defRPr/>
            </a:pPr>
            <a:endParaRPr kumimoji="0" lang="en-US" sz="2200" b="0" i="0" u="none" strike="noStrike" kern="1200" cap="none" spc="0" normalizeH="0" baseline="0" noProof="0" dirty="0">
              <a:ln>
                <a:noFill/>
              </a:ln>
              <a:solidFill>
                <a:srgbClr val="1E1736"/>
              </a:solidFill>
              <a:effectLst/>
              <a:uLnTx/>
              <a:uFillTx/>
              <a:latin typeface="DM Sans"/>
              <a:ea typeface="+mn-ea"/>
              <a:cs typeface="+mn-cs"/>
            </a:endParaRPr>
          </a:p>
        </p:txBody>
      </p:sp>
      <p:pic>
        <p:nvPicPr>
          <p:cNvPr id="6" name="Image 0" descr="Code">
            <a:extLst>
              <a:ext uri="{FF2B5EF4-FFF2-40B4-BE49-F238E27FC236}">
                <a16:creationId xmlns:a16="http://schemas.microsoft.com/office/drawing/2014/main" id="{13109805-ABAF-520B-5A05-B22DFE06A510}"/>
              </a:ext>
            </a:extLst>
          </p:cNvPr>
          <p:cNvPicPr>
            <a:picLocks noChangeAspect="1"/>
          </p:cNvPicPr>
          <p:nvPr/>
        </p:nvPicPr>
        <p:blipFill>
          <a:blip r:embed="rId3"/>
          <a:srcRect/>
          <a:stretch/>
        </p:blipFill>
        <p:spPr>
          <a:xfrm>
            <a:off x="10363200" y="812800"/>
            <a:ext cx="1016000" cy="1016000"/>
          </a:xfrm>
          <a:prstGeom prst="rect">
            <a:avLst/>
          </a:prstGeom>
        </p:spPr>
      </p:pic>
    </p:spTree>
    <p:extLst>
      <p:ext uri="{BB962C8B-B14F-4D97-AF65-F5344CB8AC3E}">
        <p14:creationId xmlns:p14="http://schemas.microsoft.com/office/powerpoint/2010/main" val="3585144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AC67-E814-EAAD-C01A-41CE5EB34C8C}"/>
              </a:ext>
            </a:extLst>
          </p:cNvPr>
          <p:cNvSpPr>
            <a:spLocks noGrp="1"/>
          </p:cNvSpPr>
          <p:nvPr>
            <p:ph type="title"/>
          </p:nvPr>
        </p:nvSpPr>
        <p:spPr/>
        <p:txBody>
          <a:bodyPr>
            <a:normAutofit fontScale="90000"/>
          </a:bodyPr>
          <a:lstStyle/>
          <a:p>
            <a:r>
              <a:rPr lang="en-US"/>
              <a:t>Closing slide</a:t>
            </a:r>
          </a:p>
        </p:txBody>
      </p:sp>
      <p:sp>
        <p:nvSpPr>
          <p:cNvPr id="3" name="Title 1">
            <a:extLst>
              <a:ext uri="{FF2B5EF4-FFF2-40B4-BE49-F238E27FC236}">
                <a16:creationId xmlns:a16="http://schemas.microsoft.com/office/drawing/2014/main" id="{E24F4DE7-C129-72C8-6B68-3FB890D46E64}"/>
              </a:ext>
            </a:extLst>
          </p:cNvPr>
          <p:cNvSpPr txBox="1">
            <a:spLocks/>
          </p:cNvSpPr>
          <p:nvPr/>
        </p:nvSpPr>
        <p:spPr>
          <a:xfrm>
            <a:off x="584200" y="2976187"/>
            <a:ext cx="5325533" cy="557589"/>
          </a:xfrm>
          <a:prstGeom prst="rect">
            <a:avLst/>
          </a:prstGeom>
          <a:noFill/>
        </p:spPr>
        <p:txBody>
          <a:bodyPr vert="horz" wrap="square" lIns="0" tIns="0" rIns="0" bIns="0" rtlCol="0" anchor="b" anchorCtr="0">
            <a:spAutoFit/>
          </a:bodyPr>
          <a:lstStyle>
            <a:lvl1pPr algn="l" defTabSz="914400" rtl="0" eaLnBrk="1" latinLnBrk="0" hangingPunct="1">
              <a:lnSpc>
                <a:spcPct val="90000"/>
              </a:lnSpc>
              <a:spcBef>
                <a:spcPct val="0"/>
              </a:spcBef>
              <a:buNone/>
              <a:defRPr sz="4000" kern="1200" spc="-50" baseline="0">
                <a:solidFill>
                  <a:schemeClr val="tx1"/>
                </a:solidFill>
                <a:latin typeface="+mj-lt"/>
                <a:ea typeface="+mj-ea"/>
                <a:cs typeface="Segoe UI" panose="020B0502040204020203" pitchFamily="34" charset="0"/>
              </a:defRPr>
            </a:lvl1pPr>
          </a:lstStyle>
          <a:p>
            <a:r>
              <a:rPr lang="en-US" dirty="0"/>
              <a:t>Thank you</a:t>
            </a:r>
          </a:p>
        </p:txBody>
      </p:sp>
    </p:spTree>
    <p:extLst>
      <p:ext uri="{BB962C8B-B14F-4D97-AF65-F5344CB8AC3E}">
        <p14:creationId xmlns:p14="http://schemas.microsoft.com/office/powerpoint/2010/main" val="265558606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ower Apps Code Apps Quickstart">
  <a:themeElements>
    <a:clrScheme name="Power Apps Code Apps Quickstart">
      <a:dk1>
        <a:srgbClr val="1E1736"/>
      </a:dk1>
      <a:lt1>
        <a:srgbClr val="F6F4FA"/>
      </a:lt1>
      <a:dk2>
        <a:srgbClr val="544E67"/>
      </a:dk2>
      <a:lt2>
        <a:srgbClr val="E0DEE6"/>
      </a:lt2>
      <a:accent1>
        <a:srgbClr val="6B2FD6"/>
      </a:accent1>
      <a:accent2>
        <a:srgbClr val="F4B942"/>
      </a:accent2>
      <a:accent3>
        <a:srgbClr val="2A2250"/>
      </a:accent3>
      <a:accent4>
        <a:srgbClr val="5A2FAE"/>
      </a:accent4>
      <a:accent5>
        <a:srgbClr val="D9CCF5"/>
      </a:accent5>
      <a:accent6>
        <a:srgbClr val="B794F6"/>
      </a:accent6>
      <a:hlink>
        <a:srgbClr val="0563C1"/>
      </a:hlink>
      <a:folHlink>
        <a:srgbClr val="954F72"/>
      </a:folHlink>
    </a:clrScheme>
    <a:fontScheme name="Power Apps Code Apps Quickstar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1097</TotalTime>
  <Words>1133</Words>
  <Application>Microsoft Office PowerPoint</Application>
  <PresentationFormat>Widescreen</PresentationFormat>
  <Paragraphs>169</Paragraphs>
  <Slides>15</Slides>
  <Notes>12</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15</vt:i4>
      </vt:variant>
    </vt:vector>
  </HeadingPairs>
  <TitlesOfParts>
    <vt:vector size="31" baseType="lpstr">
      <vt:lpstr>Aptos</vt:lpstr>
      <vt:lpstr>Aptos Display</vt:lpstr>
      <vt:lpstr>Arial</vt:lpstr>
      <vt:lpstr>Calibri</vt:lpstr>
      <vt:lpstr>Consolas</vt:lpstr>
      <vt:lpstr>DM Sans</vt:lpstr>
      <vt:lpstr>Inter</vt:lpstr>
      <vt:lpstr>Segoe UI</vt:lpstr>
      <vt:lpstr>Segoe UI (Body)</vt:lpstr>
      <vt:lpstr>Segoe UI Black</vt:lpstr>
      <vt:lpstr>Segoe UI Semibold</vt:lpstr>
      <vt:lpstr>Wingdings</vt:lpstr>
      <vt:lpstr>Office Theme</vt:lpstr>
      <vt:lpstr>Power Apps Code Apps Quickstart</vt:lpstr>
      <vt:lpstr>1_LIGHT MODE</vt:lpstr>
      <vt:lpstr>1_Office Theme</vt:lpstr>
      <vt:lpstr>Enterprise Apps &amp; Agents </vt:lpstr>
      <vt:lpstr>It’s easy to know where a conversation begins and ends…</vt:lpstr>
      <vt:lpstr>PowerPoint Presentation</vt:lpstr>
      <vt:lpstr>Adding Generative AI</vt:lpstr>
      <vt:lpstr>Generative AI is changing building</vt:lpstr>
      <vt:lpstr>Generative AI is changing building</vt:lpstr>
      <vt:lpstr>Considerations &amp; Discovery with Generative AI</vt:lpstr>
      <vt:lpstr>Generative answers vs authored topics</vt:lpstr>
      <vt:lpstr>Grounding, source boosting and filtering</vt:lpstr>
      <vt:lpstr>Knowledge sources</vt:lpstr>
      <vt:lpstr>RAG concepts</vt:lpstr>
      <vt:lpstr>Responsible AI and governance</vt:lpstr>
      <vt:lpstr>Testing and measures</vt:lpstr>
      <vt:lpstr>Demo</vt:lpstr>
      <vt:lpstr>Closing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Jenkins NS</dc:creator>
  <cp:lastModifiedBy>Jenkins NS</cp:lastModifiedBy>
  <cp:revision>1</cp:revision>
  <dcterms:created xsi:type="dcterms:W3CDTF">2026-05-23T19:27:32Z</dcterms:created>
  <dcterms:modified xsi:type="dcterms:W3CDTF">2026-10-23T06:05:36Z</dcterms:modified>
</cp:coreProperties>
</file>