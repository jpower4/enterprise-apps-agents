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3.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0" r:id="rId2"/>
    <p:sldMasterId id="2147483688" r:id="rId3"/>
    <p:sldMasterId id="2147483740" r:id="rId4"/>
  </p:sldMasterIdLst>
  <p:notesMasterIdLst>
    <p:notesMasterId r:id="rId20"/>
  </p:notesMasterIdLst>
  <p:sldIdLst>
    <p:sldId id="2147479557" r:id="rId5"/>
    <p:sldId id="257" r:id="rId6"/>
    <p:sldId id="258" r:id="rId7"/>
    <p:sldId id="259" r:id="rId8"/>
    <p:sldId id="260" r:id="rId9"/>
    <p:sldId id="261" r:id="rId10"/>
    <p:sldId id="262" r:id="rId11"/>
    <p:sldId id="2142533486" r:id="rId12"/>
    <p:sldId id="2142533488" r:id="rId13"/>
    <p:sldId id="2142533487" r:id="rId14"/>
    <p:sldId id="2142533489" r:id="rId15"/>
    <p:sldId id="2142533490" r:id="rId16"/>
    <p:sldId id="2142533492" r:id="rId17"/>
    <p:sldId id="2147479602" r:id="rId18"/>
    <p:sldId id="214253348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3FD9"/>
    <a:srgbClr val="17132B"/>
    <a:srgbClr val="1B13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F20EB0-5DD8-4CDF-B363-212A902E7FF8}" v="5" dt="2026-10-22T21:09:20.600"/>
    <p1510:client id="{86BB08CA-B7A6-4B56-B251-75270BF6414D}" v="4" dt="2026-10-23T05:47:58.713"/>
    <p1510:client id="{9CA5B4A4-5CBA-44FB-892E-4FF6AFE4FD03}" v="3" dt="2026-10-23T06:11:10.531"/>
    <p1510:client id="{9DF06EC0-6773-4754-B5CF-3A86373E55DF}" v="92" dt="2026-10-22T17:12:19.706"/>
  </p1510:revLst>
</p1510:revInfo>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79126" autoAdjust="0"/>
  </p:normalViewPr>
  <p:slideViewPr>
    <p:cSldViewPr snapToGrid="0">
      <p:cViewPr varScale="1">
        <p:scale>
          <a:sx n="76" d="100"/>
          <a:sy n="76" d="100"/>
        </p:scale>
        <p:origin x="627"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kins NS" userId="8bdba4d2-1367-40cf-ad35-f59b31261896" providerId="ADAL" clId="{589DD08C-61DE-4FF6-B5A3-AEEE15003728}"/>
    <pc:docChg chg="delSld modSld sldOrd">
      <pc:chgData name="Jenkins NS" userId="8bdba4d2-1367-40cf-ad35-f59b31261896" providerId="ADAL" clId="{589DD08C-61DE-4FF6-B5A3-AEEE15003728}" dt="2026-10-22T20:53:47.113" v="2"/>
      <pc:docMkLst>
        <pc:docMk/>
      </pc:docMkLst>
      <pc:sldChg chg="del">
        <pc:chgData name="Jenkins NS" userId="8bdba4d2-1367-40cf-ad35-f59b31261896" providerId="ADAL" clId="{589DD08C-61DE-4FF6-B5A3-AEEE15003728}" dt="2026-10-22T20:53:43.579" v="0" actId="47"/>
        <pc:sldMkLst>
          <pc:docMk/>
          <pc:sldMk cId="0" sldId="263"/>
        </pc:sldMkLst>
      </pc:sldChg>
      <pc:sldChg chg="del">
        <pc:chgData name="Jenkins NS" userId="8bdba4d2-1367-40cf-ad35-f59b31261896" providerId="ADAL" clId="{589DD08C-61DE-4FF6-B5A3-AEEE15003728}" dt="2026-10-22T20:53:43.579" v="0" actId="47"/>
        <pc:sldMkLst>
          <pc:docMk/>
          <pc:sldMk cId="0" sldId="264"/>
        </pc:sldMkLst>
      </pc:sldChg>
      <pc:sldChg chg="del">
        <pc:chgData name="Jenkins NS" userId="8bdba4d2-1367-40cf-ad35-f59b31261896" providerId="ADAL" clId="{589DD08C-61DE-4FF6-B5A3-AEEE15003728}" dt="2026-10-22T20:53:43.579" v="0" actId="47"/>
        <pc:sldMkLst>
          <pc:docMk/>
          <pc:sldMk cId="0" sldId="2147479588"/>
        </pc:sldMkLst>
      </pc:sldChg>
      <pc:sldChg chg="del">
        <pc:chgData name="Jenkins NS" userId="8bdba4d2-1367-40cf-ad35-f59b31261896" providerId="ADAL" clId="{589DD08C-61DE-4FF6-B5A3-AEEE15003728}" dt="2026-10-22T20:53:43.579" v="0" actId="47"/>
        <pc:sldMkLst>
          <pc:docMk/>
          <pc:sldMk cId="0" sldId="2147479589"/>
        </pc:sldMkLst>
      </pc:sldChg>
      <pc:sldChg chg="del">
        <pc:chgData name="Jenkins NS" userId="8bdba4d2-1367-40cf-ad35-f59b31261896" providerId="ADAL" clId="{589DD08C-61DE-4FF6-B5A3-AEEE15003728}" dt="2026-10-22T20:53:43.579" v="0" actId="47"/>
        <pc:sldMkLst>
          <pc:docMk/>
          <pc:sldMk cId="0" sldId="2147479590"/>
        </pc:sldMkLst>
      </pc:sldChg>
      <pc:sldChg chg="del">
        <pc:chgData name="Jenkins NS" userId="8bdba4d2-1367-40cf-ad35-f59b31261896" providerId="ADAL" clId="{589DD08C-61DE-4FF6-B5A3-AEEE15003728}" dt="2026-10-22T20:53:43.579" v="0" actId="47"/>
        <pc:sldMkLst>
          <pc:docMk/>
          <pc:sldMk cId="0" sldId="2147479591"/>
        </pc:sldMkLst>
      </pc:sldChg>
      <pc:sldChg chg="del">
        <pc:chgData name="Jenkins NS" userId="8bdba4d2-1367-40cf-ad35-f59b31261896" providerId="ADAL" clId="{589DD08C-61DE-4FF6-B5A3-AEEE15003728}" dt="2026-10-22T20:53:43.579" v="0" actId="47"/>
        <pc:sldMkLst>
          <pc:docMk/>
          <pc:sldMk cId="172466689" sldId="2147479598"/>
        </pc:sldMkLst>
      </pc:sldChg>
      <pc:sldChg chg="ord">
        <pc:chgData name="Jenkins NS" userId="8bdba4d2-1367-40cf-ad35-f59b31261896" providerId="ADAL" clId="{589DD08C-61DE-4FF6-B5A3-AEEE15003728}" dt="2026-10-22T20:53:47.113" v="2"/>
        <pc:sldMkLst>
          <pc:docMk/>
          <pc:sldMk cId="1525641040" sldId="2147479603"/>
        </pc:sldMkLst>
      </pc:sldChg>
    </pc:docChg>
  </pc:docChgLst>
  <pc:docChgLst>
    <pc:chgData name="Jenkins NS" userId="8bdba4d2-1367-40cf-ad35-f59b31261896" providerId="ADAL" clId="{E70A55F8-7D50-41B4-9023-6706A90C6A87}"/>
    <pc:docChg chg="delSld">
      <pc:chgData name="Jenkins NS" userId="8bdba4d2-1367-40cf-ad35-f59b31261896" providerId="ADAL" clId="{E70A55F8-7D50-41B4-9023-6706A90C6A87}" dt="2026-10-23T05:55:04.943" v="0" actId="47"/>
      <pc:docMkLst>
        <pc:docMk/>
      </pc:docMkLst>
      <pc:sldChg chg="del">
        <pc:chgData name="Jenkins NS" userId="8bdba4d2-1367-40cf-ad35-f59b31261896" providerId="ADAL" clId="{E70A55F8-7D50-41B4-9023-6706A90C6A87}" dt="2026-10-23T05:55:04.943" v="0" actId="47"/>
        <pc:sldMkLst>
          <pc:docMk/>
          <pc:sldMk cId="0" sldId="258"/>
        </pc:sldMkLst>
      </pc:sldChg>
      <pc:sldChg chg="del">
        <pc:chgData name="Jenkins NS" userId="8bdba4d2-1367-40cf-ad35-f59b31261896" providerId="ADAL" clId="{E70A55F8-7D50-41B4-9023-6706A90C6A87}" dt="2026-10-23T05:55:04.943" v="0" actId="47"/>
        <pc:sldMkLst>
          <pc:docMk/>
          <pc:sldMk cId="0" sldId="259"/>
        </pc:sldMkLst>
      </pc:sldChg>
      <pc:sldChg chg="del">
        <pc:chgData name="Jenkins NS" userId="8bdba4d2-1367-40cf-ad35-f59b31261896" providerId="ADAL" clId="{E70A55F8-7D50-41B4-9023-6706A90C6A87}" dt="2026-10-23T05:55:04.943" v="0" actId="47"/>
        <pc:sldMkLst>
          <pc:docMk/>
          <pc:sldMk cId="0" sldId="260"/>
        </pc:sldMkLst>
      </pc:sldChg>
      <pc:sldChg chg="del">
        <pc:chgData name="Jenkins NS" userId="8bdba4d2-1367-40cf-ad35-f59b31261896" providerId="ADAL" clId="{E70A55F8-7D50-41B4-9023-6706A90C6A87}" dt="2026-10-23T05:55:04.943" v="0" actId="47"/>
        <pc:sldMkLst>
          <pc:docMk/>
          <pc:sldMk cId="0" sldId="261"/>
        </pc:sldMkLst>
      </pc:sldChg>
      <pc:sldChg chg="del">
        <pc:chgData name="Jenkins NS" userId="8bdba4d2-1367-40cf-ad35-f59b31261896" providerId="ADAL" clId="{E70A55F8-7D50-41B4-9023-6706A90C6A87}" dt="2026-10-23T05:55:04.943" v="0" actId="47"/>
        <pc:sldMkLst>
          <pc:docMk/>
          <pc:sldMk cId="0" sldId="262"/>
        </pc:sldMkLst>
      </pc:sldChg>
      <pc:sldChg chg="del">
        <pc:chgData name="Jenkins NS" userId="8bdba4d2-1367-40cf-ad35-f59b31261896" providerId="ADAL" clId="{E70A55F8-7D50-41B4-9023-6706A90C6A87}" dt="2026-10-23T05:55:04.943" v="0" actId="47"/>
        <pc:sldMkLst>
          <pc:docMk/>
          <pc:sldMk cId="0" sldId="263"/>
        </pc:sldMkLst>
      </pc:sldChg>
      <pc:sldChg chg="del">
        <pc:chgData name="Jenkins NS" userId="8bdba4d2-1367-40cf-ad35-f59b31261896" providerId="ADAL" clId="{E70A55F8-7D50-41B4-9023-6706A90C6A87}" dt="2026-10-23T05:55:04.943" v="0" actId="47"/>
        <pc:sldMkLst>
          <pc:docMk/>
          <pc:sldMk cId="0" sldId="264"/>
        </pc:sldMkLst>
      </pc:sldChg>
      <pc:sldChg chg="del">
        <pc:chgData name="Jenkins NS" userId="8bdba4d2-1367-40cf-ad35-f59b31261896" providerId="ADAL" clId="{E70A55F8-7D50-41B4-9023-6706A90C6A87}" dt="2026-10-23T05:55:04.943" v="0" actId="47"/>
        <pc:sldMkLst>
          <pc:docMk/>
          <pc:sldMk cId="0" sldId="265"/>
        </pc:sldMkLst>
      </pc:sldChg>
      <pc:sldChg chg="del">
        <pc:chgData name="Jenkins NS" userId="8bdba4d2-1367-40cf-ad35-f59b31261896" providerId="ADAL" clId="{E70A55F8-7D50-41B4-9023-6706A90C6A87}" dt="2026-10-23T05:55:04.943" v="0" actId="47"/>
        <pc:sldMkLst>
          <pc:docMk/>
          <pc:sldMk cId="0" sldId="266"/>
        </pc:sldMkLst>
      </pc:sldChg>
      <pc:sldChg chg="del">
        <pc:chgData name="Jenkins NS" userId="8bdba4d2-1367-40cf-ad35-f59b31261896" providerId="ADAL" clId="{E70A55F8-7D50-41B4-9023-6706A90C6A87}" dt="2026-10-23T05:55:04.943" v="0" actId="47"/>
        <pc:sldMkLst>
          <pc:docMk/>
          <pc:sldMk cId="0" sldId="268"/>
        </pc:sldMkLst>
      </pc:sldChg>
      <pc:sldChg chg="del">
        <pc:chgData name="Jenkins NS" userId="8bdba4d2-1367-40cf-ad35-f59b31261896" providerId="ADAL" clId="{E70A55F8-7D50-41B4-9023-6706A90C6A87}" dt="2026-10-23T05:55:04.943" v="0" actId="47"/>
        <pc:sldMkLst>
          <pc:docMk/>
          <pc:sldMk cId="0" sldId="269"/>
        </pc:sldMkLst>
      </pc:sldChg>
      <pc:sldChg chg="del">
        <pc:chgData name="Jenkins NS" userId="8bdba4d2-1367-40cf-ad35-f59b31261896" providerId="ADAL" clId="{E70A55F8-7D50-41B4-9023-6706A90C6A87}" dt="2026-10-23T05:55:04.943" v="0" actId="47"/>
        <pc:sldMkLst>
          <pc:docMk/>
          <pc:sldMk cId="0" sldId="270"/>
        </pc:sldMkLst>
      </pc:sldChg>
      <pc:sldChg chg="del">
        <pc:chgData name="Jenkins NS" userId="8bdba4d2-1367-40cf-ad35-f59b31261896" providerId="ADAL" clId="{E70A55F8-7D50-41B4-9023-6706A90C6A87}" dt="2026-10-23T05:55:04.943" v="0" actId="47"/>
        <pc:sldMkLst>
          <pc:docMk/>
          <pc:sldMk cId="0" sldId="271"/>
        </pc:sldMkLst>
      </pc:sldChg>
      <pc:sldChg chg="del">
        <pc:chgData name="Jenkins NS" userId="8bdba4d2-1367-40cf-ad35-f59b31261896" providerId="ADAL" clId="{E70A55F8-7D50-41B4-9023-6706A90C6A87}" dt="2026-10-23T05:55:04.943" v="0" actId="47"/>
        <pc:sldMkLst>
          <pc:docMk/>
          <pc:sldMk cId="0" sldId="272"/>
        </pc:sldMkLst>
      </pc:sldChg>
      <pc:sldChg chg="del">
        <pc:chgData name="Jenkins NS" userId="8bdba4d2-1367-40cf-ad35-f59b31261896" providerId="ADAL" clId="{E70A55F8-7D50-41B4-9023-6706A90C6A87}" dt="2026-10-23T05:55:04.943" v="0" actId="47"/>
        <pc:sldMkLst>
          <pc:docMk/>
          <pc:sldMk cId="0" sldId="273"/>
        </pc:sldMkLst>
      </pc:sldChg>
      <pc:sldChg chg="del">
        <pc:chgData name="Jenkins NS" userId="8bdba4d2-1367-40cf-ad35-f59b31261896" providerId="ADAL" clId="{E70A55F8-7D50-41B4-9023-6706A90C6A87}" dt="2026-10-23T05:55:04.943" v="0" actId="47"/>
        <pc:sldMkLst>
          <pc:docMk/>
          <pc:sldMk cId="0" sldId="274"/>
        </pc:sldMkLst>
      </pc:sldChg>
      <pc:sldChg chg="del">
        <pc:chgData name="Jenkins NS" userId="8bdba4d2-1367-40cf-ad35-f59b31261896" providerId="ADAL" clId="{E70A55F8-7D50-41B4-9023-6706A90C6A87}" dt="2026-10-23T05:55:04.943" v="0" actId="47"/>
        <pc:sldMkLst>
          <pc:docMk/>
          <pc:sldMk cId="0" sldId="275"/>
        </pc:sldMkLst>
      </pc:sldChg>
      <pc:sldMasterChg chg="delSldLayout">
        <pc:chgData name="Jenkins NS" userId="8bdba4d2-1367-40cf-ad35-f59b31261896" providerId="ADAL" clId="{E70A55F8-7D50-41B4-9023-6706A90C6A87}" dt="2026-10-23T05:55:04.943" v="0" actId="47"/>
        <pc:sldMasterMkLst>
          <pc:docMk/>
          <pc:sldMasterMk cId="975404246" sldId="2147483648"/>
        </pc:sldMasterMkLst>
        <pc:sldLayoutChg chg="del">
          <pc:chgData name="Jenkins NS" userId="8bdba4d2-1367-40cf-ad35-f59b31261896" providerId="ADAL" clId="{E70A55F8-7D50-41B4-9023-6706A90C6A87}" dt="2026-10-23T05:55:04.943" v="0" actId="47"/>
          <pc:sldLayoutMkLst>
            <pc:docMk/>
            <pc:sldMasterMk cId="975404246" sldId="2147483648"/>
            <pc:sldLayoutMk cId="93244970" sldId="2147483741"/>
          </pc:sldLayoutMkLst>
        </pc:sldLayoutChg>
      </pc:sldMasterChg>
    </pc:docChg>
  </pc:docChgLst>
  <pc:docChgLst>
    <pc:chgData name="Jenkins NS" userId="8bdba4d2-1367-40cf-ad35-f59b31261896" providerId="ADAL" clId="{9DF06EC0-6773-4754-B5CF-3A86373E55DF}"/>
    <pc:docChg chg="undo custSel addSld delSld modSld sldOrd modMainMaster">
      <pc:chgData name="Jenkins NS" userId="8bdba4d2-1367-40cf-ad35-f59b31261896" providerId="ADAL" clId="{9DF06EC0-6773-4754-B5CF-3A86373E55DF}" dt="2026-10-22T17:16:18.362" v="499" actId="20577"/>
      <pc:docMkLst>
        <pc:docMk/>
      </pc:docMkLst>
      <pc:sldChg chg="modSp add del mod">
        <pc:chgData name="Jenkins NS" userId="8bdba4d2-1367-40cf-ad35-f59b31261896" providerId="ADAL" clId="{9DF06EC0-6773-4754-B5CF-3A86373E55DF}" dt="2026-10-21T19:54:46.195" v="300"/>
        <pc:sldMkLst>
          <pc:docMk/>
          <pc:sldMk cId="0" sldId="256"/>
        </pc:sldMkLst>
      </pc:sldChg>
      <pc:sldChg chg="modSp add mod">
        <pc:chgData name="Jenkins NS" userId="8bdba4d2-1367-40cf-ad35-f59b31261896" providerId="ADAL" clId="{9DF06EC0-6773-4754-B5CF-3A86373E55DF}" dt="2026-10-21T19:44:54.496" v="293" actId="123"/>
        <pc:sldMkLst>
          <pc:docMk/>
          <pc:sldMk cId="0" sldId="257"/>
        </pc:sldMkLst>
      </pc:sldChg>
      <pc:sldChg chg="add">
        <pc:chgData name="Jenkins NS" userId="8bdba4d2-1367-40cf-ad35-f59b31261896" providerId="ADAL" clId="{9DF06EC0-6773-4754-B5CF-3A86373E55DF}" dt="2026-10-21T19:44:09.197" v="292"/>
        <pc:sldMkLst>
          <pc:docMk/>
          <pc:sldMk cId="0" sldId="258"/>
        </pc:sldMkLst>
      </pc:sldChg>
      <pc:sldChg chg="add">
        <pc:chgData name="Jenkins NS" userId="8bdba4d2-1367-40cf-ad35-f59b31261896" providerId="ADAL" clId="{9DF06EC0-6773-4754-B5CF-3A86373E55DF}" dt="2026-10-21T19:44:09.197" v="292"/>
        <pc:sldMkLst>
          <pc:docMk/>
          <pc:sldMk cId="0" sldId="259"/>
        </pc:sldMkLst>
      </pc:sldChg>
      <pc:sldChg chg="add">
        <pc:chgData name="Jenkins NS" userId="8bdba4d2-1367-40cf-ad35-f59b31261896" providerId="ADAL" clId="{9DF06EC0-6773-4754-B5CF-3A86373E55DF}" dt="2026-10-21T19:44:09.197" v="292"/>
        <pc:sldMkLst>
          <pc:docMk/>
          <pc:sldMk cId="0" sldId="260"/>
        </pc:sldMkLst>
      </pc:sldChg>
      <pc:sldChg chg="add">
        <pc:chgData name="Jenkins NS" userId="8bdba4d2-1367-40cf-ad35-f59b31261896" providerId="ADAL" clId="{9DF06EC0-6773-4754-B5CF-3A86373E55DF}" dt="2026-10-21T19:44:09.197" v="292"/>
        <pc:sldMkLst>
          <pc:docMk/>
          <pc:sldMk cId="0" sldId="261"/>
        </pc:sldMkLst>
      </pc:sldChg>
      <pc:sldChg chg="add">
        <pc:chgData name="Jenkins NS" userId="8bdba4d2-1367-40cf-ad35-f59b31261896" providerId="ADAL" clId="{9DF06EC0-6773-4754-B5CF-3A86373E55DF}" dt="2026-10-21T19:44:09.197" v="292"/>
        <pc:sldMkLst>
          <pc:docMk/>
          <pc:sldMk cId="0" sldId="262"/>
        </pc:sldMkLst>
      </pc:sldChg>
      <pc:sldChg chg="delSp modSp add del mod setBg">
        <pc:chgData name="Jenkins NS" userId="8bdba4d2-1367-40cf-ad35-f59b31261896" providerId="ADAL" clId="{9DF06EC0-6773-4754-B5CF-3A86373E55DF}" dt="2026-10-21T20:11:07.284" v="355" actId="478"/>
        <pc:sldMkLst>
          <pc:docMk/>
          <pc:sldMk cId="0" sldId="263"/>
        </pc:sldMkLst>
      </pc:sldChg>
      <pc:sldChg chg="delSp modSp add del mod setBg">
        <pc:chgData name="Jenkins NS" userId="8bdba4d2-1367-40cf-ad35-f59b31261896" providerId="ADAL" clId="{9DF06EC0-6773-4754-B5CF-3A86373E55DF}" dt="2026-10-21T20:11:34.235" v="359"/>
        <pc:sldMkLst>
          <pc:docMk/>
          <pc:sldMk cId="0" sldId="264"/>
        </pc:sldMkLst>
      </pc:sldChg>
      <pc:sldChg chg="add del setBg">
        <pc:chgData name="Jenkins NS" userId="8bdba4d2-1367-40cf-ad35-f59b31261896" providerId="ADAL" clId="{9DF06EC0-6773-4754-B5CF-3A86373E55DF}" dt="2026-10-21T22:16:56.748" v="401"/>
        <pc:sldMkLst>
          <pc:docMk/>
          <pc:sldMk cId="0" sldId="265"/>
        </pc:sldMkLst>
      </pc:sldChg>
      <pc:sldChg chg="delSp modSp mod ord">
        <pc:chgData name="Jenkins NS" userId="8bdba4d2-1367-40cf-ad35-f59b31261896" providerId="ADAL" clId="{9DF06EC0-6773-4754-B5CF-3A86373E55DF}" dt="2026-10-21T19:43:22.468" v="290" actId="1076"/>
        <pc:sldMkLst>
          <pc:docMk/>
          <pc:sldMk cId="101198574" sldId="1611"/>
        </pc:sldMkLst>
      </pc:sldChg>
      <pc:sldChg chg="add del">
        <pc:chgData name="Jenkins NS" userId="8bdba4d2-1367-40cf-ad35-f59b31261896" providerId="ADAL" clId="{9DF06EC0-6773-4754-B5CF-3A86373E55DF}" dt="2026-10-21T22:20:53.660" v="422"/>
        <pc:sldMkLst>
          <pc:docMk/>
          <pc:sldMk cId="2497367714" sldId="2044"/>
        </pc:sldMkLst>
      </pc:sldChg>
      <pc:sldChg chg="add del">
        <pc:chgData name="Jenkins NS" userId="8bdba4d2-1367-40cf-ad35-f59b31261896" providerId="ADAL" clId="{9DF06EC0-6773-4754-B5CF-3A86373E55DF}" dt="2026-10-21T22:20:53.660" v="422"/>
        <pc:sldMkLst>
          <pc:docMk/>
          <pc:sldMk cId="3099915628" sldId="2045"/>
        </pc:sldMkLst>
      </pc:sldChg>
      <pc:sldChg chg="add">
        <pc:chgData name="Jenkins NS" userId="8bdba4d2-1367-40cf-ad35-f59b31261896" providerId="ADAL" clId="{9DF06EC0-6773-4754-B5CF-3A86373E55DF}" dt="2026-10-21T22:21:05.484" v="423"/>
        <pc:sldMkLst>
          <pc:docMk/>
          <pc:sldMk cId="1470740852" sldId="2047"/>
        </pc:sldMkLst>
      </pc:sldChg>
      <pc:sldChg chg="modSp add mod">
        <pc:chgData name="Jenkins NS" userId="8bdba4d2-1367-40cf-ad35-f59b31261896" providerId="ADAL" clId="{9DF06EC0-6773-4754-B5CF-3A86373E55DF}" dt="2026-10-21T22:21:20.971" v="430" actId="20577"/>
        <pc:sldMkLst>
          <pc:docMk/>
          <pc:sldMk cId="2010521932" sldId="2048"/>
        </pc:sldMkLst>
      </pc:sldChg>
      <pc:sldChg chg="del">
        <pc:chgData name="Jenkins NS" userId="8bdba4d2-1367-40cf-ad35-f59b31261896" providerId="ADAL" clId="{9DF06EC0-6773-4754-B5CF-3A86373E55DF}" dt="2026-10-21T19:24:49.810" v="0" actId="47"/>
        <pc:sldMkLst>
          <pc:docMk/>
          <pc:sldMk cId="3432255962" sldId="4611"/>
        </pc:sldMkLst>
      </pc:sldChg>
      <pc:sldChg chg="add del">
        <pc:chgData name="Jenkins NS" userId="8bdba4d2-1367-40cf-ad35-f59b31261896" providerId="ADAL" clId="{9DF06EC0-6773-4754-B5CF-3A86373E55DF}" dt="2026-10-21T22:20:53.660" v="422"/>
        <pc:sldMkLst>
          <pc:docMk/>
          <pc:sldMk cId="254325681" sldId="10819"/>
        </pc:sldMkLst>
      </pc:sldChg>
      <pc:sldChg chg="add del">
        <pc:chgData name="Jenkins NS" userId="8bdba4d2-1367-40cf-ad35-f59b31261896" providerId="ADAL" clId="{9DF06EC0-6773-4754-B5CF-3A86373E55DF}" dt="2026-10-21T22:20:53.660" v="422"/>
        <pc:sldMkLst>
          <pc:docMk/>
          <pc:sldMk cId="220853581" sldId="2076136495"/>
        </pc:sldMkLst>
      </pc:sldChg>
      <pc:sldChg chg="add del">
        <pc:chgData name="Jenkins NS" userId="8bdba4d2-1367-40cf-ad35-f59b31261896" providerId="ADAL" clId="{9DF06EC0-6773-4754-B5CF-3A86373E55DF}" dt="2026-10-21T22:20:53.660" v="422"/>
        <pc:sldMkLst>
          <pc:docMk/>
          <pc:sldMk cId="3937804750" sldId="2076136496"/>
        </pc:sldMkLst>
      </pc:sldChg>
      <pc:sldChg chg="del">
        <pc:chgData name="Jenkins NS" userId="8bdba4d2-1367-40cf-ad35-f59b31261896" providerId="ADAL" clId="{9DF06EC0-6773-4754-B5CF-3A86373E55DF}" dt="2026-10-21T19:24:49.810" v="0" actId="47"/>
        <pc:sldMkLst>
          <pc:docMk/>
          <pc:sldMk cId="1609509673" sldId="2076137798"/>
        </pc:sldMkLst>
      </pc:sldChg>
      <pc:sldChg chg="modSp add mod">
        <pc:chgData name="Jenkins NS" userId="8bdba4d2-1367-40cf-ad35-f59b31261896" providerId="ADAL" clId="{9DF06EC0-6773-4754-B5CF-3A86373E55DF}" dt="2026-10-21T19:27:40.114" v="38" actId="20577"/>
        <pc:sldMkLst>
          <pc:docMk/>
          <pc:sldMk cId="0" sldId="2142533482"/>
        </pc:sldMkLst>
      </pc:sldChg>
      <pc:sldChg chg="addSp delSp modSp add mod">
        <pc:chgData name="Jenkins NS" userId="8bdba4d2-1367-40cf-ad35-f59b31261896" providerId="ADAL" clId="{9DF06EC0-6773-4754-B5CF-3A86373E55DF}" dt="2026-10-22T17:11:01.115" v="471" actId="20577"/>
        <pc:sldMkLst>
          <pc:docMk/>
          <pc:sldMk cId="4060601304" sldId="2147479557"/>
        </pc:sldMkLst>
        <pc:spChg chg="mod">
          <ac:chgData name="Jenkins NS" userId="8bdba4d2-1367-40cf-ad35-f59b31261896" providerId="ADAL" clId="{9DF06EC0-6773-4754-B5CF-3A86373E55DF}" dt="2026-10-22T17:11:01.115" v="471" actId="20577"/>
          <ac:spMkLst>
            <pc:docMk/>
            <pc:sldMk cId="4060601304" sldId="2147479557"/>
            <ac:spMk id="6" creationId="{A3E08FA2-C73F-A01D-C334-4FAC0DB0C177}"/>
          </ac:spMkLst>
        </pc:spChg>
        <pc:spChg chg="add mod">
          <ac:chgData name="Jenkins NS" userId="8bdba4d2-1367-40cf-ad35-f59b31261896" providerId="ADAL" clId="{9DF06EC0-6773-4754-B5CF-3A86373E55DF}" dt="2026-10-21T20:07:12.837" v="328" actId="14100"/>
          <ac:spMkLst>
            <pc:docMk/>
            <pc:sldMk cId="4060601304" sldId="2147479557"/>
            <ac:spMk id="11" creationId="{14201019-6AD5-8165-776C-55816BE8B289}"/>
          </ac:spMkLst>
        </pc:spChg>
        <pc:spChg chg="add mod">
          <ac:chgData name="Jenkins NS" userId="8bdba4d2-1367-40cf-ad35-f59b31261896" providerId="ADAL" clId="{9DF06EC0-6773-4754-B5CF-3A86373E55DF}" dt="2026-10-22T17:10:48.335" v="468" actId="1076"/>
          <ac:spMkLst>
            <pc:docMk/>
            <pc:sldMk cId="4060601304" sldId="2147479557"/>
            <ac:spMk id="13" creationId="{FBBF71FA-8F76-EC43-39ED-B9EB4ACE33D2}"/>
          </ac:spMkLst>
        </pc:spChg>
        <pc:spChg chg="add mod">
          <ac:chgData name="Jenkins NS" userId="8bdba4d2-1367-40cf-ad35-f59b31261896" providerId="ADAL" clId="{9DF06EC0-6773-4754-B5CF-3A86373E55DF}" dt="2026-10-21T20:07:10.525" v="327" actId="14100"/>
          <ac:spMkLst>
            <pc:docMk/>
            <pc:sldMk cId="4060601304" sldId="2147479557"/>
            <ac:spMk id="14" creationId="{89775C04-67D4-DEBA-335E-62C26F4E3ED8}"/>
          </ac:spMkLst>
        </pc:spChg>
      </pc:sldChg>
      <pc:sldChg chg="delSp modSp add mod">
        <pc:chgData name="Jenkins NS" userId="8bdba4d2-1367-40cf-ad35-f59b31261896" providerId="ADAL" clId="{9DF06EC0-6773-4754-B5CF-3A86373E55DF}" dt="2026-10-21T19:43:29.848" v="291" actId="113"/>
        <pc:sldMkLst>
          <pc:docMk/>
          <pc:sldMk cId="1451565363" sldId="2147479572"/>
        </pc:sldMkLst>
      </pc:sldChg>
      <pc:sldChg chg="add del modNotesTx">
        <pc:chgData name="Jenkins NS" userId="8bdba4d2-1367-40cf-ad35-f59b31261896" providerId="ADAL" clId="{9DF06EC0-6773-4754-B5CF-3A86373E55DF}" dt="2026-10-21T19:57:56.902" v="308" actId="20577"/>
        <pc:sldMkLst>
          <pc:docMk/>
          <pc:sldMk cId="0" sldId="2147479573"/>
        </pc:sldMkLst>
      </pc:sldChg>
      <pc:sldChg chg="add del">
        <pc:chgData name="Jenkins NS" userId="8bdba4d2-1367-40cf-ad35-f59b31261896" providerId="ADAL" clId="{9DF06EC0-6773-4754-B5CF-3A86373E55DF}" dt="2026-10-21T19:55:04.156" v="303"/>
        <pc:sldMkLst>
          <pc:docMk/>
          <pc:sldMk cId="0" sldId="2147479574"/>
        </pc:sldMkLst>
      </pc:sldChg>
      <pc:sldChg chg="add del">
        <pc:chgData name="Jenkins NS" userId="8bdba4d2-1367-40cf-ad35-f59b31261896" providerId="ADAL" clId="{9DF06EC0-6773-4754-B5CF-3A86373E55DF}" dt="2026-10-21T19:55:04.156" v="303"/>
        <pc:sldMkLst>
          <pc:docMk/>
          <pc:sldMk cId="0" sldId="2147479575"/>
        </pc:sldMkLst>
      </pc:sldChg>
      <pc:sldChg chg="add del">
        <pc:chgData name="Jenkins NS" userId="8bdba4d2-1367-40cf-ad35-f59b31261896" providerId="ADAL" clId="{9DF06EC0-6773-4754-B5CF-3A86373E55DF}" dt="2026-10-21T19:55:04.156" v="303"/>
        <pc:sldMkLst>
          <pc:docMk/>
          <pc:sldMk cId="0" sldId="2147479576"/>
        </pc:sldMkLst>
      </pc:sldChg>
      <pc:sldChg chg="add del">
        <pc:chgData name="Jenkins NS" userId="8bdba4d2-1367-40cf-ad35-f59b31261896" providerId="ADAL" clId="{9DF06EC0-6773-4754-B5CF-3A86373E55DF}" dt="2026-10-21T19:55:04.156" v="303"/>
        <pc:sldMkLst>
          <pc:docMk/>
          <pc:sldMk cId="0" sldId="2147479577"/>
        </pc:sldMkLst>
      </pc:sldChg>
      <pc:sldChg chg="add">
        <pc:chgData name="Jenkins NS" userId="8bdba4d2-1367-40cf-ad35-f59b31261896" providerId="ADAL" clId="{9DF06EC0-6773-4754-B5CF-3A86373E55DF}" dt="2026-10-21T19:55:55.468" v="304"/>
        <pc:sldMkLst>
          <pc:docMk/>
          <pc:sldMk cId="0" sldId="2147479578"/>
        </pc:sldMkLst>
      </pc:sldChg>
      <pc:sldChg chg="addSp modSp add del mod setBg">
        <pc:chgData name="Jenkins NS" userId="8bdba4d2-1367-40cf-ad35-f59b31261896" providerId="ADAL" clId="{9DF06EC0-6773-4754-B5CF-3A86373E55DF}" dt="2026-10-21T20:12:56.506" v="377"/>
        <pc:sldMkLst>
          <pc:docMk/>
          <pc:sldMk cId="0" sldId="2147479579"/>
        </pc:sldMkLst>
      </pc:sldChg>
      <pc:sldChg chg="delSp add del mod setBg">
        <pc:chgData name="Jenkins NS" userId="8bdba4d2-1367-40cf-ad35-f59b31261896" providerId="ADAL" clId="{9DF06EC0-6773-4754-B5CF-3A86373E55DF}" dt="2026-10-21T20:10:06.987" v="342" actId="478"/>
        <pc:sldMkLst>
          <pc:docMk/>
          <pc:sldMk cId="0" sldId="2147479580"/>
        </pc:sldMkLst>
      </pc:sldChg>
      <pc:sldChg chg="delSp add del mod setBg">
        <pc:chgData name="Jenkins NS" userId="8bdba4d2-1367-40cf-ad35-f59b31261896" providerId="ADAL" clId="{9DF06EC0-6773-4754-B5CF-3A86373E55DF}" dt="2026-10-21T20:10:14.773" v="344" actId="478"/>
        <pc:sldMkLst>
          <pc:docMk/>
          <pc:sldMk cId="0" sldId="2147479581"/>
        </pc:sldMkLst>
      </pc:sldChg>
      <pc:sldChg chg="delSp add del mod setBg">
        <pc:chgData name="Jenkins NS" userId="8bdba4d2-1367-40cf-ad35-f59b31261896" providerId="ADAL" clId="{9DF06EC0-6773-4754-B5CF-3A86373E55DF}" dt="2026-10-21T20:10:28.364" v="346" actId="478"/>
        <pc:sldMkLst>
          <pc:docMk/>
          <pc:sldMk cId="0" sldId="2147479582"/>
        </pc:sldMkLst>
      </pc:sldChg>
      <pc:sldChg chg="delSp add del mod setBg">
        <pc:chgData name="Jenkins NS" userId="8bdba4d2-1367-40cf-ad35-f59b31261896" providerId="ADAL" clId="{9DF06EC0-6773-4754-B5CF-3A86373E55DF}" dt="2026-10-21T20:10:35.216" v="348" actId="478"/>
        <pc:sldMkLst>
          <pc:docMk/>
          <pc:sldMk cId="0" sldId="2147479583"/>
        </pc:sldMkLst>
      </pc:sldChg>
      <pc:sldChg chg="delSp add del mod setBg">
        <pc:chgData name="Jenkins NS" userId="8bdba4d2-1367-40cf-ad35-f59b31261896" providerId="ADAL" clId="{9DF06EC0-6773-4754-B5CF-3A86373E55DF}" dt="2026-10-21T20:10:43.160" v="350" actId="478"/>
        <pc:sldMkLst>
          <pc:docMk/>
          <pc:sldMk cId="0" sldId="2147479584"/>
        </pc:sldMkLst>
      </pc:sldChg>
      <pc:sldChg chg="delSp add del mod setBg">
        <pc:chgData name="Jenkins NS" userId="8bdba4d2-1367-40cf-ad35-f59b31261896" providerId="ADAL" clId="{9DF06EC0-6773-4754-B5CF-3A86373E55DF}" dt="2026-10-21T20:10:50.318" v="352" actId="478"/>
        <pc:sldMkLst>
          <pc:docMk/>
          <pc:sldMk cId="0" sldId="2147479585"/>
        </pc:sldMkLst>
      </pc:sldChg>
      <pc:sldChg chg="add setBg">
        <pc:chgData name="Jenkins NS" userId="8bdba4d2-1367-40cf-ad35-f59b31261896" providerId="ADAL" clId="{9DF06EC0-6773-4754-B5CF-3A86373E55DF}" dt="2026-10-21T20:18:07.696" v="378"/>
        <pc:sldMkLst>
          <pc:docMk/>
          <pc:sldMk cId="0" sldId="2147479586"/>
        </pc:sldMkLst>
      </pc:sldChg>
      <pc:sldChg chg="add setBg">
        <pc:chgData name="Jenkins NS" userId="8bdba4d2-1367-40cf-ad35-f59b31261896" providerId="ADAL" clId="{9DF06EC0-6773-4754-B5CF-3A86373E55DF}" dt="2026-10-21T20:20:00.238" v="379"/>
        <pc:sldMkLst>
          <pc:docMk/>
          <pc:sldMk cId="0" sldId="2147479587"/>
        </pc:sldMkLst>
      </pc:sldChg>
      <pc:sldChg chg="add del setBg">
        <pc:chgData name="Jenkins NS" userId="8bdba4d2-1367-40cf-ad35-f59b31261896" providerId="ADAL" clId="{9DF06EC0-6773-4754-B5CF-3A86373E55DF}" dt="2026-10-21T21:02:59.884" v="382"/>
        <pc:sldMkLst>
          <pc:docMk/>
          <pc:sldMk cId="0" sldId="2147479588"/>
        </pc:sldMkLst>
      </pc:sldChg>
      <pc:sldChg chg="add del setBg">
        <pc:chgData name="Jenkins NS" userId="8bdba4d2-1367-40cf-ad35-f59b31261896" providerId="ADAL" clId="{9DF06EC0-6773-4754-B5CF-3A86373E55DF}" dt="2026-10-21T21:02:59.884" v="382"/>
        <pc:sldMkLst>
          <pc:docMk/>
          <pc:sldMk cId="0" sldId="2147479589"/>
        </pc:sldMkLst>
      </pc:sldChg>
      <pc:sldChg chg="add del setBg">
        <pc:chgData name="Jenkins NS" userId="8bdba4d2-1367-40cf-ad35-f59b31261896" providerId="ADAL" clId="{9DF06EC0-6773-4754-B5CF-3A86373E55DF}" dt="2026-10-21T21:02:59.884" v="382"/>
        <pc:sldMkLst>
          <pc:docMk/>
          <pc:sldMk cId="0" sldId="2147479590"/>
        </pc:sldMkLst>
      </pc:sldChg>
      <pc:sldChg chg="add del setBg">
        <pc:chgData name="Jenkins NS" userId="8bdba4d2-1367-40cf-ad35-f59b31261896" providerId="ADAL" clId="{9DF06EC0-6773-4754-B5CF-3A86373E55DF}" dt="2026-10-21T21:02:59.884" v="382"/>
        <pc:sldMkLst>
          <pc:docMk/>
          <pc:sldMk cId="0" sldId="2147479591"/>
        </pc:sldMkLst>
      </pc:sldChg>
      <pc:sldChg chg="new del">
        <pc:chgData name="Jenkins NS" userId="8bdba4d2-1367-40cf-ad35-f59b31261896" providerId="ADAL" clId="{9DF06EC0-6773-4754-B5CF-3A86373E55DF}" dt="2026-10-21T22:16:08.350" v="400" actId="47"/>
        <pc:sldMkLst>
          <pc:docMk/>
          <pc:sldMk cId="3883104394" sldId="2147479592"/>
        </pc:sldMkLst>
      </pc:sldChg>
      <pc:sldChg chg="add del setBg">
        <pc:chgData name="Jenkins NS" userId="8bdba4d2-1367-40cf-ad35-f59b31261896" providerId="ADAL" clId="{9DF06EC0-6773-4754-B5CF-3A86373E55DF}" dt="2026-10-21T22:04:57.361" v="385"/>
        <pc:sldMkLst>
          <pc:docMk/>
          <pc:sldMk cId="2518512813" sldId="2147479593"/>
        </pc:sldMkLst>
      </pc:sldChg>
      <pc:sldChg chg="modSp add mod">
        <pc:chgData name="Jenkins NS" userId="8bdba4d2-1367-40cf-ad35-f59b31261896" providerId="ADAL" clId="{9DF06EC0-6773-4754-B5CF-3A86373E55DF}" dt="2026-10-22T17:16:18.362" v="499" actId="20577"/>
        <pc:sldMkLst>
          <pc:docMk/>
          <pc:sldMk cId="2979084665" sldId="2147479593"/>
        </pc:sldMkLst>
        <pc:spChg chg="mod">
          <ac:chgData name="Jenkins NS" userId="8bdba4d2-1367-40cf-ad35-f59b31261896" providerId="ADAL" clId="{9DF06EC0-6773-4754-B5CF-3A86373E55DF}" dt="2026-10-22T17:16:18.362" v="499" actId="20577"/>
          <ac:spMkLst>
            <pc:docMk/>
            <pc:sldMk cId="2979084665" sldId="2147479593"/>
            <ac:spMk id="3" creationId="{E1E21D66-9B9B-D583-A6D9-39E93A43781F}"/>
          </ac:spMkLst>
        </pc:spChg>
      </pc:sldChg>
      <pc:sldChg chg="add setBg">
        <pc:chgData name="Jenkins NS" userId="8bdba4d2-1367-40cf-ad35-f59b31261896" providerId="ADAL" clId="{9DF06EC0-6773-4754-B5CF-3A86373E55DF}" dt="2026-10-21T22:16:56.748" v="401"/>
        <pc:sldMkLst>
          <pc:docMk/>
          <pc:sldMk cId="0" sldId="2147479594"/>
        </pc:sldMkLst>
      </pc:sldChg>
      <pc:sldChg chg="add setBg">
        <pc:chgData name="Jenkins NS" userId="8bdba4d2-1367-40cf-ad35-f59b31261896" providerId="ADAL" clId="{9DF06EC0-6773-4754-B5CF-3A86373E55DF}" dt="2026-10-21T22:16:56.748" v="401"/>
        <pc:sldMkLst>
          <pc:docMk/>
          <pc:sldMk cId="0" sldId="2147479595"/>
        </pc:sldMkLst>
      </pc:sldChg>
      <pc:sldChg chg="add setBg">
        <pc:chgData name="Jenkins NS" userId="8bdba4d2-1367-40cf-ad35-f59b31261896" providerId="ADAL" clId="{9DF06EC0-6773-4754-B5CF-3A86373E55DF}" dt="2026-10-21T22:16:56.748" v="401"/>
        <pc:sldMkLst>
          <pc:docMk/>
          <pc:sldMk cId="0" sldId="2147479596"/>
        </pc:sldMkLst>
      </pc:sldChg>
      <pc:sldChg chg="add setBg">
        <pc:chgData name="Jenkins NS" userId="8bdba4d2-1367-40cf-ad35-f59b31261896" providerId="ADAL" clId="{9DF06EC0-6773-4754-B5CF-3A86373E55DF}" dt="2026-10-21T22:16:56.748" v="401"/>
        <pc:sldMkLst>
          <pc:docMk/>
          <pc:sldMk cId="0" sldId="2147479597"/>
        </pc:sldMkLst>
      </pc:sldChg>
      <pc:sldChg chg="modSp add mod">
        <pc:chgData name="Jenkins NS" userId="8bdba4d2-1367-40cf-ad35-f59b31261896" providerId="ADAL" clId="{9DF06EC0-6773-4754-B5CF-3A86373E55DF}" dt="2026-10-21T22:18:25.005" v="419" actId="20577"/>
        <pc:sldMkLst>
          <pc:docMk/>
          <pc:sldMk cId="172466689" sldId="2147479598"/>
        </pc:sldMkLst>
      </pc:sldChg>
      <pc:sldChg chg="add del setBg">
        <pc:chgData name="Jenkins NS" userId="8bdba4d2-1367-40cf-ad35-f59b31261896" providerId="ADAL" clId="{9DF06EC0-6773-4754-B5CF-3A86373E55DF}" dt="2026-10-21T22:17:12.637" v="403"/>
        <pc:sldMkLst>
          <pc:docMk/>
          <pc:sldMk cId="4256308337" sldId="2147479598"/>
        </pc:sldMkLst>
      </pc:sldChg>
      <pc:sldChg chg="modSp add mod">
        <pc:chgData name="Jenkins NS" userId="8bdba4d2-1367-40cf-ad35-f59b31261896" providerId="ADAL" clId="{9DF06EC0-6773-4754-B5CF-3A86373E55DF}" dt="2026-10-21T22:22:47.759" v="439" actId="20577"/>
        <pc:sldMkLst>
          <pc:docMk/>
          <pc:sldMk cId="2017300280" sldId="2147479599"/>
        </pc:sldMkLst>
      </pc:sldChg>
      <pc:sldChg chg="add del setBg">
        <pc:chgData name="Jenkins NS" userId="8bdba4d2-1367-40cf-ad35-f59b31261896" providerId="ADAL" clId="{9DF06EC0-6773-4754-B5CF-3A86373E55DF}" dt="2026-10-21T22:22:14.279" v="432"/>
        <pc:sldMkLst>
          <pc:docMk/>
          <pc:sldMk cId="2452211979" sldId="2147479599"/>
        </pc:sldMkLst>
      </pc:sldChg>
      <pc:sldChg chg="add del setBg">
        <pc:chgData name="Jenkins NS" userId="8bdba4d2-1367-40cf-ad35-f59b31261896" providerId="ADAL" clId="{9DF06EC0-6773-4754-B5CF-3A86373E55DF}" dt="2026-10-21T22:24:27.815" v="441"/>
        <pc:sldMkLst>
          <pc:docMk/>
          <pc:sldMk cId="1005218666" sldId="2147479600"/>
        </pc:sldMkLst>
      </pc:sldChg>
      <pc:sldChg chg="new add del">
        <pc:chgData name="Jenkins NS" userId="8bdba4d2-1367-40cf-ad35-f59b31261896" providerId="ADAL" clId="{9DF06EC0-6773-4754-B5CF-3A86373E55DF}" dt="2026-10-22T17:13:06.375" v="491" actId="47"/>
        <pc:sldMkLst>
          <pc:docMk/>
          <pc:sldMk cId="3382622447" sldId="2147479600"/>
        </pc:sldMkLst>
      </pc:sldChg>
      <pc:sldChg chg="modSp add mod">
        <pc:chgData name="Jenkins NS" userId="8bdba4d2-1367-40cf-ad35-f59b31261896" providerId="ADAL" clId="{9DF06EC0-6773-4754-B5CF-3A86373E55DF}" dt="2026-10-21T22:25:14.296" v="451" actId="20577"/>
        <pc:sldMkLst>
          <pc:docMk/>
          <pc:sldMk cId="703889543" sldId="2147479601"/>
        </pc:sldMkLst>
      </pc:sldChg>
      <pc:sldChg chg="add del setBg">
        <pc:chgData name="Jenkins NS" userId="8bdba4d2-1367-40cf-ad35-f59b31261896" providerId="ADAL" clId="{9DF06EC0-6773-4754-B5CF-3A86373E55DF}" dt="2026-10-21T22:24:33.809" v="444"/>
        <pc:sldMkLst>
          <pc:docMk/>
          <pc:sldMk cId="3924843271" sldId="2147479601"/>
        </pc:sldMkLst>
      </pc:sldChg>
      <pc:sldChg chg="add del setBg">
        <pc:chgData name="Jenkins NS" userId="8bdba4d2-1367-40cf-ad35-f59b31261896" providerId="ADAL" clId="{9DF06EC0-6773-4754-B5CF-3A86373E55DF}" dt="2026-10-21T22:26:56.772" v="453"/>
        <pc:sldMkLst>
          <pc:docMk/>
          <pc:sldMk cId="1945903011" sldId="2147479602"/>
        </pc:sldMkLst>
      </pc:sldChg>
      <pc:sldChg chg="modSp add mod">
        <pc:chgData name="Jenkins NS" userId="8bdba4d2-1367-40cf-ad35-f59b31261896" providerId="ADAL" clId="{9DF06EC0-6773-4754-B5CF-3A86373E55DF}" dt="2026-10-21T22:27:40.341" v="466" actId="20577"/>
        <pc:sldMkLst>
          <pc:docMk/>
          <pc:sldMk cId="3585144251" sldId="2147479602"/>
        </pc:sldMkLst>
        <pc:spChg chg="mod">
          <ac:chgData name="Jenkins NS" userId="8bdba4d2-1367-40cf-ad35-f59b31261896" providerId="ADAL" clId="{9DF06EC0-6773-4754-B5CF-3A86373E55DF}" dt="2026-10-21T22:27:40.341" v="466" actId="20577"/>
          <ac:spMkLst>
            <pc:docMk/>
            <pc:sldMk cId="3585144251" sldId="2147479602"/>
            <ac:spMk id="5" creationId="{C5C36B88-BDFD-29D8-DA60-E1A871D76BCB}"/>
          </ac:spMkLst>
        </pc:spChg>
      </pc:sldChg>
      <pc:sldChg chg="modSp add mod">
        <pc:chgData name="Jenkins NS" userId="8bdba4d2-1367-40cf-ad35-f59b31261896" providerId="ADAL" clId="{9DF06EC0-6773-4754-B5CF-3A86373E55DF}" dt="2026-10-22T17:12:25.880" v="489" actId="20577"/>
        <pc:sldMkLst>
          <pc:docMk/>
          <pc:sldMk cId="1525641040" sldId="2147479603"/>
        </pc:sldMkLst>
        <pc:spChg chg="mod">
          <ac:chgData name="Jenkins NS" userId="8bdba4d2-1367-40cf-ad35-f59b31261896" providerId="ADAL" clId="{9DF06EC0-6773-4754-B5CF-3A86373E55DF}" dt="2026-10-22T17:11:59.113" v="483" actId="20577"/>
          <ac:spMkLst>
            <pc:docMk/>
            <pc:sldMk cId="1525641040" sldId="2147479603"/>
            <ac:spMk id="3" creationId="{553923D6-D6BD-2A1A-B726-3087B6D885BC}"/>
          </ac:spMkLst>
        </pc:spChg>
        <pc:spChg chg="mod">
          <ac:chgData name="Jenkins NS" userId="8bdba4d2-1367-40cf-ad35-f59b31261896" providerId="ADAL" clId="{9DF06EC0-6773-4754-B5CF-3A86373E55DF}" dt="2026-10-22T17:12:25.880" v="489" actId="20577"/>
          <ac:spMkLst>
            <pc:docMk/>
            <pc:sldMk cId="1525641040" sldId="2147479603"/>
            <ac:spMk id="4" creationId="{5D97F56A-A0BE-BE10-5B49-DFB6A23B5F18}"/>
          </ac:spMkLst>
        </pc:spChg>
      </pc:sldChg>
      <pc:sldChg chg="add del setBg">
        <pc:chgData name="Jenkins NS" userId="8bdba4d2-1367-40cf-ad35-f59b31261896" providerId="ADAL" clId="{9DF06EC0-6773-4754-B5CF-3A86373E55DF}" dt="2026-10-22T17:11:52.663" v="473"/>
        <pc:sldMkLst>
          <pc:docMk/>
          <pc:sldMk cId="2190472783" sldId="2147479603"/>
        </pc:sldMkLst>
      </pc:sldChg>
      <pc:sldChg chg="del">
        <pc:chgData name="Jenkins NS" userId="8bdba4d2-1367-40cf-ad35-f59b31261896" providerId="ADAL" clId="{9DF06EC0-6773-4754-B5CF-3A86373E55DF}" dt="2026-10-21T19:24:49.810" v="0" actId="47"/>
        <pc:sldMkLst>
          <pc:docMk/>
          <pc:sldMk cId="2757716487" sldId="2147479799"/>
        </pc:sldMkLst>
      </pc:sldChg>
      <pc:sldChg chg="addSp delSp del mod">
        <pc:chgData name="Jenkins NS" userId="8bdba4d2-1367-40cf-ad35-f59b31261896" providerId="ADAL" clId="{9DF06EC0-6773-4754-B5CF-3A86373E55DF}" dt="2026-10-21T19:26:58.624" v="6" actId="47"/>
        <pc:sldMkLst>
          <pc:docMk/>
          <pc:sldMk cId="443657415" sldId="2147479840"/>
        </pc:sldMkLst>
      </pc:sldChg>
      <pc:sldChg chg="del">
        <pc:chgData name="Jenkins NS" userId="8bdba4d2-1367-40cf-ad35-f59b31261896" providerId="ADAL" clId="{9DF06EC0-6773-4754-B5CF-3A86373E55DF}" dt="2026-10-21T19:24:49.810" v="0" actId="47"/>
        <pc:sldMkLst>
          <pc:docMk/>
          <pc:sldMk cId="1255394937" sldId="2147479841"/>
        </pc:sldMkLst>
      </pc:sldChg>
      <pc:sldChg chg="del">
        <pc:chgData name="Jenkins NS" userId="8bdba4d2-1367-40cf-ad35-f59b31261896" providerId="ADAL" clId="{9DF06EC0-6773-4754-B5CF-3A86373E55DF}" dt="2026-10-21T19:24:49.810" v="0" actId="47"/>
        <pc:sldMkLst>
          <pc:docMk/>
          <pc:sldMk cId="2539303801" sldId="2147479842"/>
        </pc:sldMkLst>
      </pc:sldChg>
      <pc:sldChg chg="del">
        <pc:chgData name="Jenkins NS" userId="8bdba4d2-1367-40cf-ad35-f59b31261896" providerId="ADAL" clId="{9DF06EC0-6773-4754-B5CF-3A86373E55DF}" dt="2026-10-21T19:24:49.810" v="0" actId="47"/>
        <pc:sldMkLst>
          <pc:docMk/>
          <pc:sldMk cId="1417025154" sldId="2147479843"/>
        </pc:sldMkLst>
      </pc:sldChg>
      <pc:sldChg chg="del">
        <pc:chgData name="Jenkins NS" userId="8bdba4d2-1367-40cf-ad35-f59b31261896" providerId="ADAL" clId="{9DF06EC0-6773-4754-B5CF-3A86373E55DF}" dt="2026-10-21T19:24:49.810" v="0" actId="47"/>
        <pc:sldMkLst>
          <pc:docMk/>
          <pc:sldMk cId="2116133330" sldId="2147479844"/>
        </pc:sldMkLst>
      </pc:sldChg>
      <pc:sldChg chg="del">
        <pc:chgData name="Jenkins NS" userId="8bdba4d2-1367-40cf-ad35-f59b31261896" providerId="ADAL" clId="{9DF06EC0-6773-4754-B5CF-3A86373E55DF}" dt="2026-10-21T19:24:49.810" v="0" actId="47"/>
        <pc:sldMkLst>
          <pc:docMk/>
          <pc:sldMk cId="2469809988" sldId="2147479846"/>
        </pc:sldMkLst>
      </pc:sldChg>
      <pc:sldChg chg="del">
        <pc:chgData name="Jenkins NS" userId="8bdba4d2-1367-40cf-ad35-f59b31261896" providerId="ADAL" clId="{9DF06EC0-6773-4754-B5CF-3A86373E55DF}" dt="2026-10-21T19:24:49.810" v="0" actId="47"/>
        <pc:sldMkLst>
          <pc:docMk/>
          <pc:sldMk cId="3601658480" sldId="2147479847"/>
        </pc:sldMkLst>
      </pc:sldChg>
      <pc:sldChg chg="del">
        <pc:chgData name="Jenkins NS" userId="8bdba4d2-1367-40cf-ad35-f59b31261896" providerId="ADAL" clId="{9DF06EC0-6773-4754-B5CF-3A86373E55DF}" dt="2026-10-21T19:24:49.810" v="0" actId="47"/>
        <pc:sldMkLst>
          <pc:docMk/>
          <pc:sldMk cId="3060551369" sldId="2147479848"/>
        </pc:sldMkLst>
      </pc:sldChg>
      <pc:sldChg chg="del">
        <pc:chgData name="Jenkins NS" userId="8bdba4d2-1367-40cf-ad35-f59b31261896" providerId="ADAL" clId="{9DF06EC0-6773-4754-B5CF-3A86373E55DF}" dt="2026-10-21T19:24:49.810" v="0" actId="47"/>
        <pc:sldMkLst>
          <pc:docMk/>
          <pc:sldMk cId="2299311412" sldId="2147479849"/>
        </pc:sldMkLst>
      </pc:sldChg>
      <pc:sldChg chg="del">
        <pc:chgData name="Jenkins NS" userId="8bdba4d2-1367-40cf-ad35-f59b31261896" providerId="ADAL" clId="{9DF06EC0-6773-4754-B5CF-3A86373E55DF}" dt="2026-10-21T19:24:49.810" v="0" actId="47"/>
        <pc:sldMkLst>
          <pc:docMk/>
          <pc:sldMk cId="2913441092" sldId="2147479850"/>
        </pc:sldMkLst>
      </pc:sldChg>
      <pc:sldChg chg="del">
        <pc:chgData name="Jenkins NS" userId="8bdba4d2-1367-40cf-ad35-f59b31261896" providerId="ADAL" clId="{9DF06EC0-6773-4754-B5CF-3A86373E55DF}" dt="2026-10-21T19:24:49.810" v="0" actId="47"/>
        <pc:sldMkLst>
          <pc:docMk/>
          <pc:sldMk cId="1857919815" sldId="2147479851"/>
        </pc:sldMkLst>
      </pc:sldChg>
      <pc:sldChg chg="del">
        <pc:chgData name="Jenkins NS" userId="8bdba4d2-1367-40cf-ad35-f59b31261896" providerId="ADAL" clId="{9DF06EC0-6773-4754-B5CF-3A86373E55DF}" dt="2026-10-21T19:24:49.810" v="0" actId="47"/>
        <pc:sldMkLst>
          <pc:docMk/>
          <pc:sldMk cId="1986496337" sldId="2147479852"/>
        </pc:sldMkLst>
      </pc:sldChg>
      <pc:sldChg chg="del">
        <pc:chgData name="Jenkins NS" userId="8bdba4d2-1367-40cf-ad35-f59b31261896" providerId="ADAL" clId="{9DF06EC0-6773-4754-B5CF-3A86373E55DF}" dt="2026-10-21T19:24:49.810" v="0" actId="47"/>
        <pc:sldMkLst>
          <pc:docMk/>
          <pc:sldMk cId="2698521699" sldId="2147479853"/>
        </pc:sldMkLst>
      </pc:sldChg>
      <pc:sldChg chg="del">
        <pc:chgData name="Jenkins NS" userId="8bdba4d2-1367-40cf-ad35-f59b31261896" providerId="ADAL" clId="{9DF06EC0-6773-4754-B5CF-3A86373E55DF}" dt="2026-10-21T19:24:49.810" v="0" actId="47"/>
        <pc:sldMkLst>
          <pc:docMk/>
          <pc:sldMk cId="839841890" sldId="2147479854"/>
        </pc:sldMkLst>
      </pc:sldChg>
      <pc:sldChg chg="del">
        <pc:chgData name="Jenkins NS" userId="8bdba4d2-1367-40cf-ad35-f59b31261896" providerId="ADAL" clId="{9DF06EC0-6773-4754-B5CF-3A86373E55DF}" dt="2026-10-21T19:24:49.810" v="0" actId="47"/>
        <pc:sldMkLst>
          <pc:docMk/>
          <pc:sldMk cId="3721048510" sldId="2147479856"/>
        </pc:sldMkLst>
      </pc:sldChg>
      <pc:sldChg chg="del">
        <pc:chgData name="Jenkins NS" userId="8bdba4d2-1367-40cf-ad35-f59b31261896" providerId="ADAL" clId="{9DF06EC0-6773-4754-B5CF-3A86373E55DF}" dt="2026-10-21T19:24:49.810" v="0" actId="47"/>
        <pc:sldMkLst>
          <pc:docMk/>
          <pc:sldMk cId="240024171" sldId="2147479857"/>
        </pc:sldMkLst>
      </pc:sldChg>
      <pc:sldChg chg="del">
        <pc:chgData name="Jenkins NS" userId="8bdba4d2-1367-40cf-ad35-f59b31261896" providerId="ADAL" clId="{9DF06EC0-6773-4754-B5CF-3A86373E55DF}" dt="2026-10-21T19:24:49.810" v="0" actId="47"/>
        <pc:sldMkLst>
          <pc:docMk/>
          <pc:sldMk cId="3174271723" sldId="2147479858"/>
        </pc:sldMkLst>
      </pc:sldChg>
      <pc:sldChg chg="del">
        <pc:chgData name="Jenkins NS" userId="8bdba4d2-1367-40cf-ad35-f59b31261896" providerId="ADAL" clId="{9DF06EC0-6773-4754-B5CF-3A86373E55DF}" dt="2026-10-21T19:24:49.810" v="0" actId="47"/>
        <pc:sldMkLst>
          <pc:docMk/>
          <pc:sldMk cId="4002067369" sldId="2147479859"/>
        </pc:sldMkLst>
      </pc:sldChg>
      <pc:sldChg chg="del">
        <pc:chgData name="Jenkins NS" userId="8bdba4d2-1367-40cf-ad35-f59b31261896" providerId="ADAL" clId="{9DF06EC0-6773-4754-B5CF-3A86373E55DF}" dt="2026-10-21T19:24:49.810" v="0" actId="47"/>
        <pc:sldMkLst>
          <pc:docMk/>
          <pc:sldMk cId="1376940060" sldId="2147479860"/>
        </pc:sldMkLst>
      </pc:sldChg>
      <pc:sldChg chg="del">
        <pc:chgData name="Jenkins NS" userId="8bdba4d2-1367-40cf-ad35-f59b31261896" providerId="ADAL" clId="{9DF06EC0-6773-4754-B5CF-3A86373E55DF}" dt="2026-10-21T19:24:49.810" v="0" actId="47"/>
        <pc:sldMkLst>
          <pc:docMk/>
          <pc:sldMk cId="4232437191" sldId="2147479861"/>
        </pc:sldMkLst>
      </pc:sldChg>
      <pc:sldChg chg="del">
        <pc:chgData name="Jenkins NS" userId="8bdba4d2-1367-40cf-ad35-f59b31261896" providerId="ADAL" clId="{9DF06EC0-6773-4754-B5CF-3A86373E55DF}" dt="2026-10-21T19:24:49.810" v="0" actId="47"/>
        <pc:sldMkLst>
          <pc:docMk/>
          <pc:sldMk cId="4071593474" sldId="2147479862"/>
        </pc:sldMkLst>
      </pc:sldChg>
      <pc:sldChg chg="del">
        <pc:chgData name="Jenkins NS" userId="8bdba4d2-1367-40cf-ad35-f59b31261896" providerId="ADAL" clId="{9DF06EC0-6773-4754-B5CF-3A86373E55DF}" dt="2026-10-21T19:24:49.810" v="0" actId="47"/>
        <pc:sldMkLst>
          <pc:docMk/>
          <pc:sldMk cId="3159384829" sldId="2147479863"/>
        </pc:sldMkLst>
      </pc:sldChg>
      <pc:sldChg chg="del">
        <pc:chgData name="Jenkins NS" userId="8bdba4d2-1367-40cf-ad35-f59b31261896" providerId="ADAL" clId="{9DF06EC0-6773-4754-B5CF-3A86373E55DF}" dt="2026-10-21T19:24:49.810" v="0" actId="47"/>
        <pc:sldMkLst>
          <pc:docMk/>
          <pc:sldMk cId="1944675638" sldId="2147479864"/>
        </pc:sldMkLst>
      </pc:sldChg>
      <pc:sldChg chg="del">
        <pc:chgData name="Jenkins NS" userId="8bdba4d2-1367-40cf-ad35-f59b31261896" providerId="ADAL" clId="{9DF06EC0-6773-4754-B5CF-3A86373E55DF}" dt="2026-10-21T19:24:49.810" v="0" actId="47"/>
        <pc:sldMkLst>
          <pc:docMk/>
          <pc:sldMk cId="1909484383" sldId="2147479865"/>
        </pc:sldMkLst>
      </pc:sldChg>
      <pc:sldChg chg="del">
        <pc:chgData name="Jenkins NS" userId="8bdba4d2-1367-40cf-ad35-f59b31261896" providerId="ADAL" clId="{9DF06EC0-6773-4754-B5CF-3A86373E55DF}" dt="2026-10-21T19:24:49.810" v="0" actId="47"/>
        <pc:sldMkLst>
          <pc:docMk/>
          <pc:sldMk cId="3616058983" sldId="2147479867"/>
        </pc:sldMkLst>
      </pc:sldChg>
      <pc:sldChg chg="del">
        <pc:chgData name="Jenkins NS" userId="8bdba4d2-1367-40cf-ad35-f59b31261896" providerId="ADAL" clId="{9DF06EC0-6773-4754-B5CF-3A86373E55DF}" dt="2026-10-21T19:24:49.810" v="0" actId="47"/>
        <pc:sldMkLst>
          <pc:docMk/>
          <pc:sldMk cId="1768514159" sldId="2147479868"/>
        </pc:sldMkLst>
      </pc:sldChg>
      <pc:sldChg chg="del">
        <pc:chgData name="Jenkins NS" userId="8bdba4d2-1367-40cf-ad35-f59b31261896" providerId="ADAL" clId="{9DF06EC0-6773-4754-B5CF-3A86373E55DF}" dt="2026-10-21T19:24:49.810" v="0" actId="47"/>
        <pc:sldMkLst>
          <pc:docMk/>
          <pc:sldMk cId="1289337424" sldId="2147479869"/>
        </pc:sldMkLst>
      </pc:sldChg>
      <pc:sldChg chg="del">
        <pc:chgData name="Jenkins NS" userId="8bdba4d2-1367-40cf-ad35-f59b31261896" providerId="ADAL" clId="{9DF06EC0-6773-4754-B5CF-3A86373E55DF}" dt="2026-10-21T19:24:49.810" v="0" actId="47"/>
        <pc:sldMkLst>
          <pc:docMk/>
          <pc:sldMk cId="1201138058" sldId="2147479870"/>
        </pc:sldMkLst>
      </pc:sldChg>
      <pc:sldChg chg="del">
        <pc:chgData name="Jenkins NS" userId="8bdba4d2-1367-40cf-ad35-f59b31261896" providerId="ADAL" clId="{9DF06EC0-6773-4754-B5CF-3A86373E55DF}" dt="2026-10-21T19:24:49.810" v="0" actId="47"/>
        <pc:sldMkLst>
          <pc:docMk/>
          <pc:sldMk cId="1445421501" sldId="2147479871"/>
        </pc:sldMkLst>
      </pc:sldChg>
      <pc:sldChg chg="del">
        <pc:chgData name="Jenkins NS" userId="8bdba4d2-1367-40cf-ad35-f59b31261896" providerId="ADAL" clId="{9DF06EC0-6773-4754-B5CF-3A86373E55DF}" dt="2026-10-21T19:24:49.810" v="0" actId="47"/>
        <pc:sldMkLst>
          <pc:docMk/>
          <pc:sldMk cId="1946713896" sldId="2147479872"/>
        </pc:sldMkLst>
      </pc:sldChg>
      <pc:sldChg chg="del">
        <pc:chgData name="Jenkins NS" userId="8bdba4d2-1367-40cf-ad35-f59b31261896" providerId="ADAL" clId="{9DF06EC0-6773-4754-B5CF-3A86373E55DF}" dt="2026-10-21T19:24:49.810" v="0" actId="47"/>
        <pc:sldMkLst>
          <pc:docMk/>
          <pc:sldMk cId="3845978286" sldId="2147479873"/>
        </pc:sldMkLst>
      </pc:sldChg>
      <pc:sldChg chg="del">
        <pc:chgData name="Jenkins NS" userId="8bdba4d2-1367-40cf-ad35-f59b31261896" providerId="ADAL" clId="{9DF06EC0-6773-4754-B5CF-3A86373E55DF}" dt="2026-10-21T19:24:49.810" v="0" actId="47"/>
        <pc:sldMkLst>
          <pc:docMk/>
          <pc:sldMk cId="3921530110" sldId="2147479874"/>
        </pc:sldMkLst>
      </pc:sldChg>
      <pc:sldChg chg="del">
        <pc:chgData name="Jenkins NS" userId="8bdba4d2-1367-40cf-ad35-f59b31261896" providerId="ADAL" clId="{9DF06EC0-6773-4754-B5CF-3A86373E55DF}" dt="2026-10-21T19:24:49.810" v="0" actId="47"/>
        <pc:sldMkLst>
          <pc:docMk/>
          <pc:sldMk cId="1928758105" sldId="2147479875"/>
        </pc:sldMkLst>
      </pc:sldChg>
      <pc:sldChg chg="del">
        <pc:chgData name="Jenkins NS" userId="8bdba4d2-1367-40cf-ad35-f59b31261896" providerId="ADAL" clId="{9DF06EC0-6773-4754-B5CF-3A86373E55DF}" dt="2026-10-21T19:24:49.810" v="0" actId="47"/>
        <pc:sldMkLst>
          <pc:docMk/>
          <pc:sldMk cId="2989117112" sldId="2147479876"/>
        </pc:sldMkLst>
      </pc:sldChg>
      <pc:sldChg chg="del">
        <pc:chgData name="Jenkins NS" userId="8bdba4d2-1367-40cf-ad35-f59b31261896" providerId="ADAL" clId="{9DF06EC0-6773-4754-B5CF-3A86373E55DF}" dt="2026-10-21T19:24:49.810" v="0" actId="47"/>
        <pc:sldMkLst>
          <pc:docMk/>
          <pc:sldMk cId="500862897" sldId="2147479881"/>
        </pc:sldMkLst>
      </pc:sldChg>
      <pc:sldChg chg="del">
        <pc:chgData name="Jenkins NS" userId="8bdba4d2-1367-40cf-ad35-f59b31261896" providerId="ADAL" clId="{9DF06EC0-6773-4754-B5CF-3A86373E55DF}" dt="2026-10-21T19:24:49.810" v="0" actId="47"/>
        <pc:sldMkLst>
          <pc:docMk/>
          <pc:sldMk cId="53487717" sldId="2147479882"/>
        </pc:sldMkLst>
      </pc:sldChg>
      <pc:sldChg chg="del">
        <pc:chgData name="Jenkins NS" userId="8bdba4d2-1367-40cf-ad35-f59b31261896" providerId="ADAL" clId="{9DF06EC0-6773-4754-B5CF-3A86373E55DF}" dt="2026-10-21T19:24:49.810" v="0" actId="47"/>
        <pc:sldMkLst>
          <pc:docMk/>
          <pc:sldMk cId="2016397542" sldId="2147479883"/>
        </pc:sldMkLst>
      </pc:sldChg>
      <pc:sldChg chg="del">
        <pc:chgData name="Jenkins NS" userId="8bdba4d2-1367-40cf-ad35-f59b31261896" providerId="ADAL" clId="{9DF06EC0-6773-4754-B5CF-3A86373E55DF}" dt="2026-10-21T19:24:49.810" v="0" actId="47"/>
        <pc:sldMkLst>
          <pc:docMk/>
          <pc:sldMk cId="94038164" sldId="2147479884"/>
        </pc:sldMkLst>
      </pc:sldChg>
      <pc:sldChg chg="del">
        <pc:chgData name="Jenkins NS" userId="8bdba4d2-1367-40cf-ad35-f59b31261896" providerId="ADAL" clId="{9DF06EC0-6773-4754-B5CF-3A86373E55DF}" dt="2026-10-21T19:24:49.810" v="0" actId="47"/>
        <pc:sldMkLst>
          <pc:docMk/>
          <pc:sldMk cId="4129616098" sldId="2147479885"/>
        </pc:sldMkLst>
      </pc:sldChg>
      <pc:sldChg chg="del">
        <pc:chgData name="Jenkins NS" userId="8bdba4d2-1367-40cf-ad35-f59b31261896" providerId="ADAL" clId="{9DF06EC0-6773-4754-B5CF-3A86373E55DF}" dt="2026-10-21T19:24:49.810" v="0" actId="47"/>
        <pc:sldMkLst>
          <pc:docMk/>
          <pc:sldMk cId="3730370468" sldId="2147479886"/>
        </pc:sldMkLst>
      </pc:sldChg>
      <pc:sldMasterChg chg="delSldLayout modSldLayout">
        <pc:chgData name="Jenkins NS" userId="8bdba4d2-1367-40cf-ad35-f59b31261896" providerId="ADAL" clId="{9DF06EC0-6773-4754-B5CF-3A86373E55DF}" dt="2026-10-22T17:10:37.795" v="467" actId="478"/>
        <pc:sldMasterMkLst>
          <pc:docMk/>
          <pc:sldMasterMk cId="975404246" sldId="2147483648"/>
        </pc:sldMasterMkLst>
        <pc:sldLayoutChg chg="del">
          <pc:chgData name="Jenkins NS" userId="8bdba4d2-1367-40cf-ad35-f59b31261896" providerId="ADAL" clId="{9DF06EC0-6773-4754-B5CF-3A86373E55DF}" dt="2026-10-21T19:26:58.624" v="6" actId="47"/>
          <pc:sldLayoutMkLst>
            <pc:docMk/>
            <pc:sldMasterMk cId="975404246" sldId="2147483648"/>
            <pc:sldLayoutMk cId="256598807" sldId="2147483661"/>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3653122893" sldId="2147483662"/>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4214976935" sldId="2147483663"/>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3508414380" sldId="2147483664"/>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2072214709" sldId="2147483665"/>
          </pc:sldLayoutMkLst>
        </pc:sldLayoutChg>
        <pc:sldLayoutChg chg="del">
          <pc:chgData name="Jenkins NS" userId="8bdba4d2-1367-40cf-ad35-f59b31261896" providerId="ADAL" clId="{9DF06EC0-6773-4754-B5CF-3A86373E55DF}" dt="2026-10-21T19:27:09.496" v="8" actId="47"/>
          <pc:sldLayoutMkLst>
            <pc:docMk/>
            <pc:sldMasterMk cId="975404246" sldId="2147483648"/>
            <pc:sldLayoutMk cId="2095695488" sldId="2147483667"/>
          </pc:sldLayoutMkLst>
        </pc:sldLayoutChg>
        <pc:sldLayoutChg chg="addSp delSp modSp mod setBg">
          <pc:chgData name="Jenkins NS" userId="8bdba4d2-1367-40cf-ad35-f59b31261896" providerId="ADAL" clId="{9DF06EC0-6773-4754-B5CF-3A86373E55DF}" dt="2026-10-22T17:10:37.795" v="467" actId="478"/>
          <pc:sldLayoutMkLst>
            <pc:docMk/>
            <pc:sldMasterMk cId="975404246" sldId="2147483648"/>
            <pc:sldLayoutMk cId="3241650075" sldId="2147483672"/>
          </pc:sldLayoutMkLst>
          <pc:spChg chg="mod">
            <ac:chgData name="Jenkins NS" userId="8bdba4d2-1367-40cf-ad35-f59b31261896" providerId="ADAL" clId="{9DF06EC0-6773-4754-B5CF-3A86373E55DF}" dt="2026-10-21T19:35:35.446" v="224" actId="207"/>
            <ac:spMkLst>
              <pc:docMk/>
              <pc:sldMasterMk cId="975404246" sldId="2147483648"/>
              <pc:sldLayoutMk cId="3241650075" sldId="2147483672"/>
              <ac:spMk id="3" creationId="{3E21C31D-925C-53B5-2E40-C54FF245B41E}"/>
            </ac:spMkLst>
          </pc:spChg>
          <pc:picChg chg="add mod">
            <ac:chgData name="Jenkins NS" userId="8bdba4d2-1367-40cf-ad35-f59b31261896" providerId="ADAL" clId="{9DF06EC0-6773-4754-B5CF-3A86373E55DF}" dt="2026-10-21T19:36:16.316" v="233" actId="1076"/>
            <ac:picMkLst>
              <pc:docMk/>
              <pc:sldMasterMk cId="975404246" sldId="2147483648"/>
              <pc:sldLayoutMk cId="3241650075" sldId="2147483672"/>
              <ac:picMk id="11" creationId="{8A5D0B54-3E0F-E277-0472-C5E542E53F7F}"/>
            </ac:picMkLst>
          </pc:picChg>
          <pc:picChg chg="add del mod">
            <ac:chgData name="Jenkins NS" userId="8bdba4d2-1367-40cf-ad35-f59b31261896" providerId="ADAL" clId="{9DF06EC0-6773-4754-B5CF-3A86373E55DF}" dt="2026-10-22T17:10:37.795" v="467" actId="478"/>
            <ac:picMkLst>
              <pc:docMk/>
              <pc:sldMasterMk cId="975404246" sldId="2147483648"/>
              <pc:sldLayoutMk cId="3241650075" sldId="2147483672"/>
              <ac:picMk id="13" creationId="{3301086E-F595-9F37-140F-1279F2C885C8}"/>
            </ac:picMkLst>
          </pc:picChg>
          <pc:picChg chg="add mod ord">
            <ac:chgData name="Jenkins NS" userId="8bdba4d2-1367-40cf-ad35-f59b31261896" providerId="ADAL" clId="{9DF06EC0-6773-4754-B5CF-3A86373E55DF}" dt="2026-10-21T19:49:27.186" v="299" actId="167"/>
            <ac:picMkLst>
              <pc:docMk/>
              <pc:sldMasterMk cId="975404246" sldId="2147483648"/>
              <pc:sldLayoutMk cId="3241650075" sldId="2147483672"/>
              <ac:picMk id="15" creationId="{2209A0BE-5901-98D7-4EDE-74D107C3A727}"/>
            </ac:picMkLst>
          </pc:picChg>
        </pc:sldLayoutChg>
      </pc:sldMasterChg>
      <pc:sldMasterChg chg="modSldLayout">
        <pc:chgData name="Jenkins NS" userId="8bdba4d2-1367-40cf-ad35-f59b31261896" providerId="ADAL" clId="{9DF06EC0-6773-4754-B5CF-3A86373E55DF}" dt="2026-10-21T19:48:26.160" v="294" actId="207"/>
        <pc:sldMasterMkLst>
          <pc:docMk/>
          <pc:sldMasterMk cId="2391316343" sldId="2147483668"/>
        </pc:sldMasterMkLst>
        <pc:sldLayoutChg chg="modSp mod">
          <pc:chgData name="Jenkins NS" userId="8bdba4d2-1367-40cf-ad35-f59b31261896" providerId="ADAL" clId="{9DF06EC0-6773-4754-B5CF-3A86373E55DF}" dt="2026-10-21T19:48:26.160" v="294" actId="207"/>
          <pc:sldLayoutMkLst>
            <pc:docMk/>
            <pc:sldMasterMk cId="2391316343" sldId="2147483668"/>
            <pc:sldLayoutMk cId="1798594045" sldId="2147483670"/>
          </pc:sldLayoutMkLst>
        </pc:sldLayoutChg>
      </pc:sldMasterChg>
    </pc:docChg>
  </pc:docChgLst>
  <pc:docChgLst>
    <pc:chgData name="Jenkins NS" userId="8bdba4d2-1367-40cf-ad35-f59b31261896" providerId="ADAL" clId="{3EF20EB0-5DD8-4CDF-B363-212A902E7FF8}"/>
    <pc:docChg chg="custSel addSld delSld modSld">
      <pc:chgData name="Jenkins NS" userId="8bdba4d2-1367-40cf-ad35-f59b31261896" providerId="ADAL" clId="{3EF20EB0-5DD8-4CDF-B363-212A902E7FF8}" dt="2026-10-22T21:09:35.441" v="21" actId="47"/>
      <pc:docMkLst>
        <pc:docMk/>
      </pc:docMkLst>
      <pc:sldChg chg="delSp modSp del mod">
        <pc:chgData name="Jenkins NS" userId="8bdba4d2-1367-40cf-ad35-f59b31261896" providerId="ADAL" clId="{3EF20EB0-5DD8-4CDF-B363-212A902E7FF8}" dt="2026-10-22T21:06:08.851" v="16" actId="2696"/>
        <pc:sldMkLst>
          <pc:docMk/>
          <pc:sldMk cId="0" sldId="265"/>
        </pc:sldMkLst>
        <pc:spChg chg="del">
          <ac:chgData name="Jenkins NS" userId="8bdba4d2-1367-40cf-ad35-f59b31261896" providerId="ADAL" clId="{3EF20EB0-5DD8-4CDF-B363-212A902E7FF8}" dt="2026-10-22T20:57:08.080" v="11" actId="478"/>
          <ac:spMkLst>
            <pc:docMk/>
            <pc:sldMk cId="0" sldId="265"/>
            <ac:spMk id="2" creationId="{00000000-0000-0000-0000-000000000000}"/>
          </ac:spMkLst>
        </pc:spChg>
        <pc:spChg chg="del">
          <ac:chgData name="Jenkins NS" userId="8bdba4d2-1367-40cf-ad35-f59b31261896" providerId="ADAL" clId="{3EF20EB0-5DD8-4CDF-B363-212A902E7FF8}" dt="2026-10-22T20:57:06.439" v="10" actId="478"/>
          <ac:spMkLst>
            <pc:docMk/>
            <pc:sldMk cId="0" sldId="265"/>
            <ac:spMk id="3" creationId="{00000000-0000-0000-0000-000000000000}"/>
          </ac:spMkLst>
        </pc:spChg>
        <pc:spChg chg="del">
          <ac:chgData name="Jenkins NS" userId="8bdba4d2-1367-40cf-ad35-f59b31261896" providerId="ADAL" clId="{3EF20EB0-5DD8-4CDF-B363-212A902E7FF8}" dt="2026-10-22T20:57:05.537" v="9" actId="478"/>
          <ac:spMkLst>
            <pc:docMk/>
            <pc:sldMk cId="0" sldId="265"/>
            <ac:spMk id="4" creationId="{00000000-0000-0000-0000-000000000000}"/>
          </ac:spMkLst>
        </pc:spChg>
        <pc:spChg chg="mod">
          <ac:chgData name="Jenkins NS" userId="8bdba4d2-1367-40cf-ad35-f59b31261896" providerId="ADAL" clId="{3EF20EB0-5DD8-4CDF-B363-212A902E7FF8}" dt="2026-10-22T20:57:10.473" v="12" actId="14100"/>
          <ac:spMkLst>
            <pc:docMk/>
            <pc:sldMk cId="0" sldId="265"/>
            <ac:spMk id="5" creationId="{00000000-0000-0000-0000-000000000000}"/>
          </ac:spMkLst>
        </pc:spChg>
      </pc:sldChg>
      <pc:sldChg chg="add">
        <pc:chgData name="Jenkins NS" userId="8bdba4d2-1367-40cf-ad35-f59b31261896" providerId="ADAL" clId="{3EF20EB0-5DD8-4CDF-B363-212A902E7FF8}" dt="2026-10-22T21:06:15.681" v="17"/>
        <pc:sldMkLst>
          <pc:docMk/>
          <pc:sldMk cId="2361673258" sldId="265"/>
        </pc:sldMkLst>
      </pc:sldChg>
      <pc:sldChg chg="add">
        <pc:chgData name="Jenkins NS" userId="8bdba4d2-1367-40cf-ad35-f59b31261896" providerId="ADAL" clId="{3EF20EB0-5DD8-4CDF-B363-212A902E7FF8}" dt="2026-10-22T21:09:20.600" v="20"/>
        <pc:sldMkLst>
          <pc:docMk/>
          <pc:sldMk cId="1096705017" sldId="10341"/>
        </pc:sldMkLst>
      </pc:sldChg>
      <pc:sldChg chg="add">
        <pc:chgData name="Jenkins NS" userId="8bdba4d2-1367-40cf-ad35-f59b31261896" providerId="ADAL" clId="{3EF20EB0-5DD8-4CDF-B363-212A902E7FF8}" dt="2026-10-22T21:09:20.600" v="20"/>
        <pc:sldMkLst>
          <pc:docMk/>
          <pc:sldMk cId="2980580362" sldId="2076137821"/>
        </pc:sldMkLst>
      </pc:sldChg>
      <pc:sldChg chg="add">
        <pc:chgData name="Jenkins NS" userId="8bdba4d2-1367-40cf-ad35-f59b31261896" providerId="ADAL" clId="{3EF20EB0-5DD8-4CDF-B363-212A902E7FF8}" dt="2026-10-22T21:09:20.600" v="20"/>
        <pc:sldMkLst>
          <pc:docMk/>
          <pc:sldMk cId="847600138" sldId="2076137823"/>
        </pc:sldMkLst>
      </pc:sldChg>
      <pc:sldChg chg="add del">
        <pc:chgData name="Jenkins NS" userId="8bdba4d2-1367-40cf-ad35-f59b31261896" providerId="ADAL" clId="{3EF20EB0-5DD8-4CDF-B363-212A902E7FF8}" dt="2026-10-22T21:05:53.409" v="15"/>
        <pc:sldMkLst>
          <pc:docMk/>
          <pc:sldMk cId="3031809596" sldId="2142533535"/>
        </pc:sldMkLst>
      </pc:sldChg>
      <pc:sldChg chg="add del">
        <pc:chgData name="Jenkins NS" userId="8bdba4d2-1367-40cf-ad35-f59b31261896" providerId="ADAL" clId="{3EF20EB0-5DD8-4CDF-B363-212A902E7FF8}" dt="2026-10-22T21:05:53.409" v="15"/>
        <pc:sldMkLst>
          <pc:docMk/>
          <pc:sldMk cId="493708244" sldId="2142533536"/>
        </pc:sldMkLst>
      </pc:sldChg>
      <pc:sldChg chg="add del">
        <pc:chgData name="Jenkins NS" userId="8bdba4d2-1367-40cf-ad35-f59b31261896" providerId="ADAL" clId="{3EF20EB0-5DD8-4CDF-B363-212A902E7FF8}" dt="2026-10-22T21:06:19.259" v="18" actId="47"/>
        <pc:sldMkLst>
          <pc:docMk/>
          <pc:sldMk cId="759828517" sldId="2142533537"/>
        </pc:sldMkLst>
      </pc:sldChg>
      <pc:sldChg chg="add del">
        <pc:chgData name="Jenkins NS" userId="8bdba4d2-1367-40cf-ad35-f59b31261896" providerId="ADAL" clId="{3EF20EB0-5DD8-4CDF-B363-212A902E7FF8}" dt="2026-10-22T21:05:53.409" v="15"/>
        <pc:sldMkLst>
          <pc:docMk/>
          <pc:sldMk cId="949564228" sldId="2142533538"/>
        </pc:sldMkLst>
      </pc:sldChg>
      <pc:sldChg chg="add del">
        <pc:chgData name="Jenkins NS" userId="8bdba4d2-1367-40cf-ad35-f59b31261896" providerId="ADAL" clId="{3EF20EB0-5DD8-4CDF-B363-212A902E7FF8}" dt="2026-10-22T21:05:53.409" v="15"/>
        <pc:sldMkLst>
          <pc:docMk/>
          <pc:sldMk cId="1159306728" sldId="2142533539"/>
        </pc:sldMkLst>
      </pc:sldChg>
      <pc:sldChg chg="add del">
        <pc:chgData name="Jenkins NS" userId="8bdba4d2-1367-40cf-ad35-f59b31261896" providerId="ADAL" clId="{3EF20EB0-5DD8-4CDF-B363-212A902E7FF8}" dt="2026-10-22T21:05:53.409" v="15"/>
        <pc:sldMkLst>
          <pc:docMk/>
          <pc:sldMk cId="2306444340" sldId="2142533540"/>
        </pc:sldMkLst>
      </pc:sldChg>
      <pc:sldChg chg="add setBg">
        <pc:chgData name="Jenkins NS" userId="8bdba4d2-1367-40cf-ad35-f59b31261896" providerId="ADAL" clId="{3EF20EB0-5DD8-4CDF-B363-212A902E7FF8}" dt="2026-10-22T21:09:20.600" v="20"/>
        <pc:sldMkLst>
          <pc:docMk/>
          <pc:sldMk cId="2194364739" sldId="2142533583"/>
        </pc:sldMkLst>
      </pc:sldChg>
      <pc:sldChg chg="delSp add setBg delDesignElem">
        <pc:chgData name="Jenkins NS" userId="8bdba4d2-1367-40cf-ad35-f59b31261896" providerId="ADAL" clId="{3EF20EB0-5DD8-4CDF-B363-212A902E7FF8}" dt="2026-10-22T21:09:20.600" v="20"/>
        <pc:sldMkLst>
          <pc:docMk/>
          <pc:sldMk cId="3661348972" sldId="2142533584"/>
        </pc:sldMkLst>
        <pc:spChg chg="del">
          <ac:chgData name="Jenkins NS" userId="8bdba4d2-1367-40cf-ad35-f59b31261896" providerId="ADAL" clId="{3EF20EB0-5DD8-4CDF-B363-212A902E7FF8}" dt="2026-10-22T21:09:20.600" v="20"/>
          <ac:spMkLst>
            <pc:docMk/>
            <pc:sldMk cId="3661348972" sldId="2142533584"/>
            <ac:spMk id="18" creationId="{3B47FC9C-2ED3-4100-A4EF-E8CDFEE106C9}"/>
          </ac:spMkLst>
        </pc:spChg>
      </pc:sldChg>
      <pc:sldChg chg="delSp modSp del mod">
        <pc:chgData name="Jenkins NS" userId="8bdba4d2-1367-40cf-ad35-f59b31261896" providerId="ADAL" clId="{3EF20EB0-5DD8-4CDF-B363-212A902E7FF8}" dt="2026-10-22T21:09:35.441" v="21" actId="47"/>
        <pc:sldMkLst>
          <pc:docMk/>
          <pc:sldMk cId="0" sldId="2147479595"/>
        </pc:sldMkLst>
        <pc:spChg chg="del">
          <ac:chgData name="Jenkins NS" userId="8bdba4d2-1367-40cf-ad35-f59b31261896" providerId="ADAL" clId="{3EF20EB0-5DD8-4CDF-B363-212A902E7FF8}" dt="2026-10-22T20:56:45.704" v="3" actId="478"/>
          <ac:spMkLst>
            <pc:docMk/>
            <pc:sldMk cId="0" sldId="2147479595"/>
            <ac:spMk id="2" creationId="{00000000-0000-0000-0000-000000000000}"/>
          </ac:spMkLst>
        </pc:spChg>
        <pc:spChg chg="del">
          <ac:chgData name="Jenkins NS" userId="8bdba4d2-1367-40cf-ad35-f59b31261896" providerId="ADAL" clId="{3EF20EB0-5DD8-4CDF-B363-212A902E7FF8}" dt="2026-10-22T20:56:44.153" v="2" actId="478"/>
          <ac:spMkLst>
            <pc:docMk/>
            <pc:sldMk cId="0" sldId="2147479595"/>
            <ac:spMk id="3" creationId="{00000000-0000-0000-0000-000000000000}"/>
          </ac:spMkLst>
        </pc:spChg>
        <pc:spChg chg="del">
          <ac:chgData name="Jenkins NS" userId="8bdba4d2-1367-40cf-ad35-f59b31261896" providerId="ADAL" clId="{3EF20EB0-5DD8-4CDF-B363-212A902E7FF8}" dt="2026-10-22T20:56:43.483" v="1" actId="478"/>
          <ac:spMkLst>
            <pc:docMk/>
            <pc:sldMk cId="0" sldId="2147479595"/>
            <ac:spMk id="4" creationId="{00000000-0000-0000-0000-000000000000}"/>
          </ac:spMkLst>
        </pc:spChg>
        <pc:spChg chg="mod">
          <ac:chgData name="Jenkins NS" userId="8bdba4d2-1367-40cf-ad35-f59b31261896" providerId="ADAL" clId="{3EF20EB0-5DD8-4CDF-B363-212A902E7FF8}" dt="2026-10-22T20:56:47.992" v="4" actId="14100"/>
          <ac:spMkLst>
            <pc:docMk/>
            <pc:sldMk cId="0" sldId="2147479595"/>
            <ac:spMk id="5" creationId="{00000000-0000-0000-0000-000000000000}"/>
          </ac:spMkLst>
        </pc:spChg>
      </pc:sldChg>
      <pc:sldChg chg="delSp modSp del mod">
        <pc:chgData name="Jenkins NS" userId="8bdba4d2-1367-40cf-ad35-f59b31261896" providerId="ADAL" clId="{3EF20EB0-5DD8-4CDF-B363-212A902E7FF8}" dt="2026-10-22T21:09:35.441" v="21" actId="47"/>
        <pc:sldMkLst>
          <pc:docMk/>
          <pc:sldMk cId="0" sldId="2147479596"/>
        </pc:sldMkLst>
        <pc:spChg chg="del">
          <ac:chgData name="Jenkins NS" userId="8bdba4d2-1367-40cf-ad35-f59b31261896" providerId="ADAL" clId="{3EF20EB0-5DD8-4CDF-B363-212A902E7FF8}" dt="2026-10-22T20:56:51.211" v="5" actId="478"/>
          <ac:spMkLst>
            <pc:docMk/>
            <pc:sldMk cId="0" sldId="2147479596"/>
            <ac:spMk id="2" creationId="{00000000-0000-0000-0000-000000000000}"/>
          </ac:spMkLst>
        </pc:spChg>
        <pc:spChg chg="del">
          <ac:chgData name="Jenkins NS" userId="8bdba4d2-1367-40cf-ad35-f59b31261896" providerId="ADAL" clId="{3EF20EB0-5DD8-4CDF-B363-212A902E7FF8}" dt="2026-10-22T20:56:51.211" v="5" actId="478"/>
          <ac:spMkLst>
            <pc:docMk/>
            <pc:sldMk cId="0" sldId="2147479596"/>
            <ac:spMk id="3" creationId="{00000000-0000-0000-0000-000000000000}"/>
          </ac:spMkLst>
        </pc:spChg>
        <pc:spChg chg="del">
          <ac:chgData name="Jenkins NS" userId="8bdba4d2-1367-40cf-ad35-f59b31261896" providerId="ADAL" clId="{3EF20EB0-5DD8-4CDF-B363-212A902E7FF8}" dt="2026-10-22T20:56:51.211" v="5" actId="478"/>
          <ac:spMkLst>
            <pc:docMk/>
            <pc:sldMk cId="0" sldId="2147479596"/>
            <ac:spMk id="4" creationId="{00000000-0000-0000-0000-000000000000}"/>
          </ac:spMkLst>
        </pc:spChg>
        <pc:spChg chg="mod">
          <ac:chgData name="Jenkins NS" userId="8bdba4d2-1367-40cf-ad35-f59b31261896" providerId="ADAL" clId="{3EF20EB0-5DD8-4CDF-B363-212A902E7FF8}" dt="2026-10-22T20:56:53.288" v="6" actId="14100"/>
          <ac:spMkLst>
            <pc:docMk/>
            <pc:sldMk cId="0" sldId="2147479596"/>
            <ac:spMk id="5" creationId="{00000000-0000-0000-0000-000000000000}"/>
          </ac:spMkLst>
        </pc:spChg>
      </pc:sldChg>
      <pc:sldChg chg="delSp modSp mod">
        <pc:chgData name="Jenkins NS" userId="8bdba4d2-1367-40cf-ad35-f59b31261896" providerId="ADAL" clId="{3EF20EB0-5DD8-4CDF-B363-212A902E7FF8}" dt="2026-10-22T20:57:02.946" v="8" actId="14100"/>
        <pc:sldMkLst>
          <pc:docMk/>
          <pc:sldMk cId="0" sldId="2147479597"/>
        </pc:sldMkLst>
        <pc:spChg chg="del">
          <ac:chgData name="Jenkins NS" userId="8bdba4d2-1367-40cf-ad35-f59b31261896" providerId="ADAL" clId="{3EF20EB0-5DD8-4CDF-B363-212A902E7FF8}" dt="2026-10-22T20:57:00.697" v="7" actId="478"/>
          <ac:spMkLst>
            <pc:docMk/>
            <pc:sldMk cId="0" sldId="2147479597"/>
            <ac:spMk id="2" creationId="{00000000-0000-0000-0000-000000000000}"/>
          </ac:spMkLst>
        </pc:spChg>
        <pc:spChg chg="del">
          <ac:chgData name="Jenkins NS" userId="8bdba4d2-1367-40cf-ad35-f59b31261896" providerId="ADAL" clId="{3EF20EB0-5DD8-4CDF-B363-212A902E7FF8}" dt="2026-10-22T20:57:00.697" v="7" actId="478"/>
          <ac:spMkLst>
            <pc:docMk/>
            <pc:sldMk cId="0" sldId="2147479597"/>
            <ac:spMk id="3" creationId="{00000000-0000-0000-0000-000000000000}"/>
          </ac:spMkLst>
        </pc:spChg>
        <pc:spChg chg="del">
          <ac:chgData name="Jenkins NS" userId="8bdba4d2-1367-40cf-ad35-f59b31261896" providerId="ADAL" clId="{3EF20EB0-5DD8-4CDF-B363-212A902E7FF8}" dt="2026-10-22T20:57:00.697" v="7" actId="478"/>
          <ac:spMkLst>
            <pc:docMk/>
            <pc:sldMk cId="0" sldId="2147479597"/>
            <ac:spMk id="4" creationId="{00000000-0000-0000-0000-000000000000}"/>
          </ac:spMkLst>
        </pc:spChg>
        <pc:spChg chg="mod">
          <ac:chgData name="Jenkins NS" userId="8bdba4d2-1367-40cf-ad35-f59b31261896" providerId="ADAL" clId="{3EF20EB0-5DD8-4CDF-B363-212A902E7FF8}" dt="2026-10-22T20:57:02.946" v="8" actId="14100"/>
          <ac:spMkLst>
            <pc:docMk/>
            <pc:sldMk cId="0" sldId="2147479597"/>
            <ac:spMk id="5" creationId="{00000000-0000-0000-0000-000000000000}"/>
          </ac:spMkLst>
        </pc:spChg>
      </pc:sldChg>
      <pc:sldChg chg="del">
        <pc:chgData name="Jenkins NS" userId="8bdba4d2-1367-40cf-ad35-f59b31261896" providerId="ADAL" clId="{3EF20EB0-5DD8-4CDF-B363-212A902E7FF8}" dt="2026-10-22T20:56:41.008" v="0" actId="47"/>
        <pc:sldMkLst>
          <pc:docMk/>
          <pc:sldMk cId="3382622447" sldId="2147479600"/>
        </pc:sldMkLst>
      </pc:sldChg>
      <pc:sldChg chg="del">
        <pc:chgData name="Jenkins NS" userId="8bdba4d2-1367-40cf-ad35-f59b31261896" providerId="ADAL" clId="{3EF20EB0-5DD8-4CDF-B363-212A902E7FF8}" dt="2026-10-22T20:56:41.008" v="0" actId="47"/>
        <pc:sldMkLst>
          <pc:docMk/>
          <pc:sldMk cId="703889543" sldId="2147479601"/>
        </pc:sldMkLst>
      </pc:sldChg>
    </pc:docChg>
  </pc:docChgLst>
  <pc:docChgLst>
    <pc:chgData name="Jenkins NS" userId="8bdba4d2-1367-40cf-ad35-f59b31261896" providerId="ADAL" clId="{ACFFAC28-C693-429F-A17E-A86F3FBA7AC3}"/>
    <pc:docChg chg="undo custSel addSld delSld modSld sldOrd">
      <pc:chgData name="Jenkins NS" userId="8bdba4d2-1367-40cf-ad35-f59b31261896" providerId="ADAL" clId="{ACFFAC28-C693-429F-A17E-A86F3FBA7AC3}" dt="2026-09-25T04:11:23.975" v="10" actId="47"/>
      <pc:docMkLst>
        <pc:docMk/>
      </pc:docMkLst>
      <pc:sldChg chg="add del">
        <pc:chgData name="Jenkins NS" userId="8bdba4d2-1367-40cf-ad35-f59b31261896" providerId="ADAL" clId="{ACFFAC28-C693-429F-A17E-A86F3FBA7AC3}" dt="2026-09-25T04:11:23.975" v="10" actId="47"/>
        <pc:sldMkLst>
          <pc:docMk/>
          <pc:sldMk cId="443657415" sldId="2147479840"/>
        </pc:sldMkLst>
      </pc:sldChg>
      <pc:sldChg chg="addSp new mod ord">
        <pc:chgData name="Jenkins NS" userId="8bdba4d2-1367-40cf-ad35-f59b31261896" providerId="ADAL" clId="{ACFFAC28-C693-429F-A17E-A86F3FBA7AC3}" dt="2026-09-25T04:05:29.152" v="8"/>
        <pc:sldMkLst>
          <pc:docMk/>
          <pc:sldMk cId="94038164" sldId="2147479884"/>
        </pc:sldMkLst>
      </pc:sldChg>
      <pc:sldChg chg="addSp new mod">
        <pc:chgData name="Jenkins NS" userId="8bdba4d2-1367-40cf-ad35-f59b31261896" providerId="ADAL" clId="{ACFFAC28-C693-429F-A17E-A86F3FBA7AC3}" dt="2026-09-25T04:03:52.664" v="3" actId="22"/>
        <pc:sldMkLst>
          <pc:docMk/>
          <pc:sldMk cId="4129616098" sldId="2147479885"/>
        </pc:sldMkLst>
      </pc:sldChg>
      <pc:sldChg chg="addSp new mod">
        <pc:chgData name="Jenkins NS" userId="8bdba4d2-1367-40cf-ad35-f59b31261896" providerId="ADAL" clId="{ACFFAC28-C693-429F-A17E-A86F3FBA7AC3}" dt="2026-09-25T04:05:24.117" v="6" actId="22"/>
        <pc:sldMkLst>
          <pc:docMk/>
          <pc:sldMk cId="3730370468" sldId="2147479886"/>
        </pc:sldMkLst>
      </pc:sldChg>
      <pc:sldMasterChg chg="addSldLayout delSldLayout">
        <pc:chgData name="Jenkins NS" userId="8bdba4d2-1367-40cf-ad35-f59b31261896" providerId="ADAL" clId="{ACFFAC28-C693-429F-A17E-A86F3FBA7AC3}" dt="2026-09-25T04:11:23.975" v="10" actId="47"/>
        <pc:sldMasterMkLst>
          <pc:docMk/>
          <pc:sldMasterMk cId="975404246" sldId="2147483648"/>
        </pc:sldMasterMkLst>
        <pc:sldLayoutChg chg="add del">
          <pc:chgData name="Jenkins NS" userId="8bdba4d2-1367-40cf-ad35-f59b31261896" providerId="ADAL" clId="{ACFFAC28-C693-429F-A17E-A86F3FBA7AC3}" dt="2026-09-25T04:11:23.975" v="10" actId="47"/>
          <pc:sldLayoutMkLst>
            <pc:docMk/>
            <pc:sldMasterMk cId="975404246" sldId="2147483648"/>
            <pc:sldLayoutMk cId="256598807" sldId="2147483661"/>
          </pc:sldLayoutMkLst>
        </pc:sldLayoutChg>
      </pc:sldMasterChg>
    </pc:docChg>
  </pc:docChgLst>
  <pc:docChgLst>
    <pc:chgData name="Jenkins NS" userId="8bdba4d2-1367-40cf-ad35-f59b31261896" providerId="ADAL" clId="{35087783-BA59-4BF9-AF06-0D08442361EA}"/>
    <pc:docChg chg="delSld">
      <pc:chgData name="Jenkins NS" userId="8bdba4d2-1367-40cf-ad35-f59b31261896" providerId="ADAL" clId="{35087783-BA59-4BF9-AF06-0D08442361EA}" dt="2026-10-22T20:54:52.392" v="0" actId="47"/>
      <pc:docMkLst>
        <pc:docMk/>
      </pc:docMkLst>
      <pc:sldChg chg="del">
        <pc:chgData name="Jenkins NS" userId="8bdba4d2-1367-40cf-ad35-f59b31261896" providerId="ADAL" clId="{35087783-BA59-4BF9-AF06-0D08442361EA}" dt="2026-10-22T20:54:52.392" v="0" actId="47"/>
        <pc:sldMkLst>
          <pc:docMk/>
          <pc:sldMk cId="2497367714" sldId="2044"/>
        </pc:sldMkLst>
      </pc:sldChg>
      <pc:sldChg chg="del">
        <pc:chgData name="Jenkins NS" userId="8bdba4d2-1367-40cf-ad35-f59b31261896" providerId="ADAL" clId="{35087783-BA59-4BF9-AF06-0D08442361EA}" dt="2026-10-22T20:54:52.392" v="0" actId="47"/>
        <pc:sldMkLst>
          <pc:docMk/>
          <pc:sldMk cId="3099915628" sldId="2045"/>
        </pc:sldMkLst>
      </pc:sldChg>
      <pc:sldChg chg="del">
        <pc:chgData name="Jenkins NS" userId="8bdba4d2-1367-40cf-ad35-f59b31261896" providerId="ADAL" clId="{35087783-BA59-4BF9-AF06-0D08442361EA}" dt="2026-10-22T20:54:52.392" v="0" actId="47"/>
        <pc:sldMkLst>
          <pc:docMk/>
          <pc:sldMk cId="1470740852" sldId="2047"/>
        </pc:sldMkLst>
      </pc:sldChg>
      <pc:sldChg chg="del">
        <pc:chgData name="Jenkins NS" userId="8bdba4d2-1367-40cf-ad35-f59b31261896" providerId="ADAL" clId="{35087783-BA59-4BF9-AF06-0D08442361EA}" dt="2026-10-22T20:54:52.392" v="0" actId="47"/>
        <pc:sldMkLst>
          <pc:docMk/>
          <pc:sldMk cId="2010521932" sldId="2048"/>
        </pc:sldMkLst>
      </pc:sldChg>
      <pc:sldChg chg="del">
        <pc:chgData name="Jenkins NS" userId="8bdba4d2-1367-40cf-ad35-f59b31261896" providerId="ADAL" clId="{35087783-BA59-4BF9-AF06-0D08442361EA}" dt="2026-10-22T20:54:52.392" v="0" actId="47"/>
        <pc:sldMkLst>
          <pc:docMk/>
          <pc:sldMk cId="254325681" sldId="10819"/>
        </pc:sldMkLst>
      </pc:sldChg>
      <pc:sldChg chg="del">
        <pc:chgData name="Jenkins NS" userId="8bdba4d2-1367-40cf-ad35-f59b31261896" providerId="ADAL" clId="{35087783-BA59-4BF9-AF06-0D08442361EA}" dt="2026-10-22T20:54:52.392" v="0" actId="47"/>
        <pc:sldMkLst>
          <pc:docMk/>
          <pc:sldMk cId="220853581" sldId="2076136495"/>
        </pc:sldMkLst>
      </pc:sldChg>
      <pc:sldChg chg="del">
        <pc:chgData name="Jenkins NS" userId="8bdba4d2-1367-40cf-ad35-f59b31261896" providerId="ADAL" clId="{35087783-BA59-4BF9-AF06-0D08442361EA}" dt="2026-10-22T20:54:52.392" v="0" actId="47"/>
        <pc:sldMkLst>
          <pc:docMk/>
          <pc:sldMk cId="3937804750" sldId="2076136496"/>
        </pc:sldMkLst>
      </pc:sldChg>
      <pc:sldChg chg="del">
        <pc:chgData name="Jenkins NS" userId="8bdba4d2-1367-40cf-ad35-f59b31261896" providerId="ADAL" clId="{35087783-BA59-4BF9-AF06-0D08442361EA}" dt="2026-10-22T20:54:52.392" v="0" actId="47"/>
        <pc:sldMkLst>
          <pc:docMk/>
          <pc:sldMk cId="0" sldId="2147479594"/>
        </pc:sldMkLst>
      </pc:sldChg>
      <pc:sldChg chg="del">
        <pc:chgData name="Jenkins NS" userId="8bdba4d2-1367-40cf-ad35-f59b31261896" providerId="ADAL" clId="{35087783-BA59-4BF9-AF06-0D08442361EA}" dt="2026-10-22T20:54:52.392" v="0" actId="47"/>
        <pc:sldMkLst>
          <pc:docMk/>
          <pc:sldMk cId="2017300280" sldId="2147479599"/>
        </pc:sldMkLst>
      </pc:sldChg>
      <pc:sldChg chg="del">
        <pc:chgData name="Jenkins NS" userId="8bdba4d2-1367-40cf-ad35-f59b31261896" providerId="ADAL" clId="{35087783-BA59-4BF9-AF06-0D08442361EA}" dt="2026-10-22T20:54:52.392" v="0" actId="47"/>
        <pc:sldMkLst>
          <pc:docMk/>
          <pc:sldMk cId="1525641040" sldId="2147479603"/>
        </pc:sldMkLst>
      </pc:sldChg>
      <pc:sldMasterChg chg="delSldLayout">
        <pc:chgData name="Jenkins NS" userId="8bdba4d2-1367-40cf-ad35-f59b31261896" providerId="ADAL" clId="{35087783-BA59-4BF9-AF06-0D08442361EA}" dt="2026-10-22T20:54:52.392" v="0" actId="47"/>
        <pc:sldMasterMkLst>
          <pc:docMk/>
          <pc:sldMasterMk cId="2494316984" sldId="2147483684"/>
        </pc:sldMasterMkLst>
        <pc:sldLayoutChg chg="del">
          <pc:chgData name="Jenkins NS" userId="8bdba4d2-1367-40cf-ad35-f59b31261896" providerId="ADAL" clId="{35087783-BA59-4BF9-AF06-0D08442361EA}" dt="2026-10-22T20:54:52.392" v="0" actId="47"/>
          <pc:sldLayoutMkLst>
            <pc:docMk/>
            <pc:sldMasterMk cId="2494316984" sldId="2147483684"/>
            <pc:sldLayoutMk cId="2641358860" sldId="2147483688"/>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274860342" sldId="2147483689"/>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1877322716" sldId="2147483690"/>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2466656009" sldId="2147483691"/>
          </pc:sldLayoutMkLst>
        </pc:sldLayoutChg>
        <pc:sldLayoutChg chg="del">
          <pc:chgData name="Jenkins NS" userId="8bdba4d2-1367-40cf-ad35-f59b31261896" providerId="ADAL" clId="{35087783-BA59-4BF9-AF06-0D08442361EA}" dt="2026-10-22T20:54:52.392" v="0" actId="47"/>
          <pc:sldLayoutMkLst>
            <pc:docMk/>
            <pc:sldMasterMk cId="2494316984" sldId="2147483684"/>
            <pc:sldLayoutMk cId="3392665190" sldId="2147483692"/>
          </pc:sldLayoutMkLst>
        </pc:sldLayoutChg>
      </pc:sldMasterChg>
    </pc:docChg>
  </pc:docChgLst>
  <pc:docChgLst>
    <pc:chgData name="Jenkins NS" userId="8bdba4d2-1367-40cf-ad35-f59b31261896" providerId="ADAL" clId="{9CA5B4A4-5CBA-44FB-892E-4FF6AFE4FD03}"/>
    <pc:docChg chg="custSel addSld modSld">
      <pc:chgData name="Jenkins NS" userId="8bdba4d2-1367-40cf-ad35-f59b31261896" providerId="ADAL" clId="{9CA5B4A4-5CBA-44FB-892E-4FF6AFE4FD03}" dt="2026-10-23T06:11:10.516" v="15"/>
      <pc:docMkLst>
        <pc:docMk/>
      </pc:docMkLst>
      <pc:sldChg chg="delSp add mod">
        <pc:chgData name="Jenkins NS" userId="8bdba4d2-1367-40cf-ad35-f59b31261896" providerId="ADAL" clId="{9CA5B4A4-5CBA-44FB-892E-4FF6AFE4FD03}" dt="2026-10-23T06:10:16.138" v="8" actId="478"/>
        <pc:sldMkLst>
          <pc:docMk/>
          <pc:sldMk cId="0" sldId="257"/>
        </pc:sldMkLst>
        <pc:spChg chg="del">
          <ac:chgData name="Jenkins NS" userId="8bdba4d2-1367-40cf-ad35-f59b31261896" providerId="ADAL" clId="{9CA5B4A4-5CBA-44FB-892E-4FF6AFE4FD03}" dt="2026-10-23T06:10:16.138" v="8" actId="478"/>
          <ac:spMkLst>
            <pc:docMk/>
            <pc:sldMk cId="0" sldId="257"/>
            <ac:spMk id="12" creationId="{00000000-0000-0000-0000-000000000000}"/>
          </ac:spMkLst>
        </pc:spChg>
      </pc:sldChg>
      <pc:sldChg chg="delSp modSp add mod">
        <pc:chgData name="Jenkins NS" userId="8bdba4d2-1367-40cf-ad35-f59b31261896" providerId="ADAL" clId="{9CA5B4A4-5CBA-44FB-892E-4FF6AFE4FD03}" dt="2026-10-23T06:10:20.224" v="10" actId="478"/>
        <pc:sldMkLst>
          <pc:docMk/>
          <pc:sldMk cId="0" sldId="258"/>
        </pc:sldMkLst>
        <pc:spChg chg="del mod">
          <ac:chgData name="Jenkins NS" userId="8bdba4d2-1367-40cf-ad35-f59b31261896" providerId="ADAL" clId="{9CA5B4A4-5CBA-44FB-892E-4FF6AFE4FD03}" dt="2026-10-23T06:10:20.224" v="10" actId="478"/>
          <ac:spMkLst>
            <pc:docMk/>
            <pc:sldMk cId="0" sldId="258"/>
            <ac:spMk id="15" creationId="{00000000-0000-0000-0000-000000000000}"/>
          </ac:spMkLst>
        </pc:spChg>
      </pc:sldChg>
      <pc:sldChg chg="delSp add mod">
        <pc:chgData name="Jenkins NS" userId="8bdba4d2-1367-40cf-ad35-f59b31261896" providerId="ADAL" clId="{9CA5B4A4-5CBA-44FB-892E-4FF6AFE4FD03}" dt="2026-10-23T06:10:22.540" v="11" actId="478"/>
        <pc:sldMkLst>
          <pc:docMk/>
          <pc:sldMk cId="0" sldId="259"/>
        </pc:sldMkLst>
        <pc:spChg chg="del">
          <ac:chgData name="Jenkins NS" userId="8bdba4d2-1367-40cf-ad35-f59b31261896" providerId="ADAL" clId="{9CA5B4A4-5CBA-44FB-892E-4FF6AFE4FD03}" dt="2026-10-23T06:10:22.540" v="11" actId="478"/>
          <ac:spMkLst>
            <pc:docMk/>
            <pc:sldMk cId="0" sldId="259"/>
            <ac:spMk id="15" creationId="{00000000-0000-0000-0000-000000000000}"/>
          </ac:spMkLst>
        </pc:spChg>
      </pc:sldChg>
      <pc:sldChg chg="delSp add mod">
        <pc:chgData name="Jenkins NS" userId="8bdba4d2-1367-40cf-ad35-f59b31261896" providerId="ADAL" clId="{9CA5B4A4-5CBA-44FB-892E-4FF6AFE4FD03}" dt="2026-10-23T06:10:24.757" v="12" actId="478"/>
        <pc:sldMkLst>
          <pc:docMk/>
          <pc:sldMk cId="0" sldId="260"/>
        </pc:sldMkLst>
        <pc:spChg chg="del">
          <ac:chgData name="Jenkins NS" userId="8bdba4d2-1367-40cf-ad35-f59b31261896" providerId="ADAL" clId="{9CA5B4A4-5CBA-44FB-892E-4FF6AFE4FD03}" dt="2026-10-23T06:10:24.757" v="12" actId="478"/>
          <ac:spMkLst>
            <pc:docMk/>
            <pc:sldMk cId="0" sldId="260"/>
            <ac:spMk id="12" creationId="{00000000-0000-0000-0000-000000000000}"/>
          </ac:spMkLst>
        </pc:spChg>
      </pc:sldChg>
      <pc:sldChg chg="delSp add mod">
        <pc:chgData name="Jenkins NS" userId="8bdba4d2-1367-40cf-ad35-f59b31261896" providerId="ADAL" clId="{9CA5B4A4-5CBA-44FB-892E-4FF6AFE4FD03}" dt="2026-10-23T06:10:28.548" v="13" actId="478"/>
        <pc:sldMkLst>
          <pc:docMk/>
          <pc:sldMk cId="0" sldId="261"/>
        </pc:sldMkLst>
        <pc:spChg chg="del">
          <ac:chgData name="Jenkins NS" userId="8bdba4d2-1367-40cf-ad35-f59b31261896" providerId="ADAL" clId="{9CA5B4A4-5CBA-44FB-892E-4FF6AFE4FD03}" dt="2026-10-23T06:10:28.548" v="13" actId="478"/>
          <ac:spMkLst>
            <pc:docMk/>
            <pc:sldMk cId="0" sldId="261"/>
            <ac:spMk id="15" creationId="{00000000-0000-0000-0000-000000000000}"/>
          </ac:spMkLst>
        </pc:spChg>
      </pc:sldChg>
      <pc:sldChg chg="delSp add mod">
        <pc:chgData name="Jenkins NS" userId="8bdba4d2-1367-40cf-ad35-f59b31261896" providerId="ADAL" clId="{9CA5B4A4-5CBA-44FB-892E-4FF6AFE4FD03}" dt="2026-10-23T06:10:33.831" v="14" actId="478"/>
        <pc:sldMkLst>
          <pc:docMk/>
          <pc:sldMk cId="0" sldId="262"/>
        </pc:sldMkLst>
        <pc:spChg chg="del">
          <ac:chgData name="Jenkins NS" userId="8bdba4d2-1367-40cf-ad35-f59b31261896" providerId="ADAL" clId="{9CA5B4A4-5CBA-44FB-892E-4FF6AFE4FD03}" dt="2026-10-23T06:10:33.831" v="14" actId="478"/>
          <ac:spMkLst>
            <pc:docMk/>
            <pc:sldMk cId="0" sldId="262"/>
            <ac:spMk id="13" creationId="{00000000-0000-0000-0000-000000000000}"/>
          </ac:spMkLst>
        </pc:spChg>
      </pc:sldChg>
      <pc:sldChg chg="add">
        <pc:chgData name="Jenkins NS" userId="8bdba4d2-1367-40cf-ad35-f59b31261896" providerId="ADAL" clId="{9CA5B4A4-5CBA-44FB-892E-4FF6AFE4FD03}" dt="2026-10-23T06:11:10.516" v="15"/>
        <pc:sldMkLst>
          <pc:docMk/>
          <pc:sldMk cId="119521541" sldId="2142533486"/>
        </pc:sldMkLst>
      </pc:sldChg>
      <pc:sldChg chg="add">
        <pc:chgData name="Jenkins NS" userId="8bdba4d2-1367-40cf-ad35-f59b31261896" providerId="ADAL" clId="{9CA5B4A4-5CBA-44FB-892E-4FF6AFE4FD03}" dt="2026-10-23T06:11:10.516" v="15"/>
        <pc:sldMkLst>
          <pc:docMk/>
          <pc:sldMk cId="3669039092" sldId="2142533487"/>
        </pc:sldMkLst>
      </pc:sldChg>
      <pc:sldChg chg="add">
        <pc:chgData name="Jenkins NS" userId="8bdba4d2-1367-40cf-ad35-f59b31261896" providerId="ADAL" clId="{9CA5B4A4-5CBA-44FB-892E-4FF6AFE4FD03}" dt="2026-10-23T06:11:10.516" v="15"/>
        <pc:sldMkLst>
          <pc:docMk/>
          <pc:sldMk cId="3286083230" sldId="2142533488"/>
        </pc:sldMkLst>
      </pc:sldChg>
      <pc:sldChg chg="add">
        <pc:chgData name="Jenkins NS" userId="8bdba4d2-1367-40cf-ad35-f59b31261896" providerId="ADAL" clId="{9CA5B4A4-5CBA-44FB-892E-4FF6AFE4FD03}" dt="2026-10-23T06:11:10.516" v="15"/>
        <pc:sldMkLst>
          <pc:docMk/>
          <pc:sldMk cId="1554903725" sldId="2142533489"/>
        </pc:sldMkLst>
      </pc:sldChg>
      <pc:sldChg chg="add">
        <pc:chgData name="Jenkins NS" userId="8bdba4d2-1367-40cf-ad35-f59b31261896" providerId="ADAL" clId="{9CA5B4A4-5CBA-44FB-892E-4FF6AFE4FD03}" dt="2026-10-23T06:11:10.516" v="15"/>
        <pc:sldMkLst>
          <pc:docMk/>
          <pc:sldMk cId="3691449362" sldId="2142533490"/>
        </pc:sldMkLst>
      </pc:sldChg>
      <pc:sldChg chg="add">
        <pc:chgData name="Jenkins NS" userId="8bdba4d2-1367-40cf-ad35-f59b31261896" providerId="ADAL" clId="{9CA5B4A4-5CBA-44FB-892E-4FF6AFE4FD03}" dt="2026-10-23T06:11:10.516" v="15"/>
        <pc:sldMkLst>
          <pc:docMk/>
          <pc:sldMk cId="293753935" sldId="2142533492"/>
        </pc:sldMkLst>
      </pc:sldChg>
      <pc:sldChg chg="modSp mod">
        <pc:chgData name="Jenkins NS" userId="8bdba4d2-1367-40cf-ad35-f59b31261896" providerId="ADAL" clId="{9CA5B4A4-5CBA-44FB-892E-4FF6AFE4FD03}" dt="2026-10-23T06:08:39.038" v="6" actId="20577"/>
        <pc:sldMkLst>
          <pc:docMk/>
          <pc:sldMk cId="3585144251" sldId="2147479602"/>
        </pc:sldMkLst>
        <pc:spChg chg="mod">
          <ac:chgData name="Jenkins NS" userId="8bdba4d2-1367-40cf-ad35-f59b31261896" providerId="ADAL" clId="{9CA5B4A4-5CBA-44FB-892E-4FF6AFE4FD03}" dt="2026-10-23T06:08:39.038" v="6" actId="20577"/>
          <ac:spMkLst>
            <pc:docMk/>
            <pc:sldMk cId="3585144251" sldId="2147479602"/>
            <ac:spMk id="5" creationId="{C5C36B88-BDFD-29D8-DA60-E1A871D76BCB}"/>
          </ac:spMkLst>
        </pc:spChg>
      </pc:sldChg>
    </pc:docChg>
  </pc:docChgLst>
  <pc:docChgLst>
    <pc:chgData name="Jenkins NS" userId="8bdba4d2-1367-40cf-ad35-f59b31261896" providerId="ADAL" clId="{86BB08CA-B7A6-4B56-B251-75270BF6414D}"/>
    <pc:docChg chg="undo custSel addSld delSld modSld delMainMaster">
      <pc:chgData name="Jenkins NS" userId="8bdba4d2-1367-40cf-ad35-f59b31261896" providerId="ADAL" clId="{86BB08CA-B7A6-4B56-B251-75270BF6414D}" dt="2026-10-23T05:54:17.275" v="56" actId="207"/>
      <pc:docMkLst>
        <pc:docMk/>
      </pc:docMkLst>
      <pc:sldChg chg="delSp add mod setBg">
        <pc:chgData name="Jenkins NS" userId="8bdba4d2-1367-40cf-ad35-f59b31261896" providerId="ADAL" clId="{86BB08CA-B7A6-4B56-B251-75270BF6414D}" dt="2026-10-23T05:48:10.230" v="8" actId="478"/>
        <pc:sldMkLst>
          <pc:docMk/>
          <pc:sldMk cId="0" sldId="258"/>
        </pc:sldMkLst>
        <pc:spChg chg="del">
          <ac:chgData name="Jenkins NS" userId="8bdba4d2-1367-40cf-ad35-f59b31261896" providerId="ADAL" clId="{86BB08CA-B7A6-4B56-B251-75270BF6414D}" dt="2026-10-23T05:48:10.230" v="8" actId="478"/>
          <ac:spMkLst>
            <pc:docMk/>
            <pc:sldMk cId="0" sldId="258"/>
            <ac:spMk id="17" creationId="{00000000-0000-0000-0000-000000000000}"/>
          </ac:spMkLst>
        </pc:spChg>
      </pc:sldChg>
      <pc:sldChg chg="delSp add mod setBg">
        <pc:chgData name="Jenkins NS" userId="8bdba4d2-1367-40cf-ad35-f59b31261896" providerId="ADAL" clId="{86BB08CA-B7A6-4B56-B251-75270BF6414D}" dt="2026-10-23T05:48:17.686" v="9" actId="478"/>
        <pc:sldMkLst>
          <pc:docMk/>
          <pc:sldMk cId="0" sldId="259"/>
        </pc:sldMkLst>
        <pc:spChg chg="del">
          <ac:chgData name="Jenkins NS" userId="8bdba4d2-1367-40cf-ad35-f59b31261896" providerId="ADAL" clId="{86BB08CA-B7A6-4B56-B251-75270BF6414D}" dt="2026-10-23T05:48:17.686" v="9" actId="478"/>
          <ac:spMkLst>
            <pc:docMk/>
            <pc:sldMk cId="0" sldId="259"/>
            <ac:spMk id="28" creationId="{00000000-0000-0000-0000-000000000000}"/>
          </ac:spMkLst>
        </pc:spChg>
      </pc:sldChg>
      <pc:sldChg chg="delSp modSp add mod setBg">
        <pc:chgData name="Jenkins NS" userId="8bdba4d2-1367-40cf-ad35-f59b31261896" providerId="ADAL" clId="{86BB08CA-B7A6-4B56-B251-75270BF6414D}" dt="2026-10-23T05:54:17.275" v="56" actId="207"/>
        <pc:sldMkLst>
          <pc:docMk/>
          <pc:sldMk cId="0" sldId="260"/>
        </pc:sldMkLst>
        <pc:spChg chg="mod">
          <ac:chgData name="Jenkins NS" userId="8bdba4d2-1367-40cf-ad35-f59b31261896" providerId="ADAL" clId="{86BB08CA-B7A6-4B56-B251-75270BF6414D}" dt="2026-10-23T05:54:17.275" v="56" actId="207"/>
          <ac:spMkLst>
            <pc:docMk/>
            <pc:sldMk cId="0" sldId="260"/>
            <ac:spMk id="3" creationId="{00000000-0000-0000-0000-000000000000}"/>
          </ac:spMkLst>
        </pc:spChg>
        <pc:spChg chg="del">
          <ac:chgData name="Jenkins NS" userId="8bdba4d2-1367-40cf-ad35-f59b31261896" providerId="ADAL" clId="{86BB08CA-B7A6-4B56-B251-75270BF6414D}" dt="2026-10-23T05:48:25.294" v="10" actId="478"/>
          <ac:spMkLst>
            <pc:docMk/>
            <pc:sldMk cId="0" sldId="260"/>
            <ac:spMk id="11" creationId="{00000000-0000-0000-0000-000000000000}"/>
          </ac:spMkLst>
        </pc:spChg>
      </pc:sldChg>
      <pc:sldChg chg="delSp modSp add mod setBg">
        <pc:chgData name="Jenkins NS" userId="8bdba4d2-1367-40cf-ad35-f59b31261896" providerId="ADAL" clId="{86BB08CA-B7A6-4B56-B251-75270BF6414D}" dt="2026-10-23T05:54:13.639" v="55" actId="207"/>
        <pc:sldMkLst>
          <pc:docMk/>
          <pc:sldMk cId="0" sldId="261"/>
        </pc:sldMkLst>
        <pc:spChg chg="mod">
          <ac:chgData name="Jenkins NS" userId="8bdba4d2-1367-40cf-ad35-f59b31261896" providerId="ADAL" clId="{86BB08CA-B7A6-4B56-B251-75270BF6414D}" dt="2026-10-23T05:54:13.639" v="55" actId="207"/>
          <ac:spMkLst>
            <pc:docMk/>
            <pc:sldMk cId="0" sldId="261"/>
            <ac:spMk id="3" creationId="{00000000-0000-0000-0000-000000000000}"/>
          </ac:spMkLst>
        </pc:spChg>
        <pc:spChg chg="del">
          <ac:chgData name="Jenkins NS" userId="8bdba4d2-1367-40cf-ad35-f59b31261896" providerId="ADAL" clId="{86BB08CA-B7A6-4B56-B251-75270BF6414D}" dt="2026-10-23T05:48:33.785" v="11" actId="478"/>
          <ac:spMkLst>
            <pc:docMk/>
            <pc:sldMk cId="0" sldId="261"/>
            <ac:spMk id="20" creationId="{00000000-0000-0000-0000-000000000000}"/>
          </ac:spMkLst>
        </pc:spChg>
      </pc:sldChg>
      <pc:sldChg chg="delSp modSp add mod setBg">
        <pc:chgData name="Jenkins NS" userId="8bdba4d2-1367-40cf-ad35-f59b31261896" providerId="ADAL" clId="{86BB08CA-B7A6-4B56-B251-75270BF6414D}" dt="2026-10-23T05:54:10.570" v="54" actId="207"/>
        <pc:sldMkLst>
          <pc:docMk/>
          <pc:sldMk cId="0" sldId="262"/>
        </pc:sldMkLst>
        <pc:spChg chg="mod">
          <ac:chgData name="Jenkins NS" userId="8bdba4d2-1367-40cf-ad35-f59b31261896" providerId="ADAL" clId="{86BB08CA-B7A6-4B56-B251-75270BF6414D}" dt="2026-10-23T05:54:10.570" v="54" actId="207"/>
          <ac:spMkLst>
            <pc:docMk/>
            <pc:sldMk cId="0" sldId="262"/>
            <ac:spMk id="3" creationId="{00000000-0000-0000-0000-000000000000}"/>
          </ac:spMkLst>
        </pc:spChg>
        <pc:spChg chg="del">
          <ac:chgData name="Jenkins NS" userId="8bdba4d2-1367-40cf-ad35-f59b31261896" providerId="ADAL" clId="{86BB08CA-B7A6-4B56-B251-75270BF6414D}" dt="2026-10-23T05:48:39.843" v="12" actId="478"/>
          <ac:spMkLst>
            <pc:docMk/>
            <pc:sldMk cId="0" sldId="262"/>
            <ac:spMk id="10" creationId="{00000000-0000-0000-0000-000000000000}"/>
          </ac:spMkLst>
        </pc:spChg>
      </pc:sldChg>
      <pc:sldChg chg="delSp modSp add mod setBg">
        <pc:chgData name="Jenkins NS" userId="8bdba4d2-1367-40cf-ad35-f59b31261896" providerId="ADAL" clId="{86BB08CA-B7A6-4B56-B251-75270BF6414D}" dt="2026-10-23T05:54:06.931" v="53" actId="207"/>
        <pc:sldMkLst>
          <pc:docMk/>
          <pc:sldMk cId="0" sldId="263"/>
        </pc:sldMkLst>
        <pc:spChg chg="mod">
          <ac:chgData name="Jenkins NS" userId="8bdba4d2-1367-40cf-ad35-f59b31261896" providerId="ADAL" clId="{86BB08CA-B7A6-4B56-B251-75270BF6414D}" dt="2026-10-23T05:49:07.208" v="17" actId="108"/>
          <ac:spMkLst>
            <pc:docMk/>
            <pc:sldMk cId="0" sldId="263"/>
            <ac:spMk id="2" creationId="{00000000-0000-0000-0000-000000000000}"/>
          </ac:spMkLst>
        </pc:spChg>
        <pc:spChg chg="mod">
          <ac:chgData name="Jenkins NS" userId="8bdba4d2-1367-40cf-ad35-f59b31261896" providerId="ADAL" clId="{86BB08CA-B7A6-4B56-B251-75270BF6414D}" dt="2026-10-23T05:54:06.931" v="53" actId="207"/>
          <ac:spMkLst>
            <pc:docMk/>
            <pc:sldMk cId="0" sldId="263"/>
            <ac:spMk id="3" creationId="{00000000-0000-0000-0000-000000000000}"/>
          </ac:spMkLst>
        </pc:spChg>
        <pc:spChg chg="mod">
          <ac:chgData name="Jenkins NS" userId="8bdba4d2-1367-40cf-ad35-f59b31261896" providerId="ADAL" clId="{86BB08CA-B7A6-4B56-B251-75270BF6414D}" dt="2026-10-23T05:49:02.112" v="16" actId="108"/>
          <ac:spMkLst>
            <pc:docMk/>
            <pc:sldMk cId="0" sldId="263"/>
            <ac:spMk id="18" creationId="{00000000-0000-0000-0000-000000000000}"/>
          </ac:spMkLst>
        </pc:spChg>
        <pc:spChg chg="del">
          <ac:chgData name="Jenkins NS" userId="8bdba4d2-1367-40cf-ad35-f59b31261896" providerId="ADAL" clId="{86BB08CA-B7A6-4B56-B251-75270BF6414D}" dt="2026-10-23T05:48:43.698" v="13" actId="478"/>
          <ac:spMkLst>
            <pc:docMk/>
            <pc:sldMk cId="0" sldId="263"/>
            <ac:spMk id="19" creationId="{00000000-0000-0000-0000-000000000000}"/>
          </ac:spMkLst>
        </pc:spChg>
      </pc:sldChg>
      <pc:sldChg chg="delSp add mod setBg">
        <pc:chgData name="Jenkins NS" userId="8bdba4d2-1367-40cf-ad35-f59b31261896" providerId="ADAL" clId="{86BB08CA-B7A6-4B56-B251-75270BF6414D}" dt="2026-10-23T05:49:14.672" v="18" actId="478"/>
        <pc:sldMkLst>
          <pc:docMk/>
          <pc:sldMk cId="0" sldId="264"/>
        </pc:sldMkLst>
        <pc:spChg chg="del">
          <ac:chgData name="Jenkins NS" userId="8bdba4d2-1367-40cf-ad35-f59b31261896" providerId="ADAL" clId="{86BB08CA-B7A6-4B56-B251-75270BF6414D}" dt="2026-10-23T05:49:14.672" v="18" actId="478"/>
          <ac:spMkLst>
            <pc:docMk/>
            <pc:sldMk cId="0" sldId="264"/>
            <ac:spMk id="6" creationId="{00000000-0000-0000-0000-000000000000}"/>
          </ac:spMkLst>
        </pc:spChg>
      </pc:sldChg>
      <pc:sldChg chg="delSp modSp add mod setBg">
        <pc:chgData name="Jenkins NS" userId="8bdba4d2-1367-40cf-ad35-f59b31261896" providerId="ADAL" clId="{86BB08CA-B7A6-4B56-B251-75270BF6414D}" dt="2026-10-23T05:54:03.219" v="52" actId="207"/>
        <pc:sldMkLst>
          <pc:docMk/>
          <pc:sldMk cId="0" sldId="265"/>
        </pc:sldMkLst>
        <pc:spChg chg="mod">
          <ac:chgData name="Jenkins NS" userId="8bdba4d2-1367-40cf-ad35-f59b31261896" providerId="ADAL" clId="{86BB08CA-B7A6-4B56-B251-75270BF6414D}" dt="2026-10-23T05:54:03.219" v="52" actId="207"/>
          <ac:spMkLst>
            <pc:docMk/>
            <pc:sldMk cId="0" sldId="265"/>
            <ac:spMk id="3" creationId="{00000000-0000-0000-0000-000000000000}"/>
          </ac:spMkLst>
        </pc:spChg>
        <pc:spChg chg="del">
          <ac:chgData name="Jenkins NS" userId="8bdba4d2-1367-40cf-ad35-f59b31261896" providerId="ADAL" clId="{86BB08CA-B7A6-4B56-B251-75270BF6414D}" dt="2026-10-23T05:49:20.083" v="19" actId="478"/>
          <ac:spMkLst>
            <pc:docMk/>
            <pc:sldMk cId="0" sldId="265"/>
            <ac:spMk id="32" creationId="{00000000-0000-0000-0000-000000000000}"/>
          </ac:spMkLst>
        </pc:spChg>
      </pc:sldChg>
      <pc:sldChg chg="del">
        <pc:chgData name="Jenkins NS" userId="8bdba4d2-1367-40cf-ad35-f59b31261896" providerId="ADAL" clId="{86BB08CA-B7A6-4B56-B251-75270BF6414D}" dt="2026-10-23T05:31:21.916" v="0" actId="47"/>
        <pc:sldMkLst>
          <pc:docMk/>
          <pc:sldMk cId="2361673258" sldId="265"/>
        </pc:sldMkLst>
      </pc:sldChg>
      <pc:sldChg chg="delSp modSp add mod setBg">
        <pc:chgData name="Jenkins NS" userId="8bdba4d2-1367-40cf-ad35-f59b31261896" providerId="ADAL" clId="{86BB08CA-B7A6-4B56-B251-75270BF6414D}" dt="2026-10-23T05:53:58.991" v="51" actId="207"/>
        <pc:sldMkLst>
          <pc:docMk/>
          <pc:sldMk cId="0" sldId="266"/>
        </pc:sldMkLst>
        <pc:spChg chg="mod">
          <ac:chgData name="Jenkins NS" userId="8bdba4d2-1367-40cf-ad35-f59b31261896" providerId="ADAL" clId="{86BB08CA-B7A6-4B56-B251-75270BF6414D}" dt="2026-10-23T05:53:58.991" v="51" actId="207"/>
          <ac:spMkLst>
            <pc:docMk/>
            <pc:sldMk cId="0" sldId="266"/>
            <ac:spMk id="2" creationId="{00000000-0000-0000-0000-000000000000}"/>
          </ac:spMkLst>
        </pc:spChg>
        <pc:spChg chg="mod">
          <ac:chgData name="Jenkins NS" userId="8bdba4d2-1367-40cf-ad35-f59b31261896" providerId="ADAL" clId="{86BB08CA-B7A6-4B56-B251-75270BF6414D}" dt="2026-10-23T05:53:54.104" v="50" actId="207"/>
          <ac:spMkLst>
            <pc:docMk/>
            <pc:sldMk cId="0" sldId="266"/>
            <ac:spMk id="3" creationId="{00000000-0000-0000-0000-000000000000}"/>
          </ac:spMkLst>
        </pc:spChg>
        <pc:spChg chg="del">
          <ac:chgData name="Jenkins NS" userId="8bdba4d2-1367-40cf-ad35-f59b31261896" providerId="ADAL" clId="{86BB08CA-B7A6-4B56-B251-75270BF6414D}" dt="2026-10-23T05:49:28.135" v="20" actId="478"/>
          <ac:spMkLst>
            <pc:docMk/>
            <pc:sldMk cId="0" sldId="266"/>
            <ac:spMk id="32" creationId="{00000000-0000-0000-0000-000000000000}"/>
          </ac:spMkLst>
        </pc:spChg>
      </pc:sldChg>
      <pc:sldChg chg="delSp add del mod setBg">
        <pc:chgData name="Jenkins NS" userId="8bdba4d2-1367-40cf-ad35-f59b31261896" providerId="ADAL" clId="{86BB08CA-B7A6-4B56-B251-75270BF6414D}" dt="2026-10-23T05:50:05.767" v="22" actId="47"/>
        <pc:sldMkLst>
          <pc:docMk/>
          <pc:sldMk cId="0" sldId="267"/>
        </pc:sldMkLst>
        <pc:spChg chg="del">
          <ac:chgData name="Jenkins NS" userId="8bdba4d2-1367-40cf-ad35-f59b31261896" providerId="ADAL" clId="{86BB08CA-B7A6-4B56-B251-75270BF6414D}" dt="2026-10-23T05:49:37.110" v="21" actId="478"/>
          <ac:spMkLst>
            <pc:docMk/>
            <pc:sldMk cId="0" sldId="267"/>
            <ac:spMk id="14" creationId="{00000000-0000-0000-0000-000000000000}"/>
          </ac:spMkLst>
        </pc:spChg>
      </pc:sldChg>
      <pc:sldChg chg="delSp modSp add mod setBg">
        <pc:chgData name="Jenkins NS" userId="8bdba4d2-1367-40cf-ad35-f59b31261896" providerId="ADAL" clId="{86BB08CA-B7A6-4B56-B251-75270BF6414D}" dt="2026-10-23T05:53:49.507" v="49" actId="207"/>
        <pc:sldMkLst>
          <pc:docMk/>
          <pc:sldMk cId="0" sldId="268"/>
        </pc:sldMkLst>
        <pc:spChg chg="mod">
          <ac:chgData name="Jenkins NS" userId="8bdba4d2-1367-40cf-ad35-f59b31261896" providerId="ADAL" clId="{86BB08CA-B7A6-4B56-B251-75270BF6414D}" dt="2026-10-23T05:53:49.507" v="49" actId="207"/>
          <ac:spMkLst>
            <pc:docMk/>
            <pc:sldMk cId="0" sldId="268"/>
            <ac:spMk id="3" creationId="{00000000-0000-0000-0000-000000000000}"/>
          </ac:spMkLst>
        </pc:spChg>
        <pc:spChg chg="del">
          <ac:chgData name="Jenkins NS" userId="8bdba4d2-1367-40cf-ad35-f59b31261896" providerId="ADAL" clId="{86BB08CA-B7A6-4B56-B251-75270BF6414D}" dt="2026-10-23T05:50:08.643" v="23" actId="478"/>
          <ac:spMkLst>
            <pc:docMk/>
            <pc:sldMk cId="0" sldId="268"/>
            <ac:spMk id="29" creationId="{00000000-0000-0000-0000-000000000000}"/>
          </ac:spMkLst>
        </pc:spChg>
      </pc:sldChg>
      <pc:sldChg chg="delSp modSp add mod setBg">
        <pc:chgData name="Jenkins NS" userId="8bdba4d2-1367-40cf-ad35-f59b31261896" providerId="ADAL" clId="{86BB08CA-B7A6-4B56-B251-75270BF6414D}" dt="2026-10-23T05:53:46.557" v="48" actId="207"/>
        <pc:sldMkLst>
          <pc:docMk/>
          <pc:sldMk cId="0" sldId="269"/>
        </pc:sldMkLst>
        <pc:spChg chg="mod">
          <ac:chgData name="Jenkins NS" userId="8bdba4d2-1367-40cf-ad35-f59b31261896" providerId="ADAL" clId="{86BB08CA-B7A6-4B56-B251-75270BF6414D}" dt="2026-10-23T05:53:46.557" v="48" actId="207"/>
          <ac:spMkLst>
            <pc:docMk/>
            <pc:sldMk cId="0" sldId="269"/>
            <ac:spMk id="3" creationId="{00000000-0000-0000-0000-000000000000}"/>
          </ac:spMkLst>
        </pc:spChg>
        <pc:spChg chg="mod">
          <ac:chgData name="Jenkins NS" userId="8bdba4d2-1367-40cf-ad35-f59b31261896" providerId="ADAL" clId="{86BB08CA-B7A6-4B56-B251-75270BF6414D}" dt="2026-10-23T05:50:28.429" v="25" actId="33524"/>
          <ac:spMkLst>
            <pc:docMk/>
            <pc:sldMk cId="0" sldId="269"/>
            <ac:spMk id="13" creationId="{00000000-0000-0000-0000-000000000000}"/>
          </ac:spMkLst>
        </pc:spChg>
        <pc:spChg chg="del">
          <ac:chgData name="Jenkins NS" userId="8bdba4d2-1367-40cf-ad35-f59b31261896" providerId="ADAL" clId="{86BB08CA-B7A6-4B56-B251-75270BF6414D}" dt="2026-10-23T05:50:15.085" v="24" actId="478"/>
          <ac:spMkLst>
            <pc:docMk/>
            <pc:sldMk cId="0" sldId="269"/>
            <ac:spMk id="14" creationId="{00000000-0000-0000-0000-000000000000}"/>
          </ac:spMkLst>
        </pc:spChg>
      </pc:sldChg>
      <pc:sldChg chg="delSp modSp add mod setBg">
        <pc:chgData name="Jenkins NS" userId="8bdba4d2-1367-40cf-ad35-f59b31261896" providerId="ADAL" clId="{86BB08CA-B7A6-4B56-B251-75270BF6414D}" dt="2026-10-23T05:53:43.763" v="47" actId="207"/>
        <pc:sldMkLst>
          <pc:docMk/>
          <pc:sldMk cId="0" sldId="270"/>
        </pc:sldMkLst>
        <pc:spChg chg="mod">
          <ac:chgData name="Jenkins NS" userId="8bdba4d2-1367-40cf-ad35-f59b31261896" providerId="ADAL" clId="{86BB08CA-B7A6-4B56-B251-75270BF6414D}" dt="2026-10-23T05:53:43.763" v="47" actId="207"/>
          <ac:spMkLst>
            <pc:docMk/>
            <pc:sldMk cId="0" sldId="270"/>
            <ac:spMk id="3" creationId="{00000000-0000-0000-0000-000000000000}"/>
          </ac:spMkLst>
        </pc:spChg>
        <pc:spChg chg="del">
          <ac:chgData name="Jenkins NS" userId="8bdba4d2-1367-40cf-ad35-f59b31261896" providerId="ADAL" clId="{86BB08CA-B7A6-4B56-B251-75270BF6414D}" dt="2026-10-23T05:50:32.877" v="26" actId="478"/>
          <ac:spMkLst>
            <pc:docMk/>
            <pc:sldMk cId="0" sldId="270"/>
            <ac:spMk id="18" creationId="{00000000-0000-0000-0000-000000000000}"/>
          </ac:spMkLst>
        </pc:spChg>
      </pc:sldChg>
      <pc:sldChg chg="delSp modSp add mod setBg">
        <pc:chgData name="Jenkins NS" userId="8bdba4d2-1367-40cf-ad35-f59b31261896" providerId="ADAL" clId="{86BB08CA-B7A6-4B56-B251-75270BF6414D}" dt="2026-10-23T05:53:38.652" v="46" actId="207"/>
        <pc:sldMkLst>
          <pc:docMk/>
          <pc:sldMk cId="0" sldId="271"/>
        </pc:sldMkLst>
        <pc:spChg chg="mod">
          <ac:chgData name="Jenkins NS" userId="8bdba4d2-1367-40cf-ad35-f59b31261896" providerId="ADAL" clId="{86BB08CA-B7A6-4B56-B251-75270BF6414D}" dt="2026-10-23T05:53:38.652" v="46" actId="207"/>
          <ac:spMkLst>
            <pc:docMk/>
            <pc:sldMk cId="0" sldId="271"/>
            <ac:spMk id="3" creationId="{00000000-0000-0000-0000-000000000000}"/>
          </ac:spMkLst>
        </pc:spChg>
        <pc:spChg chg="del">
          <ac:chgData name="Jenkins NS" userId="8bdba4d2-1367-40cf-ad35-f59b31261896" providerId="ADAL" clId="{86BB08CA-B7A6-4B56-B251-75270BF6414D}" dt="2026-10-23T05:50:44.170" v="27" actId="478"/>
          <ac:spMkLst>
            <pc:docMk/>
            <pc:sldMk cId="0" sldId="271"/>
            <ac:spMk id="19" creationId="{00000000-0000-0000-0000-000000000000}"/>
          </ac:spMkLst>
        </pc:spChg>
      </pc:sldChg>
      <pc:sldChg chg="delSp modSp add mod setBg">
        <pc:chgData name="Jenkins NS" userId="8bdba4d2-1367-40cf-ad35-f59b31261896" providerId="ADAL" clId="{86BB08CA-B7A6-4B56-B251-75270BF6414D}" dt="2026-10-23T05:53:07.545" v="38" actId="207"/>
        <pc:sldMkLst>
          <pc:docMk/>
          <pc:sldMk cId="0" sldId="272"/>
        </pc:sldMkLst>
        <pc:spChg chg="mod">
          <ac:chgData name="Jenkins NS" userId="8bdba4d2-1367-40cf-ad35-f59b31261896" providerId="ADAL" clId="{86BB08CA-B7A6-4B56-B251-75270BF6414D}" dt="2026-10-23T05:53:07.545" v="38" actId="207"/>
          <ac:spMkLst>
            <pc:docMk/>
            <pc:sldMk cId="0" sldId="272"/>
            <ac:spMk id="3" creationId="{00000000-0000-0000-0000-000000000000}"/>
          </ac:spMkLst>
        </pc:spChg>
        <pc:spChg chg="mod">
          <ac:chgData name="Jenkins NS" userId="8bdba4d2-1367-40cf-ad35-f59b31261896" providerId="ADAL" clId="{86BB08CA-B7A6-4B56-B251-75270BF6414D}" dt="2026-10-23T05:52:38.597" v="37" actId="1076"/>
          <ac:spMkLst>
            <pc:docMk/>
            <pc:sldMk cId="0" sldId="272"/>
            <ac:spMk id="20" creationId="{00000000-0000-0000-0000-000000000000}"/>
          </ac:spMkLst>
        </pc:spChg>
        <pc:spChg chg="del">
          <ac:chgData name="Jenkins NS" userId="8bdba4d2-1367-40cf-ad35-f59b31261896" providerId="ADAL" clId="{86BB08CA-B7A6-4B56-B251-75270BF6414D}" dt="2026-10-23T05:50:50.598" v="28" actId="478"/>
          <ac:spMkLst>
            <pc:docMk/>
            <pc:sldMk cId="0" sldId="272"/>
            <ac:spMk id="25" creationId="{00000000-0000-0000-0000-000000000000}"/>
          </ac:spMkLst>
        </pc:spChg>
      </pc:sldChg>
      <pc:sldChg chg="delSp modSp add mod setBg">
        <pc:chgData name="Jenkins NS" userId="8bdba4d2-1367-40cf-ad35-f59b31261896" providerId="ADAL" clId="{86BB08CA-B7A6-4B56-B251-75270BF6414D}" dt="2026-10-23T05:53:33.467" v="45" actId="207"/>
        <pc:sldMkLst>
          <pc:docMk/>
          <pc:sldMk cId="0" sldId="273"/>
        </pc:sldMkLst>
        <pc:spChg chg="mod">
          <ac:chgData name="Jenkins NS" userId="8bdba4d2-1367-40cf-ad35-f59b31261896" providerId="ADAL" clId="{86BB08CA-B7A6-4B56-B251-75270BF6414D}" dt="2026-10-23T05:51:02.847" v="31" actId="27636"/>
          <ac:spMkLst>
            <pc:docMk/>
            <pc:sldMk cId="0" sldId="273"/>
            <ac:spMk id="2" creationId="{00000000-0000-0000-0000-000000000000}"/>
          </ac:spMkLst>
        </pc:spChg>
        <pc:spChg chg="mod">
          <ac:chgData name="Jenkins NS" userId="8bdba4d2-1367-40cf-ad35-f59b31261896" providerId="ADAL" clId="{86BB08CA-B7A6-4B56-B251-75270BF6414D}" dt="2026-10-23T05:53:33.467" v="45" actId="207"/>
          <ac:spMkLst>
            <pc:docMk/>
            <pc:sldMk cId="0" sldId="273"/>
            <ac:spMk id="3" creationId="{00000000-0000-0000-0000-000000000000}"/>
          </ac:spMkLst>
        </pc:spChg>
        <pc:spChg chg="mod">
          <ac:chgData name="Jenkins NS" userId="8bdba4d2-1367-40cf-ad35-f59b31261896" providerId="ADAL" clId="{86BB08CA-B7A6-4B56-B251-75270BF6414D}" dt="2026-10-23T05:50:59.916" v="29" actId="108"/>
          <ac:spMkLst>
            <pc:docMk/>
            <pc:sldMk cId="0" sldId="273"/>
            <ac:spMk id="13" creationId="{00000000-0000-0000-0000-000000000000}"/>
          </ac:spMkLst>
        </pc:spChg>
        <pc:spChg chg="del">
          <ac:chgData name="Jenkins NS" userId="8bdba4d2-1367-40cf-ad35-f59b31261896" providerId="ADAL" clId="{86BB08CA-B7A6-4B56-B251-75270BF6414D}" dt="2026-10-23T05:53:31.174" v="44" actId="478"/>
          <ac:spMkLst>
            <pc:docMk/>
            <pc:sldMk cId="0" sldId="273"/>
            <ac:spMk id="14" creationId="{00000000-0000-0000-0000-000000000000}"/>
          </ac:spMkLst>
        </pc:spChg>
      </pc:sldChg>
      <pc:sldChg chg="delSp modSp add mod setBg">
        <pc:chgData name="Jenkins NS" userId="8bdba4d2-1367-40cf-ad35-f59b31261896" providerId="ADAL" clId="{86BB08CA-B7A6-4B56-B251-75270BF6414D}" dt="2026-10-23T05:53:26.740" v="43" actId="478"/>
        <pc:sldMkLst>
          <pc:docMk/>
          <pc:sldMk cId="0" sldId="274"/>
        </pc:sldMkLst>
        <pc:spChg chg="mod">
          <ac:chgData name="Jenkins NS" userId="8bdba4d2-1367-40cf-ad35-f59b31261896" providerId="ADAL" clId="{86BB08CA-B7A6-4B56-B251-75270BF6414D}" dt="2026-10-23T05:53:24.140" v="42" actId="207"/>
          <ac:spMkLst>
            <pc:docMk/>
            <pc:sldMk cId="0" sldId="274"/>
            <ac:spMk id="3" creationId="{00000000-0000-0000-0000-000000000000}"/>
          </ac:spMkLst>
        </pc:spChg>
        <pc:spChg chg="del">
          <ac:chgData name="Jenkins NS" userId="8bdba4d2-1367-40cf-ad35-f59b31261896" providerId="ADAL" clId="{86BB08CA-B7A6-4B56-B251-75270BF6414D}" dt="2026-10-23T05:53:26.740" v="43" actId="478"/>
          <ac:spMkLst>
            <pc:docMk/>
            <pc:sldMk cId="0" sldId="274"/>
            <ac:spMk id="15" creationId="{00000000-0000-0000-0000-000000000000}"/>
          </ac:spMkLst>
        </pc:spChg>
      </pc:sldChg>
      <pc:sldChg chg="delSp modSp add mod setBg">
        <pc:chgData name="Jenkins NS" userId="8bdba4d2-1367-40cf-ad35-f59b31261896" providerId="ADAL" clId="{86BB08CA-B7A6-4B56-B251-75270BF6414D}" dt="2026-10-23T05:53:20.012" v="41" actId="207"/>
        <pc:sldMkLst>
          <pc:docMk/>
          <pc:sldMk cId="0" sldId="275"/>
        </pc:sldMkLst>
        <pc:spChg chg="mod">
          <ac:chgData name="Jenkins NS" userId="8bdba4d2-1367-40cf-ad35-f59b31261896" providerId="ADAL" clId="{86BB08CA-B7A6-4B56-B251-75270BF6414D}" dt="2026-10-23T05:53:20.012" v="41" actId="207"/>
          <ac:spMkLst>
            <pc:docMk/>
            <pc:sldMk cId="0" sldId="275"/>
            <ac:spMk id="2" creationId="{00000000-0000-0000-0000-000000000000}"/>
          </ac:spMkLst>
        </pc:spChg>
        <pc:spChg chg="mod">
          <ac:chgData name="Jenkins NS" userId="8bdba4d2-1367-40cf-ad35-f59b31261896" providerId="ADAL" clId="{86BB08CA-B7A6-4B56-B251-75270BF6414D}" dt="2026-10-23T05:53:16.758" v="40" actId="207"/>
          <ac:spMkLst>
            <pc:docMk/>
            <pc:sldMk cId="0" sldId="275"/>
            <ac:spMk id="3" creationId="{00000000-0000-0000-0000-000000000000}"/>
          </ac:spMkLst>
        </pc:spChg>
        <pc:spChg chg="del">
          <ac:chgData name="Jenkins NS" userId="8bdba4d2-1367-40cf-ad35-f59b31261896" providerId="ADAL" clId="{86BB08CA-B7A6-4B56-B251-75270BF6414D}" dt="2026-10-23T05:51:20.094" v="33" actId="478"/>
          <ac:spMkLst>
            <pc:docMk/>
            <pc:sldMk cId="0" sldId="275"/>
            <ac:spMk id="15" creationId="{00000000-0000-0000-0000-000000000000}"/>
          </ac:spMkLst>
        </pc:spChg>
      </pc:sldChg>
      <pc:sldChg chg="del">
        <pc:chgData name="Jenkins NS" userId="8bdba4d2-1367-40cf-ad35-f59b31261896" providerId="ADAL" clId="{86BB08CA-B7A6-4B56-B251-75270BF6414D}" dt="2026-10-23T05:31:21.916" v="0" actId="47"/>
        <pc:sldMkLst>
          <pc:docMk/>
          <pc:sldMk cId="1096705017" sldId="10341"/>
        </pc:sldMkLst>
      </pc:sldChg>
      <pc:sldChg chg="del">
        <pc:chgData name="Jenkins NS" userId="8bdba4d2-1367-40cf-ad35-f59b31261896" providerId="ADAL" clId="{86BB08CA-B7A6-4B56-B251-75270BF6414D}" dt="2026-10-23T05:31:21.916" v="0" actId="47"/>
        <pc:sldMkLst>
          <pc:docMk/>
          <pc:sldMk cId="2980580362" sldId="2076137821"/>
        </pc:sldMkLst>
      </pc:sldChg>
      <pc:sldChg chg="del">
        <pc:chgData name="Jenkins NS" userId="8bdba4d2-1367-40cf-ad35-f59b31261896" providerId="ADAL" clId="{86BB08CA-B7A6-4B56-B251-75270BF6414D}" dt="2026-10-23T05:31:21.916" v="0" actId="47"/>
        <pc:sldMkLst>
          <pc:docMk/>
          <pc:sldMk cId="847600138" sldId="2076137823"/>
        </pc:sldMkLst>
      </pc:sldChg>
      <pc:sldChg chg="del">
        <pc:chgData name="Jenkins NS" userId="8bdba4d2-1367-40cf-ad35-f59b31261896" providerId="ADAL" clId="{86BB08CA-B7A6-4B56-B251-75270BF6414D}" dt="2026-10-23T05:31:21.916" v="0" actId="47"/>
        <pc:sldMkLst>
          <pc:docMk/>
          <pc:sldMk cId="3031809596" sldId="2142533535"/>
        </pc:sldMkLst>
      </pc:sldChg>
      <pc:sldChg chg="del">
        <pc:chgData name="Jenkins NS" userId="8bdba4d2-1367-40cf-ad35-f59b31261896" providerId="ADAL" clId="{86BB08CA-B7A6-4B56-B251-75270BF6414D}" dt="2026-10-23T05:31:21.916" v="0" actId="47"/>
        <pc:sldMkLst>
          <pc:docMk/>
          <pc:sldMk cId="493708244" sldId="2142533536"/>
        </pc:sldMkLst>
      </pc:sldChg>
      <pc:sldChg chg="del">
        <pc:chgData name="Jenkins NS" userId="8bdba4d2-1367-40cf-ad35-f59b31261896" providerId="ADAL" clId="{86BB08CA-B7A6-4B56-B251-75270BF6414D}" dt="2026-10-23T05:31:21.916" v="0" actId="47"/>
        <pc:sldMkLst>
          <pc:docMk/>
          <pc:sldMk cId="949564228" sldId="2142533538"/>
        </pc:sldMkLst>
      </pc:sldChg>
      <pc:sldChg chg="del">
        <pc:chgData name="Jenkins NS" userId="8bdba4d2-1367-40cf-ad35-f59b31261896" providerId="ADAL" clId="{86BB08CA-B7A6-4B56-B251-75270BF6414D}" dt="2026-10-23T05:31:21.916" v="0" actId="47"/>
        <pc:sldMkLst>
          <pc:docMk/>
          <pc:sldMk cId="1159306728" sldId="2142533539"/>
        </pc:sldMkLst>
      </pc:sldChg>
      <pc:sldChg chg="del">
        <pc:chgData name="Jenkins NS" userId="8bdba4d2-1367-40cf-ad35-f59b31261896" providerId="ADAL" clId="{86BB08CA-B7A6-4B56-B251-75270BF6414D}" dt="2026-10-23T05:31:21.916" v="0" actId="47"/>
        <pc:sldMkLst>
          <pc:docMk/>
          <pc:sldMk cId="2306444340" sldId="2142533540"/>
        </pc:sldMkLst>
      </pc:sldChg>
      <pc:sldChg chg="del">
        <pc:chgData name="Jenkins NS" userId="8bdba4d2-1367-40cf-ad35-f59b31261896" providerId="ADAL" clId="{86BB08CA-B7A6-4B56-B251-75270BF6414D}" dt="2026-10-23T05:31:21.916" v="0" actId="47"/>
        <pc:sldMkLst>
          <pc:docMk/>
          <pc:sldMk cId="2194364739" sldId="2142533583"/>
        </pc:sldMkLst>
      </pc:sldChg>
      <pc:sldChg chg="del">
        <pc:chgData name="Jenkins NS" userId="8bdba4d2-1367-40cf-ad35-f59b31261896" providerId="ADAL" clId="{86BB08CA-B7A6-4B56-B251-75270BF6414D}" dt="2026-10-23T05:31:21.916" v="0" actId="47"/>
        <pc:sldMkLst>
          <pc:docMk/>
          <pc:sldMk cId="3661348972" sldId="2142533584"/>
        </pc:sldMkLst>
      </pc:sldChg>
      <pc:sldChg chg="add del">
        <pc:chgData name="Jenkins NS" userId="8bdba4d2-1367-40cf-ad35-f59b31261896" providerId="ADAL" clId="{86BB08CA-B7A6-4B56-B251-75270BF6414D}" dt="2026-10-23T05:48:04.982" v="7" actId="47"/>
        <pc:sldMkLst>
          <pc:docMk/>
          <pc:sldMk cId="1488354913" sldId="2147471059"/>
        </pc:sldMkLst>
      </pc:sldChg>
      <pc:sldChg chg="add del">
        <pc:chgData name="Jenkins NS" userId="8bdba4d2-1367-40cf-ad35-f59b31261896" providerId="ADAL" clId="{86BB08CA-B7A6-4B56-B251-75270BF6414D}" dt="2026-10-23T05:48:04.982" v="7" actId="47"/>
        <pc:sldMkLst>
          <pc:docMk/>
          <pc:sldMk cId="2866244905" sldId="2147471060"/>
        </pc:sldMkLst>
      </pc:sldChg>
      <pc:sldChg chg="add del">
        <pc:chgData name="Jenkins NS" userId="8bdba4d2-1367-40cf-ad35-f59b31261896" providerId="ADAL" clId="{86BB08CA-B7A6-4B56-B251-75270BF6414D}" dt="2026-10-23T05:48:04.982" v="7" actId="47"/>
        <pc:sldMkLst>
          <pc:docMk/>
          <pc:sldMk cId="4128555809" sldId="2147471061"/>
        </pc:sldMkLst>
      </pc:sldChg>
      <pc:sldChg chg="del">
        <pc:chgData name="Jenkins NS" userId="8bdba4d2-1367-40cf-ad35-f59b31261896" providerId="ADAL" clId="{86BB08CA-B7A6-4B56-B251-75270BF6414D}" dt="2026-10-23T05:31:21.916" v="0" actId="47"/>
        <pc:sldMkLst>
          <pc:docMk/>
          <pc:sldMk cId="0" sldId="2147479597"/>
        </pc:sldMkLst>
      </pc:sldChg>
      <pc:sldChg chg="add del">
        <pc:chgData name="Jenkins NS" userId="8bdba4d2-1367-40cf-ad35-f59b31261896" providerId="ADAL" clId="{86BB08CA-B7A6-4B56-B251-75270BF6414D}" dt="2026-10-23T05:47:54.363" v="4" actId="47"/>
        <pc:sldMkLst>
          <pc:docMk/>
          <pc:sldMk cId="3940752053" sldId="2147482268"/>
        </pc:sldMkLst>
      </pc:sldChg>
      <pc:sldChg chg="add del">
        <pc:chgData name="Jenkins NS" userId="8bdba4d2-1367-40cf-ad35-f59b31261896" providerId="ADAL" clId="{86BB08CA-B7A6-4B56-B251-75270BF6414D}" dt="2026-10-23T05:48:04.982" v="7" actId="47"/>
        <pc:sldMkLst>
          <pc:docMk/>
          <pc:sldMk cId="3498080330" sldId="2147482371"/>
        </pc:sldMkLst>
      </pc:sldChg>
      <pc:sldChg chg="add del">
        <pc:chgData name="Jenkins NS" userId="8bdba4d2-1367-40cf-ad35-f59b31261896" providerId="ADAL" clId="{86BB08CA-B7A6-4B56-B251-75270BF6414D}" dt="2026-10-23T05:47:56.818" v="5" actId="47"/>
        <pc:sldMkLst>
          <pc:docMk/>
          <pc:sldMk cId="4025133718" sldId="2147482372"/>
        </pc:sldMkLst>
      </pc:sldChg>
      <pc:sldMasterChg chg="delSldLayout">
        <pc:chgData name="Jenkins NS" userId="8bdba4d2-1367-40cf-ad35-f59b31261896" providerId="ADAL" clId="{86BB08CA-B7A6-4B56-B251-75270BF6414D}" dt="2026-10-23T05:48:04.982" v="7" actId="47"/>
        <pc:sldMasterMkLst>
          <pc:docMk/>
          <pc:sldMasterMk cId="975404246" sldId="2147483648"/>
        </pc:sldMasterMkLst>
        <pc:sldLayoutChg chg="del">
          <pc:chgData name="Jenkins NS" userId="8bdba4d2-1367-40cf-ad35-f59b31261896" providerId="ADAL" clId="{86BB08CA-B7A6-4B56-B251-75270BF6414D}" dt="2026-10-23T05:48:04.982" v="7" actId="47"/>
          <pc:sldLayoutMkLst>
            <pc:docMk/>
            <pc:sldMasterMk cId="975404246" sldId="2147483648"/>
            <pc:sldLayoutMk cId="2134342542" sldId="2147483740"/>
          </pc:sldLayoutMkLst>
        </pc:sldLayoutChg>
        <pc:sldLayoutChg chg="del">
          <pc:chgData name="Jenkins NS" userId="8bdba4d2-1367-40cf-ad35-f59b31261896" providerId="ADAL" clId="{86BB08CA-B7A6-4B56-B251-75270BF6414D}" dt="2026-10-23T05:31:21.916" v="0" actId="47"/>
          <pc:sldLayoutMkLst>
            <pc:docMk/>
            <pc:sldMasterMk cId="975404246" sldId="2147483648"/>
            <pc:sldLayoutMk cId="3150296090" sldId="2147483741"/>
          </pc:sldLayoutMkLst>
        </pc:sldLayoutChg>
        <pc:sldLayoutChg chg="del">
          <pc:chgData name="Jenkins NS" userId="8bdba4d2-1367-40cf-ad35-f59b31261896" providerId="ADAL" clId="{86BB08CA-B7A6-4B56-B251-75270BF6414D}" dt="2026-10-23T05:31:21.916" v="0" actId="47"/>
          <pc:sldLayoutMkLst>
            <pc:docMk/>
            <pc:sldMasterMk cId="975404246" sldId="2147483648"/>
            <pc:sldLayoutMk cId="2926884318" sldId="2147483742"/>
          </pc:sldLayoutMkLst>
        </pc:sldLayoutChg>
        <pc:sldLayoutChg chg="del">
          <pc:chgData name="Jenkins NS" userId="8bdba4d2-1367-40cf-ad35-f59b31261896" providerId="ADAL" clId="{86BB08CA-B7A6-4B56-B251-75270BF6414D}" dt="2026-10-23T05:31:21.916" v="0" actId="47"/>
          <pc:sldLayoutMkLst>
            <pc:docMk/>
            <pc:sldMasterMk cId="975404246" sldId="2147483648"/>
            <pc:sldLayoutMk cId="2287352221" sldId="2147483743"/>
          </pc:sldLayoutMkLst>
        </pc:sldLayoutChg>
      </pc:sldMasterChg>
      <pc:sldMasterChg chg="del delSldLayout">
        <pc:chgData name="Jenkins NS" userId="8bdba4d2-1367-40cf-ad35-f59b31261896" providerId="ADAL" clId="{86BB08CA-B7A6-4B56-B251-75270BF6414D}" dt="2026-10-23T05:31:21.916" v="0" actId="47"/>
        <pc:sldMasterMkLst>
          <pc:docMk/>
          <pc:sldMasterMk cId="2494316984" sldId="2147483684"/>
        </pc:sldMasterMkLst>
        <pc:sldLayoutChg chg="del">
          <pc:chgData name="Jenkins NS" userId="8bdba4d2-1367-40cf-ad35-f59b31261896" providerId="ADAL" clId="{86BB08CA-B7A6-4B56-B251-75270BF6414D}" dt="2026-10-23T05:31:21.916" v="0" actId="47"/>
          <pc:sldLayoutMkLst>
            <pc:docMk/>
            <pc:sldMasterMk cId="2494316984" sldId="2147483684"/>
            <pc:sldLayoutMk cId="380069328" sldId="2147483685"/>
          </pc:sldLayoutMkLst>
        </pc:sldLayoutChg>
        <pc:sldLayoutChg chg="del">
          <pc:chgData name="Jenkins NS" userId="8bdba4d2-1367-40cf-ad35-f59b31261896" providerId="ADAL" clId="{86BB08CA-B7A6-4B56-B251-75270BF6414D}" dt="2026-10-23T05:31:21.916" v="0" actId="47"/>
          <pc:sldLayoutMkLst>
            <pc:docMk/>
            <pc:sldMasterMk cId="2494316984" sldId="2147483684"/>
            <pc:sldLayoutMk cId="3599421431" sldId="2147483686"/>
          </pc:sldLayoutMkLst>
        </pc:sldLayoutChg>
        <pc:sldLayoutChg chg="del">
          <pc:chgData name="Jenkins NS" userId="8bdba4d2-1367-40cf-ad35-f59b31261896" providerId="ADAL" clId="{86BB08CA-B7A6-4B56-B251-75270BF6414D}" dt="2026-10-23T05:31:21.916" v="0" actId="47"/>
          <pc:sldLayoutMkLst>
            <pc:docMk/>
            <pc:sldMasterMk cId="2494316984" sldId="2147483684"/>
            <pc:sldLayoutMk cId="636360322" sldId="2147483687"/>
          </pc:sldLayoutMkLst>
        </pc:sldLayoutChg>
      </pc:sldMasterChg>
      <pc:sldMasterChg chg="delSldLayout">
        <pc:chgData name="Jenkins NS" userId="8bdba4d2-1367-40cf-ad35-f59b31261896" providerId="ADAL" clId="{86BB08CA-B7A6-4B56-B251-75270BF6414D}" dt="2026-10-23T05:31:21.916" v="0" actId="47"/>
        <pc:sldMasterMkLst>
          <pc:docMk/>
          <pc:sldMasterMk cId="2576410728" sldId="2147483688"/>
        </pc:sldMasterMkLst>
        <pc:sldLayoutChg chg="del">
          <pc:chgData name="Jenkins NS" userId="8bdba4d2-1367-40cf-ad35-f59b31261896" providerId="ADAL" clId="{86BB08CA-B7A6-4B56-B251-75270BF6414D}" dt="2026-10-23T05:31:21.916" v="0" actId="47"/>
          <pc:sldLayoutMkLst>
            <pc:docMk/>
            <pc:sldMasterMk cId="2576410728" sldId="2147483688"/>
            <pc:sldLayoutMk cId="267021193" sldId="2147483740"/>
          </pc:sldLayoutMkLst>
        </pc:sldLayoutChg>
      </pc:sldMasterChg>
    </pc:docChg>
  </pc:docChgLst>
  <pc:docChgLst>
    <pc:chgData name="Jenkins NS" userId="8bdba4d2-1367-40cf-ad35-f59b31261896" providerId="ADAL" clId="{F58680DD-FFF5-4D2B-B065-F48D10CC8C0D}"/>
    <pc:docChg chg="delSld delMainMaster">
      <pc:chgData name="Jenkins NS" userId="8bdba4d2-1367-40cf-ad35-f59b31261896" providerId="ADAL" clId="{F58680DD-FFF5-4D2B-B065-F48D10CC8C0D}" dt="2026-10-22T20:52:21.654" v="0" actId="47"/>
      <pc:docMkLst>
        <pc:docMk/>
      </pc:docMkLst>
      <pc:sldChg chg="del">
        <pc:chgData name="Jenkins NS" userId="8bdba4d2-1367-40cf-ad35-f59b31261896" providerId="ADAL" clId="{F58680DD-FFF5-4D2B-B065-F48D10CC8C0D}" dt="2026-10-22T20:52:21.654" v="0" actId="47"/>
        <pc:sldMkLst>
          <pc:docMk/>
          <pc:sldMk cId="0" sldId="256"/>
        </pc:sldMkLst>
      </pc:sldChg>
      <pc:sldChg chg="del">
        <pc:chgData name="Jenkins NS" userId="8bdba4d2-1367-40cf-ad35-f59b31261896" providerId="ADAL" clId="{F58680DD-FFF5-4D2B-B065-F48D10CC8C0D}" dt="2026-10-22T20:52:21.654" v="0" actId="47"/>
        <pc:sldMkLst>
          <pc:docMk/>
          <pc:sldMk cId="0" sldId="257"/>
        </pc:sldMkLst>
      </pc:sldChg>
      <pc:sldChg chg="del">
        <pc:chgData name="Jenkins NS" userId="8bdba4d2-1367-40cf-ad35-f59b31261896" providerId="ADAL" clId="{F58680DD-FFF5-4D2B-B065-F48D10CC8C0D}" dt="2026-10-22T20:52:21.654" v="0" actId="47"/>
        <pc:sldMkLst>
          <pc:docMk/>
          <pc:sldMk cId="0" sldId="258"/>
        </pc:sldMkLst>
      </pc:sldChg>
      <pc:sldChg chg="del">
        <pc:chgData name="Jenkins NS" userId="8bdba4d2-1367-40cf-ad35-f59b31261896" providerId="ADAL" clId="{F58680DD-FFF5-4D2B-B065-F48D10CC8C0D}" dt="2026-10-22T20:52:21.654" v="0" actId="47"/>
        <pc:sldMkLst>
          <pc:docMk/>
          <pc:sldMk cId="0" sldId="259"/>
        </pc:sldMkLst>
      </pc:sldChg>
      <pc:sldChg chg="del">
        <pc:chgData name="Jenkins NS" userId="8bdba4d2-1367-40cf-ad35-f59b31261896" providerId="ADAL" clId="{F58680DD-FFF5-4D2B-B065-F48D10CC8C0D}" dt="2026-10-22T20:52:21.654" v="0" actId="47"/>
        <pc:sldMkLst>
          <pc:docMk/>
          <pc:sldMk cId="0" sldId="260"/>
        </pc:sldMkLst>
      </pc:sldChg>
      <pc:sldChg chg="del">
        <pc:chgData name="Jenkins NS" userId="8bdba4d2-1367-40cf-ad35-f59b31261896" providerId="ADAL" clId="{F58680DD-FFF5-4D2B-B065-F48D10CC8C0D}" dt="2026-10-22T20:52:21.654" v="0" actId="47"/>
        <pc:sldMkLst>
          <pc:docMk/>
          <pc:sldMk cId="0" sldId="261"/>
        </pc:sldMkLst>
      </pc:sldChg>
      <pc:sldChg chg="del">
        <pc:chgData name="Jenkins NS" userId="8bdba4d2-1367-40cf-ad35-f59b31261896" providerId="ADAL" clId="{F58680DD-FFF5-4D2B-B065-F48D10CC8C0D}" dt="2026-10-22T20:52:21.654" v="0" actId="47"/>
        <pc:sldMkLst>
          <pc:docMk/>
          <pc:sldMk cId="0" sldId="262"/>
        </pc:sldMkLst>
      </pc:sldChg>
      <pc:sldChg chg="del">
        <pc:chgData name="Jenkins NS" userId="8bdba4d2-1367-40cf-ad35-f59b31261896" providerId="ADAL" clId="{F58680DD-FFF5-4D2B-B065-F48D10CC8C0D}" dt="2026-10-22T20:52:21.654" v="0" actId="47"/>
        <pc:sldMkLst>
          <pc:docMk/>
          <pc:sldMk cId="101198574" sldId="1611"/>
        </pc:sldMkLst>
      </pc:sldChg>
      <pc:sldChg chg="del">
        <pc:chgData name="Jenkins NS" userId="8bdba4d2-1367-40cf-ad35-f59b31261896" providerId="ADAL" clId="{F58680DD-FFF5-4D2B-B065-F48D10CC8C0D}" dt="2026-10-22T20:52:21.654" v="0" actId="47"/>
        <pc:sldMkLst>
          <pc:docMk/>
          <pc:sldMk cId="0" sldId="2142533482"/>
        </pc:sldMkLst>
      </pc:sldChg>
      <pc:sldChg chg="del">
        <pc:chgData name="Jenkins NS" userId="8bdba4d2-1367-40cf-ad35-f59b31261896" providerId="ADAL" clId="{F58680DD-FFF5-4D2B-B065-F48D10CC8C0D}" dt="2026-10-22T20:52:21.654" v="0" actId="47"/>
        <pc:sldMkLst>
          <pc:docMk/>
          <pc:sldMk cId="1451565363" sldId="2147479572"/>
        </pc:sldMkLst>
      </pc:sldChg>
      <pc:sldChg chg="del">
        <pc:chgData name="Jenkins NS" userId="8bdba4d2-1367-40cf-ad35-f59b31261896" providerId="ADAL" clId="{F58680DD-FFF5-4D2B-B065-F48D10CC8C0D}" dt="2026-10-22T20:52:21.654" v="0" actId="47"/>
        <pc:sldMkLst>
          <pc:docMk/>
          <pc:sldMk cId="0" sldId="2147479573"/>
        </pc:sldMkLst>
      </pc:sldChg>
      <pc:sldChg chg="del">
        <pc:chgData name="Jenkins NS" userId="8bdba4d2-1367-40cf-ad35-f59b31261896" providerId="ADAL" clId="{F58680DD-FFF5-4D2B-B065-F48D10CC8C0D}" dt="2026-10-22T20:52:21.654" v="0" actId="47"/>
        <pc:sldMkLst>
          <pc:docMk/>
          <pc:sldMk cId="0" sldId="2147479574"/>
        </pc:sldMkLst>
      </pc:sldChg>
      <pc:sldChg chg="del">
        <pc:chgData name="Jenkins NS" userId="8bdba4d2-1367-40cf-ad35-f59b31261896" providerId="ADAL" clId="{F58680DD-FFF5-4D2B-B065-F48D10CC8C0D}" dt="2026-10-22T20:52:21.654" v="0" actId="47"/>
        <pc:sldMkLst>
          <pc:docMk/>
          <pc:sldMk cId="0" sldId="2147479575"/>
        </pc:sldMkLst>
      </pc:sldChg>
      <pc:sldChg chg="del">
        <pc:chgData name="Jenkins NS" userId="8bdba4d2-1367-40cf-ad35-f59b31261896" providerId="ADAL" clId="{F58680DD-FFF5-4D2B-B065-F48D10CC8C0D}" dt="2026-10-22T20:52:21.654" v="0" actId="47"/>
        <pc:sldMkLst>
          <pc:docMk/>
          <pc:sldMk cId="0" sldId="2147479576"/>
        </pc:sldMkLst>
      </pc:sldChg>
      <pc:sldChg chg="del">
        <pc:chgData name="Jenkins NS" userId="8bdba4d2-1367-40cf-ad35-f59b31261896" providerId="ADAL" clId="{F58680DD-FFF5-4D2B-B065-F48D10CC8C0D}" dt="2026-10-22T20:52:21.654" v="0" actId="47"/>
        <pc:sldMkLst>
          <pc:docMk/>
          <pc:sldMk cId="0" sldId="2147479577"/>
        </pc:sldMkLst>
      </pc:sldChg>
      <pc:sldChg chg="del">
        <pc:chgData name="Jenkins NS" userId="8bdba4d2-1367-40cf-ad35-f59b31261896" providerId="ADAL" clId="{F58680DD-FFF5-4D2B-B065-F48D10CC8C0D}" dt="2026-10-22T20:52:21.654" v="0" actId="47"/>
        <pc:sldMkLst>
          <pc:docMk/>
          <pc:sldMk cId="0" sldId="2147479578"/>
        </pc:sldMkLst>
      </pc:sldChg>
      <pc:sldChg chg="del">
        <pc:chgData name="Jenkins NS" userId="8bdba4d2-1367-40cf-ad35-f59b31261896" providerId="ADAL" clId="{F58680DD-FFF5-4D2B-B065-F48D10CC8C0D}" dt="2026-10-22T20:52:21.654" v="0" actId="47"/>
        <pc:sldMkLst>
          <pc:docMk/>
          <pc:sldMk cId="0" sldId="2147479579"/>
        </pc:sldMkLst>
      </pc:sldChg>
      <pc:sldChg chg="del">
        <pc:chgData name="Jenkins NS" userId="8bdba4d2-1367-40cf-ad35-f59b31261896" providerId="ADAL" clId="{F58680DD-FFF5-4D2B-B065-F48D10CC8C0D}" dt="2026-10-22T20:52:21.654" v="0" actId="47"/>
        <pc:sldMkLst>
          <pc:docMk/>
          <pc:sldMk cId="0" sldId="2147479580"/>
        </pc:sldMkLst>
      </pc:sldChg>
      <pc:sldChg chg="del">
        <pc:chgData name="Jenkins NS" userId="8bdba4d2-1367-40cf-ad35-f59b31261896" providerId="ADAL" clId="{F58680DD-FFF5-4D2B-B065-F48D10CC8C0D}" dt="2026-10-22T20:52:21.654" v="0" actId="47"/>
        <pc:sldMkLst>
          <pc:docMk/>
          <pc:sldMk cId="0" sldId="2147479581"/>
        </pc:sldMkLst>
      </pc:sldChg>
      <pc:sldChg chg="del">
        <pc:chgData name="Jenkins NS" userId="8bdba4d2-1367-40cf-ad35-f59b31261896" providerId="ADAL" clId="{F58680DD-FFF5-4D2B-B065-F48D10CC8C0D}" dt="2026-10-22T20:52:21.654" v="0" actId="47"/>
        <pc:sldMkLst>
          <pc:docMk/>
          <pc:sldMk cId="0" sldId="2147479582"/>
        </pc:sldMkLst>
      </pc:sldChg>
      <pc:sldChg chg="del">
        <pc:chgData name="Jenkins NS" userId="8bdba4d2-1367-40cf-ad35-f59b31261896" providerId="ADAL" clId="{F58680DD-FFF5-4D2B-B065-F48D10CC8C0D}" dt="2026-10-22T20:52:21.654" v="0" actId="47"/>
        <pc:sldMkLst>
          <pc:docMk/>
          <pc:sldMk cId="0" sldId="2147479583"/>
        </pc:sldMkLst>
      </pc:sldChg>
      <pc:sldChg chg="del">
        <pc:chgData name="Jenkins NS" userId="8bdba4d2-1367-40cf-ad35-f59b31261896" providerId="ADAL" clId="{F58680DD-FFF5-4D2B-B065-F48D10CC8C0D}" dt="2026-10-22T20:52:21.654" v="0" actId="47"/>
        <pc:sldMkLst>
          <pc:docMk/>
          <pc:sldMk cId="0" sldId="2147479584"/>
        </pc:sldMkLst>
      </pc:sldChg>
      <pc:sldChg chg="del">
        <pc:chgData name="Jenkins NS" userId="8bdba4d2-1367-40cf-ad35-f59b31261896" providerId="ADAL" clId="{F58680DD-FFF5-4D2B-B065-F48D10CC8C0D}" dt="2026-10-22T20:52:21.654" v="0" actId="47"/>
        <pc:sldMkLst>
          <pc:docMk/>
          <pc:sldMk cId="0" sldId="2147479585"/>
        </pc:sldMkLst>
      </pc:sldChg>
      <pc:sldChg chg="del">
        <pc:chgData name="Jenkins NS" userId="8bdba4d2-1367-40cf-ad35-f59b31261896" providerId="ADAL" clId="{F58680DD-FFF5-4D2B-B065-F48D10CC8C0D}" dt="2026-10-22T20:52:21.654" v="0" actId="47"/>
        <pc:sldMkLst>
          <pc:docMk/>
          <pc:sldMk cId="0" sldId="2147479586"/>
        </pc:sldMkLst>
      </pc:sldChg>
      <pc:sldChg chg="del">
        <pc:chgData name="Jenkins NS" userId="8bdba4d2-1367-40cf-ad35-f59b31261896" providerId="ADAL" clId="{F58680DD-FFF5-4D2B-B065-F48D10CC8C0D}" dt="2026-10-22T20:52:21.654" v="0" actId="47"/>
        <pc:sldMkLst>
          <pc:docMk/>
          <pc:sldMk cId="0" sldId="2147479587"/>
        </pc:sldMkLst>
      </pc:sldChg>
      <pc:sldChg chg="del">
        <pc:chgData name="Jenkins NS" userId="8bdba4d2-1367-40cf-ad35-f59b31261896" providerId="ADAL" clId="{F58680DD-FFF5-4D2B-B065-F48D10CC8C0D}" dt="2026-10-22T20:52:21.654" v="0" actId="47"/>
        <pc:sldMkLst>
          <pc:docMk/>
          <pc:sldMk cId="2979084665" sldId="2147479593"/>
        </pc:sldMkLst>
      </pc:sldChg>
      <pc:sldMasterChg chg="delSldLayout">
        <pc:chgData name="Jenkins NS" userId="8bdba4d2-1367-40cf-ad35-f59b31261896" providerId="ADAL" clId="{F58680DD-FFF5-4D2B-B065-F48D10CC8C0D}" dt="2026-10-22T20:52:21.654" v="0" actId="47"/>
        <pc:sldMasterMkLst>
          <pc:docMk/>
          <pc:sldMasterMk cId="975404246" sldId="2147483648"/>
        </pc:sldMasterMkLst>
        <pc:sldLayoutChg chg="del">
          <pc:chgData name="Jenkins NS" userId="8bdba4d2-1367-40cf-ad35-f59b31261896" providerId="ADAL" clId="{F58680DD-FFF5-4D2B-B065-F48D10CC8C0D}" dt="2026-10-22T20:52:21.654" v="0" actId="47"/>
          <pc:sldLayoutMkLst>
            <pc:docMk/>
            <pc:sldMasterMk cId="975404246" sldId="2147483648"/>
            <pc:sldLayoutMk cId="216699640" sldId="2147483660"/>
          </pc:sldLayoutMkLst>
        </pc:sldLayoutChg>
        <pc:sldLayoutChg chg="del">
          <pc:chgData name="Jenkins NS" userId="8bdba4d2-1367-40cf-ad35-f59b31261896" providerId="ADAL" clId="{F58680DD-FFF5-4D2B-B065-F48D10CC8C0D}" dt="2026-10-22T20:52:21.654" v="0" actId="47"/>
          <pc:sldLayoutMkLst>
            <pc:docMk/>
            <pc:sldMasterMk cId="975404246" sldId="2147483648"/>
            <pc:sldLayoutMk cId="2861898254" sldId="2147483673"/>
          </pc:sldLayoutMkLst>
        </pc:sldLayoutChg>
      </pc:sldMasterChg>
      <pc:sldMasterChg chg="del delSldLayout">
        <pc:chgData name="Jenkins NS" userId="8bdba4d2-1367-40cf-ad35-f59b31261896" providerId="ADAL" clId="{F58680DD-FFF5-4D2B-B065-F48D10CC8C0D}" dt="2026-10-22T20:52:21.654" v="0" actId="47"/>
        <pc:sldMasterMkLst>
          <pc:docMk/>
          <pc:sldMasterMk cId="2391316343" sldId="2147483668"/>
        </pc:sldMasterMkLst>
        <pc:sldLayoutChg chg="del">
          <pc:chgData name="Jenkins NS" userId="8bdba4d2-1367-40cf-ad35-f59b31261896" providerId="ADAL" clId="{F58680DD-FFF5-4D2B-B065-F48D10CC8C0D}" dt="2026-10-22T20:52:21.654" v="0" actId="47"/>
          <pc:sldLayoutMkLst>
            <pc:docMk/>
            <pc:sldMasterMk cId="2391316343" sldId="2147483668"/>
            <pc:sldLayoutMk cId="1317201455" sldId="2147483669"/>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1798594045" sldId="2147483670"/>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3284760538" sldId="2147483671"/>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902464598" sldId="2147483674"/>
          </pc:sldLayoutMkLst>
        </pc:sldLayoutChg>
        <pc:sldLayoutChg chg="del">
          <pc:chgData name="Jenkins NS" userId="8bdba4d2-1367-40cf-ad35-f59b31261896" providerId="ADAL" clId="{F58680DD-FFF5-4D2B-B065-F48D10CC8C0D}" dt="2026-10-22T20:52:21.654" v="0" actId="47"/>
          <pc:sldLayoutMkLst>
            <pc:docMk/>
            <pc:sldMasterMk cId="2391316343" sldId="2147483668"/>
            <pc:sldLayoutMk cId="2154374152" sldId="2147483683"/>
          </pc:sldLayoutMkLst>
        </pc:sldLayoutChg>
      </pc:sldMasterChg>
      <pc:sldMasterChg chg="del delSldLayout">
        <pc:chgData name="Jenkins NS" userId="8bdba4d2-1367-40cf-ad35-f59b31261896" providerId="ADAL" clId="{F58680DD-FFF5-4D2B-B065-F48D10CC8C0D}" dt="2026-10-22T20:52:21.654" v="0" actId="47"/>
        <pc:sldMasterMkLst>
          <pc:docMk/>
          <pc:sldMasterMk cId="4035815384" sldId="2147483675"/>
        </pc:sldMasterMkLst>
        <pc:sldLayoutChg chg="del">
          <pc:chgData name="Jenkins NS" userId="8bdba4d2-1367-40cf-ad35-f59b31261896" providerId="ADAL" clId="{F58680DD-FFF5-4D2B-B065-F48D10CC8C0D}" dt="2026-10-22T20:52:21.654" v="0" actId="47"/>
          <pc:sldLayoutMkLst>
            <pc:docMk/>
            <pc:sldMasterMk cId="4035815384" sldId="2147483675"/>
            <pc:sldLayoutMk cId="3493966669" sldId="2147483676"/>
          </pc:sldLayoutMkLst>
        </pc:sldLayoutChg>
        <pc:sldLayoutChg chg="del">
          <pc:chgData name="Jenkins NS" userId="8bdba4d2-1367-40cf-ad35-f59b31261896" providerId="ADAL" clId="{F58680DD-FFF5-4D2B-B065-F48D10CC8C0D}" dt="2026-10-22T20:52:21.654" v="0" actId="47"/>
          <pc:sldLayoutMkLst>
            <pc:docMk/>
            <pc:sldMasterMk cId="4035815384" sldId="2147483675"/>
            <pc:sldLayoutMk cId="4045809490" sldId="2147483677"/>
          </pc:sldLayoutMkLst>
        </pc:sldLayoutChg>
        <pc:sldLayoutChg chg="del">
          <pc:chgData name="Jenkins NS" userId="8bdba4d2-1367-40cf-ad35-f59b31261896" providerId="ADAL" clId="{F58680DD-FFF5-4D2B-B065-F48D10CC8C0D}" dt="2026-10-22T20:52:21.654" v="0" actId="47"/>
          <pc:sldLayoutMkLst>
            <pc:docMk/>
            <pc:sldMasterMk cId="4035815384" sldId="2147483675"/>
            <pc:sldLayoutMk cId="2633174446" sldId="2147483678"/>
          </pc:sldLayoutMkLst>
        </pc:sldLayoutChg>
        <pc:sldLayoutChg chg="del">
          <pc:chgData name="Jenkins NS" userId="8bdba4d2-1367-40cf-ad35-f59b31261896" providerId="ADAL" clId="{F58680DD-FFF5-4D2B-B065-F48D10CC8C0D}" dt="2026-10-22T20:52:21.654" v="0" actId="47"/>
          <pc:sldLayoutMkLst>
            <pc:docMk/>
            <pc:sldMasterMk cId="4035815384" sldId="2147483675"/>
            <pc:sldLayoutMk cId="3224269921" sldId="2147483679"/>
          </pc:sldLayoutMkLst>
        </pc:sldLayoutChg>
      </pc:sldMasterChg>
    </pc:docChg>
  </pc:docChgLst>
  <pc:docChgLst>
    <pc:chgData name="Jenkins NS" userId="8bdba4d2-1367-40cf-ad35-f59b31261896" providerId="ADAL" clId="{86724140-930D-4C35-BABC-84C9C3BBEAD0}"/>
    <pc:docChg chg="undo custSel addSld delSld modSld sldOrd modMainMaster">
      <pc:chgData name="Jenkins NS" userId="8bdba4d2-1367-40cf-ad35-f59b31261896" providerId="ADAL" clId="{86724140-930D-4C35-BABC-84C9C3BBEAD0}" dt="2026-05-26T05:17:18.055" v="2383" actId="729"/>
      <pc:docMkLst>
        <pc:docMk/>
      </pc:docMkLst>
      <pc:sldChg chg="modSp del">
        <pc:chgData name="Jenkins NS" userId="8bdba4d2-1367-40cf-ad35-f59b31261896" providerId="ADAL" clId="{86724140-930D-4C35-BABC-84C9C3BBEAD0}" dt="2026-05-23T19:49:51.326" v="46" actId="47"/>
        <pc:sldMkLst>
          <pc:docMk/>
          <pc:sldMk cId="2130413274" sldId="256"/>
        </pc:sldMkLst>
      </pc:sldChg>
      <pc:sldChg chg="addSp modSp mod modNotesTx">
        <pc:chgData name="Jenkins NS" userId="8bdba4d2-1367-40cf-ad35-f59b31261896" providerId="ADAL" clId="{86724140-930D-4C35-BABC-84C9C3BBEAD0}" dt="2026-05-23T19:59:00.290" v="85"/>
        <pc:sldMkLst>
          <pc:docMk/>
          <pc:sldMk cId="101198574" sldId="1611"/>
        </pc:sldMkLst>
      </pc:sldChg>
      <pc:sldChg chg="add del">
        <pc:chgData name="Jenkins NS" userId="8bdba4d2-1367-40cf-ad35-f59b31261896" providerId="ADAL" clId="{86724140-930D-4C35-BABC-84C9C3BBEAD0}" dt="2026-05-23T21:41:59.056" v="946" actId="47"/>
        <pc:sldMkLst>
          <pc:docMk/>
          <pc:sldMk cId="1954936120" sldId="1821"/>
        </pc:sldMkLst>
      </pc:sldChg>
      <pc:sldChg chg="modSp add del mod">
        <pc:chgData name="Jenkins NS" userId="8bdba4d2-1367-40cf-ad35-f59b31261896" providerId="ADAL" clId="{86724140-930D-4C35-BABC-84C9C3BBEAD0}" dt="2026-05-23T20:15:26.909" v="237" actId="27636"/>
        <pc:sldMkLst>
          <pc:docMk/>
          <pc:sldMk cId="3432255962" sldId="4611"/>
        </pc:sldMkLst>
      </pc:sldChg>
      <pc:sldChg chg="add del">
        <pc:chgData name="Jenkins NS" userId="8bdba4d2-1367-40cf-ad35-f59b31261896" providerId="ADAL" clId="{86724140-930D-4C35-BABC-84C9C3BBEAD0}" dt="2026-05-23T20:16:58.475" v="241" actId="2696"/>
        <pc:sldMkLst>
          <pc:docMk/>
          <pc:sldMk cId="1547118278" sldId="2076137145"/>
        </pc:sldMkLst>
      </pc:sldChg>
      <pc:sldChg chg="modSp add mod">
        <pc:chgData name="Jenkins NS" userId="8bdba4d2-1367-40cf-ad35-f59b31261896" providerId="ADAL" clId="{86724140-930D-4C35-BABC-84C9C3BBEAD0}" dt="2026-05-23T21:18:35.296" v="710" actId="20577"/>
        <pc:sldMkLst>
          <pc:docMk/>
          <pc:sldMk cId="1609509673" sldId="2076137798"/>
        </pc:sldMkLst>
      </pc:sldChg>
      <pc:sldChg chg="addSp modSp add mod">
        <pc:chgData name="Jenkins NS" userId="8bdba4d2-1367-40cf-ad35-f59b31261896" providerId="ADAL" clId="{86724140-930D-4C35-BABC-84C9C3BBEAD0}" dt="2026-05-23T21:52:58.723" v="1095"/>
        <pc:sldMkLst>
          <pc:docMk/>
          <pc:sldMk cId="2655586065" sldId="2142533481"/>
        </pc:sldMkLst>
      </pc:sldChg>
      <pc:sldChg chg="addSp delSp add mod ord modNotesTx">
        <pc:chgData name="Jenkins NS" userId="8bdba4d2-1367-40cf-ad35-f59b31261896" providerId="ADAL" clId="{86724140-930D-4C35-BABC-84C9C3BBEAD0}" dt="2026-05-24T14:58:29.467" v="1431" actId="20577"/>
        <pc:sldMkLst>
          <pc:docMk/>
          <pc:sldMk cId="2757716487" sldId="2147479799"/>
        </pc:sldMkLst>
      </pc:sldChg>
      <pc:sldChg chg="addSp delSp modSp add mod">
        <pc:chgData name="Jenkins NS" userId="8bdba4d2-1367-40cf-ad35-f59b31261896" providerId="ADAL" clId="{86724140-930D-4C35-BABC-84C9C3BBEAD0}" dt="2026-05-23T20:07:22.464" v="219" actId="1076"/>
        <pc:sldMkLst>
          <pc:docMk/>
          <pc:sldMk cId="443657415" sldId="2147479840"/>
        </pc:sldMkLst>
      </pc:sldChg>
      <pc:sldChg chg="addSp delSp modSp new mod ord modClrScheme chgLayout">
        <pc:chgData name="Jenkins NS" userId="8bdba4d2-1367-40cf-ad35-f59b31261896" providerId="ADAL" clId="{86724140-930D-4C35-BABC-84C9C3BBEAD0}" dt="2026-05-23T21:24:05.420" v="759"/>
        <pc:sldMkLst>
          <pc:docMk/>
          <pc:sldMk cId="1255394937" sldId="2147479841"/>
        </pc:sldMkLst>
      </pc:sldChg>
      <pc:sldChg chg="new del">
        <pc:chgData name="Jenkins NS" userId="8bdba4d2-1367-40cf-ad35-f59b31261896" providerId="ADAL" clId="{86724140-930D-4C35-BABC-84C9C3BBEAD0}" dt="2026-05-23T19:54:40.834" v="78" actId="680"/>
        <pc:sldMkLst>
          <pc:docMk/>
          <pc:sldMk cId="3062387772" sldId="2147479841"/>
        </pc:sldMkLst>
      </pc:sldChg>
      <pc:sldChg chg="addSp delSp modSp new mod ord modClrScheme chgLayout">
        <pc:chgData name="Jenkins NS" userId="8bdba4d2-1367-40cf-ad35-f59b31261896" providerId="ADAL" clId="{86724140-930D-4C35-BABC-84C9C3BBEAD0}" dt="2026-05-23T20:15:36.198" v="239"/>
        <pc:sldMkLst>
          <pc:docMk/>
          <pc:sldMk cId="2539303801" sldId="2147479842"/>
        </pc:sldMkLst>
      </pc:sldChg>
      <pc:sldChg chg="addSp delSp modSp add mod ord">
        <pc:chgData name="Jenkins NS" userId="8bdba4d2-1367-40cf-ad35-f59b31261896" providerId="ADAL" clId="{86724140-930D-4C35-BABC-84C9C3BBEAD0}" dt="2026-05-23T21:35:56.377" v="825"/>
        <pc:sldMkLst>
          <pc:docMk/>
          <pc:sldMk cId="1417025154" sldId="2147479843"/>
        </pc:sldMkLst>
      </pc:sldChg>
      <pc:sldChg chg="new del">
        <pc:chgData name="Jenkins NS" userId="8bdba4d2-1367-40cf-ad35-f59b31261896" providerId="ADAL" clId="{86724140-930D-4C35-BABC-84C9C3BBEAD0}" dt="2026-05-23T20:27:18.194" v="244" actId="680"/>
        <pc:sldMkLst>
          <pc:docMk/>
          <pc:sldMk cId="1926549188" sldId="2147479843"/>
        </pc:sldMkLst>
      </pc:sldChg>
      <pc:sldChg chg="new del">
        <pc:chgData name="Jenkins NS" userId="8bdba4d2-1367-40cf-ad35-f59b31261896" providerId="ADAL" clId="{86724140-930D-4C35-BABC-84C9C3BBEAD0}" dt="2026-05-23T20:27:23.080" v="246" actId="2696"/>
        <pc:sldMkLst>
          <pc:docMk/>
          <pc:sldMk cId="2209595075" sldId="2147479843"/>
        </pc:sldMkLst>
      </pc:sldChg>
      <pc:sldChg chg="addSp delSp modSp new del mod">
        <pc:chgData name="Jenkins NS" userId="8bdba4d2-1367-40cf-ad35-f59b31261896" providerId="ADAL" clId="{86724140-930D-4C35-BABC-84C9C3BBEAD0}" dt="2026-05-23T20:17:23.393" v="242" actId="47"/>
        <pc:sldMkLst>
          <pc:docMk/>
          <pc:sldMk cId="3281185304" sldId="2147479843"/>
        </pc:sldMkLst>
      </pc:sldChg>
      <pc:sldChg chg="addSp delSp modSp add mod ord">
        <pc:chgData name="Jenkins NS" userId="8bdba4d2-1367-40cf-ad35-f59b31261896" providerId="ADAL" clId="{86724140-930D-4C35-BABC-84C9C3BBEAD0}" dt="2026-05-23T21:35:59.645" v="827"/>
        <pc:sldMkLst>
          <pc:docMk/>
          <pc:sldMk cId="2116133330" sldId="2147479844"/>
        </pc:sldMkLst>
      </pc:sldChg>
      <pc:sldChg chg="new del">
        <pc:chgData name="Jenkins NS" userId="8bdba4d2-1367-40cf-ad35-f59b31261896" providerId="ADAL" clId="{86724140-930D-4C35-BABC-84C9C3BBEAD0}" dt="2026-05-23T21:21:17.170" v="714" actId="680"/>
        <pc:sldMkLst>
          <pc:docMk/>
          <pc:sldMk cId="663198952" sldId="2147479845"/>
        </pc:sldMkLst>
      </pc:sldChg>
      <pc:sldChg chg="addSp delSp modSp new del mod">
        <pc:chgData name="Jenkins NS" userId="8bdba4d2-1367-40cf-ad35-f59b31261896" providerId="ADAL" clId="{86724140-930D-4C35-BABC-84C9C3BBEAD0}" dt="2026-05-23T21:14:04.189" v="702" actId="47"/>
        <pc:sldMkLst>
          <pc:docMk/>
          <pc:sldMk cId="3346862844" sldId="2147479845"/>
        </pc:sldMkLst>
      </pc:sldChg>
      <pc:sldChg chg="addSp delSp modSp add del mod setBg modClrScheme chgLayout">
        <pc:chgData name="Jenkins NS" userId="8bdba4d2-1367-40cf-ad35-f59b31261896" providerId="ADAL" clId="{86724140-930D-4C35-BABC-84C9C3BBEAD0}" dt="2026-05-23T21:31:52.557" v="800" actId="47"/>
        <pc:sldMkLst>
          <pc:docMk/>
          <pc:sldMk cId="3473577390" sldId="2147479845"/>
        </pc:sldMkLst>
      </pc:sldChg>
      <pc:sldChg chg="addSp delSp modSp add mod ord modClrScheme chgLayout">
        <pc:chgData name="Jenkins NS" userId="8bdba4d2-1367-40cf-ad35-f59b31261896" providerId="ADAL" clId="{86724140-930D-4C35-BABC-84C9C3BBEAD0}" dt="2026-05-23T21:32:37.884" v="816" actId="26606"/>
        <pc:sldMkLst>
          <pc:docMk/>
          <pc:sldMk cId="2469809988" sldId="2147479846"/>
        </pc:sldMkLst>
      </pc:sldChg>
      <pc:sldChg chg="delSp modSp add mod modNotesTx">
        <pc:chgData name="Jenkins NS" userId="8bdba4d2-1367-40cf-ad35-f59b31261896" providerId="ADAL" clId="{86724140-930D-4C35-BABC-84C9C3BBEAD0}" dt="2026-05-24T15:01:41.104" v="1433" actId="20577"/>
        <pc:sldMkLst>
          <pc:docMk/>
          <pc:sldMk cId="3601658480" sldId="2147479847"/>
        </pc:sldMkLst>
      </pc:sldChg>
      <pc:sldChg chg="delSp modSp add mod">
        <pc:chgData name="Jenkins NS" userId="8bdba4d2-1367-40cf-ad35-f59b31261896" providerId="ADAL" clId="{86724140-930D-4C35-BABC-84C9C3BBEAD0}" dt="2026-05-23T21:40:00.329" v="893" actId="20577"/>
        <pc:sldMkLst>
          <pc:docMk/>
          <pc:sldMk cId="3060551369" sldId="2147479848"/>
        </pc:sldMkLst>
      </pc:sldChg>
      <pc:sldChg chg="modSp add mod">
        <pc:chgData name="Jenkins NS" userId="8bdba4d2-1367-40cf-ad35-f59b31261896" providerId="ADAL" clId="{86724140-930D-4C35-BABC-84C9C3BBEAD0}" dt="2026-05-23T21:41:29.204" v="934" actId="20577"/>
        <pc:sldMkLst>
          <pc:docMk/>
          <pc:sldMk cId="2299311412" sldId="2147479849"/>
        </pc:sldMkLst>
      </pc:sldChg>
      <pc:sldChg chg="delSp modSp add mod modNotesTx">
        <pc:chgData name="Jenkins NS" userId="8bdba4d2-1367-40cf-ad35-f59b31261896" providerId="ADAL" clId="{86724140-930D-4C35-BABC-84C9C3BBEAD0}" dt="2026-05-24T15:01:35.730" v="1432" actId="20577"/>
        <pc:sldMkLst>
          <pc:docMk/>
          <pc:sldMk cId="2913441092" sldId="2147479850"/>
        </pc:sldMkLst>
      </pc:sldChg>
      <pc:sldChg chg="delSp modSp add mod">
        <pc:chgData name="Jenkins NS" userId="8bdba4d2-1367-40cf-ad35-f59b31261896" providerId="ADAL" clId="{86724140-930D-4C35-BABC-84C9C3BBEAD0}" dt="2026-05-23T21:44:25.435" v="973" actId="478"/>
        <pc:sldMkLst>
          <pc:docMk/>
          <pc:sldMk cId="1857919815" sldId="2147479851"/>
        </pc:sldMkLst>
      </pc:sldChg>
      <pc:sldChg chg="delSp modSp add mod">
        <pc:chgData name="Jenkins NS" userId="8bdba4d2-1367-40cf-ad35-f59b31261896" providerId="ADAL" clId="{86724140-930D-4C35-BABC-84C9C3BBEAD0}" dt="2026-05-23T21:45:30.892" v="989" actId="478"/>
        <pc:sldMkLst>
          <pc:docMk/>
          <pc:sldMk cId="1986496337" sldId="2147479852"/>
        </pc:sldMkLst>
      </pc:sldChg>
      <pc:sldChg chg="delSp modSp add mod">
        <pc:chgData name="Jenkins NS" userId="8bdba4d2-1367-40cf-ad35-f59b31261896" providerId="ADAL" clId="{86724140-930D-4C35-BABC-84C9C3BBEAD0}" dt="2026-05-23T21:46:30.116" v="1000" actId="478"/>
        <pc:sldMkLst>
          <pc:docMk/>
          <pc:sldMk cId="2698521699" sldId="2147479853"/>
        </pc:sldMkLst>
      </pc:sldChg>
      <pc:sldChg chg="delSp modSp add mod">
        <pc:chgData name="Jenkins NS" userId="8bdba4d2-1367-40cf-ad35-f59b31261896" providerId="ADAL" clId="{86724140-930D-4C35-BABC-84C9C3BBEAD0}" dt="2026-05-23T21:47:30.527" v="1009" actId="478"/>
        <pc:sldMkLst>
          <pc:docMk/>
          <pc:sldMk cId="839841890" sldId="2147479854"/>
        </pc:sldMkLst>
      </pc:sldChg>
      <pc:sldChg chg="delSp modSp add del mod">
        <pc:chgData name="Jenkins NS" userId="8bdba4d2-1367-40cf-ad35-f59b31261896" providerId="ADAL" clId="{86724140-930D-4C35-BABC-84C9C3BBEAD0}" dt="2026-05-25T17:31:27.806" v="2117" actId="47"/>
        <pc:sldMkLst>
          <pc:docMk/>
          <pc:sldMk cId="2589922906" sldId="2147479855"/>
        </pc:sldMkLst>
      </pc:sldChg>
      <pc:sldChg chg="addSp delSp modSp add mod">
        <pc:chgData name="Jenkins NS" userId="8bdba4d2-1367-40cf-ad35-f59b31261896" providerId="ADAL" clId="{86724140-930D-4C35-BABC-84C9C3BBEAD0}" dt="2026-05-24T15:43:00.465" v="1439" actId="108"/>
        <pc:sldMkLst>
          <pc:docMk/>
          <pc:sldMk cId="3721048510" sldId="2147479856"/>
        </pc:sldMkLst>
      </pc:sldChg>
      <pc:sldChg chg="addSp delSp modSp add mod">
        <pc:chgData name="Jenkins NS" userId="8bdba4d2-1367-40cf-ad35-f59b31261896" providerId="ADAL" clId="{86724140-930D-4C35-BABC-84C9C3BBEAD0}" dt="2026-05-24T11:08:24.331" v="1284" actId="27636"/>
        <pc:sldMkLst>
          <pc:docMk/>
          <pc:sldMk cId="240024171" sldId="2147479857"/>
        </pc:sldMkLst>
      </pc:sldChg>
      <pc:sldChg chg="addSp delSp modSp add mod">
        <pc:chgData name="Jenkins NS" userId="8bdba4d2-1367-40cf-ad35-f59b31261896" providerId="ADAL" clId="{86724140-930D-4C35-BABC-84C9C3BBEAD0}" dt="2026-05-24T11:20:00.227" v="1350" actId="14100"/>
        <pc:sldMkLst>
          <pc:docMk/>
          <pc:sldMk cId="3174271723" sldId="2147479858"/>
        </pc:sldMkLst>
      </pc:sldChg>
      <pc:sldChg chg="addSp delSp modSp add mod modClrScheme modAnim chgLayout">
        <pc:chgData name="Jenkins NS" userId="8bdba4d2-1367-40cf-ad35-f59b31261896" providerId="ADAL" clId="{86724140-930D-4C35-BABC-84C9C3BBEAD0}" dt="2026-05-25T06:35:28.909" v="1630" actId="1076"/>
        <pc:sldMkLst>
          <pc:docMk/>
          <pc:sldMk cId="4002067369" sldId="2147479859"/>
        </pc:sldMkLst>
      </pc:sldChg>
      <pc:sldChg chg="addSp delSp modSp add mod">
        <pc:chgData name="Jenkins NS" userId="8bdba4d2-1367-40cf-ad35-f59b31261896" providerId="ADAL" clId="{86724140-930D-4C35-BABC-84C9C3BBEAD0}" dt="2026-05-24T16:37:00.925" v="1547" actId="14100"/>
        <pc:sldMkLst>
          <pc:docMk/>
          <pc:sldMk cId="1376940060" sldId="2147479860"/>
        </pc:sldMkLst>
      </pc:sldChg>
      <pc:sldChg chg="addSp delSp modSp add mod modNotesTx">
        <pc:chgData name="Jenkins NS" userId="8bdba4d2-1367-40cf-ad35-f59b31261896" providerId="ADAL" clId="{86724140-930D-4C35-BABC-84C9C3BBEAD0}" dt="2026-05-24T16:42:05.036" v="1576" actId="20577"/>
        <pc:sldMkLst>
          <pc:docMk/>
          <pc:sldMk cId="4232437191" sldId="2147479861"/>
        </pc:sldMkLst>
      </pc:sldChg>
      <pc:sldChg chg="addSp delSp modSp add mod modNotesTx">
        <pc:chgData name="Jenkins NS" userId="8bdba4d2-1367-40cf-ad35-f59b31261896" providerId="ADAL" clId="{86724140-930D-4C35-BABC-84C9C3BBEAD0}" dt="2026-05-24T16:45:46.884" v="1605" actId="20577"/>
        <pc:sldMkLst>
          <pc:docMk/>
          <pc:sldMk cId="4071593474" sldId="2147479862"/>
        </pc:sldMkLst>
      </pc:sldChg>
      <pc:sldChg chg="modSp add mod">
        <pc:chgData name="Jenkins NS" userId="8bdba4d2-1367-40cf-ad35-f59b31261896" providerId="ADAL" clId="{86724140-930D-4C35-BABC-84C9C3BBEAD0}" dt="2026-05-24T16:47:44.519" v="1616" actId="113"/>
        <pc:sldMkLst>
          <pc:docMk/>
          <pc:sldMk cId="3159384829" sldId="2147479863"/>
        </pc:sldMkLst>
      </pc:sldChg>
      <pc:sldChg chg="addSp delSp modSp add mod modShow modNotesTx">
        <pc:chgData name="Jenkins NS" userId="8bdba4d2-1367-40cf-ad35-f59b31261896" providerId="ADAL" clId="{86724140-930D-4C35-BABC-84C9C3BBEAD0}" dt="2026-05-25T13:43:33.014" v="1829" actId="20577"/>
        <pc:sldMkLst>
          <pc:docMk/>
          <pc:sldMk cId="1944675638" sldId="2147479864"/>
        </pc:sldMkLst>
      </pc:sldChg>
      <pc:sldChg chg="addSp delSp modSp add mod modShow">
        <pc:chgData name="Jenkins NS" userId="8bdba4d2-1367-40cf-ad35-f59b31261896" providerId="ADAL" clId="{86724140-930D-4C35-BABC-84C9C3BBEAD0}" dt="2026-05-26T05:16:50.093" v="2381" actId="729"/>
        <pc:sldMkLst>
          <pc:docMk/>
          <pc:sldMk cId="1909484383" sldId="2147479865"/>
        </pc:sldMkLst>
      </pc:sldChg>
      <pc:sldChg chg="modSp add del mod modShow">
        <pc:chgData name="Jenkins NS" userId="8bdba4d2-1367-40cf-ad35-f59b31261896" providerId="ADAL" clId="{86724140-930D-4C35-BABC-84C9C3BBEAD0}" dt="2026-05-25T17:18:10.006" v="1863" actId="47"/>
        <pc:sldMkLst>
          <pc:docMk/>
          <pc:sldMk cId="1120118714" sldId="2147479866"/>
        </pc:sldMkLst>
      </pc:sldChg>
      <pc:sldChg chg="addSp delSp modSp add mod modShow">
        <pc:chgData name="Jenkins NS" userId="8bdba4d2-1367-40cf-ad35-f59b31261896" providerId="ADAL" clId="{86724140-930D-4C35-BABC-84C9C3BBEAD0}" dt="2026-05-26T05:16:50.093" v="2381" actId="729"/>
        <pc:sldMkLst>
          <pc:docMk/>
          <pc:sldMk cId="3616058983" sldId="2147479867"/>
        </pc:sldMkLst>
      </pc:sldChg>
      <pc:sldChg chg="addSp delSp modSp add mod modShow modNotesTx">
        <pc:chgData name="Jenkins NS" userId="8bdba4d2-1367-40cf-ad35-f59b31261896" providerId="ADAL" clId="{86724140-930D-4C35-BABC-84C9C3BBEAD0}" dt="2026-05-26T05:16:50.093" v="2381" actId="729"/>
        <pc:sldMkLst>
          <pc:docMk/>
          <pc:sldMk cId="1768514159" sldId="2147479868"/>
        </pc:sldMkLst>
      </pc:sldChg>
      <pc:sldChg chg="addSp delSp modSp add mod modShow">
        <pc:chgData name="Jenkins NS" userId="8bdba4d2-1367-40cf-ad35-f59b31261896" providerId="ADAL" clId="{86724140-930D-4C35-BABC-84C9C3BBEAD0}" dt="2026-05-26T05:17:12.928" v="2382" actId="729"/>
        <pc:sldMkLst>
          <pc:docMk/>
          <pc:sldMk cId="1289337424" sldId="2147479869"/>
        </pc:sldMkLst>
      </pc:sldChg>
      <pc:sldChg chg="delSp modSp add mod modShow">
        <pc:chgData name="Jenkins NS" userId="8bdba4d2-1367-40cf-ad35-f59b31261896" providerId="ADAL" clId="{86724140-930D-4C35-BABC-84C9C3BBEAD0}" dt="2026-05-26T05:17:12.928" v="2382" actId="729"/>
        <pc:sldMkLst>
          <pc:docMk/>
          <pc:sldMk cId="1201138058" sldId="2147479870"/>
        </pc:sldMkLst>
      </pc:sldChg>
      <pc:sldChg chg="addSp delSp modSp add mod modShow">
        <pc:chgData name="Jenkins NS" userId="8bdba4d2-1367-40cf-ad35-f59b31261896" providerId="ADAL" clId="{86724140-930D-4C35-BABC-84C9C3BBEAD0}" dt="2026-05-26T05:17:12.928" v="2382" actId="729"/>
        <pc:sldMkLst>
          <pc:docMk/>
          <pc:sldMk cId="1445421501" sldId="2147479871"/>
        </pc:sldMkLst>
      </pc:sldChg>
      <pc:sldChg chg="addSp delSp modSp add mod ord modShow">
        <pc:chgData name="Jenkins NS" userId="8bdba4d2-1367-40cf-ad35-f59b31261896" providerId="ADAL" clId="{86724140-930D-4C35-BABC-84C9C3BBEAD0}" dt="2026-05-26T05:17:12.928" v="2382" actId="729"/>
        <pc:sldMkLst>
          <pc:docMk/>
          <pc:sldMk cId="1946713896" sldId="2147479872"/>
        </pc:sldMkLst>
      </pc:sldChg>
      <pc:sldChg chg="addSp delSp modSp add mod modNotesTx">
        <pc:chgData name="Jenkins NS" userId="8bdba4d2-1367-40cf-ad35-f59b31261896" providerId="ADAL" clId="{86724140-930D-4C35-BABC-84C9C3BBEAD0}" dt="2026-05-25T17:49:06.014" v="2276" actId="1076"/>
        <pc:sldMkLst>
          <pc:docMk/>
          <pc:sldMk cId="3845978286" sldId="2147479873"/>
        </pc:sldMkLst>
      </pc:sldChg>
      <pc:sldChg chg="addSp delSp modSp add mod modShow">
        <pc:chgData name="Jenkins NS" userId="8bdba4d2-1367-40cf-ad35-f59b31261896" providerId="ADAL" clId="{86724140-930D-4C35-BABC-84C9C3BBEAD0}" dt="2026-05-26T05:17:18.055" v="2383" actId="729"/>
        <pc:sldMkLst>
          <pc:docMk/>
          <pc:sldMk cId="3921530110" sldId="2147479874"/>
        </pc:sldMkLst>
      </pc:sldChg>
      <pc:sldChg chg="addSp delSp modSp add mod modShow">
        <pc:chgData name="Jenkins NS" userId="8bdba4d2-1367-40cf-ad35-f59b31261896" providerId="ADAL" clId="{86724140-930D-4C35-BABC-84C9C3BBEAD0}" dt="2026-05-26T05:17:18.055" v="2383" actId="729"/>
        <pc:sldMkLst>
          <pc:docMk/>
          <pc:sldMk cId="1928758105" sldId="2147479875"/>
        </pc:sldMkLst>
      </pc:sldChg>
      <pc:sldChg chg="addSp delSp modSp add mod modClrScheme modShow chgLayout">
        <pc:chgData name="Jenkins NS" userId="8bdba4d2-1367-40cf-ad35-f59b31261896" providerId="ADAL" clId="{86724140-930D-4C35-BABC-84C9C3BBEAD0}" dt="2026-05-26T05:17:18.055" v="2383" actId="729"/>
        <pc:sldMkLst>
          <pc:docMk/>
          <pc:sldMk cId="2989117112" sldId="2147479876"/>
        </pc:sldMkLst>
      </pc:sldChg>
      <pc:sldChg chg="modSp add del mod modShow">
        <pc:chgData name="Jenkins NS" userId="8bdba4d2-1367-40cf-ad35-f59b31261896" providerId="ADAL" clId="{86724140-930D-4C35-BABC-84C9C3BBEAD0}" dt="2026-05-25T17:31:27.806" v="2117" actId="47"/>
        <pc:sldMkLst>
          <pc:docMk/>
          <pc:sldMk cId="3727375696" sldId="2147479877"/>
        </pc:sldMkLst>
      </pc:sldChg>
      <pc:sldChg chg="modSp add del mod modShow">
        <pc:chgData name="Jenkins NS" userId="8bdba4d2-1367-40cf-ad35-f59b31261896" providerId="ADAL" clId="{86724140-930D-4C35-BABC-84C9C3BBEAD0}" dt="2026-05-25T17:31:27.806" v="2117" actId="47"/>
        <pc:sldMkLst>
          <pc:docMk/>
          <pc:sldMk cId="1535454412" sldId="2147479878"/>
        </pc:sldMkLst>
      </pc:sldChg>
      <pc:sldChg chg="modSp add del mod modShow">
        <pc:chgData name="Jenkins NS" userId="8bdba4d2-1367-40cf-ad35-f59b31261896" providerId="ADAL" clId="{86724140-930D-4C35-BABC-84C9C3BBEAD0}" dt="2026-05-25T17:31:27.806" v="2117" actId="47"/>
        <pc:sldMkLst>
          <pc:docMk/>
          <pc:sldMk cId="4186248873" sldId="2147479879"/>
        </pc:sldMkLst>
      </pc:sldChg>
      <pc:sldChg chg="modSp add del mod modShow">
        <pc:chgData name="Jenkins NS" userId="8bdba4d2-1367-40cf-ad35-f59b31261896" providerId="ADAL" clId="{86724140-930D-4C35-BABC-84C9C3BBEAD0}" dt="2026-05-25T17:31:27.806" v="2117" actId="47"/>
        <pc:sldMkLst>
          <pc:docMk/>
          <pc:sldMk cId="2430713855" sldId="2147479880"/>
        </pc:sldMkLst>
      </pc:sldChg>
      <pc:sldChg chg="addSp delSp modSp add mod">
        <pc:chgData name="Jenkins NS" userId="8bdba4d2-1367-40cf-ad35-f59b31261896" providerId="ADAL" clId="{86724140-930D-4C35-BABC-84C9C3BBEAD0}" dt="2026-05-24T11:30:19.536" v="1386" actId="113"/>
        <pc:sldMkLst>
          <pc:docMk/>
          <pc:sldMk cId="500862897" sldId="2147479881"/>
        </pc:sldMkLst>
      </pc:sldChg>
      <pc:sldChg chg="addSp modSp add del mod">
        <pc:chgData name="Jenkins NS" userId="8bdba4d2-1367-40cf-ad35-f59b31261896" providerId="ADAL" clId="{86724140-930D-4C35-BABC-84C9C3BBEAD0}" dt="2026-05-23T21:53:11.985" v="1106" actId="47"/>
        <pc:sldMkLst>
          <pc:docMk/>
          <pc:sldMk cId="2411157597" sldId="2147479881"/>
        </pc:sldMkLst>
      </pc:sldChg>
      <pc:sldChg chg="addSp delSp modSp add mod modNotesTx">
        <pc:chgData name="Jenkins NS" userId="8bdba4d2-1367-40cf-ad35-f59b31261896" providerId="ADAL" clId="{86724140-930D-4C35-BABC-84C9C3BBEAD0}" dt="2026-05-24T11:14:41.009" v="1331" actId="20577"/>
        <pc:sldMkLst>
          <pc:docMk/>
          <pc:sldMk cId="53487717" sldId="2147479882"/>
        </pc:sldMkLst>
      </pc:sldChg>
      <pc:sldChg chg="addSp delSp modSp add del mod">
        <pc:chgData name="Jenkins NS" userId="8bdba4d2-1367-40cf-ad35-f59b31261896" providerId="ADAL" clId="{86724140-930D-4C35-BABC-84C9C3BBEAD0}" dt="2026-05-24T15:58:05.076" v="1515" actId="2696"/>
        <pc:sldMkLst>
          <pc:docMk/>
          <pc:sldMk cId="882095621" sldId="2147479883"/>
        </pc:sldMkLst>
      </pc:sldChg>
      <pc:sldChg chg="new del">
        <pc:chgData name="Jenkins NS" userId="8bdba4d2-1367-40cf-ad35-f59b31261896" providerId="ADAL" clId="{86724140-930D-4C35-BABC-84C9C3BBEAD0}" dt="2026-05-24T15:53:18.018" v="1441" actId="47"/>
        <pc:sldMkLst>
          <pc:docMk/>
          <pc:sldMk cId="1469914124" sldId="2147479883"/>
        </pc:sldMkLst>
      </pc:sldChg>
      <pc:sldChg chg="add">
        <pc:chgData name="Jenkins NS" userId="8bdba4d2-1367-40cf-ad35-f59b31261896" providerId="ADAL" clId="{86724140-930D-4C35-BABC-84C9C3BBEAD0}" dt="2026-05-24T15:58:10.209" v="1516"/>
        <pc:sldMkLst>
          <pc:docMk/>
          <pc:sldMk cId="2016397542" sldId="2147479883"/>
        </pc:sldMkLst>
      </pc:sldChg>
      <pc:sldMasterChg chg="addSp modSp mod delSldLayout modSldLayout">
        <pc:chgData name="Jenkins NS" userId="8bdba4d2-1367-40cf-ad35-f59b31261896" providerId="ADAL" clId="{86724140-930D-4C35-BABC-84C9C3BBEAD0}" dt="2026-05-23T21:52:52.257" v="1093" actId="21"/>
        <pc:sldMasterMkLst>
          <pc:docMk/>
          <pc:sldMasterMk cId="975404246" sldId="2147483648"/>
        </pc:sldMasterMkLst>
        <pc:sldLayoutChg chg="addSp delSp modSp mod">
          <pc:chgData name="Jenkins NS" userId="8bdba4d2-1367-40cf-ad35-f59b31261896" providerId="ADAL" clId="{86724140-930D-4C35-BABC-84C9C3BBEAD0}" dt="2026-05-23T19:52:15.497" v="76" actId="14100"/>
          <pc:sldLayoutMkLst>
            <pc:docMk/>
            <pc:sldMasterMk cId="975404246" sldId="2147483648"/>
            <pc:sldLayoutMk cId="256598807" sldId="2147483661"/>
          </pc:sldLayoutMkLst>
        </pc:sldLayoutChg>
        <pc:sldLayoutChg chg="del">
          <pc:chgData name="Jenkins NS" userId="8bdba4d2-1367-40cf-ad35-f59b31261896" providerId="ADAL" clId="{86724140-930D-4C35-BABC-84C9C3BBEAD0}" dt="2026-05-23T20:16:58.475" v="241" actId="2696"/>
          <pc:sldLayoutMkLst>
            <pc:docMk/>
            <pc:sldMasterMk cId="975404246" sldId="2147483648"/>
            <pc:sldLayoutMk cId="2037691366" sldId="2147483664"/>
          </pc:sldLayoutMkLst>
        </pc:sldLayoutChg>
        <pc:sldLayoutChg chg="addSp delSp modSp mod">
          <pc:chgData name="Jenkins NS" userId="8bdba4d2-1367-40cf-ad35-f59b31261896" providerId="ADAL" clId="{86724140-930D-4C35-BABC-84C9C3BBEAD0}" dt="2026-05-23T21:52:52.257" v="1093" actId="21"/>
          <pc:sldLayoutMkLst>
            <pc:docMk/>
            <pc:sldMasterMk cId="975404246" sldId="2147483648"/>
            <pc:sldLayoutMk cId="3053062433" sldId="2147483666"/>
          </pc:sldLayoutMkLst>
        </pc:sldLayoutChg>
        <pc:sldLayoutChg chg="addSp delSp modSp mod">
          <pc:chgData name="Jenkins NS" userId="8bdba4d2-1367-40cf-ad35-f59b31261896" providerId="ADAL" clId="{86724140-930D-4C35-BABC-84C9C3BBEAD0}" dt="2026-05-23T21:50:48.585" v="1081" actId="20577"/>
          <pc:sldLayoutMkLst>
            <pc:docMk/>
            <pc:sldMasterMk cId="975404246" sldId="2147483648"/>
            <pc:sldLayoutMk cId="971479772" sldId="2147483667"/>
          </pc:sldLayoutMkLst>
        </pc:sldLayoutChg>
      </pc:sldMasterChg>
      <pc:sldMasterChg chg="modSldLayout">
        <pc:chgData name="Jenkins NS" userId="8bdba4d2-1367-40cf-ad35-f59b31261896" providerId="ADAL" clId="{86724140-930D-4C35-BABC-84C9C3BBEAD0}" dt="2026-05-23T21:52:41.997" v="1089"/>
        <pc:sldMasterMkLst>
          <pc:docMk/>
          <pc:sldMasterMk cId="231774467" sldId="2147483667"/>
        </pc:sldMasterMkLst>
        <pc:sldLayoutChg chg="setBg">
          <pc:chgData name="Jenkins NS" userId="8bdba4d2-1367-40cf-ad35-f59b31261896" providerId="ADAL" clId="{86724140-930D-4C35-BABC-84C9C3BBEAD0}" dt="2026-05-23T21:52:41.997" v="1089"/>
          <pc:sldLayoutMkLst>
            <pc:docMk/>
            <pc:sldMasterMk cId="231774467" sldId="2147483667"/>
            <pc:sldLayoutMk cId="1460977657" sldId="2147483679"/>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3452113115" sldId="2147483680"/>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3280105292" sldId="2147483684"/>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1185868674" sldId="2147483685"/>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7EF841-1622-484B-8375-9269FEBAF617}" type="doc">
      <dgm:prSet loTypeId="urn:microsoft.com/office/officeart/2005/8/layout/chevron1" loCatId="process" qsTypeId="urn:microsoft.com/office/officeart/2005/8/quickstyle/simple1" qsCatId="simple" csTypeId="urn:microsoft.com/office/officeart/2005/8/colors/accent1_2" csCatId="accent1" phldr="1"/>
      <dgm:spPr/>
    </dgm:pt>
    <dgm:pt modelId="{4C2AE90C-8A84-4ECA-8BB2-1700801F9855}">
      <dgm:prSet phldrT="[Text]"/>
      <dgm:spPr>
        <a:solidFill>
          <a:srgbClr val="93C8E4"/>
        </a:solidFill>
        <a:ln>
          <a:noFill/>
        </a:ln>
      </dgm:spPr>
      <dgm:t>
        <a:bodyPr/>
        <a:lstStyle/>
        <a:p>
          <a:r>
            <a:rPr lang="en-US">
              <a:solidFill>
                <a:schemeClr val="tx1"/>
              </a:solidFill>
            </a:rPr>
            <a:t>Identify or build the API</a:t>
          </a:r>
        </a:p>
      </dgm:t>
      <dgm:extLst>
        <a:ext uri="{E40237B7-FDA0-4F09-8148-C483321AD2D9}">
          <dgm14:cNvPr xmlns:dgm14="http://schemas.microsoft.com/office/drawing/2010/diagram" id="0" name="" descr="Identify or build the API&#10;Describe the API&#10;Use the connector&#10;Certify/open source&#10;"/>
        </a:ext>
      </dgm:extLst>
    </dgm:pt>
    <dgm:pt modelId="{A5DB1BE4-D42B-4738-BAB7-9EB6DDDC4024}" type="parTrans" cxnId="{B38BE300-F233-409D-854A-DC8B51C8C479}">
      <dgm:prSet/>
      <dgm:spPr/>
      <dgm:t>
        <a:bodyPr/>
        <a:lstStyle/>
        <a:p>
          <a:endParaRPr lang="en-US"/>
        </a:p>
      </dgm:t>
    </dgm:pt>
    <dgm:pt modelId="{3C5D1D94-55E8-488A-8196-3162608822CE}" type="sibTrans" cxnId="{B38BE300-F233-409D-854A-DC8B51C8C479}">
      <dgm:prSet/>
      <dgm:spPr/>
      <dgm:t>
        <a:bodyPr/>
        <a:lstStyle/>
        <a:p>
          <a:endParaRPr lang="en-US"/>
        </a:p>
      </dgm:t>
    </dgm:pt>
    <dgm:pt modelId="{954ABBA4-7F46-4771-B8FB-36238D63D137}">
      <dgm:prSet phldrT="[Text]"/>
      <dgm:spPr>
        <a:solidFill>
          <a:schemeClr val="bg1">
            <a:lumMod val="85000"/>
          </a:schemeClr>
        </a:solidFill>
        <a:ln>
          <a:noFill/>
        </a:ln>
      </dgm:spPr>
      <dgm:t>
        <a:bodyPr/>
        <a:lstStyle/>
        <a:p>
          <a:r>
            <a:rPr lang="en-US">
              <a:solidFill>
                <a:schemeClr val="tx1"/>
              </a:solidFill>
            </a:rPr>
            <a:t>Describe </a:t>
          </a:r>
          <a:br>
            <a:rPr lang="en-US">
              <a:solidFill>
                <a:schemeClr val="tx1"/>
              </a:solidFill>
            </a:rPr>
          </a:br>
          <a:r>
            <a:rPr lang="en-US">
              <a:solidFill>
                <a:schemeClr val="tx1"/>
              </a:solidFill>
            </a:rPr>
            <a:t>the API</a:t>
          </a:r>
        </a:p>
      </dgm:t>
      <dgm:extLst>
        <a:ext uri="{E40237B7-FDA0-4F09-8148-C483321AD2D9}">
          <dgm14:cNvPr xmlns:dgm14="http://schemas.microsoft.com/office/drawing/2010/diagram" id="0" name="" descr="Identify or build the API&#10;Describe the API&#10;Use the connector&#10;Certify/open source&#10;"/>
        </a:ext>
      </dgm:extLst>
    </dgm:pt>
    <dgm:pt modelId="{40D6CB12-B709-4997-AD9A-19E153AC231E}" type="parTrans" cxnId="{3E4BF7A6-1637-4796-B063-FBEBE0284B63}">
      <dgm:prSet/>
      <dgm:spPr/>
      <dgm:t>
        <a:bodyPr/>
        <a:lstStyle/>
        <a:p>
          <a:endParaRPr lang="en-US"/>
        </a:p>
      </dgm:t>
    </dgm:pt>
    <dgm:pt modelId="{B28B32A8-2809-4406-8C30-5C700ED3300A}" type="sibTrans" cxnId="{3E4BF7A6-1637-4796-B063-FBEBE0284B63}">
      <dgm:prSet/>
      <dgm:spPr/>
      <dgm:t>
        <a:bodyPr/>
        <a:lstStyle/>
        <a:p>
          <a:endParaRPr lang="en-US"/>
        </a:p>
      </dgm:t>
    </dgm:pt>
    <dgm:pt modelId="{D7A7006F-E929-4489-A9C1-A1703F22B6A7}">
      <dgm:prSet phldrT="[Text]"/>
      <dgm:spPr>
        <a:solidFill>
          <a:schemeClr val="bg1">
            <a:lumMod val="85000"/>
          </a:schemeClr>
        </a:solidFill>
        <a:ln>
          <a:noFill/>
        </a:ln>
      </dgm:spPr>
      <dgm:t>
        <a:bodyPr/>
        <a:lstStyle/>
        <a:p>
          <a:r>
            <a:rPr lang="en-US">
              <a:solidFill>
                <a:schemeClr val="tx1"/>
              </a:solidFill>
            </a:rPr>
            <a:t>Use the connector</a:t>
          </a:r>
        </a:p>
      </dgm:t>
      <dgm:extLst>
        <a:ext uri="{E40237B7-FDA0-4F09-8148-C483321AD2D9}">
          <dgm14:cNvPr xmlns:dgm14="http://schemas.microsoft.com/office/drawing/2010/diagram" id="0" name="" descr="Identify or build the API&#10;Describe the API&#10;Use the connector&#10;Certify/open source&#10;"/>
        </a:ext>
      </dgm:extLst>
    </dgm:pt>
    <dgm:pt modelId="{A42C6732-F9B5-4CCD-8A8D-D72FDB2F1822}" type="parTrans" cxnId="{C8577ECA-BC54-4ABE-A822-4743B16A0417}">
      <dgm:prSet/>
      <dgm:spPr/>
      <dgm:t>
        <a:bodyPr/>
        <a:lstStyle/>
        <a:p>
          <a:endParaRPr lang="en-US"/>
        </a:p>
      </dgm:t>
    </dgm:pt>
    <dgm:pt modelId="{E29CC8A7-09FE-44C0-B6E8-C710AEF7EB63}" type="sibTrans" cxnId="{C8577ECA-BC54-4ABE-A822-4743B16A0417}">
      <dgm:prSet/>
      <dgm:spPr/>
      <dgm:t>
        <a:bodyPr/>
        <a:lstStyle/>
        <a:p>
          <a:endParaRPr lang="en-US"/>
        </a:p>
      </dgm:t>
    </dgm:pt>
    <dgm:pt modelId="{C941BDFB-FD51-4850-A8D6-33A018E6CA2C}">
      <dgm:prSet phldrT="[Text]"/>
      <dgm:spPr>
        <a:solidFill>
          <a:schemeClr val="bg1">
            <a:lumMod val="85000"/>
          </a:schemeClr>
        </a:solidFill>
        <a:ln>
          <a:noFill/>
        </a:ln>
      </dgm:spPr>
      <dgm:t>
        <a:bodyPr/>
        <a:lstStyle/>
        <a:p>
          <a:r>
            <a:rPr lang="en-US">
              <a:solidFill>
                <a:schemeClr val="tx1"/>
              </a:solidFill>
            </a:rPr>
            <a:t>Certify/open source</a:t>
          </a:r>
        </a:p>
      </dgm:t>
      <dgm:extLst>
        <a:ext uri="{E40237B7-FDA0-4F09-8148-C483321AD2D9}">
          <dgm14:cNvPr xmlns:dgm14="http://schemas.microsoft.com/office/drawing/2010/diagram" id="0" name="" descr="Identify or build the API&#10;Describe the API&#10;Use the connector&#10;Certify/open source&#10;"/>
        </a:ext>
      </dgm:extLst>
    </dgm:pt>
    <dgm:pt modelId="{12B2D6B9-5A11-4BB3-85E0-6610698652BB}" type="parTrans" cxnId="{2F0DD27C-2BC4-4D53-85A4-8D76AD1B0327}">
      <dgm:prSet/>
      <dgm:spPr/>
      <dgm:t>
        <a:bodyPr/>
        <a:lstStyle/>
        <a:p>
          <a:endParaRPr lang="en-US"/>
        </a:p>
      </dgm:t>
    </dgm:pt>
    <dgm:pt modelId="{B8D0ABBB-B980-444A-8532-6A7C10B139D2}" type="sibTrans" cxnId="{2F0DD27C-2BC4-4D53-85A4-8D76AD1B0327}">
      <dgm:prSet/>
      <dgm:spPr/>
      <dgm:t>
        <a:bodyPr/>
        <a:lstStyle/>
        <a:p>
          <a:endParaRPr lang="en-US"/>
        </a:p>
      </dgm:t>
    </dgm:pt>
    <dgm:pt modelId="{126117BB-68CB-428B-82E6-A0E239EAF5BE}" type="pres">
      <dgm:prSet presAssocID="{F07EF841-1622-484B-8375-9269FEBAF617}" presName="Name0" presStyleCnt="0">
        <dgm:presLayoutVars>
          <dgm:dir/>
          <dgm:animLvl val="lvl"/>
          <dgm:resizeHandles val="exact"/>
        </dgm:presLayoutVars>
      </dgm:prSet>
      <dgm:spPr/>
    </dgm:pt>
    <dgm:pt modelId="{8FECAB32-60AA-4E32-94A1-667349713694}" type="pres">
      <dgm:prSet presAssocID="{4C2AE90C-8A84-4ECA-8BB2-1700801F9855}" presName="parTxOnly" presStyleLbl="node1" presStyleIdx="0" presStyleCnt="4">
        <dgm:presLayoutVars>
          <dgm:chMax val="0"/>
          <dgm:chPref val="0"/>
          <dgm:bulletEnabled val="1"/>
        </dgm:presLayoutVars>
      </dgm:prSet>
      <dgm:spPr/>
    </dgm:pt>
    <dgm:pt modelId="{87437F50-8DB3-45EE-A32D-AF713730EB65}" type="pres">
      <dgm:prSet presAssocID="{3C5D1D94-55E8-488A-8196-3162608822CE}" presName="parTxOnlySpace" presStyleCnt="0"/>
      <dgm:spPr/>
    </dgm:pt>
    <dgm:pt modelId="{CD04B34F-35A5-4A0A-8EED-0A09F4480181}" type="pres">
      <dgm:prSet presAssocID="{954ABBA4-7F46-4771-B8FB-36238D63D137}" presName="parTxOnly" presStyleLbl="node1" presStyleIdx="1" presStyleCnt="4">
        <dgm:presLayoutVars>
          <dgm:chMax val="0"/>
          <dgm:chPref val="0"/>
          <dgm:bulletEnabled val="1"/>
        </dgm:presLayoutVars>
      </dgm:prSet>
      <dgm:spPr/>
    </dgm:pt>
    <dgm:pt modelId="{BBC777F1-27E7-446A-ABEB-51C4E7F0907D}" type="pres">
      <dgm:prSet presAssocID="{B28B32A8-2809-4406-8C30-5C700ED3300A}" presName="parTxOnlySpace" presStyleCnt="0"/>
      <dgm:spPr/>
    </dgm:pt>
    <dgm:pt modelId="{2392C941-F40C-40D0-B5A6-BFAA02657EAF}" type="pres">
      <dgm:prSet presAssocID="{D7A7006F-E929-4489-A9C1-A1703F22B6A7}" presName="parTxOnly" presStyleLbl="node1" presStyleIdx="2" presStyleCnt="4">
        <dgm:presLayoutVars>
          <dgm:chMax val="0"/>
          <dgm:chPref val="0"/>
          <dgm:bulletEnabled val="1"/>
        </dgm:presLayoutVars>
      </dgm:prSet>
      <dgm:spPr/>
    </dgm:pt>
    <dgm:pt modelId="{6B8A73CE-73F4-448E-8AD8-C57EC1CEF089}" type="pres">
      <dgm:prSet presAssocID="{E29CC8A7-09FE-44C0-B6E8-C710AEF7EB63}" presName="parTxOnlySpace" presStyleCnt="0"/>
      <dgm:spPr/>
    </dgm:pt>
    <dgm:pt modelId="{740C6740-3612-4268-8BF7-54600228E3CD}" type="pres">
      <dgm:prSet presAssocID="{C941BDFB-FD51-4850-A8D6-33A018E6CA2C}" presName="parTxOnly" presStyleLbl="node1" presStyleIdx="3" presStyleCnt="4">
        <dgm:presLayoutVars>
          <dgm:chMax val="0"/>
          <dgm:chPref val="0"/>
          <dgm:bulletEnabled val="1"/>
        </dgm:presLayoutVars>
      </dgm:prSet>
      <dgm:spPr/>
    </dgm:pt>
  </dgm:ptLst>
  <dgm:cxnLst>
    <dgm:cxn modelId="{B38BE300-F233-409D-854A-DC8B51C8C479}" srcId="{F07EF841-1622-484B-8375-9269FEBAF617}" destId="{4C2AE90C-8A84-4ECA-8BB2-1700801F9855}" srcOrd="0" destOrd="0" parTransId="{A5DB1BE4-D42B-4738-BAB7-9EB6DDDC4024}" sibTransId="{3C5D1D94-55E8-488A-8196-3162608822CE}"/>
    <dgm:cxn modelId="{8E942C4F-4D76-4AE2-9C79-3562633C8C71}" type="presOf" srcId="{954ABBA4-7F46-4771-B8FB-36238D63D137}" destId="{CD04B34F-35A5-4A0A-8EED-0A09F4480181}" srcOrd="0" destOrd="0" presId="urn:microsoft.com/office/officeart/2005/8/layout/chevron1"/>
    <dgm:cxn modelId="{2F0DD27C-2BC4-4D53-85A4-8D76AD1B0327}" srcId="{F07EF841-1622-484B-8375-9269FEBAF617}" destId="{C941BDFB-FD51-4850-A8D6-33A018E6CA2C}" srcOrd="3" destOrd="0" parTransId="{12B2D6B9-5A11-4BB3-85E0-6610698652BB}" sibTransId="{B8D0ABBB-B980-444A-8532-6A7C10B139D2}"/>
    <dgm:cxn modelId="{91215789-9582-43CD-95DF-6730EC27C55D}" type="presOf" srcId="{D7A7006F-E929-4489-A9C1-A1703F22B6A7}" destId="{2392C941-F40C-40D0-B5A6-BFAA02657EAF}" srcOrd="0" destOrd="0" presId="urn:microsoft.com/office/officeart/2005/8/layout/chevron1"/>
    <dgm:cxn modelId="{61F0C69E-5718-4B69-9EBD-9061EE06B95E}" type="presOf" srcId="{4C2AE90C-8A84-4ECA-8BB2-1700801F9855}" destId="{8FECAB32-60AA-4E32-94A1-667349713694}" srcOrd="0" destOrd="0" presId="urn:microsoft.com/office/officeart/2005/8/layout/chevron1"/>
    <dgm:cxn modelId="{3E4BF7A6-1637-4796-B063-FBEBE0284B63}" srcId="{F07EF841-1622-484B-8375-9269FEBAF617}" destId="{954ABBA4-7F46-4771-B8FB-36238D63D137}" srcOrd="1" destOrd="0" parTransId="{40D6CB12-B709-4997-AD9A-19E153AC231E}" sibTransId="{B28B32A8-2809-4406-8C30-5C700ED3300A}"/>
    <dgm:cxn modelId="{C8577ECA-BC54-4ABE-A822-4743B16A0417}" srcId="{F07EF841-1622-484B-8375-9269FEBAF617}" destId="{D7A7006F-E929-4489-A9C1-A1703F22B6A7}" srcOrd="2" destOrd="0" parTransId="{A42C6732-F9B5-4CCD-8A8D-D72FDB2F1822}" sibTransId="{E29CC8A7-09FE-44C0-B6E8-C710AEF7EB63}"/>
    <dgm:cxn modelId="{5F80AACC-21F9-49A5-90FF-D7997D6BC39D}" type="presOf" srcId="{C941BDFB-FD51-4850-A8D6-33A018E6CA2C}" destId="{740C6740-3612-4268-8BF7-54600228E3CD}" srcOrd="0" destOrd="0" presId="urn:microsoft.com/office/officeart/2005/8/layout/chevron1"/>
    <dgm:cxn modelId="{4AB739EF-69C3-4639-BB79-B816D9A63CAE}" type="presOf" srcId="{F07EF841-1622-484B-8375-9269FEBAF617}" destId="{126117BB-68CB-428B-82E6-A0E239EAF5BE}" srcOrd="0" destOrd="0" presId="urn:microsoft.com/office/officeart/2005/8/layout/chevron1"/>
    <dgm:cxn modelId="{F73424F1-43A7-4BC0-B84A-974E66075662}" type="presParOf" srcId="{126117BB-68CB-428B-82E6-A0E239EAF5BE}" destId="{8FECAB32-60AA-4E32-94A1-667349713694}" srcOrd="0" destOrd="0" presId="urn:microsoft.com/office/officeart/2005/8/layout/chevron1"/>
    <dgm:cxn modelId="{6709E40B-367C-49B3-9FD1-4E3FAB68BF03}" type="presParOf" srcId="{126117BB-68CB-428B-82E6-A0E239EAF5BE}" destId="{87437F50-8DB3-45EE-A32D-AF713730EB65}" srcOrd="1" destOrd="0" presId="urn:microsoft.com/office/officeart/2005/8/layout/chevron1"/>
    <dgm:cxn modelId="{C71B533A-9F6D-493A-A0F4-8F5CD0841E76}" type="presParOf" srcId="{126117BB-68CB-428B-82E6-A0E239EAF5BE}" destId="{CD04B34F-35A5-4A0A-8EED-0A09F4480181}" srcOrd="2" destOrd="0" presId="urn:microsoft.com/office/officeart/2005/8/layout/chevron1"/>
    <dgm:cxn modelId="{7F76179C-50C7-47E2-9539-0AE5846D3D12}" type="presParOf" srcId="{126117BB-68CB-428B-82E6-A0E239EAF5BE}" destId="{BBC777F1-27E7-446A-ABEB-51C4E7F0907D}" srcOrd="3" destOrd="0" presId="urn:microsoft.com/office/officeart/2005/8/layout/chevron1"/>
    <dgm:cxn modelId="{31E34C68-12F9-41A9-8C78-9CFFC8106536}" type="presParOf" srcId="{126117BB-68CB-428B-82E6-A0E239EAF5BE}" destId="{2392C941-F40C-40D0-B5A6-BFAA02657EAF}" srcOrd="4" destOrd="0" presId="urn:microsoft.com/office/officeart/2005/8/layout/chevron1"/>
    <dgm:cxn modelId="{B3BD4AB8-C8A8-402F-AE7A-A0A7EE6CAF89}" type="presParOf" srcId="{126117BB-68CB-428B-82E6-A0E239EAF5BE}" destId="{6B8A73CE-73F4-448E-8AD8-C57EC1CEF089}" srcOrd="5" destOrd="0" presId="urn:microsoft.com/office/officeart/2005/8/layout/chevron1"/>
    <dgm:cxn modelId="{723759C5-C8D0-4F4D-8BA6-53AFA8402F7D}" type="presParOf" srcId="{126117BB-68CB-428B-82E6-A0E239EAF5BE}" destId="{740C6740-3612-4268-8BF7-54600228E3CD}"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07EF841-1622-484B-8375-9269FEBAF617}" type="doc">
      <dgm:prSet loTypeId="urn:microsoft.com/office/officeart/2005/8/layout/chevron1" loCatId="process" qsTypeId="urn:microsoft.com/office/officeart/2005/8/quickstyle/simple1" qsCatId="simple" csTypeId="urn:microsoft.com/office/officeart/2005/8/colors/accent1_2" csCatId="accent1" phldr="1"/>
      <dgm:spPr/>
    </dgm:pt>
    <dgm:pt modelId="{4C2AE90C-8A84-4ECA-8BB2-1700801F9855}">
      <dgm:prSet phldrT="[Text]"/>
      <dgm:spPr>
        <a:solidFill>
          <a:schemeClr val="bg1">
            <a:lumMod val="85000"/>
          </a:schemeClr>
        </a:solidFill>
        <a:ln>
          <a:noFill/>
        </a:ln>
      </dgm:spPr>
      <dgm:t>
        <a:bodyPr/>
        <a:lstStyle/>
        <a:p>
          <a:r>
            <a:rPr lang="en-US">
              <a:solidFill>
                <a:schemeClr val="tx1"/>
              </a:solidFill>
            </a:rPr>
            <a:t>Identify or build the API</a:t>
          </a:r>
        </a:p>
      </dgm:t>
      <dgm:extLst>
        <a:ext uri="{E40237B7-FDA0-4F09-8148-C483321AD2D9}">
          <dgm14:cNvPr xmlns:dgm14="http://schemas.microsoft.com/office/drawing/2010/diagram" id="0" name="" descr="Identify or build the API&#10;Describe the API&#10;Use the connector&#10;Certify/open source&#10;"/>
        </a:ext>
      </dgm:extLst>
    </dgm:pt>
    <dgm:pt modelId="{A5DB1BE4-D42B-4738-BAB7-9EB6DDDC4024}" type="parTrans" cxnId="{B38BE300-F233-409D-854A-DC8B51C8C479}">
      <dgm:prSet/>
      <dgm:spPr/>
      <dgm:t>
        <a:bodyPr/>
        <a:lstStyle/>
        <a:p>
          <a:endParaRPr lang="en-US"/>
        </a:p>
      </dgm:t>
    </dgm:pt>
    <dgm:pt modelId="{3C5D1D94-55E8-488A-8196-3162608822CE}" type="sibTrans" cxnId="{B38BE300-F233-409D-854A-DC8B51C8C479}">
      <dgm:prSet/>
      <dgm:spPr/>
      <dgm:t>
        <a:bodyPr/>
        <a:lstStyle/>
        <a:p>
          <a:endParaRPr lang="en-US"/>
        </a:p>
      </dgm:t>
    </dgm:pt>
    <dgm:pt modelId="{954ABBA4-7F46-4771-B8FB-36238D63D137}">
      <dgm:prSet phldrT="[Text]"/>
      <dgm:spPr>
        <a:solidFill>
          <a:srgbClr val="93C8E4"/>
        </a:solidFill>
        <a:ln>
          <a:noFill/>
        </a:ln>
      </dgm:spPr>
      <dgm:t>
        <a:bodyPr/>
        <a:lstStyle/>
        <a:p>
          <a:r>
            <a:rPr lang="en-US">
              <a:solidFill>
                <a:schemeClr val="tx1"/>
              </a:solidFill>
            </a:rPr>
            <a:t>Describe </a:t>
          </a:r>
          <a:br>
            <a:rPr lang="en-US">
              <a:solidFill>
                <a:schemeClr val="tx1"/>
              </a:solidFill>
            </a:rPr>
          </a:br>
          <a:r>
            <a:rPr lang="en-US">
              <a:solidFill>
                <a:schemeClr val="tx1"/>
              </a:solidFill>
            </a:rPr>
            <a:t>the API</a:t>
          </a:r>
        </a:p>
      </dgm:t>
      <dgm:extLst>
        <a:ext uri="{E40237B7-FDA0-4F09-8148-C483321AD2D9}">
          <dgm14:cNvPr xmlns:dgm14="http://schemas.microsoft.com/office/drawing/2010/diagram" id="0" name="" descr="Identify or build the API&#10;Describe the API&#10;Use the connector&#10;Certify/open source&#10;"/>
        </a:ext>
      </dgm:extLst>
    </dgm:pt>
    <dgm:pt modelId="{40D6CB12-B709-4997-AD9A-19E153AC231E}" type="parTrans" cxnId="{3E4BF7A6-1637-4796-B063-FBEBE0284B63}">
      <dgm:prSet/>
      <dgm:spPr/>
      <dgm:t>
        <a:bodyPr/>
        <a:lstStyle/>
        <a:p>
          <a:endParaRPr lang="en-US"/>
        </a:p>
      </dgm:t>
    </dgm:pt>
    <dgm:pt modelId="{B28B32A8-2809-4406-8C30-5C700ED3300A}" type="sibTrans" cxnId="{3E4BF7A6-1637-4796-B063-FBEBE0284B63}">
      <dgm:prSet/>
      <dgm:spPr/>
      <dgm:t>
        <a:bodyPr/>
        <a:lstStyle/>
        <a:p>
          <a:endParaRPr lang="en-US"/>
        </a:p>
      </dgm:t>
    </dgm:pt>
    <dgm:pt modelId="{D7A7006F-E929-4489-A9C1-A1703F22B6A7}">
      <dgm:prSet phldrT="[Text]"/>
      <dgm:spPr>
        <a:solidFill>
          <a:schemeClr val="bg1">
            <a:lumMod val="85000"/>
          </a:schemeClr>
        </a:solidFill>
        <a:ln>
          <a:noFill/>
        </a:ln>
      </dgm:spPr>
      <dgm:t>
        <a:bodyPr/>
        <a:lstStyle/>
        <a:p>
          <a:r>
            <a:rPr lang="en-US">
              <a:solidFill>
                <a:schemeClr val="tx1"/>
              </a:solidFill>
            </a:rPr>
            <a:t>Use the connector</a:t>
          </a:r>
        </a:p>
      </dgm:t>
      <dgm:extLst>
        <a:ext uri="{E40237B7-FDA0-4F09-8148-C483321AD2D9}">
          <dgm14:cNvPr xmlns:dgm14="http://schemas.microsoft.com/office/drawing/2010/diagram" id="0" name="" descr="Identify or build the API&#10;Describe the API&#10;Use the connector&#10;Certify/open source&#10;"/>
        </a:ext>
      </dgm:extLst>
    </dgm:pt>
    <dgm:pt modelId="{A42C6732-F9B5-4CCD-8A8D-D72FDB2F1822}" type="parTrans" cxnId="{C8577ECA-BC54-4ABE-A822-4743B16A0417}">
      <dgm:prSet/>
      <dgm:spPr/>
      <dgm:t>
        <a:bodyPr/>
        <a:lstStyle/>
        <a:p>
          <a:endParaRPr lang="en-US"/>
        </a:p>
      </dgm:t>
    </dgm:pt>
    <dgm:pt modelId="{E29CC8A7-09FE-44C0-B6E8-C710AEF7EB63}" type="sibTrans" cxnId="{C8577ECA-BC54-4ABE-A822-4743B16A0417}">
      <dgm:prSet/>
      <dgm:spPr/>
      <dgm:t>
        <a:bodyPr/>
        <a:lstStyle/>
        <a:p>
          <a:endParaRPr lang="en-US"/>
        </a:p>
      </dgm:t>
    </dgm:pt>
    <dgm:pt modelId="{C941BDFB-FD51-4850-A8D6-33A018E6CA2C}">
      <dgm:prSet phldrT="[Text]"/>
      <dgm:spPr>
        <a:solidFill>
          <a:schemeClr val="bg1">
            <a:lumMod val="85000"/>
          </a:schemeClr>
        </a:solidFill>
        <a:ln>
          <a:noFill/>
        </a:ln>
      </dgm:spPr>
      <dgm:t>
        <a:bodyPr/>
        <a:lstStyle/>
        <a:p>
          <a:r>
            <a:rPr lang="en-US">
              <a:solidFill>
                <a:schemeClr val="tx1"/>
              </a:solidFill>
            </a:rPr>
            <a:t>Certify/open source</a:t>
          </a:r>
        </a:p>
      </dgm:t>
      <dgm:extLst>
        <a:ext uri="{E40237B7-FDA0-4F09-8148-C483321AD2D9}">
          <dgm14:cNvPr xmlns:dgm14="http://schemas.microsoft.com/office/drawing/2010/diagram" id="0" name="" descr="Identify or build the API&#10;Describe the API&#10;Use the connector&#10;Certify/open source&#10;"/>
        </a:ext>
      </dgm:extLst>
    </dgm:pt>
    <dgm:pt modelId="{12B2D6B9-5A11-4BB3-85E0-6610698652BB}" type="parTrans" cxnId="{2F0DD27C-2BC4-4D53-85A4-8D76AD1B0327}">
      <dgm:prSet/>
      <dgm:spPr/>
      <dgm:t>
        <a:bodyPr/>
        <a:lstStyle/>
        <a:p>
          <a:endParaRPr lang="en-US"/>
        </a:p>
      </dgm:t>
    </dgm:pt>
    <dgm:pt modelId="{B8D0ABBB-B980-444A-8532-6A7C10B139D2}" type="sibTrans" cxnId="{2F0DD27C-2BC4-4D53-85A4-8D76AD1B0327}">
      <dgm:prSet/>
      <dgm:spPr/>
      <dgm:t>
        <a:bodyPr/>
        <a:lstStyle/>
        <a:p>
          <a:endParaRPr lang="en-US"/>
        </a:p>
      </dgm:t>
    </dgm:pt>
    <dgm:pt modelId="{126117BB-68CB-428B-82E6-A0E239EAF5BE}" type="pres">
      <dgm:prSet presAssocID="{F07EF841-1622-484B-8375-9269FEBAF617}" presName="Name0" presStyleCnt="0">
        <dgm:presLayoutVars>
          <dgm:dir/>
          <dgm:animLvl val="lvl"/>
          <dgm:resizeHandles val="exact"/>
        </dgm:presLayoutVars>
      </dgm:prSet>
      <dgm:spPr/>
    </dgm:pt>
    <dgm:pt modelId="{8FECAB32-60AA-4E32-94A1-667349713694}" type="pres">
      <dgm:prSet presAssocID="{4C2AE90C-8A84-4ECA-8BB2-1700801F9855}" presName="parTxOnly" presStyleLbl="node1" presStyleIdx="0" presStyleCnt="4">
        <dgm:presLayoutVars>
          <dgm:chMax val="0"/>
          <dgm:chPref val="0"/>
          <dgm:bulletEnabled val="1"/>
        </dgm:presLayoutVars>
      </dgm:prSet>
      <dgm:spPr/>
    </dgm:pt>
    <dgm:pt modelId="{87437F50-8DB3-45EE-A32D-AF713730EB65}" type="pres">
      <dgm:prSet presAssocID="{3C5D1D94-55E8-488A-8196-3162608822CE}" presName="parTxOnlySpace" presStyleCnt="0"/>
      <dgm:spPr/>
    </dgm:pt>
    <dgm:pt modelId="{CD04B34F-35A5-4A0A-8EED-0A09F4480181}" type="pres">
      <dgm:prSet presAssocID="{954ABBA4-7F46-4771-B8FB-36238D63D137}" presName="parTxOnly" presStyleLbl="node1" presStyleIdx="1" presStyleCnt="4">
        <dgm:presLayoutVars>
          <dgm:chMax val="0"/>
          <dgm:chPref val="0"/>
          <dgm:bulletEnabled val="1"/>
        </dgm:presLayoutVars>
      </dgm:prSet>
      <dgm:spPr/>
    </dgm:pt>
    <dgm:pt modelId="{BBC777F1-27E7-446A-ABEB-51C4E7F0907D}" type="pres">
      <dgm:prSet presAssocID="{B28B32A8-2809-4406-8C30-5C700ED3300A}" presName="parTxOnlySpace" presStyleCnt="0"/>
      <dgm:spPr/>
    </dgm:pt>
    <dgm:pt modelId="{2392C941-F40C-40D0-B5A6-BFAA02657EAF}" type="pres">
      <dgm:prSet presAssocID="{D7A7006F-E929-4489-A9C1-A1703F22B6A7}" presName="parTxOnly" presStyleLbl="node1" presStyleIdx="2" presStyleCnt="4">
        <dgm:presLayoutVars>
          <dgm:chMax val="0"/>
          <dgm:chPref val="0"/>
          <dgm:bulletEnabled val="1"/>
        </dgm:presLayoutVars>
      </dgm:prSet>
      <dgm:spPr/>
    </dgm:pt>
    <dgm:pt modelId="{6B8A73CE-73F4-448E-8AD8-C57EC1CEF089}" type="pres">
      <dgm:prSet presAssocID="{E29CC8A7-09FE-44C0-B6E8-C710AEF7EB63}" presName="parTxOnlySpace" presStyleCnt="0"/>
      <dgm:spPr/>
    </dgm:pt>
    <dgm:pt modelId="{740C6740-3612-4268-8BF7-54600228E3CD}" type="pres">
      <dgm:prSet presAssocID="{C941BDFB-FD51-4850-A8D6-33A018E6CA2C}" presName="parTxOnly" presStyleLbl="node1" presStyleIdx="3" presStyleCnt="4">
        <dgm:presLayoutVars>
          <dgm:chMax val="0"/>
          <dgm:chPref val="0"/>
          <dgm:bulletEnabled val="1"/>
        </dgm:presLayoutVars>
      </dgm:prSet>
      <dgm:spPr/>
    </dgm:pt>
  </dgm:ptLst>
  <dgm:cxnLst>
    <dgm:cxn modelId="{B38BE300-F233-409D-854A-DC8B51C8C479}" srcId="{F07EF841-1622-484B-8375-9269FEBAF617}" destId="{4C2AE90C-8A84-4ECA-8BB2-1700801F9855}" srcOrd="0" destOrd="0" parTransId="{A5DB1BE4-D42B-4738-BAB7-9EB6DDDC4024}" sibTransId="{3C5D1D94-55E8-488A-8196-3162608822CE}"/>
    <dgm:cxn modelId="{8E942C4F-4D76-4AE2-9C79-3562633C8C71}" type="presOf" srcId="{954ABBA4-7F46-4771-B8FB-36238D63D137}" destId="{CD04B34F-35A5-4A0A-8EED-0A09F4480181}" srcOrd="0" destOrd="0" presId="urn:microsoft.com/office/officeart/2005/8/layout/chevron1"/>
    <dgm:cxn modelId="{2F0DD27C-2BC4-4D53-85A4-8D76AD1B0327}" srcId="{F07EF841-1622-484B-8375-9269FEBAF617}" destId="{C941BDFB-FD51-4850-A8D6-33A018E6CA2C}" srcOrd="3" destOrd="0" parTransId="{12B2D6B9-5A11-4BB3-85E0-6610698652BB}" sibTransId="{B8D0ABBB-B980-444A-8532-6A7C10B139D2}"/>
    <dgm:cxn modelId="{91215789-9582-43CD-95DF-6730EC27C55D}" type="presOf" srcId="{D7A7006F-E929-4489-A9C1-A1703F22B6A7}" destId="{2392C941-F40C-40D0-B5A6-BFAA02657EAF}" srcOrd="0" destOrd="0" presId="urn:microsoft.com/office/officeart/2005/8/layout/chevron1"/>
    <dgm:cxn modelId="{61F0C69E-5718-4B69-9EBD-9061EE06B95E}" type="presOf" srcId="{4C2AE90C-8A84-4ECA-8BB2-1700801F9855}" destId="{8FECAB32-60AA-4E32-94A1-667349713694}" srcOrd="0" destOrd="0" presId="urn:microsoft.com/office/officeart/2005/8/layout/chevron1"/>
    <dgm:cxn modelId="{3E4BF7A6-1637-4796-B063-FBEBE0284B63}" srcId="{F07EF841-1622-484B-8375-9269FEBAF617}" destId="{954ABBA4-7F46-4771-B8FB-36238D63D137}" srcOrd="1" destOrd="0" parTransId="{40D6CB12-B709-4997-AD9A-19E153AC231E}" sibTransId="{B28B32A8-2809-4406-8C30-5C700ED3300A}"/>
    <dgm:cxn modelId="{C8577ECA-BC54-4ABE-A822-4743B16A0417}" srcId="{F07EF841-1622-484B-8375-9269FEBAF617}" destId="{D7A7006F-E929-4489-A9C1-A1703F22B6A7}" srcOrd="2" destOrd="0" parTransId="{A42C6732-F9B5-4CCD-8A8D-D72FDB2F1822}" sibTransId="{E29CC8A7-09FE-44C0-B6E8-C710AEF7EB63}"/>
    <dgm:cxn modelId="{5F80AACC-21F9-49A5-90FF-D7997D6BC39D}" type="presOf" srcId="{C941BDFB-FD51-4850-A8D6-33A018E6CA2C}" destId="{740C6740-3612-4268-8BF7-54600228E3CD}" srcOrd="0" destOrd="0" presId="urn:microsoft.com/office/officeart/2005/8/layout/chevron1"/>
    <dgm:cxn modelId="{4AB739EF-69C3-4639-BB79-B816D9A63CAE}" type="presOf" srcId="{F07EF841-1622-484B-8375-9269FEBAF617}" destId="{126117BB-68CB-428B-82E6-A0E239EAF5BE}" srcOrd="0" destOrd="0" presId="urn:microsoft.com/office/officeart/2005/8/layout/chevron1"/>
    <dgm:cxn modelId="{F73424F1-43A7-4BC0-B84A-974E66075662}" type="presParOf" srcId="{126117BB-68CB-428B-82E6-A0E239EAF5BE}" destId="{8FECAB32-60AA-4E32-94A1-667349713694}" srcOrd="0" destOrd="0" presId="urn:microsoft.com/office/officeart/2005/8/layout/chevron1"/>
    <dgm:cxn modelId="{6709E40B-367C-49B3-9FD1-4E3FAB68BF03}" type="presParOf" srcId="{126117BB-68CB-428B-82E6-A0E239EAF5BE}" destId="{87437F50-8DB3-45EE-A32D-AF713730EB65}" srcOrd="1" destOrd="0" presId="urn:microsoft.com/office/officeart/2005/8/layout/chevron1"/>
    <dgm:cxn modelId="{C71B533A-9F6D-493A-A0F4-8F5CD0841E76}" type="presParOf" srcId="{126117BB-68CB-428B-82E6-A0E239EAF5BE}" destId="{CD04B34F-35A5-4A0A-8EED-0A09F4480181}" srcOrd="2" destOrd="0" presId="urn:microsoft.com/office/officeart/2005/8/layout/chevron1"/>
    <dgm:cxn modelId="{7F76179C-50C7-47E2-9539-0AE5846D3D12}" type="presParOf" srcId="{126117BB-68CB-428B-82E6-A0E239EAF5BE}" destId="{BBC777F1-27E7-446A-ABEB-51C4E7F0907D}" srcOrd="3" destOrd="0" presId="urn:microsoft.com/office/officeart/2005/8/layout/chevron1"/>
    <dgm:cxn modelId="{31E34C68-12F9-41A9-8C78-9CFFC8106536}" type="presParOf" srcId="{126117BB-68CB-428B-82E6-A0E239EAF5BE}" destId="{2392C941-F40C-40D0-B5A6-BFAA02657EAF}" srcOrd="4" destOrd="0" presId="urn:microsoft.com/office/officeart/2005/8/layout/chevron1"/>
    <dgm:cxn modelId="{B3BD4AB8-C8A8-402F-AE7A-A0A7EE6CAF89}" type="presParOf" srcId="{126117BB-68CB-428B-82E6-A0E239EAF5BE}" destId="{6B8A73CE-73F4-448E-8AD8-C57EC1CEF089}" srcOrd="5" destOrd="0" presId="urn:microsoft.com/office/officeart/2005/8/layout/chevron1"/>
    <dgm:cxn modelId="{723759C5-C8D0-4F4D-8BA6-53AFA8402F7D}" type="presParOf" srcId="{126117BB-68CB-428B-82E6-A0E239EAF5BE}" destId="{740C6740-3612-4268-8BF7-54600228E3CD}"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07EF841-1622-484B-8375-9269FEBAF617}" type="doc">
      <dgm:prSet loTypeId="urn:microsoft.com/office/officeart/2005/8/layout/chevron1" loCatId="process" qsTypeId="urn:microsoft.com/office/officeart/2005/8/quickstyle/simple1" qsCatId="simple" csTypeId="urn:microsoft.com/office/officeart/2005/8/colors/accent1_2" csCatId="accent1" phldr="1"/>
      <dgm:spPr/>
    </dgm:pt>
    <dgm:pt modelId="{4C2AE90C-8A84-4ECA-8BB2-1700801F9855}">
      <dgm:prSet phldrT="[Text]"/>
      <dgm:spPr>
        <a:solidFill>
          <a:schemeClr val="bg1">
            <a:lumMod val="85000"/>
          </a:schemeClr>
        </a:solidFill>
        <a:ln>
          <a:noFill/>
        </a:ln>
      </dgm:spPr>
      <dgm:t>
        <a:bodyPr/>
        <a:lstStyle/>
        <a:p>
          <a:r>
            <a:rPr lang="en-US">
              <a:solidFill>
                <a:schemeClr val="tx1"/>
              </a:solidFill>
            </a:rPr>
            <a:t>Identify or build the API</a:t>
          </a:r>
        </a:p>
      </dgm:t>
      <dgm:extLst>
        <a:ext uri="{E40237B7-FDA0-4F09-8148-C483321AD2D9}">
          <dgm14:cNvPr xmlns:dgm14="http://schemas.microsoft.com/office/drawing/2010/diagram" id="0" name="" descr="Identify or build the API&#10;Describe the API&#10;Use the connector&#10;Certify/open source&#10;"/>
        </a:ext>
      </dgm:extLst>
    </dgm:pt>
    <dgm:pt modelId="{A5DB1BE4-D42B-4738-BAB7-9EB6DDDC4024}" type="parTrans" cxnId="{B38BE300-F233-409D-854A-DC8B51C8C479}">
      <dgm:prSet/>
      <dgm:spPr/>
      <dgm:t>
        <a:bodyPr/>
        <a:lstStyle/>
        <a:p>
          <a:endParaRPr lang="en-US"/>
        </a:p>
      </dgm:t>
    </dgm:pt>
    <dgm:pt modelId="{3C5D1D94-55E8-488A-8196-3162608822CE}" type="sibTrans" cxnId="{B38BE300-F233-409D-854A-DC8B51C8C479}">
      <dgm:prSet/>
      <dgm:spPr/>
      <dgm:t>
        <a:bodyPr/>
        <a:lstStyle/>
        <a:p>
          <a:endParaRPr lang="en-US"/>
        </a:p>
      </dgm:t>
    </dgm:pt>
    <dgm:pt modelId="{954ABBA4-7F46-4771-B8FB-36238D63D137}">
      <dgm:prSet phldrT="[Text]"/>
      <dgm:spPr>
        <a:solidFill>
          <a:schemeClr val="bg1">
            <a:lumMod val="85000"/>
          </a:schemeClr>
        </a:solidFill>
        <a:ln>
          <a:noFill/>
        </a:ln>
      </dgm:spPr>
      <dgm:t>
        <a:bodyPr/>
        <a:lstStyle/>
        <a:p>
          <a:r>
            <a:rPr lang="en-US">
              <a:solidFill>
                <a:schemeClr val="tx1"/>
              </a:solidFill>
            </a:rPr>
            <a:t>Describe </a:t>
          </a:r>
          <a:br>
            <a:rPr lang="en-US">
              <a:solidFill>
                <a:schemeClr val="tx1"/>
              </a:solidFill>
            </a:rPr>
          </a:br>
          <a:r>
            <a:rPr lang="en-US">
              <a:solidFill>
                <a:schemeClr val="tx1"/>
              </a:solidFill>
            </a:rPr>
            <a:t>the API</a:t>
          </a:r>
        </a:p>
      </dgm:t>
      <dgm:extLst>
        <a:ext uri="{E40237B7-FDA0-4F09-8148-C483321AD2D9}">
          <dgm14:cNvPr xmlns:dgm14="http://schemas.microsoft.com/office/drawing/2010/diagram" id="0" name="" descr="Identify or build the API&#10;Describe the API&#10;Use the connector&#10;Certify/open source&#10;"/>
        </a:ext>
      </dgm:extLst>
    </dgm:pt>
    <dgm:pt modelId="{40D6CB12-B709-4997-AD9A-19E153AC231E}" type="parTrans" cxnId="{3E4BF7A6-1637-4796-B063-FBEBE0284B63}">
      <dgm:prSet/>
      <dgm:spPr/>
      <dgm:t>
        <a:bodyPr/>
        <a:lstStyle/>
        <a:p>
          <a:endParaRPr lang="en-US"/>
        </a:p>
      </dgm:t>
    </dgm:pt>
    <dgm:pt modelId="{B28B32A8-2809-4406-8C30-5C700ED3300A}" type="sibTrans" cxnId="{3E4BF7A6-1637-4796-B063-FBEBE0284B63}">
      <dgm:prSet/>
      <dgm:spPr/>
      <dgm:t>
        <a:bodyPr/>
        <a:lstStyle/>
        <a:p>
          <a:endParaRPr lang="en-US"/>
        </a:p>
      </dgm:t>
    </dgm:pt>
    <dgm:pt modelId="{D7A7006F-E929-4489-A9C1-A1703F22B6A7}">
      <dgm:prSet phldrT="[Text]"/>
      <dgm:spPr>
        <a:solidFill>
          <a:srgbClr val="93C8E4"/>
        </a:solidFill>
        <a:ln>
          <a:noFill/>
        </a:ln>
      </dgm:spPr>
      <dgm:t>
        <a:bodyPr/>
        <a:lstStyle/>
        <a:p>
          <a:r>
            <a:rPr lang="en-US">
              <a:solidFill>
                <a:schemeClr val="tx1"/>
              </a:solidFill>
            </a:rPr>
            <a:t>Use the connector</a:t>
          </a:r>
        </a:p>
      </dgm:t>
      <dgm:extLst>
        <a:ext uri="{E40237B7-FDA0-4F09-8148-C483321AD2D9}">
          <dgm14:cNvPr xmlns:dgm14="http://schemas.microsoft.com/office/drawing/2010/diagram" id="0" name="" descr="Identify or build the API&#10;Describe the API&#10;Use the connector&#10;Certify/open source&#10;"/>
        </a:ext>
      </dgm:extLst>
    </dgm:pt>
    <dgm:pt modelId="{A42C6732-F9B5-4CCD-8A8D-D72FDB2F1822}" type="parTrans" cxnId="{C8577ECA-BC54-4ABE-A822-4743B16A0417}">
      <dgm:prSet/>
      <dgm:spPr/>
      <dgm:t>
        <a:bodyPr/>
        <a:lstStyle/>
        <a:p>
          <a:endParaRPr lang="en-US"/>
        </a:p>
      </dgm:t>
    </dgm:pt>
    <dgm:pt modelId="{E29CC8A7-09FE-44C0-B6E8-C710AEF7EB63}" type="sibTrans" cxnId="{C8577ECA-BC54-4ABE-A822-4743B16A0417}">
      <dgm:prSet/>
      <dgm:spPr/>
      <dgm:t>
        <a:bodyPr/>
        <a:lstStyle/>
        <a:p>
          <a:endParaRPr lang="en-US"/>
        </a:p>
      </dgm:t>
    </dgm:pt>
    <dgm:pt modelId="{C941BDFB-FD51-4850-A8D6-33A018E6CA2C}">
      <dgm:prSet phldrT="[Text]"/>
      <dgm:spPr>
        <a:solidFill>
          <a:schemeClr val="bg1">
            <a:lumMod val="85000"/>
          </a:schemeClr>
        </a:solidFill>
        <a:ln>
          <a:noFill/>
        </a:ln>
      </dgm:spPr>
      <dgm:t>
        <a:bodyPr/>
        <a:lstStyle/>
        <a:p>
          <a:r>
            <a:rPr lang="en-US">
              <a:solidFill>
                <a:schemeClr val="tx1"/>
              </a:solidFill>
            </a:rPr>
            <a:t>Certify/open source</a:t>
          </a:r>
        </a:p>
      </dgm:t>
      <dgm:extLst>
        <a:ext uri="{E40237B7-FDA0-4F09-8148-C483321AD2D9}">
          <dgm14:cNvPr xmlns:dgm14="http://schemas.microsoft.com/office/drawing/2010/diagram" id="0" name="" descr="Identify or build the API&#10;Describe the API&#10;Use the connector&#10;Certify/open source&#10;"/>
        </a:ext>
      </dgm:extLst>
    </dgm:pt>
    <dgm:pt modelId="{12B2D6B9-5A11-4BB3-85E0-6610698652BB}" type="parTrans" cxnId="{2F0DD27C-2BC4-4D53-85A4-8D76AD1B0327}">
      <dgm:prSet/>
      <dgm:spPr/>
      <dgm:t>
        <a:bodyPr/>
        <a:lstStyle/>
        <a:p>
          <a:endParaRPr lang="en-US"/>
        </a:p>
      </dgm:t>
    </dgm:pt>
    <dgm:pt modelId="{B8D0ABBB-B980-444A-8532-6A7C10B139D2}" type="sibTrans" cxnId="{2F0DD27C-2BC4-4D53-85A4-8D76AD1B0327}">
      <dgm:prSet/>
      <dgm:spPr/>
      <dgm:t>
        <a:bodyPr/>
        <a:lstStyle/>
        <a:p>
          <a:endParaRPr lang="en-US"/>
        </a:p>
      </dgm:t>
    </dgm:pt>
    <dgm:pt modelId="{126117BB-68CB-428B-82E6-A0E239EAF5BE}" type="pres">
      <dgm:prSet presAssocID="{F07EF841-1622-484B-8375-9269FEBAF617}" presName="Name0" presStyleCnt="0">
        <dgm:presLayoutVars>
          <dgm:dir/>
          <dgm:animLvl val="lvl"/>
          <dgm:resizeHandles val="exact"/>
        </dgm:presLayoutVars>
      </dgm:prSet>
      <dgm:spPr/>
    </dgm:pt>
    <dgm:pt modelId="{8FECAB32-60AA-4E32-94A1-667349713694}" type="pres">
      <dgm:prSet presAssocID="{4C2AE90C-8A84-4ECA-8BB2-1700801F9855}" presName="parTxOnly" presStyleLbl="node1" presStyleIdx="0" presStyleCnt="4">
        <dgm:presLayoutVars>
          <dgm:chMax val="0"/>
          <dgm:chPref val="0"/>
          <dgm:bulletEnabled val="1"/>
        </dgm:presLayoutVars>
      </dgm:prSet>
      <dgm:spPr/>
    </dgm:pt>
    <dgm:pt modelId="{87437F50-8DB3-45EE-A32D-AF713730EB65}" type="pres">
      <dgm:prSet presAssocID="{3C5D1D94-55E8-488A-8196-3162608822CE}" presName="parTxOnlySpace" presStyleCnt="0"/>
      <dgm:spPr/>
    </dgm:pt>
    <dgm:pt modelId="{CD04B34F-35A5-4A0A-8EED-0A09F4480181}" type="pres">
      <dgm:prSet presAssocID="{954ABBA4-7F46-4771-B8FB-36238D63D137}" presName="parTxOnly" presStyleLbl="node1" presStyleIdx="1" presStyleCnt="4">
        <dgm:presLayoutVars>
          <dgm:chMax val="0"/>
          <dgm:chPref val="0"/>
          <dgm:bulletEnabled val="1"/>
        </dgm:presLayoutVars>
      </dgm:prSet>
      <dgm:spPr/>
    </dgm:pt>
    <dgm:pt modelId="{BBC777F1-27E7-446A-ABEB-51C4E7F0907D}" type="pres">
      <dgm:prSet presAssocID="{B28B32A8-2809-4406-8C30-5C700ED3300A}" presName="parTxOnlySpace" presStyleCnt="0"/>
      <dgm:spPr/>
    </dgm:pt>
    <dgm:pt modelId="{2392C941-F40C-40D0-B5A6-BFAA02657EAF}" type="pres">
      <dgm:prSet presAssocID="{D7A7006F-E929-4489-A9C1-A1703F22B6A7}" presName="parTxOnly" presStyleLbl="node1" presStyleIdx="2" presStyleCnt="4">
        <dgm:presLayoutVars>
          <dgm:chMax val="0"/>
          <dgm:chPref val="0"/>
          <dgm:bulletEnabled val="1"/>
        </dgm:presLayoutVars>
      </dgm:prSet>
      <dgm:spPr/>
    </dgm:pt>
    <dgm:pt modelId="{6B8A73CE-73F4-448E-8AD8-C57EC1CEF089}" type="pres">
      <dgm:prSet presAssocID="{E29CC8A7-09FE-44C0-B6E8-C710AEF7EB63}" presName="parTxOnlySpace" presStyleCnt="0"/>
      <dgm:spPr/>
    </dgm:pt>
    <dgm:pt modelId="{740C6740-3612-4268-8BF7-54600228E3CD}" type="pres">
      <dgm:prSet presAssocID="{C941BDFB-FD51-4850-A8D6-33A018E6CA2C}" presName="parTxOnly" presStyleLbl="node1" presStyleIdx="3" presStyleCnt="4">
        <dgm:presLayoutVars>
          <dgm:chMax val="0"/>
          <dgm:chPref val="0"/>
          <dgm:bulletEnabled val="1"/>
        </dgm:presLayoutVars>
      </dgm:prSet>
      <dgm:spPr/>
    </dgm:pt>
  </dgm:ptLst>
  <dgm:cxnLst>
    <dgm:cxn modelId="{B38BE300-F233-409D-854A-DC8B51C8C479}" srcId="{F07EF841-1622-484B-8375-9269FEBAF617}" destId="{4C2AE90C-8A84-4ECA-8BB2-1700801F9855}" srcOrd="0" destOrd="0" parTransId="{A5DB1BE4-D42B-4738-BAB7-9EB6DDDC4024}" sibTransId="{3C5D1D94-55E8-488A-8196-3162608822CE}"/>
    <dgm:cxn modelId="{8E942C4F-4D76-4AE2-9C79-3562633C8C71}" type="presOf" srcId="{954ABBA4-7F46-4771-B8FB-36238D63D137}" destId="{CD04B34F-35A5-4A0A-8EED-0A09F4480181}" srcOrd="0" destOrd="0" presId="urn:microsoft.com/office/officeart/2005/8/layout/chevron1"/>
    <dgm:cxn modelId="{2F0DD27C-2BC4-4D53-85A4-8D76AD1B0327}" srcId="{F07EF841-1622-484B-8375-9269FEBAF617}" destId="{C941BDFB-FD51-4850-A8D6-33A018E6CA2C}" srcOrd="3" destOrd="0" parTransId="{12B2D6B9-5A11-4BB3-85E0-6610698652BB}" sibTransId="{B8D0ABBB-B980-444A-8532-6A7C10B139D2}"/>
    <dgm:cxn modelId="{91215789-9582-43CD-95DF-6730EC27C55D}" type="presOf" srcId="{D7A7006F-E929-4489-A9C1-A1703F22B6A7}" destId="{2392C941-F40C-40D0-B5A6-BFAA02657EAF}" srcOrd="0" destOrd="0" presId="urn:microsoft.com/office/officeart/2005/8/layout/chevron1"/>
    <dgm:cxn modelId="{61F0C69E-5718-4B69-9EBD-9061EE06B95E}" type="presOf" srcId="{4C2AE90C-8A84-4ECA-8BB2-1700801F9855}" destId="{8FECAB32-60AA-4E32-94A1-667349713694}" srcOrd="0" destOrd="0" presId="urn:microsoft.com/office/officeart/2005/8/layout/chevron1"/>
    <dgm:cxn modelId="{3E4BF7A6-1637-4796-B063-FBEBE0284B63}" srcId="{F07EF841-1622-484B-8375-9269FEBAF617}" destId="{954ABBA4-7F46-4771-B8FB-36238D63D137}" srcOrd="1" destOrd="0" parTransId="{40D6CB12-B709-4997-AD9A-19E153AC231E}" sibTransId="{B28B32A8-2809-4406-8C30-5C700ED3300A}"/>
    <dgm:cxn modelId="{C8577ECA-BC54-4ABE-A822-4743B16A0417}" srcId="{F07EF841-1622-484B-8375-9269FEBAF617}" destId="{D7A7006F-E929-4489-A9C1-A1703F22B6A7}" srcOrd="2" destOrd="0" parTransId="{A42C6732-F9B5-4CCD-8A8D-D72FDB2F1822}" sibTransId="{E29CC8A7-09FE-44C0-B6E8-C710AEF7EB63}"/>
    <dgm:cxn modelId="{5F80AACC-21F9-49A5-90FF-D7997D6BC39D}" type="presOf" srcId="{C941BDFB-FD51-4850-A8D6-33A018E6CA2C}" destId="{740C6740-3612-4268-8BF7-54600228E3CD}" srcOrd="0" destOrd="0" presId="urn:microsoft.com/office/officeart/2005/8/layout/chevron1"/>
    <dgm:cxn modelId="{4AB739EF-69C3-4639-BB79-B816D9A63CAE}" type="presOf" srcId="{F07EF841-1622-484B-8375-9269FEBAF617}" destId="{126117BB-68CB-428B-82E6-A0E239EAF5BE}" srcOrd="0" destOrd="0" presId="urn:microsoft.com/office/officeart/2005/8/layout/chevron1"/>
    <dgm:cxn modelId="{F73424F1-43A7-4BC0-B84A-974E66075662}" type="presParOf" srcId="{126117BB-68CB-428B-82E6-A0E239EAF5BE}" destId="{8FECAB32-60AA-4E32-94A1-667349713694}" srcOrd="0" destOrd="0" presId="urn:microsoft.com/office/officeart/2005/8/layout/chevron1"/>
    <dgm:cxn modelId="{6709E40B-367C-49B3-9FD1-4E3FAB68BF03}" type="presParOf" srcId="{126117BB-68CB-428B-82E6-A0E239EAF5BE}" destId="{87437F50-8DB3-45EE-A32D-AF713730EB65}" srcOrd="1" destOrd="0" presId="urn:microsoft.com/office/officeart/2005/8/layout/chevron1"/>
    <dgm:cxn modelId="{C71B533A-9F6D-493A-A0F4-8F5CD0841E76}" type="presParOf" srcId="{126117BB-68CB-428B-82E6-A0E239EAF5BE}" destId="{CD04B34F-35A5-4A0A-8EED-0A09F4480181}" srcOrd="2" destOrd="0" presId="urn:microsoft.com/office/officeart/2005/8/layout/chevron1"/>
    <dgm:cxn modelId="{7F76179C-50C7-47E2-9539-0AE5846D3D12}" type="presParOf" srcId="{126117BB-68CB-428B-82E6-A0E239EAF5BE}" destId="{BBC777F1-27E7-446A-ABEB-51C4E7F0907D}" srcOrd="3" destOrd="0" presId="urn:microsoft.com/office/officeart/2005/8/layout/chevron1"/>
    <dgm:cxn modelId="{31E34C68-12F9-41A9-8C78-9CFFC8106536}" type="presParOf" srcId="{126117BB-68CB-428B-82E6-A0E239EAF5BE}" destId="{2392C941-F40C-40D0-B5A6-BFAA02657EAF}" srcOrd="4" destOrd="0" presId="urn:microsoft.com/office/officeart/2005/8/layout/chevron1"/>
    <dgm:cxn modelId="{B3BD4AB8-C8A8-402F-AE7A-A0A7EE6CAF89}" type="presParOf" srcId="{126117BB-68CB-428B-82E6-A0E239EAF5BE}" destId="{6B8A73CE-73F4-448E-8AD8-C57EC1CEF089}" srcOrd="5" destOrd="0" presId="urn:microsoft.com/office/officeart/2005/8/layout/chevron1"/>
    <dgm:cxn modelId="{723759C5-C8D0-4F4D-8BA6-53AFA8402F7D}" type="presParOf" srcId="{126117BB-68CB-428B-82E6-A0E239EAF5BE}" destId="{740C6740-3612-4268-8BF7-54600228E3CD}"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ECAB32-60AA-4E32-94A1-667349713694}">
      <dsp:nvSpPr>
        <dsp:cNvPr id="0" name=""/>
        <dsp:cNvSpPr/>
      </dsp:nvSpPr>
      <dsp:spPr>
        <a:xfrm>
          <a:off x="4949" y="874753"/>
          <a:ext cx="2881108" cy="1152443"/>
        </a:xfrm>
        <a:prstGeom prst="chevron">
          <a:avLst/>
        </a:prstGeom>
        <a:solidFill>
          <a:srgbClr val="93C8E4"/>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Identify or build the API</a:t>
          </a:r>
        </a:p>
      </dsp:txBody>
      <dsp:txXfrm>
        <a:off x="581171" y="874753"/>
        <a:ext cx="1728665" cy="1152443"/>
      </dsp:txXfrm>
    </dsp:sp>
    <dsp:sp modelId="{CD04B34F-35A5-4A0A-8EED-0A09F4480181}">
      <dsp:nvSpPr>
        <dsp:cNvPr id="0" name=""/>
        <dsp:cNvSpPr/>
      </dsp:nvSpPr>
      <dsp:spPr>
        <a:xfrm>
          <a:off x="2597947" y="874753"/>
          <a:ext cx="2881108" cy="1152443"/>
        </a:xfrm>
        <a:prstGeom prst="chevron">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Describe </a:t>
          </a:r>
          <a:br>
            <a:rPr lang="en-US" sz="2200" kern="1200">
              <a:solidFill>
                <a:schemeClr val="tx1"/>
              </a:solidFill>
            </a:rPr>
          </a:br>
          <a:r>
            <a:rPr lang="en-US" sz="2200" kern="1200">
              <a:solidFill>
                <a:schemeClr val="tx1"/>
              </a:solidFill>
            </a:rPr>
            <a:t>the API</a:t>
          </a:r>
        </a:p>
      </dsp:txBody>
      <dsp:txXfrm>
        <a:off x="3174169" y="874753"/>
        <a:ext cx="1728665" cy="1152443"/>
      </dsp:txXfrm>
    </dsp:sp>
    <dsp:sp modelId="{2392C941-F40C-40D0-B5A6-BFAA02657EAF}">
      <dsp:nvSpPr>
        <dsp:cNvPr id="0" name=""/>
        <dsp:cNvSpPr/>
      </dsp:nvSpPr>
      <dsp:spPr>
        <a:xfrm>
          <a:off x="5190945" y="874753"/>
          <a:ext cx="2881108" cy="1152443"/>
        </a:xfrm>
        <a:prstGeom prst="chevron">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Use the connector</a:t>
          </a:r>
        </a:p>
      </dsp:txBody>
      <dsp:txXfrm>
        <a:off x="5767167" y="874753"/>
        <a:ext cx="1728665" cy="1152443"/>
      </dsp:txXfrm>
    </dsp:sp>
    <dsp:sp modelId="{740C6740-3612-4268-8BF7-54600228E3CD}">
      <dsp:nvSpPr>
        <dsp:cNvPr id="0" name=""/>
        <dsp:cNvSpPr/>
      </dsp:nvSpPr>
      <dsp:spPr>
        <a:xfrm>
          <a:off x="7783943" y="874753"/>
          <a:ext cx="2881108" cy="1152443"/>
        </a:xfrm>
        <a:prstGeom prst="chevron">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Certify/open source</a:t>
          </a:r>
        </a:p>
      </dsp:txBody>
      <dsp:txXfrm>
        <a:off x="8360165" y="874753"/>
        <a:ext cx="1728665" cy="11524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ECAB32-60AA-4E32-94A1-667349713694}">
      <dsp:nvSpPr>
        <dsp:cNvPr id="0" name=""/>
        <dsp:cNvSpPr/>
      </dsp:nvSpPr>
      <dsp:spPr>
        <a:xfrm>
          <a:off x="4949" y="874753"/>
          <a:ext cx="2881108" cy="1152443"/>
        </a:xfrm>
        <a:prstGeom prst="chevron">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Identify or build the API</a:t>
          </a:r>
        </a:p>
      </dsp:txBody>
      <dsp:txXfrm>
        <a:off x="581171" y="874753"/>
        <a:ext cx="1728665" cy="1152443"/>
      </dsp:txXfrm>
    </dsp:sp>
    <dsp:sp modelId="{CD04B34F-35A5-4A0A-8EED-0A09F4480181}">
      <dsp:nvSpPr>
        <dsp:cNvPr id="0" name=""/>
        <dsp:cNvSpPr/>
      </dsp:nvSpPr>
      <dsp:spPr>
        <a:xfrm>
          <a:off x="2597947" y="874753"/>
          <a:ext cx="2881108" cy="1152443"/>
        </a:xfrm>
        <a:prstGeom prst="chevron">
          <a:avLst/>
        </a:prstGeom>
        <a:solidFill>
          <a:srgbClr val="93C8E4"/>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Describe </a:t>
          </a:r>
          <a:br>
            <a:rPr lang="en-US" sz="2200" kern="1200">
              <a:solidFill>
                <a:schemeClr val="tx1"/>
              </a:solidFill>
            </a:rPr>
          </a:br>
          <a:r>
            <a:rPr lang="en-US" sz="2200" kern="1200">
              <a:solidFill>
                <a:schemeClr val="tx1"/>
              </a:solidFill>
            </a:rPr>
            <a:t>the API</a:t>
          </a:r>
        </a:p>
      </dsp:txBody>
      <dsp:txXfrm>
        <a:off x="3174169" y="874753"/>
        <a:ext cx="1728665" cy="1152443"/>
      </dsp:txXfrm>
    </dsp:sp>
    <dsp:sp modelId="{2392C941-F40C-40D0-B5A6-BFAA02657EAF}">
      <dsp:nvSpPr>
        <dsp:cNvPr id="0" name=""/>
        <dsp:cNvSpPr/>
      </dsp:nvSpPr>
      <dsp:spPr>
        <a:xfrm>
          <a:off x="5190945" y="874753"/>
          <a:ext cx="2881108" cy="1152443"/>
        </a:xfrm>
        <a:prstGeom prst="chevron">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Use the connector</a:t>
          </a:r>
        </a:p>
      </dsp:txBody>
      <dsp:txXfrm>
        <a:off x="5767167" y="874753"/>
        <a:ext cx="1728665" cy="1152443"/>
      </dsp:txXfrm>
    </dsp:sp>
    <dsp:sp modelId="{740C6740-3612-4268-8BF7-54600228E3CD}">
      <dsp:nvSpPr>
        <dsp:cNvPr id="0" name=""/>
        <dsp:cNvSpPr/>
      </dsp:nvSpPr>
      <dsp:spPr>
        <a:xfrm>
          <a:off x="7783943" y="874753"/>
          <a:ext cx="2881108" cy="1152443"/>
        </a:xfrm>
        <a:prstGeom prst="chevron">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Certify/open source</a:t>
          </a:r>
        </a:p>
      </dsp:txBody>
      <dsp:txXfrm>
        <a:off x="8360165" y="874753"/>
        <a:ext cx="1728665" cy="11524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ECAB32-60AA-4E32-94A1-667349713694}">
      <dsp:nvSpPr>
        <dsp:cNvPr id="0" name=""/>
        <dsp:cNvSpPr/>
      </dsp:nvSpPr>
      <dsp:spPr>
        <a:xfrm>
          <a:off x="4949" y="874753"/>
          <a:ext cx="2881108" cy="1152443"/>
        </a:xfrm>
        <a:prstGeom prst="chevron">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Identify or build the API</a:t>
          </a:r>
        </a:p>
      </dsp:txBody>
      <dsp:txXfrm>
        <a:off x="581171" y="874753"/>
        <a:ext cx="1728665" cy="1152443"/>
      </dsp:txXfrm>
    </dsp:sp>
    <dsp:sp modelId="{CD04B34F-35A5-4A0A-8EED-0A09F4480181}">
      <dsp:nvSpPr>
        <dsp:cNvPr id="0" name=""/>
        <dsp:cNvSpPr/>
      </dsp:nvSpPr>
      <dsp:spPr>
        <a:xfrm>
          <a:off x="2597947" y="874753"/>
          <a:ext cx="2881108" cy="1152443"/>
        </a:xfrm>
        <a:prstGeom prst="chevron">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Describe </a:t>
          </a:r>
          <a:br>
            <a:rPr lang="en-US" sz="2200" kern="1200">
              <a:solidFill>
                <a:schemeClr val="tx1"/>
              </a:solidFill>
            </a:rPr>
          </a:br>
          <a:r>
            <a:rPr lang="en-US" sz="2200" kern="1200">
              <a:solidFill>
                <a:schemeClr val="tx1"/>
              </a:solidFill>
            </a:rPr>
            <a:t>the API</a:t>
          </a:r>
        </a:p>
      </dsp:txBody>
      <dsp:txXfrm>
        <a:off x="3174169" y="874753"/>
        <a:ext cx="1728665" cy="1152443"/>
      </dsp:txXfrm>
    </dsp:sp>
    <dsp:sp modelId="{2392C941-F40C-40D0-B5A6-BFAA02657EAF}">
      <dsp:nvSpPr>
        <dsp:cNvPr id="0" name=""/>
        <dsp:cNvSpPr/>
      </dsp:nvSpPr>
      <dsp:spPr>
        <a:xfrm>
          <a:off x="5190945" y="874753"/>
          <a:ext cx="2881108" cy="1152443"/>
        </a:xfrm>
        <a:prstGeom prst="chevron">
          <a:avLst/>
        </a:prstGeom>
        <a:solidFill>
          <a:srgbClr val="93C8E4"/>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Use the connector</a:t>
          </a:r>
        </a:p>
      </dsp:txBody>
      <dsp:txXfrm>
        <a:off x="5767167" y="874753"/>
        <a:ext cx="1728665" cy="1152443"/>
      </dsp:txXfrm>
    </dsp:sp>
    <dsp:sp modelId="{740C6740-3612-4268-8BF7-54600228E3CD}">
      <dsp:nvSpPr>
        <dsp:cNvPr id="0" name=""/>
        <dsp:cNvSpPr/>
      </dsp:nvSpPr>
      <dsp:spPr>
        <a:xfrm>
          <a:off x="7783943" y="874753"/>
          <a:ext cx="2881108" cy="1152443"/>
        </a:xfrm>
        <a:prstGeom prst="chevron">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1"/>
              </a:solidFill>
            </a:rPr>
            <a:t>Certify/open source</a:t>
          </a:r>
        </a:p>
      </dsp:txBody>
      <dsp:txXfrm>
        <a:off x="8360165" y="874753"/>
        <a:ext cx="1728665" cy="1152443"/>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68FD0E-F9ED-4497-A478-7758BBAF08B6}" type="datetimeFigureOut">
              <a:rPr lang="en-IN" smtClean="0"/>
              <a:t>23-10-2026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36ECCD-459E-4D13-A6B6-046BCD2EEA82}" type="slidenum">
              <a:rPr lang="en-IN" smtClean="0"/>
              <a:t>‹#›</a:t>
            </a:fld>
            <a:endParaRPr lang="en-IN"/>
          </a:p>
        </p:txBody>
      </p:sp>
    </p:spTree>
    <p:extLst>
      <p:ext uri="{BB962C8B-B14F-4D97-AF65-F5344CB8AC3E}">
        <p14:creationId xmlns:p14="http://schemas.microsoft.com/office/powerpoint/2010/main" val="4001390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oauth.net/2/?azure-portal=true"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action is the unit of risk. Keep each one narrow, validated and reversible.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preferred route: structured, testable, auditable and fast.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Use is a fallback. It is slower and less deterministic than an API call.</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instructions like code: version them, review them and test them.</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Controls before the run (allow-lists), during (approvals) and after (replay and audit).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Autonomy is earned: start with approvals on, then relax as evidence builds.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9163559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6029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2013222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43750"/>
              </a:spcBef>
              <a:spcAft>
                <a:spcPct val="43750"/>
              </a:spcAft>
            </a:pPr>
            <a:r>
              <a:rPr lang="en-US" b="1"/>
              <a:t>Create from Blank - Manually create in the portal</a:t>
            </a:r>
            <a:endParaRPr lang="en-US"/>
          </a:p>
          <a:p>
            <a:pPr marL="0" marR="0" lvl="0" indent="0" algn="l" defTabSz="914400" rtl="0" eaLnBrk="1" fontAlgn="auto" latinLnBrk="0" hangingPunct="1">
              <a:lnSpc>
                <a:spcPct val="100000"/>
              </a:lnSpc>
              <a:spcBef>
                <a:spcPct val="43750"/>
              </a:spcBef>
              <a:spcAft>
                <a:spcPct val="43750"/>
              </a:spcAft>
              <a:buClrTx/>
              <a:buSzTx/>
              <a:buFontTx/>
              <a:buNone/>
              <a:tabLst/>
              <a:defRPr/>
            </a:pPr>
            <a:r>
              <a:rPr lang="en-US" b="1"/>
              <a:t>Create from Azure Service - Export from Azure</a:t>
            </a:r>
            <a:r>
              <a:rPr lang="en-US"/>
              <a:t> - If your API is built as an Azure App Service, Microsoft Azure Functions, or is managed by Microsoft Azure API Management, you can export from those services and it will automatically create the initial custom connector definition.</a:t>
            </a:r>
          </a:p>
          <a:p>
            <a:pPr>
              <a:spcBef>
                <a:spcPct val="43750"/>
              </a:spcBef>
              <a:spcAft>
                <a:spcPct val="43750"/>
              </a:spcAft>
            </a:pPr>
            <a:endParaRPr lang="en-US" b="1"/>
          </a:p>
          <a:p>
            <a:pPr>
              <a:spcBef>
                <a:spcPct val="43750"/>
              </a:spcBef>
              <a:spcAft>
                <a:spcPct val="43750"/>
              </a:spcAft>
            </a:pPr>
            <a:r>
              <a:rPr lang="en-US" b="1"/>
              <a:t>Import Open API definition</a:t>
            </a:r>
            <a:r>
              <a:rPr lang="en-US"/>
              <a:t> - Importing version 2.0 is supported, but version 3.0 is not currently supported. Limited to 1MB.</a:t>
            </a:r>
          </a:p>
          <a:p>
            <a:endParaRPr lang="en-US"/>
          </a:p>
          <a:p>
            <a:pPr>
              <a:spcBef>
                <a:spcPct val="43750"/>
              </a:spcBef>
              <a:spcAft>
                <a:spcPct val="43750"/>
              </a:spcAft>
            </a:pPr>
            <a:r>
              <a:rPr lang="en-US" b="1"/>
              <a:t>Import Postman collection</a:t>
            </a:r>
            <a:r>
              <a:rPr lang="en-US"/>
              <a:t> - Currently, you can use this approach with v1 collections.</a:t>
            </a:r>
          </a:p>
          <a:p>
            <a:endParaRPr lang="en-US"/>
          </a:p>
          <a:p>
            <a:r>
              <a:rPr lang="en-US"/>
              <a:t>Import from GitHub allows you to choose from the Certified or Custom folder of the Power Platform repository to import the definition. </a:t>
            </a:r>
            <a:r>
              <a:rPr lang="en-US" sz="1800">
                <a:effectLst/>
                <a:latin typeface="Segoe UI" panose="020B0502040204020203" pitchFamily="34" charset="0"/>
              </a:rPr>
              <a:t>https://powerautomate.microsoft.com/en-us/blog/import-a-connector-from-github-as-a-custom-connector/</a:t>
            </a:r>
            <a:endParaRPr lang="en-US"/>
          </a:p>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24484978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43750"/>
              </a:spcBef>
              <a:spcAft>
                <a:spcPct val="43750"/>
              </a:spcAft>
            </a:pPr>
            <a:r>
              <a:rPr lang="en-US"/>
              <a:t>The custom connector architecture supports working with authenticated APIs. When you define the custom connector, you will identify how it should authenticate to the API. Authentication choices support anonymous, password protected, OAuth 2.0, and API key access.</a:t>
            </a:r>
          </a:p>
          <a:p>
            <a:endParaRPr lang="en-US"/>
          </a:p>
          <a:p>
            <a:pPr>
              <a:spcBef>
                <a:spcPct val="43750"/>
              </a:spcBef>
              <a:spcAft>
                <a:spcPct val="43750"/>
              </a:spcAft>
            </a:pPr>
            <a:r>
              <a:rPr lang="en-US" b="1"/>
              <a:t>No authentication</a:t>
            </a:r>
            <a:r>
              <a:rPr lang="en-US"/>
              <a:t> - This choice is for APIs that allow anonymous access, and it is the default if you don't configure a specific authentication type.</a:t>
            </a:r>
          </a:p>
          <a:p>
            <a:endParaRPr lang="en-US"/>
          </a:p>
          <a:p>
            <a:pPr>
              <a:spcBef>
                <a:spcPct val="43750"/>
              </a:spcBef>
              <a:spcAft>
                <a:spcPct val="43750"/>
              </a:spcAft>
            </a:pPr>
            <a:r>
              <a:rPr lang="en-US" b="1"/>
              <a:t>Basic authentication</a:t>
            </a:r>
            <a:r>
              <a:rPr lang="en-US"/>
              <a:t> - This choice is for APIs that require a user and password to be sent with each request.</a:t>
            </a:r>
          </a:p>
          <a:p>
            <a:endParaRPr lang="en-US"/>
          </a:p>
          <a:p>
            <a:pPr>
              <a:spcBef>
                <a:spcPct val="43750"/>
              </a:spcBef>
              <a:spcAft>
                <a:spcPct val="43750"/>
              </a:spcAft>
            </a:pPr>
            <a:r>
              <a:rPr lang="en-US" b="1"/>
              <a:t>OAuth 2.0</a:t>
            </a:r>
            <a:r>
              <a:rPr lang="en-US"/>
              <a:t> - </a:t>
            </a:r>
            <a:r>
              <a:rPr lang="en-US">
                <a:hlinkClick r:id="rId3"/>
              </a:rPr>
              <a:t>OAuth 2.0</a:t>
            </a:r>
            <a:r>
              <a:rPr lang="en-US"/>
              <a:t> is the industry-standard protocol for authorization. This option can be configured for any API that uses OAuth 2.0. </a:t>
            </a:r>
          </a:p>
          <a:p>
            <a:pPr>
              <a:spcBef>
                <a:spcPct val="43750"/>
              </a:spcBef>
              <a:spcAft>
                <a:spcPct val="43750"/>
              </a:spcAft>
            </a:pPr>
            <a:r>
              <a:rPr lang="en-US" b="1"/>
              <a:t>API key</a:t>
            </a:r>
            <a:r>
              <a:rPr lang="en-US"/>
              <a:t> - An API key is a token that a client provides when making API calls. The API publisher typically provides the key, and it must be included in each request from the custom connector.</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95963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a:t>Prebuilt OAuth 2configurations are available for you to select from for Microsoft services like Azure Active Directory (Azure AD), GitHub, and Azure DevOps. Similar prebuilt configurations are available for other services like Dropbox, Slack, Stripe, and more. The prebuilt configurations simplify what you need to provide to configure the identity provider.</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13829397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BA7ED-DC40-CE06-B7DA-1885B021A0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13B286-1C66-28F9-DCA0-76A1F5347C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334ACB-46A1-096F-9553-394C2007A3AB}"/>
              </a:ext>
            </a:extLst>
          </p:cNvPr>
          <p:cNvSpPr>
            <a:spLocks noGrp="1"/>
          </p:cNvSpPr>
          <p:nvPr>
            <p:ph type="body" idx="1"/>
          </p:nvPr>
        </p:nvSpPr>
        <p:spPr/>
        <p:txBody>
          <a:bodyPr/>
          <a:lstStyle/>
          <a:p>
            <a:r>
              <a:rPr lang="en-US" dirty="0"/>
              <a:t>Welcome. This deck walks through what you need before building your first Power Apps Code App, then the six commands that take you from a starter template to a deployed app.</a:t>
            </a:r>
          </a:p>
        </p:txBody>
      </p:sp>
      <p:sp>
        <p:nvSpPr>
          <p:cNvPr id="4" name="Slide Number Placeholder 3">
            <a:extLst>
              <a:ext uri="{FF2B5EF4-FFF2-40B4-BE49-F238E27FC236}">
                <a16:creationId xmlns:a16="http://schemas.microsoft.com/office/drawing/2014/main" id="{9C95DA92-060D-7ED4-B51B-3F2C0961116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32367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8F165-8D9D-4515-889F-BA0AEA6846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53940F9-0028-9225-04D1-069E5DED2F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779A46-5438-097D-1A7F-481673DAC4B3}"/>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075CB448-28B4-0D7C-594A-5934BD18E9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238BB6-1795-F5D4-E662-C4DF6815C0DF}"/>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369470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C0997-EC82-509E-D5FD-A6AFDF025D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F3B250-E464-BD5A-30A0-7CF4DDA3CD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D9D64E-D31E-D4C7-5FD6-4BB8F053B36C}"/>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D0621EB8-601B-2E13-462C-F59C50443F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11FC2A-19BF-E4E0-64F6-2518BD7C146B}"/>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829540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8B6BD-1F14-8B49-3A15-4ADA04FD89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D05B048-BB23-4E6C-FB4E-D7CF1B75AE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7D5A56-3266-83B1-C602-979EE3CD3FC0}"/>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7310D7B0-2400-A2D1-81F6-ABB4637A21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28A2CA-19E1-C2EC-607C-8B5E839220C1}"/>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851199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BA6CE-7C35-1851-9BF5-D723607B6F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B64AEE-1F0B-5528-0AFF-D3BC8C81FC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256975-0B7E-C156-00DD-AF5A1F79C9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844797C-9088-30D6-5EC9-A92BBF28C622}"/>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6" name="Footer Placeholder 5">
            <a:extLst>
              <a:ext uri="{FF2B5EF4-FFF2-40B4-BE49-F238E27FC236}">
                <a16:creationId xmlns:a16="http://schemas.microsoft.com/office/drawing/2014/main" id="{18889674-1EBB-1DD2-D796-7D7918D1CC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08C580-DB95-F43B-6825-0288D3C89D56}"/>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706070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81893-FEAC-6D90-4F3C-9E139ACAE82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0E1180-109B-6F4E-496A-0B2BFED8BF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A5F991-49FD-0EA4-0562-8DF9E039FE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F88BF2-70DC-8CF3-151F-54549B03E7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DF2767-E0BE-407C-8A2D-B8A0A3DDFC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EAB1D1B-08B2-13C8-73AB-49B88140F975}"/>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8" name="Footer Placeholder 7">
            <a:extLst>
              <a:ext uri="{FF2B5EF4-FFF2-40B4-BE49-F238E27FC236}">
                <a16:creationId xmlns:a16="http://schemas.microsoft.com/office/drawing/2014/main" id="{5C5A0493-528A-9C56-4E7D-276877AB65F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F2708C5-7D6B-9C3F-5CE8-FEEB74FC7B34}"/>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495848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69C30-038A-B1D5-0500-5BB3C8D24E3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BF7AF6-A47F-5C05-5A7F-B991FD31CA7F}"/>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4" name="Footer Placeholder 3">
            <a:extLst>
              <a:ext uri="{FF2B5EF4-FFF2-40B4-BE49-F238E27FC236}">
                <a16:creationId xmlns:a16="http://schemas.microsoft.com/office/drawing/2014/main" id="{7D864406-817F-B9E0-D448-020CC03AD69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6E056FC-A8BE-1255-87B1-BE206423BC38}"/>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848354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33E897-CFB2-DA33-D337-DB9D3B09B37A}"/>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3" name="Footer Placeholder 2">
            <a:extLst>
              <a:ext uri="{FF2B5EF4-FFF2-40B4-BE49-F238E27FC236}">
                <a16:creationId xmlns:a16="http://schemas.microsoft.com/office/drawing/2014/main" id="{CF55C180-4ED0-57BF-400E-D6D47DA3375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9958082-4873-A3A3-48D4-1BF07B5D9F31}"/>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61830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2045F-F229-2094-1F35-344018413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4CE3DB0-A738-0890-6334-61628D8BBF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0926F5-697C-80FD-B7AE-CC6E2E11D8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E77CF8-9030-B147-E01C-1D0CE876D776}"/>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6" name="Footer Placeholder 5">
            <a:extLst>
              <a:ext uri="{FF2B5EF4-FFF2-40B4-BE49-F238E27FC236}">
                <a16:creationId xmlns:a16="http://schemas.microsoft.com/office/drawing/2014/main" id="{E34C9A39-7BCB-E2E8-814F-D0AB3DAD1D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6942DA-6A0C-60F4-9DFE-33E6834F9367}"/>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832696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D9DF1-8451-878A-B413-E2ED951B57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0041F3-D5D8-3DAA-5272-F7231BBBE0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DAF443A-878C-424C-00C1-897B25442F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45A1BC-DE58-F080-5AE9-9EF112CFABF3}"/>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6" name="Footer Placeholder 5">
            <a:extLst>
              <a:ext uri="{FF2B5EF4-FFF2-40B4-BE49-F238E27FC236}">
                <a16:creationId xmlns:a16="http://schemas.microsoft.com/office/drawing/2014/main" id="{BFED6DB8-7FA3-A8C8-3F99-46182A95E3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3CBB71-CCA8-D8B7-9A32-D41B1850086D}"/>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980619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F1096-78DB-A4EC-E4AA-9E1B8FC948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AD9311-8B75-960C-1DBF-B4FFAADEB0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2B36F8-937A-1ED6-0C16-E48C3A425BD3}"/>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A0E2CF41-4EC6-C06F-1FA4-C9C078EEF7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959869-82FA-4F70-A632-CACF8AB166D5}"/>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757231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15008D-2B74-E743-FFE2-470CECB852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D2B4CF-9B71-6B33-B978-A4E9A0B0CD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E81F2D-B816-52CF-8C2E-40BEE5CC833C}"/>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BB2E1050-E902-FD5D-18B8-D928E038A9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8AFCD0-FD25-07F5-9946-9086EB44A0A4}"/>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598142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losing slide_with Logo">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305306243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002060"/>
        </a:solidFill>
        <a:effectLst/>
      </p:bgPr>
    </p:bg>
    <p:spTree>
      <p:nvGrpSpPr>
        <p:cNvPr id="1" name=""/>
        <p:cNvGrpSpPr/>
        <p:nvPr/>
      </p:nvGrpSpPr>
      <p:grpSpPr>
        <a:xfrm>
          <a:off x="0" y="0"/>
          <a:ext cx="0" cy="0"/>
          <a:chOff x="0" y="0"/>
          <a:chExt cx="0" cy="0"/>
        </a:xfrm>
      </p:grpSpPr>
      <p:pic>
        <p:nvPicPr>
          <p:cNvPr id="15" name="Picture 14" descr="A computer keyboard with a light on it&#10;&#10;AI-generated content may be incorrect.">
            <a:extLst>
              <a:ext uri="{FF2B5EF4-FFF2-40B4-BE49-F238E27FC236}">
                <a16:creationId xmlns:a16="http://schemas.microsoft.com/office/drawing/2014/main" id="{2209A0BE-5901-98D7-4EDE-74D107C3A72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548520"/>
            <a:ext cx="5686955" cy="1111586"/>
          </a:xfrm>
          <a:noFill/>
        </p:spPr>
        <p:txBody>
          <a:bodyPr wrap="square" lIns="0" tIns="0" rIns="0" bIns="0" anchor="b" anchorCtr="0">
            <a:spAutoFit/>
          </a:bodyPr>
          <a:lstStyle>
            <a:lvl1pPr>
              <a:defRPr sz="4000" b="0" i="0" spc="-50" baseline="0">
                <a:solidFill>
                  <a:schemeClr val="bg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11" name="Picture 10" descr="A black and white logo&#10;&#10;AI-generated content may be incorrect.">
            <a:extLst>
              <a:ext uri="{FF2B5EF4-FFF2-40B4-BE49-F238E27FC236}">
                <a16:creationId xmlns:a16="http://schemas.microsoft.com/office/drawing/2014/main" id="{8A5D0B54-3E0F-E277-0472-C5E542E53F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11246" y="6006922"/>
            <a:ext cx="3180754" cy="828321"/>
          </a:xfrm>
          <a:prstGeom prst="rect">
            <a:avLst/>
          </a:prstGeom>
        </p:spPr>
      </p:pic>
    </p:spTree>
    <p:extLst>
      <p:ext uri="{BB962C8B-B14F-4D97-AF65-F5344CB8AC3E}">
        <p14:creationId xmlns:p14="http://schemas.microsoft.com/office/powerpoint/2010/main" val="32416500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04121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9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1E1736"/>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68450"/>
            <a:ext cx="10566400" cy="4076750"/>
          </a:xfrm>
          <a:prstGeom prst="rect">
            <a:avLst/>
          </a:prstGeom>
          <a:noFill/>
          <a:ln/>
        </p:spPr>
        <p:txBody>
          <a:bodyPr wrap="square" lIns="0" tIns="0" rIns="0" bIns="0" rtlCol="0" anchor="t"/>
          <a:lstStyle>
            <a:lvl1pPr marL="0" indent="0" algn="l">
              <a:lnSpc>
                <a:spcPct val="140000"/>
              </a:lnSpc>
              <a:buNone/>
              <a:defRPr lang="en-US" sz="1600" dirty="0">
                <a:solidFill>
                  <a:srgbClr val="1E1736"/>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9110947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2516917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a:srcRect r="19824"/>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25793696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343171"/>
          </a:xfrm>
          <a:prstGeom prst="rect">
            <a:avLst/>
          </a:prstGeom>
        </p:spPr>
        <p:txBody>
          <a:bodyPr wrap="square">
            <a:spAutoFit/>
          </a:bodyPr>
          <a:lstStyle>
            <a:lvl1pPr marL="215900" indent="-215900">
              <a:lnSpc>
                <a:spcPct val="100000"/>
              </a:lnSpc>
              <a:spcBef>
                <a:spcPts val="0"/>
              </a:spcBef>
              <a:spcAft>
                <a:spcPts val="1200"/>
              </a:spcAft>
              <a:buFont typeface="Arial" panose="020B0604020202020204" pitchFamily="34" charset="0"/>
              <a:buChar char="•"/>
              <a:defRPr sz="22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45500453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338554"/>
          </a:xfrm>
          <a:prstGeom prst="rect">
            <a:avLst/>
          </a:prstGeom>
        </p:spPr>
        <p:txBody>
          <a:bodyPr vert="horz" wrap="square" lIns="0" tIns="0" rIns="0" bIns="0" rtlCol="0">
            <a:spAutoFit/>
          </a:bodyPr>
          <a:lstStyle>
            <a:lvl1pPr>
              <a:defRPr lang="en-US" sz="2200"/>
            </a:lvl1pPr>
          </a:lstStyle>
          <a:p>
            <a:pPr marL="215900" lvl="0" indent="-215900">
              <a:spcBef>
                <a:spcPts val="0"/>
              </a:spcBef>
              <a:spcAft>
                <a:spcPts val="1200"/>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338554"/>
          </a:xfrm>
          <a:prstGeom prst="rect">
            <a:avLst/>
          </a:prstGeom>
        </p:spPr>
        <p:txBody>
          <a:bodyPr vert="horz" wrap="square" lIns="0" tIns="0" rIns="0" bIns="0" rtlCol="0">
            <a:spAutoFit/>
          </a:bodyPr>
          <a:lstStyle>
            <a:lvl1pPr>
              <a:defRPr lang="en-US" sz="2200"/>
            </a:lvl1pPr>
          </a:lstStyle>
          <a:p>
            <a:pPr marL="215900" lvl="0" indent="-215900">
              <a:spcBef>
                <a:spcPts val="0"/>
              </a:spcBef>
              <a:spcAft>
                <a:spcPts val="1200"/>
              </a:spcAft>
            </a:pPr>
            <a:r>
              <a:rPr lang="en-US"/>
              <a:t>Click to edit Master text styles</a:t>
            </a:r>
          </a:p>
        </p:txBody>
      </p:sp>
    </p:spTree>
    <p:extLst>
      <p:ext uri="{BB962C8B-B14F-4D97-AF65-F5344CB8AC3E}">
        <p14:creationId xmlns:p14="http://schemas.microsoft.com/office/powerpoint/2010/main" val="8031315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177392716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31092842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4449909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80096777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219170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7900187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643236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5265841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603065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829031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4200"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7218379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6" y="2042154"/>
            <a:ext cx="12188952"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3"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4200"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7547"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0893"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userDrawn="1"/>
        </p:nvSpPr>
        <p:spPr bwMode="auto">
          <a:xfrm>
            <a:off x="1843209"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userDrawn="1"/>
        </p:nvSpPr>
        <p:spPr bwMode="auto">
          <a:xfrm>
            <a:off x="5604535"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userDrawn="1"/>
        </p:nvSpPr>
        <p:spPr bwMode="auto">
          <a:xfrm>
            <a:off x="9365862"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Tree>
    <p:extLst>
      <p:ext uri="{BB962C8B-B14F-4D97-AF65-F5344CB8AC3E}">
        <p14:creationId xmlns:p14="http://schemas.microsoft.com/office/powerpoint/2010/main" val="399961603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6" y="2042154"/>
            <a:ext cx="12188952"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199" y="2995283"/>
            <a:ext cx="2644762"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377868" y="2995283"/>
            <a:ext cx="264476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171536" y="2995283"/>
            <a:ext cx="264476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4199"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377868"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171536"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userDrawn="1"/>
        </p:nvSpPr>
        <p:spPr bwMode="auto">
          <a:xfrm>
            <a:off x="1415117"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userDrawn="1"/>
        </p:nvSpPr>
        <p:spPr bwMode="auto">
          <a:xfrm>
            <a:off x="4208784"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userDrawn="1"/>
        </p:nvSpPr>
        <p:spPr bwMode="auto">
          <a:xfrm>
            <a:off x="7002452"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18" name="Text Placeholder 11">
            <a:extLst>
              <a:ext uri="{FF2B5EF4-FFF2-40B4-BE49-F238E27FC236}">
                <a16:creationId xmlns:a16="http://schemas.microsoft.com/office/drawing/2014/main" id="{BCF4E607-C6B2-5DBD-A66E-6AC21DF3514B}"/>
              </a:ext>
            </a:extLst>
          </p:cNvPr>
          <p:cNvSpPr>
            <a:spLocks noGrp="1"/>
          </p:cNvSpPr>
          <p:nvPr>
            <p:ph type="body" sz="quarter" idx="26"/>
          </p:nvPr>
        </p:nvSpPr>
        <p:spPr>
          <a:xfrm>
            <a:off x="8965203" y="2995283"/>
            <a:ext cx="264476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79F6309B-E822-8B2F-6639-A0BB3E2D4398}"/>
              </a:ext>
            </a:extLst>
          </p:cNvPr>
          <p:cNvSpPr>
            <a:spLocks noGrp="1"/>
          </p:cNvSpPr>
          <p:nvPr>
            <p:ph type="body" sz="quarter" idx="27"/>
          </p:nvPr>
        </p:nvSpPr>
        <p:spPr>
          <a:xfrm>
            <a:off x="8965202"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21" name="Oval 20">
            <a:extLst>
              <a:ext uri="{FF2B5EF4-FFF2-40B4-BE49-F238E27FC236}">
                <a16:creationId xmlns:a16="http://schemas.microsoft.com/office/drawing/2014/main" id="{F9B6085C-652E-6BD6-58B4-4FD4FE4E867F}"/>
              </a:ext>
              <a:ext uri="{C183D7F6-B498-43B3-948B-1728B52AA6E4}">
                <adec:decorative xmlns:adec="http://schemas.microsoft.com/office/drawing/2017/decorative" val="1"/>
              </a:ext>
            </a:extLst>
          </p:cNvPr>
          <p:cNvSpPr/>
          <p:nvPr userDrawn="1"/>
        </p:nvSpPr>
        <p:spPr bwMode="auto">
          <a:xfrm>
            <a:off x="9796119"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Tree>
    <p:extLst>
      <p:ext uri="{BB962C8B-B14F-4D97-AF65-F5344CB8AC3E}">
        <p14:creationId xmlns:p14="http://schemas.microsoft.com/office/powerpoint/2010/main" val="368190621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449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4335314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9228134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316472310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374273918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122520313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85529874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492443"/>
          </a:xfrm>
        </p:spPr>
        <p:txBody>
          <a:bodyPr/>
          <a:lstStyle>
            <a:lvl1pPr>
              <a:defRPr sz="32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35102548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199" y="4575104"/>
            <a:ext cx="5364429"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5362178" cy="215444"/>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6243372" y="4575104"/>
            <a:ext cx="535649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6252435" y="4976442"/>
            <a:ext cx="5357598" cy="215444"/>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28579245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0" y="4575104"/>
            <a:ext cx="3479070"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3477610"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374792" y="4575104"/>
            <a:ext cx="3476891"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383855" y="4976442"/>
            <a:ext cx="3477610"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8133626" y="4571913"/>
            <a:ext cx="3485371"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8128000" y="4973784"/>
            <a:ext cx="3486092"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Tree>
    <p:extLst>
      <p:ext uri="{BB962C8B-B14F-4D97-AF65-F5344CB8AC3E}">
        <p14:creationId xmlns:p14="http://schemas.microsoft.com/office/powerpoint/2010/main" val="319237464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584200" y="4575104"/>
            <a:ext cx="2535699"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586390"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3413125"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3422188"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6240462"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6234836"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9076259"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9082208"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Tree>
    <p:extLst>
      <p:ext uri="{BB962C8B-B14F-4D97-AF65-F5344CB8AC3E}">
        <p14:creationId xmlns:p14="http://schemas.microsoft.com/office/powerpoint/2010/main" val="235570906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414717449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0306898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43449708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9" name="Group 8">
            <a:extLst>
              <a:ext uri="{FF2B5EF4-FFF2-40B4-BE49-F238E27FC236}">
                <a16:creationId xmlns:a16="http://schemas.microsoft.com/office/drawing/2014/main" id="{F260BCEF-BA8C-42B9-D1E6-EED60C93E5F0}"/>
              </a:ext>
            </a:extLst>
          </p:cNvPr>
          <p:cNvGrpSpPr/>
          <p:nvPr userDrawn="1"/>
        </p:nvGrpSpPr>
        <p:grpSpPr>
          <a:xfrm>
            <a:off x="2563579" y="1585913"/>
            <a:ext cx="1110600" cy="111060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174706274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userDrawn="1"/>
        </p:nvGrpSpPr>
        <p:grpSpPr>
          <a:xfrm>
            <a:off x="2563579" y="1585913"/>
            <a:ext cx="1110600" cy="111060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92733277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userDrawn="1"/>
        </p:nvGrpSpPr>
        <p:grpSpPr>
          <a:xfrm>
            <a:off x="10112348" y="893763"/>
            <a:ext cx="1110600" cy="111060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226162502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userDrawn="1"/>
        </p:nvGrpSpPr>
        <p:grpSpPr>
          <a:xfrm>
            <a:off x="10107938" y="893763"/>
            <a:ext cx="1110600" cy="111060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382420157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30542724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73688396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1162BDF-DEE8-2EF5-89DB-FD5A65D1E86F}"/>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597690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21038252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329591970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5461325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17963935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97492919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122491619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325117024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2827846"/>
            <a:ext cx="12192001" cy="30352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userDrawn="1"/>
        </p:nvSpPr>
        <p:spPr>
          <a:xfrm>
            <a:off x="580398" y="1787281"/>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82036658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userDrawn="1"/>
        </p:nvSpPr>
        <p:spPr>
          <a:xfrm>
            <a:off x="580398" y="1787281"/>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87617216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4491999" cy="63094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3200" b="0" i="0" u="none" strike="noStrike" cap="none" normalizeH="0" dirty="0">
                <a:ln>
                  <a:noFill/>
                </a:ln>
                <a:solidFill>
                  <a:srgbClr val="FFFFFF"/>
                </a:solidFill>
                <a:effectLst/>
                <a:uLnTx/>
                <a:uFillTx/>
                <a:latin typeface="+mj-lt"/>
              </a:defRPr>
            </a:lvl1pPr>
          </a:lstStyle>
          <a:p>
            <a:pPr marL="228600" lvl="0" indent="-228600"/>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0136818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28862909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95839616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287994976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36926625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463760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0F1B2D"/>
                </a:solidFill>
                <a:latin typeface="Segoe UI" pitchFamily="34" charset="0"/>
                <a:ea typeface="Segoe UI" pitchFamily="34" charset="-122"/>
                <a:cs typeface="Segoe UI"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630"/>
            <a:ext cx="10566400" cy="4480570"/>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Segoe UI" pitchFamily="34" charset="0"/>
                <a:ea typeface="Segoe UI" pitchFamily="34" charset="-122"/>
                <a:cs typeface="Segoe UI"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20060638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Blank_with Hea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1162BDF-DEE8-2EF5-89DB-FD5A65D1E86F}"/>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69369561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74886406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2745210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9" Type="http://schemas.openxmlformats.org/officeDocument/2006/relationships/slideLayout" Target="../slideLayouts/slideLayout54.xml"/><Relationship Id="rId21" Type="http://schemas.openxmlformats.org/officeDocument/2006/relationships/slideLayout" Target="../slideLayouts/slideLayout36.xml"/><Relationship Id="rId34" Type="http://schemas.openxmlformats.org/officeDocument/2006/relationships/slideLayout" Target="../slideLayouts/slideLayout49.xml"/><Relationship Id="rId42" Type="http://schemas.openxmlformats.org/officeDocument/2006/relationships/slideLayout" Target="../slideLayouts/slideLayout57.xml"/><Relationship Id="rId47" Type="http://schemas.openxmlformats.org/officeDocument/2006/relationships/slideLayout" Target="../slideLayouts/slideLayout62.xml"/><Relationship Id="rId50" Type="http://schemas.openxmlformats.org/officeDocument/2006/relationships/slideLayout" Target="../slideLayouts/slideLayout65.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9" Type="http://schemas.openxmlformats.org/officeDocument/2006/relationships/slideLayout" Target="../slideLayouts/slideLayout44.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32" Type="http://schemas.openxmlformats.org/officeDocument/2006/relationships/slideLayout" Target="../slideLayouts/slideLayout47.xml"/><Relationship Id="rId37" Type="http://schemas.openxmlformats.org/officeDocument/2006/relationships/slideLayout" Target="../slideLayouts/slideLayout52.xml"/><Relationship Id="rId40" Type="http://schemas.openxmlformats.org/officeDocument/2006/relationships/slideLayout" Target="../slideLayouts/slideLayout55.xml"/><Relationship Id="rId45" Type="http://schemas.openxmlformats.org/officeDocument/2006/relationships/slideLayout" Target="../slideLayouts/slideLayout60.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36" Type="http://schemas.openxmlformats.org/officeDocument/2006/relationships/slideLayout" Target="../slideLayouts/slideLayout51.xml"/><Relationship Id="rId49" Type="http://schemas.openxmlformats.org/officeDocument/2006/relationships/slideLayout" Target="../slideLayouts/slideLayout64.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31" Type="http://schemas.openxmlformats.org/officeDocument/2006/relationships/slideLayout" Target="../slideLayouts/slideLayout46.xml"/><Relationship Id="rId44" Type="http://schemas.openxmlformats.org/officeDocument/2006/relationships/slideLayout" Target="../slideLayouts/slideLayout59.xml"/><Relationship Id="rId52" Type="http://schemas.openxmlformats.org/officeDocument/2006/relationships/theme" Target="../theme/theme3.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slideLayout" Target="../slideLayouts/slideLayout45.xml"/><Relationship Id="rId35" Type="http://schemas.openxmlformats.org/officeDocument/2006/relationships/slideLayout" Target="../slideLayouts/slideLayout50.xml"/><Relationship Id="rId43" Type="http://schemas.openxmlformats.org/officeDocument/2006/relationships/slideLayout" Target="../slideLayouts/slideLayout58.xml"/><Relationship Id="rId48" Type="http://schemas.openxmlformats.org/officeDocument/2006/relationships/slideLayout" Target="../slideLayouts/slideLayout63.xml"/><Relationship Id="rId8" Type="http://schemas.openxmlformats.org/officeDocument/2006/relationships/slideLayout" Target="../slideLayouts/slideLayout23.xml"/><Relationship Id="rId51" Type="http://schemas.openxmlformats.org/officeDocument/2006/relationships/slideLayout" Target="../slideLayouts/slideLayout66.xml"/><Relationship Id="rId3" Type="http://schemas.openxmlformats.org/officeDocument/2006/relationships/slideLayout" Target="../slideLayouts/slideLayout18.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33" Type="http://schemas.openxmlformats.org/officeDocument/2006/relationships/slideLayout" Target="../slideLayouts/slideLayout48.xml"/><Relationship Id="rId38" Type="http://schemas.openxmlformats.org/officeDocument/2006/relationships/slideLayout" Target="../slideLayouts/slideLayout53.xml"/><Relationship Id="rId46" Type="http://schemas.openxmlformats.org/officeDocument/2006/relationships/slideLayout" Target="../slideLayouts/slideLayout61.xml"/><Relationship Id="rId20" Type="http://schemas.openxmlformats.org/officeDocument/2006/relationships/slideLayout" Target="../slideLayouts/slideLayout35.xml"/><Relationship Id="rId41" Type="http://schemas.openxmlformats.org/officeDocument/2006/relationships/slideLayout" Target="../slideLayouts/slideLayout56.xml"/><Relationship Id="rId1" Type="http://schemas.openxmlformats.org/officeDocument/2006/relationships/slideLayout" Target="../slideLayouts/slideLayout16.xml"/><Relationship Id="rId6"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69.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theme" Target="../theme/theme4.xml"/><Relationship Id="rId5" Type="http://schemas.openxmlformats.org/officeDocument/2006/relationships/slideLayout" Target="../slideLayouts/slideLayout71.xml"/><Relationship Id="rId4" Type="http://schemas.openxmlformats.org/officeDocument/2006/relationships/slideLayout" Target="../slideLayouts/slideLayout7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2B0D1A-32E8-67F9-A188-996B18EE8D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8E0871-ECB8-D049-C3D0-D31EF4BF02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E89ADB-51B1-E4AB-3050-DD95921D65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A8BF81C2-E1FB-0DED-7F1F-A7008054FF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6A2AA29-C22B-AA1C-80C8-54D152C775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83C048-5E84-480F-9458-845209AF2791}" type="slidenum">
              <a:rPr lang="en-IN" smtClean="0"/>
              <a:t>‹#›</a:t>
            </a:fld>
            <a:endParaRPr lang="en-IN"/>
          </a:p>
        </p:txBody>
      </p:sp>
      <p:pic>
        <p:nvPicPr>
          <p:cNvPr id="11" name="Picture 10" descr="A black and white logo&#10;&#10;AI-generated content may be incorrect.">
            <a:extLst>
              <a:ext uri="{FF2B5EF4-FFF2-40B4-BE49-F238E27FC236}">
                <a16:creationId xmlns:a16="http://schemas.microsoft.com/office/drawing/2014/main" id="{134DF221-F45B-91B9-E563-659E39B20729}"/>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789920" y="6492875"/>
            <a:ext cx="1402080" cy="365125"/>
          </a:xfrm>
          <a:prstGeom prst="rect">
            <a:avLst/>
          </a:prstGeom>
        </p:spPr>
      </p:pic>
    </p:spTree>
    <p:extLst>
      <p:ext uri="{BB962C8B-B14F-4D97-AF65-F5344CB8AC3E}">
        <p14:creationId xmlns:p14="http://schemas.microsoft.com/office/powerpoint/2010/main" val="9754042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6" r:id="rId12"/>
    <p:sldLayoutId id="214748367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6F4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9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1E1736"/>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68450"/>
            <a:ext cx="10566400" cy="4076750"/>
          </a:xfrm>
          <a:prstGeom prst="rect">
            <a:avLst/>
          </a:prstGeom>
          <a:noFill/>
          <a:ln/>
        </p:spPr>
        <p:txBody>
          <a:bodyPr wrap="square" lIns="0" tIns="0" rIns="0" bIns="0" rtlCol="0" anchor="t"/>
          <a:lstStyle>
            <a:lvl1pPr marL="0" indent="0" algn="l">
              <a:lnSpc>
                <a:spcPct val="140000"/>
              </a:lnSpc>
              <a:buNone/>
              <a:defRPr lang="en-US" sz="1600" dirty="0">
                <a:solidFill>
                  <a:srgbClr val="1E1736"/>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380756685"/>
      </p:ext>
    </p:extLst>
  </p:cSld>
  <p:clrMap bg1="lt1" tx1="dk1" bg2="lt2" tx2="dk2" accent1="accent1" accent2="accent2" accent3="accent3" accent4="accent4" accent5="accent5" accent6="accent6" hlink="hlink" folHlink="folHlink"/>
  <p:sldLayoutIdLst>
    <p:sldLayoutId id="2147483681" r:id="rId1"/>
    <p:sldLayoutId id="214748368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grpSp>
        <p:nvGrpSpPr>
          <p:cNvPr id="147" name="Group 146">
            <a:extLst>
              <a:ext uri="{FF2B5EF4-FFF2-40B4-BE49-F238E27FC236}">
                <a16:creationId xmlns:a16="http://schemas.microsoft.com/office/drawing/2014/main" id="{A066C27D-9E85-728F-F255-3A731EC66D25}"/>
              </a:ext>
            </a:extLst>
          </p:cNvPr>
          <p:cNvGrpSpPr/>
          <p:nvPr userDrawn="1"/>
        </p:nvGrpSpPr>
        <p:grpSpPr>
          <a:xfrm rot="5400000">
            <a:off x="10666449" y="3959962"/>
            <a:ext cx="4597400" cy="1248872"/>
            <a:chOff x="2983209" y="3959962"/>
            <a:chExt cx="4597400" cy="1248872"/>
          </a:xfrm>
        </p:grpSpPr>
        <p:grpSp>
          <p:nvGrpSpPr>
            <p:cNvPr id="123" name="Group 122">
              <a:extLst>
                <a:ext uri="{FF2B5EF4-FFF2-40B4-BE49-F238E27FC236}">
                  <a16:creationId xmlns:a16="http://schemas.microsoft.com/office/drawing/2014/main" id="{D46592D0-C1CD-74A0-2C7F-3337241D77DB}"/>
                </a:ext>
              </a:extLst>
            </p:cNvPr>
            <p:cNvGrpSpPr/>
            <p:nvPr userDrawn="1"/>
          </p:nvGrpSpPr>
          <p:grpSpPr>
            <a:xfrm>
              <a:off x="4130985" y="4976997"/>
              <a:ext cx="1122349" cy="231837"/>
              <a:chOff x="4135734" y="4976997"/>
              <a:chExt cx="1120775" cy="231837"/>
            </a:xfrm>
          </p:grpSpPr>
          <p:sp>
            <p:nvSpPr>
              <p:cNvPr id="53" name="Rectangle 52">
                <a:extLst>
                  <a:ext uri="{FF2B5EF4-FFF2-40B4-BE49-F238E27FC236}">
                    <a16:creationId xmlns:a16="http://schemas.microsoft.com/office/drawing/2014/main" id="{F91CEFFA-747B-15D9-6F1F-08C1FB0DC7A0}"/>
                  </a:ext>
                </a:extLst>
              </p:cNvPr>
              <p:cNvSpPr>
                <a:spLocks noChangeArrowheads="1"/>
              </p:cNvSpPr>
              <p:nvPr/>
            </p:nvSpPr>
            <p:spPr bwMode="auto">
              <a:xfrm>
                <a:off x="4135734" y="4976997"/>
                <a:ext cx="1120775" cy="231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Rectangle 53">
                <a:extLst>
                  <a:ext uri="{FF2B5EF4-FFF2-40B4-BE49-F238E27FC236}">
                    <a16:creationId xmlns:a16="http://schemas.microsoft.com/office/drawing/2014/main" id="{F5FF078E-F971-F049-5B6C-211FC500886D}"/>
                  </a:ext>
                </a:extLst>
              </p:cNvPr>
              <p:cNvSpPr>
                <a:spLocks noChangeArrowheads="1"/>
              </p:cNvSpPr>
              <p:nvPr userDrawn="1"/>
            </p:nvSpPr>
            <p:spPr bwMode="auto">
              <a:xfrm>
                <a:off x="4135734" y="4976997"/>
                <a:ext cx="1120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1" name="Group 120">
              <a:extLst>
                <a:ext uri="{FF2B5EF4-FFF2-40B4-BE49-F238E27FC236}">
                  <a16:creationId xmlns:a16="http://schemas.microsoft.com/office/drawing/2014/main" id="{88C14EA5-9927-8FE5-49F3-BE053411837B}"/>
                </a:ext>
              </a:extLst>
            </p:cNvPr>
            <p:cNvGrpSpPr/>
            <p:nvPr userDrawn="1"/>
          </p:nvGrpSpPr>
          <p:grpSpPr>
            <a:xfrm>
              <a:off x="2989559" y="4976997"/>
              <a:ext cx="1122349" cy="231837"/>
              <a:chOff x="2989559" y="4976997"/>
              <a:chExt cx="1120775" cy="231837"/>
            </a:xfrm>
          </p:grpSpPr>
          <p:sp>
            <p:nvSpPr>
              <p:cNvPr id="68" name="Rectangle 62">
                <a:extLst>
                  <a:ext uri="{FF2B5EF4-FFF2-40B4-BE49-F238E27FC236}">
                    <a16:creationId xmlns:a16="http://schemas.microsoft.com/office/drawing/2014/main" id="{49F83C97-7FC0-CE8B-F534-3CC32978B0EE}"/>
                  </a:ext>
                </a:extLst>
              </p:cNvPr>
              <p:cNvSpPr>
                <a:spLocks noChangeArrowheads="1"/>
              </p:cNvSpPr>
              <p:nvPr/>
            </p:nvSpPr>
            <p:spPr bwMode="auto">
              <a:xfrm>
                <a:off x="2989559" y="4976997"/>
                <a:ext cx="1120775" cy="231837"/>
              </a:xfrm>
              <a:prstGeom prst="rect">
                <a:avLst/>
              </a:prstGeom>
              <a:solidFill>
                <a:srgbClr val="F4F3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Rectangle 63">
                <a:extLst>
                  <a:ext uri="{FF2B5EF4-FFF2-40B4-BE49-F238E27FC236}">
                    <a16:creationId xmlns:a16="http://schemas.microsoft.com/office/drawing/2014/main" id="{78E83E2F-0F4E-6A6F-EE19-272FC88EAB11}"/>
                  </a:ext>
                </a:extLst>
              </p:cNvPr>
              <p:cNvSpPr>
                <a:spLocks noChangeArrowheads="1"/>
              </p:cNvSpPr>
              <p:nvPr userDrawn="1"/>
            </p:nvSpPr>
            <p:spPr bwMode="auto">
              <a:xfrm>
                <a:off x="2989559" y="4976997"/>
                <a:ext cx="1120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75" name="Rectangle 69">
              <a:extLst>
                <a:ext uri="{FF2B5EF4-FFF2-40B4-BE49-F238E27FC236}">
                  <a16:creationId xmlns:a16="http://schemas.microsoft.com/office/drawing/2014/main" id="{A174F70B-619A-757B-59BD-43117F92D6E7}"/>
                </a:ext>
              </a:extLst>
            </p:cNvPr>
            <p:cNvSpPr>
              <a:spLocks noChangeArrowheads="1"/>
            </p:cNvSpPr>
            <p:nvPr/>
          </p:nvSpPr>
          <p:spPr bwMode="auto">
            <a:xfrm>
              <a:off x="6424129" y="4724853"/>
              <a:ext cx="1122349" cy="231837"/>
            </a:xfrm>
            <a:prstGeom prst="rect">
              <a:avLst/>
            </a:prstGeom>
            <a:solidFill>
              <a:srgbClr val="2A44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Rectangle 89">
              <a:extLst>
                <a:ext uri="{FF2B5EF4-FFF2-40B4-BE49-F238E27FC236}">
                  <a16:creationId xmlns:a16="http://schemas.microsoft.com/office/drawing/2014/main" id="{21B60493-3B49-BCF6-0390-7956AC41AEDD}"/>
                </a:ext>
              </a:extLst>
            </p:cNvPr>
            <p:cNvSpPr>
              <a:spLocks noChangeArrowheads="1"/>
            </p:cNvSpPr>
            <p:nvPr/>
          </p:nvSpPr>
          <p:spPr bwMode="auto">
            <a:xfrm>
              <a:off x="5282703" y="4724853"/>
              <a:ext cx="1122349" cy="231837"/>
            </a:xfrm>
            <a:prstGeom prst="rect">
              <a:avLst/>
            </a:prstGeom>
            <a:solidFill>
              <a:srgbClr val="70257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Rectangle 35">
              <a:extLst>
                <a:ext uri="{FF2B5EF4-FFF2-40B4-BE49-F238E27FC236}">
                  <a16:creationId xmlns:a16="http://schemas.microsoft.com/office/drawing/2014/main" id="{0C0652BC-3B51-F453-BE75-C357C366671E}"/>
                </a:ext>
              </a:extLst>
            </p:cNvPr>
            <p:cNvSpPr>
              <a:spLocks noChangeArrowheads="1"/>
            </p:cNvSpPr>
            <p:nvPr/>
          </p:nvSpPr>
          <p:spPr bwMode="auto">
            <a:xfrm>
              <a:off x="4130985" y="4724853"/>
              <a:ext cx="1122349" cy="231837"/>
            </a:xfrm>
            <a:prstGeom prst="rect">
              <a:avLst/>
            </a:prstGeom>
            <a:solidFill>
              <a:srgbClr val="73262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Rectangle 54">
              <a:extLst>
                <a:ext uri="{FF2B5EF4-FFF2-40B4-BE49-F238E27FC236}">
                  <a16:creationId xmlns:a16="http://schemas.microsoft.com/office/drawing/2014/main" id="{71861493-157F-15D0-0E4D-F0C5B054784B}"/>
                </a:ext>
              </a:extLst>
            </p:cNvPr>
            <p:cNvSpPr>
              <a:spLocks noChangeArrowheads="1"/>
            </p:cNvSpPr>
            <p:nvPr/>
          </p:nvSpPr>
          <p:spPr bwMode="auto">
            <a:xfrm>
              <a:off x="2989559" y="4724853"/>
              <a:ext cx="1122349" cy="231837"/>
            </a:xfrm>
            <a:prstGeom prst="rect">
              <a:avLst/>
            </a:prstGeom>
            <a:solidFill>
              <a:srgbClr val="73391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Rectangle 7">
              <a:extLst>
                <a:ext uri="{FF2B5EF4-FFF2-40B4-BE49-F238E27FC236}">
                  <a16:creationId xmlns:a16="http://schemas.microsoft.com/office/drawing/2014/main" id="{B8026A31-A3BD-9111-4B93-2D98FA1FA662}"/>
                </a:ext>
              </a:extLst>
            </p:cNvPr>
            <p:cNvSpPr>
              <a:spLocks noChangeArrowheads="1"/>
            </p:cNvSpPr>
            <p:nvPr/>
          </p:nvSpPr>
          <p:spPr bwMode="auto">
            <a:xfrm>
              <a:off x="4130985" y="4479479"/>
              <a:ext cx="1122349" cy="231837"/>
            </a:xfrm>
            <a:prstGeom prst="rect">
              <a:avLst/>
            </a:prstGeom>
            <a:solidFill>
              <a:srgbClr val="F436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50">
              <a:extLst>
                <a:ext uri="{FF2B5EF4-FFF2-40B4-BE49-F238E27FC236}">
                  <a16:creationId xmlns:a16="http://schemas.microsoft.com/office/drawing/2014/main" id="{2482639C-6DA9-6072-B023-A0B3231990B3}"/>
                </a:ext>
              </a:extLst>
            </p:cNvPr>
            <p:cNvSpPr>
              <a:spLocks noChangeArrowheads="1"/>
            </p:cNvSpPr>
            <p:nvPr/>
          </p:nvSpPr>
          <p:spPr bwMode="auto">
            <a:xfrm>
              <a:off x="2989559" y="4479479"/>
              <a:ext cx="1122349" cy="231837"/>
            </a:xfrm>
            <a:prstGeom prst="rect">
              <a:avLst/>
            </a:prstGeom>
            <a:solidFill>
              <a:srgbClr val="FF5C3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Rectangle 65">
              <a:extLst>
                <a:ext uri="{FF2B5EF4-FFF2-40B4-BE49-F238E27FC236}">
                  <a16:creationId xmlns:a16="http://schemas.microsoft.com/office/drawing/2014/main" id="{4E6D1934-44C4-DE10-FEF5-98A7D62D1701}"/>
                </a:ext>
              </a:extLst>
            </p:cNvPr>
            <p:cNvSpPr>
              <a:spLocks noChangeArrowheads="1"/>
            </p:cNvSpPr>
            <p:nvPr/>
          </p:nvSpPr>
          <p:spPr bwMode="auto">
            <a:xfrm>
              <a:off x="6424129" y="4479479"/>
              <a:ext cx="1122349" cy="23183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Rectangle 86">
              <a:extLst>
                <a:ext uri="{FF2B5EF4-FFF2-40B4-BE49-F238E27FC236}">
                  <a16:creationId xmlns:a16="http://schemas.microsoft.com/office/drawing/2014/main" id="{4978831E-F211-2FDD-D3E9-F0DAB7B13A82}"/>
                </a:ext>
              </a:extLst>
            </p:cNvPr>
            <p:cNvSpPr>
              <a:spLocks noChangeArrowheads="1"/>
            </p:cNvSpPr>
            <p:nvPr/>
          </p:nvSpPr>
          <p:spPr bwMode="auto">
            <a:xfrm>
              <a:off x="5282703" y="4479479"/>
              <a:ext cx="1122349" cy="231837"/>
            </a:xfrm>
            <a:prstGeom prst="rect">
              <a:avLst/>
            </a:prstGeom>
            <a:solidFill>
              <a:srgbClr val="C73E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Rectangle 48">
              <a:extLst>
                <a:ext uri="{FF2B5EF4-FFF2-40B4-BE49-F238E27FC236}">
                  <a16:creationId xmlns:a16="http://schemas.microsoft.com/office/drawing/2014/main" id="{480715EE-428F-E0CF-1D68-C2DE1BD375A0}"/>
                </a:ext>
              </a:extLst>
            </p:cNvPr>
            <p:cNvSpPr>
              <a:spLocks noChangeArrowheads="1"/>
            </p:cNvSpPr>
            <p:nvPr/>
          </p:nvSpPr>
          <p:spPr bwMode="auto">
            <a:xfrm>
              <a:off x="4130985" y="4235797"/>
              <a:ext cx="1122349" cy="231837"/>
            </a:xfrm>
            <a:prstGeom prst="rect">
              <a:avLst/>
            </a:prstGeom>
            <a:solidFill>
              <a:srgbClr val="FFB3B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Rectangle 58">
              <a:extLst>
                <a:ext uri="{FF2B5EF4-FFF2-40B4-BE49-F238E27FC236}">
                  <a16:creationId xmlns:a16="http://schemas.microsoft.com/office/drawing/2014/main" id="{C39CC427-FB3C-D2FE-003B-943C483B612D}"/>
                </a:ext>
              </a:extLst>
            </p:cNvPr>
            <p:cNvSpPr>
              <a:spLocks noChangeArrowheads="1"/>
            </p:cNvSpPr>
            <p:nvPr/>
          </p:nvSpPr>
          <p:spPr bwMode="auto">
            <a:xfrm>
              <a:off x="2989559" y="4235797"/>
              <a:ext cx="1122349" cy="231837"/>
            </a:xfrm>
            <a:prstGeom prst="rect">
              <a:avLst/>
            </a:prstGeom>
            <a:solidFill>
              <a:srgbClr val="FFA38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73">
              <a:extLst>
                <a:ext uri="{FF2B5EF4-FFF2-40B4-BE49-F238E27FC236}">
                  <a16:creationId xmlns:a16="http://schemas.microsoft.com/office/drawing/2014/main" id="{F3144CCC-4AD3-B1CD-BCE7-C1FAA5A50B2F}"/>
                </a:ext>
              </a:extLst>
            </p:cNvPr>
            <p:cNvSpPr>
              <a:spLocks noChangeArrowheads="1"/>
            </p:cNvSpPr>
            <p:nvPr/>
          </p:nvSpPr>
          <p:spPr bwMode="auto">
            <a:xfrm>
              <a:off x="6424129" y="4235797"/>
              <a:ext cx="1122349" cy="231837"/>
            </a:xfrm>
            <a:prstGeom prst="rect">
              <a:avLst/>
            </a:prstGeom>
            <a:solidFill>
              <a:srgbClr val="8DC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Rectangle 93">
              <a:extLst>
                <a:ext uri="{FF2B5EF4-FFF2-40B4-BE49-F238E27FC236}">
                  <a16:creationId xmlns:a16="http://schemas.microsoft.com/office/drawing/2014/main" id="{77ABFAA8-52C9-1BB4-FA13-DDB01E80488F}"/>
                </a:ext>
              </a:extLst>
            </p:cNvPr>
            <p:cNvSpPr>
              <a:spLocks noChangeArrowheads="1"/>
            </p:cNvSpPr>
            <p:nvPr/>
          </p:nvSpPr>
          <p:spPr bwMode="auto">
            <a:xfrm>
              <a:off x="5282703" y="4235797"/>
              <a:ext cx="1122349" cy="231837"/>
            </a:xfrm>
            <a:prstGeom prst="rect">
              <a:avLst/>
            </a:prstGeom>
            <a:solidFill>
              <a:srgbClr val="CD9B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AutoShape 3">
              <a:extLst>
                <a:ext uri="{FF2B5EF4-FFF2-40B4-BE49-F238E27FC236}">
                  <a16:creationId xmlns:a16="http://schemas.microsoft.com/office/drawing/2014/main" id="{7137B142-8F3E-888F-77BD-B3E785F3AC91}"/>
                </a:ext>
              </a:extLst>
            </p:cNvPr>
            <p:cNvSpPr>
              <a:spLocks noChangeAspect="1" noChangeArrowheads="1" noTextEdit="1"/>
            </p:cNvSpPr>
            <p:nvPr userDrawn="1"/>
          </p:nvSpPr>
          <p:spPr bwMode="auto">
            <a:xfrm>
              <a:off x="2983209" y="3959962"/>
              <a:ext cx="4597400" cy="124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38" name="Group 137">
              <a:extLst>
                <a:ext uri="{FF2B5EF4-FFF2-40B4-BE49-F238E27FC236}">
                  <a16:creationId xmlns:a16="http://schemas.microsoft.com/office/drawing/2014/main" id="{62AC6996-0BBA-C1F2-BEEF-A233569FAD65}"/>
                </a:ext>
              </a:extLst>
            </p:cNvPr>
            <p:cNvGrpSpPr/>
            <p:nvPr userDrawn="1"/>
          </p:nvGrpSpPr>
          <p:grpSpPr>
            <a:xfrm>
              <a:off x="4161941" y="4724853"/>
              <a:ext cx="208390" cy="208938"/>
              <a:chOff x="4150022" y="4707931"/>
              <a:chExt cx="208390" cy="208938"/>
            </a:xfrm>
          </p:grpSpPr>
          <p:sp>
            <p:nvSpPr>
              <p:cNvPr id="37" name="Rectangle 36">
                <a:extLst>
                  <a:ext uri="{FF2B5EF4-FFF2-40B4-BE49-F238E27FC236}">
                    <a16:creationId xmlns:a16="http://schemas.microsoft.com/office/drawing/2014/main" id="{7592392A-18BB-F649-4618-76E955415614}"/>
                  </a:ext>
                </a:extLst>
              </p:cNvPr>
              <p:cNvSpPr>
                <a:spLocks noChangeArrowheads="1"/>
              </p:cNvSpPr>
              <p:nvPr userDrawn="1"/>
            </p:nvSpPr>
            <p:spPr bwMode="auto">
              <a:xfrm>
                <a:off x="4150022"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B3BB"/>
                    </a:solidFill>
                    <a:effectLst/>
                    <a:latin typeface="Segoe UI Black" panose="020B0A02040204020203" pitchFamily="34" charset="0"/>
                  </a:rPr>
                  <a:t>A</a:t>
                </a:r>
                <a:endParaRPr kumimoji="0" lang="en-US" altLang="en-US" sz="1800" b="0" i="0" u="none" strike="noStrike" cap="none" normalizeH="0" baseline="0">
                  <a:ln>
                    <a:noFill/>
                  </a:ln>
                  <a:solidFill>
                    <a:srgbClr val="FFB3BB"/>
                  </a:solidFill>
                  <a:effectLst/>
                  <a:latin typeface="Arial" panose="020B0604020202020204" pitchFamily="34" charset="0"/>
                </a:endParaRPr>
              </a:p>
            </p:txBody>
          </p:sp>
          <p:sp>
            <p:nvSpPr>
              <p:cNvPr id="38" name="Rectangle 37">
                <a:extLst>
                  <a:ext uri="{FF2B5EF4-FFF2-40B4-BE49-F238E27FC236}">
                    <a16:creationId xmlns:a16="http://schemas.microsoft.com/office/drawing/2014/main" id="{365ABF78-0E45-DAD9-5676-2EC9DD3CD295}"/>
                  </a:ext>
                </a:extLst>
              </p:cNvPr>
              <p:cNvSpPr>
                <a:spLocks noChangeArrowheads="1"/>
              </p:cNvSpPr>
              <p:nvPr userDrawn="1"/>
            </p:nvSpPr>
            <p:spPr bwMode="auto">
              <a:xfrm>
                <a:off x="4253209"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 name="Rectangle 47">
                <a:extLst>
                  <a:ext uri="{FF2B5EF4-FFF2-40B4-BE49-F238E27FC236}">
                    <a16:creationId xmlns:a16="http://schemas.microsoft.com/office/drawing/2014/main" id="{68310E1A-F13F-7183-49F9-75ECFB436962}"/>
                  </a:ext>
                </a:extLst>
              </p:cNvPr>
              <p:cNvSpPr>
                <a:spLocks noChangeArrowheads="1"/>
              </p:cNvSpPr>
              <p:nvPr userDrawn="1"/>
            </p:nvSpPr>
            <p:spPr bwMode="auto">
              <a:xfrm>
                <a:off x="4150022" y="4839925"/>
                <a:ext cx="20839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73262F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4" name="Group 133">
              <a:extLst>
                <a:ext uri="{FF2B5EF4-FFF2-40B4-BE49-F238E27FC236}">
                  <a16:creationId xmlns:a16="http://schemas.microsoft.com/office/drawing/2014/main" id="{CC9F93BD-8E78-4AF6-CBF6-40F69BE0EC42}"/>
                </a:ext>
              </a:extLst>
            </p:cNvPr>
            <p:cNvGrpSpPr/>
            <p:nvPr userDrawn="1"/>
          </p:nvGrpSpPr>
          <p:grpSpPr>
            <a:xfrm>
              <a:off x="4161941" y="4235797"/>
              <a:ext cx="209994" cy="207246"/>
              <a:chOff x="4150022" y="4220567"/>
              <a:chExt cx="209994" cy="207246"/>
            </a:xfrm>
          </p:grpSpPr>
          <p:sp>
            <p:nvSpPr>
              <p:cNvPr id="50" name="Rectangle 49">
                <a:extLst>
                  <a:ext uri="{FF2B5EF4-FFF2-40B4-BE49-F238E27FC236}">
                    <a16:creationId xmlns:a16="http://schemas.microsoft.com/office/drawing/2014/main" id="{889CC2DF-20EF-2163-86E0-DEC66DA62FB6}"/>
                  </a:ext>
                </a:extLst>
              </p:cNvPr>
              <p:cNvSpPr>
                <a:spLocks noChangeArrowheads="1"/>
              </p:cNvSpPr>
              <p:nvPr userDrawn="1"/>
            </p:nvSpPr>
            <p:spPr bwMode="auto">
              <a:xfrm>
                <a:off x="4150022"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3262F"/>
                    </a:solidFill>
                    <a:effectLst/>
                    <a:latin typeface="Segoe UI Black" panose="020B0A02040204020203" pitchFamily="34" charset="0"/>
                  </a:rPr>
                  <a:t>A</a:t>
                </a:r>
                <a:endParaRPr kumimoji="0" lang="en-US" altLang="en-US" sz="1800" b="0" i="0" u="none" strike="noStrike" cap="none" normalizeH="0" baseline="0">
                  <a:ln>
                    <a:noFill/>
                  </a:ln>
                  <a:solidFill>
                    <a:srgbClr val="73262F"/>
                  </a:solidFill>
                  <a:effectLst/>
                  <a:latin typeface="Arial" panose="020B0604020202020204" pitchFamily="34" charset="0"/>
                </a:endParaRPr>
              </a:p>
            </p:txBody>
          </p:sp>
          <p:sp>
            <p:nvSpPr>
              <p:cNvPr id="51" name="Rectangle 50">
                <a:extLst>
                  <a:ext uri="{FF2B5EF4-FFF2-40B4-BE49-F238E27FC236}">
                    <a16:creationId xmlns:a16="http://schemas.microsoft.com/office/drawing/2014/main" id="{1E420085-C71E-ECCF-AF31-48FA8297D0D5}"/>
                  </a:ext>
                </a:extLst>
              </p:cNvPr>
              <p:cNvSpPr>
                <a:spLocks noChangeArrowheads="1"/>
              </p:cNvSpPr>
              <p:nvPr userDrawn="1"/>
            </p:nvSpPr>
            <p:spPr bwMode="auto">
              <a:xfrm>
                <a:off x="4253209"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51">
                <a:extLst>
                  <a:ext uri="{FF2B5EF4-FFF2-40B4-BE49-F238E27FC236}">
                    <a16:creationId xmlns:a16="http://schemas.microsoft.com/office/drawing/2014/main" id="{C7D4161B-14DB-3C6F-49FA-0E641FA97E10}"/>
                  </a:ext>
                </a:extLst>
              </p:cNvPr>
              <p:cNvSpPr>
                <a:spLocks noChangeArrowheads="1"/>
              </p:cNvSpPr>
              <p:nvPr userDrawn="1"/>
            </p:nvSpPr>
            <p:spPr bwMode="auto">
              <a:xfrm>
                <a:off x="4150022" y="4350869"/>
                <a:ext cx="20999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FFB3BB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55" name="Rectangle 54">
              <a:extLst>
                <a:ext uri="{FF2B5EF4-FFF2-40B4-BE49-F238E27FC236}">
                  <a16:creationId xmlns:a16="http://schemas.microsoft.com/office/drawing/2014/main" id="{FF982A3D-0487-1A0D-A037-144D9914DC61}"/>
                </a:ext>
              </a:extLst>
            </p:cNvPr>
            <p:cNvSpPr>
              <a:spLocks noChangeArrowheads="1"/>
            </p:cNvSpPr>
            <p:nvPr userDrawn="1"/>
          </p:nvSpPr>
          <p:spPr bwMode="auto">
            <a:xfrm>
              <a:off x="4161941" y="4998428"/>
              <a:ext cx="19236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FFFFFF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35" name="Group 134">
              <a:extLst>
                <a:ext uri="{FF2B5EF4-FFF2-40B4-BE49-F238E27FC236}">
                  <a16:creationId xmlns:a16="http://schemas.microsoft.com/office/drawing/2014/main" id="{94DC77AE-A152-25B2-6C03-68D92DF002A1}"/>
                </a:ext>
              </a:extLst>
            </p:cNvPr>
            <p:cNvGrpSpPr/>
            <p:nvPr userDrawn="1"/>
          </p:nvGrpSpPr>
          <p:grpSpPr>
            <a:xfrm>
              <a:off x="3020515" y="4479479"/>
              <a:ext cx="209994" cy="208939"/>
              <a:chOff x="3003847" y="4465941"/>
              <a:chExt cx="209994" cy="208939"/>
            </a:xfrm>
          </p:grpSpPr>
          <p:sp>
            <p:nvSpPr>
              <p:cNvPr id="57" name="Rectangle 51">
                <a:extLst>
                  <a:ext uri="{FF2B5EF4-FFF2-40B4-BE49-F238E27FC236}">
                    <a16:creationId xmlns:a16="http://schemas.microsoft.com/office/drawing/2014/main" id="{895F5902-BFBD-125B-3FEB-4CBC9AC0F8DC}"/>
                  </a:ext>
                </a:extLst>
              </p:cNvPr>
              <p:cNvSpPr>
                <a:spLocks noChangeArrowheads="1"/>
              </p:cNvSpPr>
              <p:nvPr userDrawn="1"/>
            </p:nvSpPr>
            <p:spPr bwMode="auto">
              <a:xfrm>
                <a:off x="3003847"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latin typeface="Segoe UI Black" panose="020B0A02040204020203" pitchFamily="34" charset="0"/>
                  </a:rPr>
                  <a:t>A</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58" name="Rectangle 52">
                <a:extLst>
                  <a:ext uri="{FF2B5EF4-FFF2-40B4-BE49-F238E27FC236}">
                    <a16:creationId xmlns:a16="http://schemas.microsoft.com/office/drawing/2014/main" id="{103F56FC-3C85-D11C-15B5-5B86752DF541}"/>
                  </a:ext>
                </a:extLst>
              </p:cNvPr>
              <p:cNvSpPr>
                <a:spLocks noChangeArrowheads="1"/>
              </p:cNvSpPr>
              <p:nvPr userDrawn="1"/>
            </p:nvSpPr>
            <p:spPr bwMode="auto">
              <a:xfrm>
                <a:off x="3108622"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 name="Rectangle 53">
                <a:extLst>
                  <a:ext uri="{FF2B5EF4-FFF2-40B4-BE49-F238E27FC236}">
                    <a16:creationId xmlns:a16="http://schemas.microsoft.com/office/drawing/2014/main" id="{1326CD1E-7B9A-8A72-C172-F4E85177A8BD}"/>
                  </a:ext>
                </a:extLst>
              </p:cNvPr>
              <p:cNvSpPr>
                <a:spLocks noChangeArrowheads="1"/>
              </p:cNvSpPr>
              <p:nvPr userDrawn="1"/>
            </p:nvSpPr>
            <p:spPr bwMode="auto">
              <a:xfrm>
                <a:off x="3003847" y="4597936"/>
                <a:ext cx="20999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FF5C39</a:t>
                </a:r>
                <a:endParaRPr kumimoji="0" lang="en-US" altLang="en-US" sz="1800" b="0" i="0" u="none" strike="noStrike" cap="none" normalizeH="0" baseline="0">
                  <a:ln>
                    <a:noFill/>
                  </a:ln>
                  <a:effectLst/>
                  <a:latin typeface="Arial" panose="020B0604020202020204" pitchFamily="34" charset="0"/>
                </a:endParaRPr>
              </a:p>
            </p:txBody>
          </p:sp>
        </p:grpSp>
        <p:grpSp>
          <p:nvGrpSpPr>
            <p:cNvPr id="137" name="Group 136">
              <a:extLst>
                <a:ext uri="{FF2B5EF4-FFF2-40B4-BE49-F238E27FC236}">
                  <a16:creationId xmlns:a16="http://schemas.microsoft.com/office/drawing/2014/main" id="{4CA32E28-13DC-C098-2609-0F749347B3A0}"/>
                </a:ext>
              </a:extLst>
            </p:cNvPr>
            <p:cNvGrpSpPr/>
            <p:nvPr userDrawn="1"/>
          </p:nvGrpSpPr>
          <p:grpSpPr>
            <a:xfrm>
              <a:off x="3020515" y="4724853"/>
              <a:ext cx="221214" cy="208938"/>
              <a:chOff x="3003847" y="4707931"/>
              <a:chExt cx="221214" cy="208938"/>
            </a:xfrm>
          </p:grpSpPr>
          <p:sp>
            <p:nvSpPr>
              <p:cNvPr id="61" name="Rectangle 55">
                <a:extLst>
                  <a:ext uri="{FF2B5EF4-FFF2-40B4-BE49-F238E27FC236}">
                    <a16:creationId xmlns:a16="http://schemas.microsoft.com/office/drawing/2014/main" id="{A098F3E4-C71B-9115-28EA-8418062C23D4}"/>
                  </a:ext>
                </a:extLst>
              </p:cNvPr>
              <p:cNvSpPr>
                <a:spLocks noChangeArrowheads="1"/>
              </p:cNvSpPr>
              <p:nvPr userDrawn="1"/>
            </p:nvSpPr>
            <p:spPr bwMode="auto">
              <a:xfrm>
                <a:off x="3003847"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A38B"/>
                    </a:solidFill>
                    <a:effectLst/>
                    <a:latin typeface="Segoe UI Black" panose="020B0A02040204020203" pitchFamily="34" charset="0"/>
                  </a:rPr>
                  <a:t>A</a:t>
                </a:r>
                <a:endParaRPr kumimoji="0" lang="en-US" altLang="en-US" sz="1800" b="0" i="0" u="none" strike="noStrike" cap="none" normalizeH="0" baseline="0">
                  <a:ln>
                    <a:noFill/>
                  </a:ln>
                  <a:solidFill>
                    <a:srgbClr val="FFA38B"/>
                  </a:solidFill>
                  <a:effectLst/>
                  <a:latin typeface="Arial" panose="020B0604020202020204" pitchFamily="34" charset="0"/>
                </a:endParaRPr>
              </a:p>
            </p:txBody>
          </p:sp>
          <p:sp>
            <p:nvSpPr>
              <p:cNvPr id="62" name="Rectangle 56">
                <a:extLst>
                  <a:ext uri="{FF2B5EF4-FFF2-40B4-BE49-F238E27FC236}">
                    <a16:creationId xmlns:a16="http://schemas.microsoft.com/office/drawing/2014/main" id="{A144836B-B6FD-EC56-A2FF-32C97598B07E}"/>
                  </a:ext>
                </a:extLst>
              </p:cNvPr>
              <p:cNvSpPr>
                <a:spLocks noChangeArrowheads="1"/>
              </p:cNvSpPr>
              <p:nvPr userDrawn="1"/>
            </p:nvSpPr>
            <p:spPr bwMode="auto">
              <a:xfrm>
                <a:off x="3108622"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 name="Rectangle 57">
                <a:extLst>
                  <a:ext uri="{FF2B5EF4-FFF2-40B4-BE49-F238E27FC236}">
                    <a16:creationId xmlns:a16="http://schemas.microsoft.com/office/drawing/2014/main" id="{B4B4A50A-B0AB-3249-578C-C74260F52234}"/>
                  </a:ext>
                </a:extLst>
              </p:cNvPr>
              <p:cNvSpPr>
                <a:spLocks noChangeArrowheads="1"/>
              </p:cNvSpPr>
              <p:nvPr userDrawn="1"/>
            </p:nvSpPr>
            <p:spPr bwMode="auto">
              <a:xfrm>
                <a:off x="3003847" y="4839925"/>
                <a:ext cx="22121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73391D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3" name="Group 132">
              <a:extLst>
                <a:ext uri="{FF2B5EF4-FFF2-40B4-BE49-F238E27FC236}">
                  <a16:creationId xmlns:a16="http://schemas.microsoft.com/office/drawing/2014/main" id="{16F9D676-15C5-A3E3-4D1C-EFE6430F4CE0}"/>
                </a:ext>
              </a:extLst>
            </p:cNvPr>
            <p:cNvGrpSpPr/>
            <p:nvPr userDrawn="1"/>
          </p:nvGrpSpPr>
          <p:grpSpPr>
            <a:xfrm>
              <a:off x="3020515" y="4235797"/>
              <a:ext cx="213200" cy="207246"/>
              <a:chOff x="3003847" y="4220567"/>
              <a:chExt cx="213200" cy="207246"/>
            </a:xfrm>
          </p:grpSpPr>
          <p:grpSp>
            <p:nvGrpSpPr>
              <p:cNvPr id="132" name="Group 131">
                <a:extLst>
                  <a:ext uri="{FF2B5EF4-FFF2-40B4-BE49-F238E27FC236}">
                    <a16:creationId xmlns:a16="http://schemas.microsoft.com/office/drawing/2014/main" id="{D674A0B8-6B78-ECA6-EC9D-4CE7A3185FEF}"/>
                  </a:ext>
                </a:extLst>
              </p:cNvPr>
              <p:cNvGrpSpPr/>
              <p:nvPr userDrawn="1"/>
            </p:nvGrpSpPr>
            <p:grpSpPr>
              <a:xfrm>
                <a:off x="3003847" y="4220567"/>
                <a:ext cx="200955" cy="153888"/>
                <a:chOff x="3003847" y="4220567"/>
                <a:chExt cx="200955" cy="153888"/>
              </a:xfrm>
            </p:grpSpPr>
            <p:sp>
              <p:nvSpPr>
                <p:cNvPr id="65" name="Rectangle 59">
                  <a:extLst>
                    <a:ext uri="{FF2B5EF4-FFF2-40B4-BE49-F238E27FC236}">
                      <a16:creationId xmlns:a16="http://schemas.microsoft.com/office/drawing/2014/main" id="{A07F7F4E-CE01-4B75-1EB8-848F1A98AAC3}"/>
                    </a:ext>
                  </a:extLst>
                </p:cNvPr>
                <p:cNvSpPr>
                  <a:spLocks noChangeArrowheads="1"/>
                </p:cNvSpPr>
                <p:nvPr userDrawn="1"/>
              </p:nvSpPr>
              <p:spPr bwMode="auto">
                <a:xfrm>
                  <a:off x="3003847"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3391D"/>
                      </a:solidFill>
                      <a:effectLst/>
                      <a:latin typeface="Segoe UI Black" panose="020B0A02040204020203" pitchFamily="34" charset="0"/>
                    </a:rPr>
                    <a:t>A</a:t>
                  </a:r>
                  <a:endParaRPr kumimoji="0" lang="en-US" altLang="en-US" sz="1800" b="0" i="0" u="none" strike="noStrike" cap="none" normalizeH="0" baseline="0">
                    <a:ln>
                      <a:noFill/>
                    </a:ln>
                    <a:solidFill>
                      <a:srgbClr val="73391D"/>
                    </a:solidFill>
                    <a:effectLst/>
                    <a:latin typeface="Arial" panose="020B0604020202020204" pitchFamily="34" charset="0"/>
                  </a:endParaRPr>
                </a:p>
              </p:txBody>
            </p:sp>
            <p:sp>
              <p:nvSpPr>
                <p:cNvPr id="66" name="Rectangle 60">
                  <a:extLst>
                    <a:ext uri="{FF2B5EF4-FFF2-40B4-BE49-F238E27FC236}">
                      <a16:creationId xmlns:a16="http://schemas.microsoft.com/office/drawing/2014/main" id="{E90485C9-55AD-E0C2-34CA-66E40F03B73B}"/>
                    </a:ext>
                  </a:extLst>
                </p:cNvPr>
                <p:cNvSpPr>
                  <a:spLocks noChangeArrowheads="1"/>
                </p:cNvSpPr>
                <p:nvPr userDrawn="1"/>
              </p:nvSpPr>
              <p:spPr bwMode="auto">
                <a:xfrm>
                  <a:off x="3108622"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67" name="Rectangle 61">
                <a:extLst>
                  <a:ext uri="{FF2B5EF4-FFF2-40B4-BE49-F238E27FC236}">
                    <a16:creationId xmlns:a16="http://schemas.microsoft.com/office/drawing/2014/main" id="{A37954AB-F66D-09B1-C2BD-5ACDC4C114AF}"/>
                  </a:ext>
                </a:extLst>
              </p:cNvPr>
              <p:cNvSpPr>
                <a:spLocks noChangeArrowheads="1"/>
              </p:cNvSpPr>
              <p:nvPr userDrawn="1"/>
            </p:nvSpPr>
            <p:spPr bwMode="auto">
              <a:xfrm>
                <a:off x="3003847" y="4350869"/>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FFA38B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70" name="Rectangle 64">
              <a:extLst>
                <a:ext uri="{FF2B5EF4-FFF2-40B4-BE49-F238E27FC236}">
                  <a16:creationId xmlns:a16="http://schemas.microsoft.com/office/drawing/2014/main" id="{E6BD7DAA-1203-86EB-90AF-4CB405BBBF17}"/>
                </a:ext>
              </a:extLst>
            </p:cNvPr>
            <p:cNvSpPr>
              <a:spLocks noChangeArrowheads="1"/>
            </p:cNvSpPr>
            <p:nvPr userDrawn="1"/>
          </p:nvSpPr>
          <p:spPr bwMode="auto">
            <a:xfrm>
              <a:off x="3020515" y="4998428"/>
              <a:ext cx="20197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F4F3F5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42" name="Group 141">
              <a:extLst>
                <a:ext uri="{FF2B5EF4-FFF2-40B4-BE49-F238E27FC236}">
                  <a16:creationId xmlns:a16="http://schemas.microsoft.com/office/drawing/2014/main" id="{B78A64DE-6215-4C7D-CB69-916710B74D83}"/>
                </a:ext>
              </a:extLst>
            </p:cNvPr>
            <p:cNvGrpSpPr/>
            <p:nvPr userDrawn="1"/>
          </p:nvGrpSpPr>
          <p:grpSpPr>
            <a:xfrm>
              <a:off x="6455085" y="4479479"/>
              <a:ext cx="221214" cy="208939"/>
              <a:chOff x="6440784" y="4467633"/>
              <a:chExt cx="221214" cy="208939"/>
            </a:xfrm>
          </p:grpSpPr>
          <p:sp>
            <p:nvSpPr>
              <p:cNvPr id="72" name="Rectangle 66">
                <a:extLst>
                  <a:ext uri="{FF2B5EF4-FFF2-40B4-BE49-F238E27FC236}">
                    <a16:creationId xmlns:a16="http://schemas.microsoft.com/office/drawing/2014/main" id="{3C25E052-E70A-9985-665A-7BF72068FACC}"/>
                  </a:ext>
                </a:extLst>
              </p:cNvPr>
              <p:cNvSpPr>
                <a:spLocks noChangeArrowheads="1"/>
              </p:cNvSpPr>
              <p:nvPr userDrawn="1"/>
            </p:nvSpPr>
            <p:spPr bwMode="auto">
              <a:xfrm>
                <a:off x="6440784" y="4467633"/>
                <a:ext cx="8656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 name="Rectangle 67">
                <a:extLst>
                  <a:ext uri="{FF2B5EF4-FFF2-40B4-BE49-F238E27FC236}">
                    <a16:creationId xmlns:a16="http://schemas.microsoft.com/office/drawing/2014/main" id="{26866EA9-D870-8B6F-E09C-4BF7BC3AEE5D}"/>
                  </a:ext>
                </a:extLst>
              </p:cNvPr>
              <p:cNvSpPr>
                <a:spLocks noChangeArrowheads="1"/>
              </p:cNvSpPr>
              <p:nvPr userDrawn="1"/>
            </p:nvSpPr>
            <p:spPr bwMode="auto">
              <a:xfrm>
                <a:off x="6545559" y="4467633"/>
                <a:ext cx="8656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 name="Rectangle 68">
                <a:extLst>
                  <a:ext uri="{FF2B5EF4-FFF2-40B4-BE49-F238E27FC236}">
                    <a16:creationId xmlns:a16="http://schemas.microsoft.com/office/drawing/2014/main" id="{A1A5AC1F-B80A-3740-4DB5-2A2903E1FB9F}"/>
                  </a:ext>
                </a:extLst>
              </p:cNvPr>
              <p:cNvSpPr>
                <a:spLocks noChangeArrowheads="1"/>
              </p:cNvSpPr>
              <p:nvPr userDrawn="1"/>
            </p:nvSpPr>
            <p:spPr bwMode="auto">
              <a:xfrm>
                <a:off x="6440784" y="4599628"/>
                <a:ext cx="22121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chemeClr val="bg1"/>
                    </a:solidFill>
                    <a:effectLst/>
                    <a:latin typeface="Segoe UI" panose="020B0502040204020203" pitchFamily="34" charset="0"/>
                  </a:rPr>
                  <a:t>0078D4</a:t>
                </a:r>
                <a:endParaRPr kumimoji="0" lang="en-US" altLang="en-US" sz="1800" b="0" i="0" u="none" strike="noStrike" cap="none" normalizeH="0" baseline="0">
                  <a:ln>
                    <a:noFill/>
                  </a:ln>
                  <a:solidFill>
                    <a:schemeClr val="bg1"/>
                  </a:solidFill>
                  <a:effectLst/>
                  <a:latin typeface="Arial" panose="020B0604020202020204" pitchFamily="34" charset="0"/>
                </a:endParaRPr>
              </a:p>
            </p:txBody>
          </p:sp>
        </p:grpSp>
        <p:grpSp>
          <p:nvGrpSpPr>
            <p:cNvPr id="144" name="Group 143">
              <a:extLst>
                <a:ext uri="{FF2B5EF4-FFF2-40B4-BE49-F238E27FC236}">
                  <a16:creationId xmlns:a16="http://schemas.microsoft.com/office/drawing/2014/main" id="{D827A894-B698-2BCA-F167-5B781D78197E}"/>
                </a:ext>
              </a:extLst>
            </p:cNvPr>
            <p:cNvGrpSpPr/>
            <p:nvPr userDrawn="1"/>
          </p:nvGrpSpPr>
          <p:grpSpPr>
            <a:xfrm>
              <a:off x="6455085" y="4724853"/>
              <a:ext cx="214802" cy="208939"/>
              <a:chOff x="6440784" y="4709623"/>
              <a:chExt cx="214802" cy="208939"/>
            </a:xfrm>
          </p:grpSpPr>
          <p:sp>
            <p:nvSpPr>
              <p:cNvPr id="76" name="Rectangle 70">
                <a:extLst>
                  <a:ext uri="{FF2B5EF4-FFF2-40B4-BE49-F238E27FC236}">
                    <a16:creationId xmlns:a16="http://schemas.microsoft.com/office/drawing/2014/main" id="{E00F9C9C-33CE-9310-6C5E-B68438616172}"/>
                  </a:ext>
                </a:extLst>
              </p:cNvPr>
              <p:cNvSpPr>
                <a:spLocks noChangeArrowheads="1"/>
              </p:cNvSpPr>
              <p:nvPr userDrawn="1"/>
            </p:nvSpPr>
            <p:spPr bwMode="auto">
              <a:xfrm>
                <a:off x="6440784" y="470962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8DC8E8"/>
                    </a:solidFill>
                    <a:effectLst/>
                    <a:latin typeface="Segoe UI Black" panose="020B0A02040204020203" pitchFamily="34" charset="0"/>
                  </a:rPr>
                  <a:t>A</a:t>
                </a:r>
                <a:endParaRPr kumimoji="0" lang="en-US" altLang="en-US" sz="1800" b="0" i="0" u="none" strike="noStrike" cap="none" normalizeH="0" baseline="0">
                  <a:ln>
                    <a:noFill/>
                  </a:ln>
                  <a:solidFill>
                    <a:srgbClr val="8DC8E8"/>
                  </a:solidFill>
                  <a:effectLst/>
                  <a:latin typeface="Arial" panose="020B0604020202020204" pitchFamily="34" charset="0"/>
                </a:endParaRPr>
              </a:p>
            </p:txBody>
          </p:sp>
          <p:sp>
            <p:nvSpPr>
              <p:cNvPr id="77" name="Rectangle 71">
                <a:extLst>
                  <a:ext uri="{FF2B5EF4-FFF2-40B4-BE49-F238E27FC236}">
                    <a16:creationId xmlns:a16="http://schemas.microsoft.com/office/drawing/2014/main" id="{C336D1AC-24F2-3D85-B4EA-6CEF1387CA23}"/>
                  </a:ext>
                </a:extLst>
              </p:cNvPr>
              <p:cNvSpPr>
                <a:spLocks noChangeArrowheads="1"/>
              </p:cNvSpPr>
              <p:nvPr userDrawn="1"/>
            </p:nvSpPr>
            <p:spPr bwMode="auto">
              <a:xfrm>
                <a:off x="6545559" y="470962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 name="Rectangle 72">
                <a:extLst>
                  <a:ext uri="{FF2B5EF4-FFF2-40B4-BE49-F238E27FC236}">
                    <a16:creationId xmlns:a16="http://schemas.microsoft.com/office/drawing/2014/main" id="{B487530C-87BB-6282-289D-CD211AE8C887}"/>
                  </a:ext>
                </a:extLst>
              </p:cNvPr>
              <p:cNvSpPr>
                <a:spLocks noChangeArrowheads="1"/>
              </p:cNvSpPr>
              <p:nvPr userDrawn="1"/>
            </p:nvSpPr>
            <p:spPr bwMode="auto">
              <a:xfrm>
                <a:off x="6440784" y="4841618"/>
                <a:ext cx="214802"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2A446F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0" name="Group 139">
              <a:extLst>
                <a:ext uri="{FF2B5EF4-FFF2-40B4-BE49-F238E27FC236}">
                  <a16:creationId xmlns:a16="http://schemas.microsoft.com/office/drawing/2014/main" id="{C6B358CB-8244-C3C8-2F51-79969683929B}"/>
                </a:ext>
              </a:extLst>
            </p:cNvPr>
            <p:cNvGrpSpPr/>
            <p:nvPr userDrawn="1"/>
          </p:nvGrpSpPr>
          <p:grpSpPr>
            <a:xfrm>
              <a:off x="6455085" y="4235797"/>
              <a:ext cx="222818" cy="207246"/>
              <a:chOff x="6440784" y="4222259"/>
              <a:chExt cx="222818" cy="207246"/>
            </a:xfrm>
          </p:grpSpPr>
          <p:sp>
            <p:nvSpPr>
              <p:cNvPr id="80" name="Rectangle 74">
                <a:extLst>
                  <a:ext uri="{FF2B5EF4-FFF2-40B4-BE49-F238E27FC236}">
                    <a16:creationId xmlns:a16="http://schemas.microsoft.com/office/drawing/2014/main" id="{F8EEFBD4-BCC8-9B51-82E9-5FEE4E034CF5}"/>
                  </a:ext>
                </a:extLst>
              </p:cNvPr>
              <p:cNvSpPr>
                <a:spLocks noChangeArrowheads="1"/>
              </p:cNvSpPr>
              <p:nvPr userDrawn="1"/>
            </p:nvSpPr>
            <p:spPr bwMode="auto">
              <a:xfrm>
                <a:off x="6440784" y="4222259"/>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2A446F"/>
                    </a:solidFill>
                    <a:effectLst/>
                    <a:latin typeface="Segoe UI Black" panose="020B0A02040204020203" pitchFamily="34" charset="0"/>
                  </a:rPr>
                  <a:t>A</a:t>
                </a:r>
                <a:endParaRPr kumimoji="0" lang="en-US" altLang="en-US" sz="1800" b="0" i="0" u="none" strike="noStrike" cap="none" normalizeH="0" baseline="0">
                  <a:ln>
                    <a:noFill/>
                  </a:ln>
                  <a:solidFill>
                    <a:srgbClr val="2A446F"/>
                  </a:solidFill>
                  <a:effectLst/>
                  <a:latin typeface="Arial" panose="020B0604020202020204" pitchFamily="34" charset="0"/>
                </a:endParaRPr>
              </a:p>
            </p:txBody>
          </p:sp>
          <p:sp>
            <p:nvSpPr>
              <p:cNvPr id="81" name="Rectangle 75">
                <a:extLst>
                  <a:ext uri="{FF2B5EF4-FFF2-40B4-BE49-F238E27FC236}">
                    <a16:creationId xmlns:a16="http://schemas.microsoft.com/office/drawing/2014/main" id="{5B380C53-82FA-1B4B-30BF-798A5B2F88F5}"/>
                  </a:ext>
                </a:extLst>
              </p:cNvPr>
              <p:cNvSpPr>
                <a:spLocks noChangeArrowheads="1"/>
              </p:cNvSpPr>
              <p:nvPr userDrawn="1"/>
            </p:nvSpPr>
            <p:spPr bwMode="auto">
              <a:xfrm>
                <a:off x="6545559" y="4222259"/>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 name="Rectangle 76">
                <a:extLst>
                  <a:ext uri="{FF2B5EF4-FFF2-40B4-BE49-F238E27FC236}">
                    <a16:creationId xmlns:a16="http://schemas.microsoft.com/office/drawing/2014/main" id="{5220604C-6208-C2D5-0A1F-68306385E1FB}"/>
                  </a:ext>
                </a:extLst>
              </p:cNvPr>
              <p:cNvSpPr>
                <a:spLocks noChangeArrowheads="1"/>
              </p:cNvSpPr>
              <p:nvPr userDrawn="1"/>
            </p:nvSpPr>
            <p:spPr bwMode="auto">
              <a:xfrm>
                <a:off x="6440784" y="4352561"/>
                <a:ext cx="22281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8DC8E8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10" name="Group 109">
              <a:extLst>
                <a:ext uri="{FF2B5EF4-FFF2-40B4-BE49-F238E27FC236}">
                  <a16:creationId xmlns:a16="http://schemas.microsoft.com/office/drawing/2014/main" id="{059EE6F8-A27B-1F22-044B-E55CC3E02DA7}"/>
                </a:ext>
              </a:extLst>
            </p:cNvPr>
            <p:cNvGrpSpPr>
              <a:grpSpLocks/>
            </p:cNvGrpSpPr>
            <p:nvPr userDrawn="1"/>
          </p:nvGrpSpPr>
          <p:grpSpPr>
            <a:xfrm>
              <a:off x="5282703" y="3983653"/>
              <a:ext cx="2263775" cy="231837"/>
              <a:chOff x="5282703" y="3983653"/>
              <a:chExt cx="2263775" cy="231837"/>
            </a:xfrm>
          </p:grpSpPr>
          <p:sp>
            <p:nvSpPr>
              <p:cNvPr id="83" name="Rectangle 80">
                <a:extLst>
                  <a:ext uri="{FF2B5EF4-FFF2-40B4-BE49-F238E27FC236}">
                    <a16:creationId xmlns:a16="http://schemas.microsoft.com/office/drawing/2014/main" id="{3D2A98B8-E200-678A-E8D0-7F915BF24E8A}"/>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Rectangle 81">
                <a:extLst>
                  <a:ext uri="{FF2B5EF4-FFF2-40B4-BE49-F238E27FC236}">
                    <a16:creationId xmlns:a16="http://schemas.microsoft.com/office/drawing/2014/main" id="{0A33A553-B149-6F5D-639E-0E68F58F1780}"/>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82">
                <a:extLst>
                  <a:ext uri="{FF2B5EF4-FFF2-40B4-BE49-F238E27FC236}">
                    <a16:creationId xmlns:a16="http://schemas.microsoft.com/office/drawing/2014/main" id="{C8B6E6AD-D8D0-9276-C59C-36AE25B7F95C}"/>
                  </a:ext>
                </a:extLst>
              </p:cNvPr>
              <p:cNvSpPr>
                <a:spLocks noEditPoints="1"/>
              </p:cNvSpPr>
              <p:nvPr/>
            </p:nvSpPr>
            <p:spPr bwMode="auto">
              <a:xfrm>
                <a:off x="5282703" y="3983653"/>
                <a:ext cx="2263775" cy="231837"/>
              </a:xfrm>
              <a:custGeom>
                <a:avLst/>
                <a:gdLst>
                  <a:gd name="T0" fmla="*/ 0 w 15200"/>
                  <a:gd name="T1" fmla="*/ 4 h 960"/>
                  <a:gd name="T2" fmla="*/ 4 w 15200"/>
                  <a:gd name="T3" fmla="*/ 0 h 960"/>
                  <a:gd name="T4" fmla="*/ 15196 w 15200"/>
                  <a:gd name="T5" fmla="*/ 0 h 960"/>
                  <a:gd name="T6" fmla="*/ 15200 w 15200"/>
                  <a:gd name="T7" fmla="*/ 4 h 960"/>
                  <a:gd name="T8" fmla="*/ 15200 w 15200"/>
                  <a:gd name="T9" fmla="*/ 956 h 960"/>
                  <a:gd name="T10" fmla="*/ 15196 w 15200"/>
                  <a:gd name="T11" fmla="*/ 960 h 960"/>
                  <a:gd name="T12" fmla="*/ 4 w 15200"/>
                  <a:gd name="T13" fmla="*/ 960 h 960"/>
                  <a:gd name="T14" fmla="*/ 0 w 15200"/>
                  <a:gd name="T15" fmla="*/ 956 h 960"/>
                  <a:gd name="T16" fmla="*/ 0 w 15200"/>
                  <a:gd name="T17" fmla="*/ 4 h 960"/>
                  <a:gd name="T18" fmla="*/ 8 w 15200"/>
                  <a:gd name="T19" fmla="*/ 956 h 960"/>
                  <a:gd name="T20" fmla="*/ 4 w 15200"/>
                  <a:gd name="T21" fmla="*/ 952 h 960"/>
                  <a:gd name="T22" fmla="*/ 15196 w 15200"/>
                  <a:gd name="T23" fmla="*/ 952 h 960"/>
                  <a:gd name="T24" fmla="*/ 15192 w 15200"/>
                  <a:gd name="T25" fmla="*/ 956 h 960"/>
                  <a:gd name="T26" fmla="*/ 15192 w 15200"/>
                  <a:gd name="T27" fmla="*/ 4 h 960"/>
                  <a:gd name="T28" fmla="*/ 15196 w 15200"/>
                  <a:gd name="T29" fmla="*/ 8 h 960"/>
                  <a:gd name="T30" fmla="*/ 4 w 15200"/>
                  <a:gd name="T31" fmla="*/ 8 h 960"/>
                  <a:gd name="T32" fmla="*/ 8 w 15200"/>
                  <a:gd name="T33" fmla="*/ 4 h 960"/>
                  <a:gd name="T34" fmla="*/ 8 w 15200"/>
                  <a:gd name="T35" fmla="*/ 956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00" h="960">
                    <a:moveTo>
                      <a:pt x="0" y="4"/>
                    </a:moveTo>
                    <a:cubicBezTo>
                      <a:pt x="0" y="2"/>
                      <a:pt x="2" y="0"/>
                      <a:pt x="4" y="0"/>
                    </a:cubicBezTo>
                    <a:lnTo>
                      <a:pt x="15196" y="0"/>
                    </a:lnTo>
                    <a:cubicBezTo>
                      <a:pt x="15199" y="0"/>
                      <a:pt x="15200" y="2"/>
                      <a:pt x="15200" y="4"/>
                    </a:cubicBezTo>
                    <a:lnTo>
                      <a:pt x="15200" y="956"/>
                    </a:lnTo>
                    <a:cubicBezTo>
                      <a:pt x="15200" y="959"/>
                      <a:pt x="15199" y="960"/>
                      <a:pt x="15196" y="960"/>
                    </a:cubicBezTo>
                    <a:lnTo>
                      <a:pt x="4" y="960"/>
                    </a:lnTo>
                    <a:cubicBezTo>
                      <a:pt x="2" y="960"/>
                      <a:pt x="0" y="959"/>
                      <a:pt x="0" y="956"/>
                    </a:cubicBezTo>
                    <a:lnTo>
                      <a:pt x="0" y="4"/>
                    </a:lnTo>
                    <a:close/>
                    <a:moveTo>
                      <a:pt x="8" y="956"/>
                    </a:moveTo>
                    <a:lnTo>
                      <a:pt x="4" y="952"/>
                    </a:lnTo>
                    <a:lnTo>
                      <a:pt x="15196" y="952"/>
                    </a:lnTo>
                    <a:lnTo>
                      <a:pt x="15192" y="956"/>
                    </a:lnTo>
                    <a:lnTo>
                      <a:pt x="15192" y="4"/>
                    </a:lnTo>
                    <a:lnTo>
                      <a:pt x="15196" y="8"/>
                    </a:lnTo>
                    <a:lnTo>
                      <a:pt x="4" y="8"/>
                    </a:lnTo>
                    <a:lnTo>
                      <a:pt x="8" y="4"/>
                    </a:lnTo>
                    <a:lnTo>
                      <a:pt x="8" y="956"/>
                    </a:ln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6" name="Rectangle 83">
                <a:extLst>
                  <a:ext uri="{FF2B5EF4-FFF2-40B4-BE49-F238E27FC236}">
                    <a16:creationId xmlns:a16="http://schemas.microsoft.com/office/drawing/2014/main" id="{0926B1ED-665F-EE39-BA4D-70CE150DA6C2}"/>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46" name="Group 145">
              <a:extLst>
                <a:ext uri="{FF2B5EF4-FFF2-40B4-BE49-F238E27FC236}">
                  <a16:creationId xmlns:a16="http://schemas.microsoft.com/office/drawing/2014/main" id="{03A39392-6759-F08C-7000-160D5DC0E292}"/>
                </a:ext>
              </a:extLst>
            </p:cNvPr>
            <p:cNvGrpSpPr/>
            <p:nvPr userDrawn="1"/>
          </p:nvGrpSpPr>
          <p:grpSpPr>
            <a:xfrm>
              <a:off x="5313659" y="4005084"/>
              <a:ext cx="498534" cy="192016"/>
              <a:chOff x="5300959" y="3988730"/>
              <a:chExt cx="498534" cy="192016"/>
            </a:xfrm>
          </p:grpSpPr>
          <p:sp>
            <p:nvSpPr>
              <p:cNvPr id="87" name="Rectangle 84">
                <a:extLst>
                  <a:ext uri="{FF2B5EF4-FFF2-40B4-BE49-F238E27FC236}">
                    <a16:creationId xmlns:a16="http://schemas.microsoft.com/office/drawing/2014/main" id="{E74C6C74-AA24-4BED-2DE9-C3CEEE41E22E}"/>
                  </a:ext>
                </a:extLst>
              </p:cNvPr>
              <p:cNvSpPr>
                <a:spLocks noChangeArrowheads="1"/>
              </p:cNvSpPr>
              <p:nvPr userDrawn="1"/>
            </p:nvSpPr>
            <p:spPr bwMode="auto">
              <a:xfrm>
                <a:off x="5300959" y="3988730"/>
                <a:ext cx="49853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FFFFFF"/>
                    </a:solidFill>
                    <a:effectLst/>
                    <a:latin typeface="Segoe UI" panose="020B0502040204020203" pitchFamily="34" charset="0"/>
                  </a:rPr>
                  <a:t>Blue Black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 name="Rectangle 85">
                <a:extLst>
                  <a:ext uri="{FF2B5EF4-FFF2-40B4-BE49-F238E27FC236}">
                    <a16:creationId xmlns:a16="http://schemas.microsoft.com/office/drawing/2014/main" id="{254A3C47-E33D-DC85-0DD1-1F09A870D429}"/>
                  </a:ext>
                </a:extLst>
              </p:cNvPr>
              <p:cNvSpPr>
                <a:spLocks noChangeArrowheads="1"/>
              </p:cNvSpPr>
              <p:nvPr userDrawn="1"/>
            </p:nvSpPr>
            <p:spPr bwMode="auto">
              <a:xfrm>
                <a:off x="5300959" y="4103802"/>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091F2C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3" name="Group 142">
              <a:extLst>
                <a:ext uri="{FF2B5EF4-FFF2-40B4-BE49-F238E27FC236}">
                  <a16:creationId xmlns:a16="http://schemas.microsoft.com/office/drawing/2014/main" id="{E479D2A2-9248-FADA-F6A8-80F2958F0621}"/>
                </a:ext>
              </a:extLst>
            </p:cNvPr>
            <p:cNvGrpSpPr/>
            <p:nvPr userDrawn="1"/>
          </p:nvGrpSpPr>
          <p:grpSpPr>
            <a:xfrm>
              <a:off x="5313659" y="4724853"/>
              <a:ext cx="211596" cy="207246"/>
              <a:chOff x="5294609" y="4714700"/>
              <a:chExt cx="211596" cy="207246"/>
            </a:xfrm>
          </p:grpSpPr>
          <p:sp>
            <p:nvSpPr>
              <p:cNvPr id="93" name="Rectangle 90">
                <a:extLst>
                  <a:ext uri="{FF2B5EF4-FFF2-40B4-BE49-F238E27FC236}">
                    <a16:creationId xmlns:a16="http://schemas.microsoft.com/office/drawing/2014/main" id="{7C14974B-01E7-053F-C185-D7AF06732E9F}"/>
                  </a:ext>
                </a:extLst>
              </p:cNvPr>
              <p:cNvSpPr>
                <a:spLocks noChangeArrowheads="1"/>
              </p:cNvSpPr>
              <p:nvPr userDrawn="1"/>
            </p:nvSpPr>
            <p:spPr bwMode="auto">
              <a:xfrm>
                <a:off x="5294609" y="4714700"/>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CD9BCF"/>
                    </a:solidFill>
                    <a:effectLst/>
                    <a:latin typeface="Segoe UI Black" panose="020B0A02040204020203" pitchFamily="34" charset="0"/>
                  </a:rPr>
                  <a:t>A</a:t>
                </a:r>
                <a:endParaRPr kumimoji="0" lang="en-US" altLang="en-US" sz="1800" b="0" i="0" u="none" strike="noStrike" cap="none" normalizeH="0" baseline="0">
                  <a:ln>
                    <a:noFill/>
                  </a:ln>
                  <a:solidFill>
                    <a:srgbClr val="CD9BCF"/>
                  </a:solidFill>
                  <a:effectLst/>
                  <a:latin typeface="Arial" panose="020B0604020202020204" pitchFamily="34" charset="0"/>
                </a:endParaRPr>
              </a:p>
            </p:txBody>
          </p:sp>
          <p:sp>
            <p:nvSpPr>
              <p:cNvPr id="94" name="Rectangle 91">
                <a:extLst>
                  <a:ext uri="{FF2B5EF4-FFF2-40B4-BE49-F238E27FC236}">
                    <a16:creationId xmlns:a16="http://schemas.microsoft.com/office/drawing/2014/main" id="{549DD738-C45C-386A-8917-EAAC0DA91431}"/>
                  </a:ext>
                </a:extLst>
              </p:cNvPr>
              <p:cNvSpPr>
                <a:spLocks noChangeArrowheads="1"/>
              </p:cNvSpPr>
              <p:nvPr userDrawn="1"/>
            </p:nvSpPr>
            <p:spPr bwMode="auto">
              <a:xfrm>
                <a:off x="5399384" y="4714700"/>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 name="Rectangle 92">
                <a:extLst>
                  <a:ext uri="{FF2B5EF4-FFF2-40B4-BE49-F238E27FC236}">
                    <a16:creationId xmlns:a16="http://schemas.microsoft.com/office/drawing/2014/main" id="{61D59B05-DAD6-BBC5-343C-A42D46F9CD87}"/>
                  </a:ext>
                </a:extLst>
              </p:cNvPr>
              <p:cNvSpPr>
                <a:spLocks noChangeArrowheads="1"/>
              </p:cNvSpPr>
              <p:nvPr userDrawn="1"/>
            </p:nvSpPr>
            <p:spPr bwMode="auto">
              <a:xfrm>
                <a:off x="5294609" y="4845002"/>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702573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9" name="Group 138">
              <a:extLst>
                <a:ext uri="{FF2B5EF4-FFF2-40B4-BE49-F238E27FC236}">
                  <a16:creationId xmlns:a16="http://schemas.microsoft.com/office/drawing/2014/main" id="{0FB38F0E-9447-70F7-2C96-EE118D6178E7}"/>
                </a:ext>
              </a:extLst>
            </p:cNvPr>
            <p:cNvGrpSpPr/>
            <p:nvPr userDrawn="1"/>
          </p:nvGrpSpPr>
          <p:grpSpPr>
            <a:xfrm>
              <a:off x="5313659" y="4235797"/>
              <a:ext cx="229230" cy="208939"/>
              <a:chOff x="5294609" y="4225643"/>
              <a:chExt cx="229230" cy="208939"/>
            </a:xfrm>
          </p:grpSpPr>
          <p:sp>
            <p:nvSpPr>
              <p:cNvPr id="97" name="Rectangle 94">
                <a:extLst>
                  <a:ext uri="{FF2B5EF4-FFF2-40B4-BE49-F238E27FC236}">
                    <a16:creationId xmlns:a16="http://schemas.microsoft.com/office/drawing/2014/main" id="{43BBB099-87DC-5BA5-BC4D-B2C9646D644E}"/>
                  </a:ext>
                </a:extLst>
              </p:cNvPr>
              <p:cNvSpPr>
                <a:spLocks noChangeArrowheads="1"/>
              </p:cNvSpPr>
              <p:nvPr userDrawn="1"/>
            </p:nvSpPr>
            <p:spPr bwMode="auto">
              <a:xfrm>
                <a:off x="5294609" y="422564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02573"/>
                    </a:solidFill>
                    <a:effectLst/>
                    <a:latin typeface="Segoe UI Black" panose="020B0A02040204020203" pitchFamily="34" charset="0"/>
                  </a:rPr>
                  <a:t>A</a:t>
                </a:r>
                <a:endParaRPr kumimoji="0" lang="en-US" altLang="en-US" sz="1800" b="0" i="0" u="none" strike="noStrike" cap="none" normalizeH="0" baseline="0">
                  <a:ln>
                    <a:noFill/>
                  </a:ln>
                  <a:solidFill>
                    <a:srgbClr val="702573"/>
                  </a:solidFill>
                  <a:effectLst/>
                  <a:latin typeface="Arial" panose="020B0604020202020204" pitchFamily="34" charset="0"/>
                </a:endParaRPr>
              </a:p>
            </p:txBody>
          </p:sp>
          <p:sp>
            <p:nvSpPr>
              <p:cNvPr id="98" name="Rectangle 95">
                <a:extLst>
                  <a:ext uri="{FF2B5EF4-FFF2-40B4-BE49-F238E27FC236}">
                    <a16:creationId xmlns:a16="http://schemas.microsoft.com/office/drawing/2014/main" id="{264AF6E2-1295-4160-DA19-2585B363120A}"/>
                  </a:ext>
                </a:extLst>
              </p:cNvPr>
              <p:cNvSpPr>
                <a:spLocks noChangeArrowheads="1"/>
              </p:cNvSpPr>
              <p:nvPr userDrawn="1"/>
            </p:nvSpPr>
            <p:spPr bwMode="auto">
              <a:xfrm>
                <a:off x="5399384" y="422564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9" name="Rectangle 96">
                <a:extLst>
                  <a:ext uri="{FF2B5EF4-FFF2-40B4-BE49-F238E27FC236}">
                    <a16:creationId xmlns:a16="http://schemas.microsoft.com/office/drawing/2014/main" id="{C0386FF5-BA0F-B1F4-88CA-8E64D2C66F76}"/>
                  </a:ext>
                </a:extLst>
              </p:cNvPr>
              <p:cNvSpPr>
                <a:spLocks noChangeArrowheads="1"/>
              </p:cNvSpPr>
              <p:nvPr userDrawn="1"/>
            </p:nvSpPr>
            <p:spPr bwMode="auto">
              <a:xfrm>
                <a:off x="5294609" y="4357638"/>
                <a:ext cx="22923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CD9BCF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13" name="Group 112">
              <a:extLst>
                <a:ext uri="{FF2B5EF4-FFF2-40B4-BE49-F238E27FC236}">
                  <a16:creationId xmlns:a16="http://schemas.microsoft.com/office/drawing/2014/main" id="{74DB690E-251B-681D-745F-89FC4E1C51B3}"/>
                </a:ext>
              </a:extLst>
            </p:cNvPr>
            <p:cNvGrpSpPr/>
            <p:nvPr userDrawn="1"/>
          </p:nvGrpSpPr>
          <p:grpSpPr>
            <a:xfrm>
              <a:off x="5280323" y="4976997"/>
              <a:ext cx="2263775" cy="231837"/>
              <a:chOff x="5280323" y="4976997"/>
              <a:chExt cx="2263775" cy="231837"/>
            </a:xfrm>
          </p:grpSpPr>
          <p:sp>
            <p:nvSpPr>
              <p:cNvPr id="100" name="Rectangle 97">
                <a:extLst>
                  <a:ext uri="{FF2B5EF4-FFF2-40B4-BE49-F238E27FC236}">
                    <a16:creationId xmlns:a16="http://schemas.microsoft.com/office/drawing/2014/main" id="{9FC9884F-56BC-C520-8E0E-60C18D1D943A}"/>
                  </a:ext>
                </a:extLst>
              </p:cNvPr>
              <p:cNvSpPr>
                <a:spLocks noChangeArrowheads="1"/>
              </p:cNvSpPr>
              <p:nvPr/>
            </p:nvSpPr>
            <p:spPr bwMode="auto">
              <a:xfrm>
                <a:off x="5280323" y="4976997"/>
                <a:ext cx="2263775" cy="2318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Rectangle 98">
                <a:extLst>
                  <a:ext uri="{FF2B5EF4-FFF2-40B4-BE49-F238E27FC236}">
                    <a16:creationId xmlns:a16="http://schemas.microsoft.com/office/drawing/2014/main" id="{5EBE61B3-D140-8057-1328-6C3FE7AD74AB}"/>
                  </a:ext>
                </a:extLst>
              </p:cNvPr>
              <p:cNvSpPr>
                <a:spLocks noChangeArrowheads="1"/>
              </p:cNvSpPr>
              <p:nvPr/>
            </p:nvSpPr>
            <p:spPr bwMode="auto">
              <a:xfrm>
                <a:off x="5280323" y="4976997"/>
                <a:ext cx="2263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02" name="Rectangle 99">
              <a:extLst>
                <a:ext uri="{FF2B5EF4-FFF2-40B4-BE49-F238E27FC236}">
                  <a16:creationId xmlns:a16="http://schemas.microsoft.com/office/drawing/2014/main" id="{EE5B0239-44FF-64AE-A0A3-E7AEC4F719D0}"/>
                </a:ext>
              </a:extLst>
            </p:cNvPr>
            <p:cNvSpPr>
              <a:spLocks noChangeArrowheads="1"/>
            </p:cNvSpPr>
            <p:nvPr userDrawn="1"/>
          </p:nvSpPr>
          <p:spPr bwMode="auto">
            <a:xfrm>
              <a:off x="5311279" y="4998428"/>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chemeClr val="bg1"/>
                  </a:solidFill>
                  <a:effectLst/>
                  <a:latin typeface="Segoe UI" panose="020B0502040204020203" pitchFamily="34" charset="0"/>
                </a:rPr>
                <a:t>000000</a:t>
              </a:r>
              <a:endParaRPr kumimoji="0" lang="en-US" altLang="en-US" sz="1800" b="0" i="0" u="none" strike="noStrike" cap="none" normalizeH="0" baseline="0">
                <a:ln>
                  <a:noFill/>
                </a:ln>
                <a:solidFill>
                  <a:schemeClr val="bg1"/>
                </a:solidFill>
                <a:effectLst/>
                <a:latin typeface="Arial" panose="020B0604020202020204" pitchFamily="34" charset="0"/>
              </a:endParaRPr>
            </a:p>
          </p:txBody>
        </p:sp>
        <p:grpSp>
          <p:nvGrpSpPr>
            <p:cNvPr id="111" name="Group 110">
              <a:extLst>
                <a:ext uri="{FF2B5EF4-FFF2-40B4-BE49-F238E27FC236}">
                  <a16:creationId xmlns:a16="http://schemas.microsoft.com/office/drawing/2014/main" id="{287256CD-A0D0-C353-3C91-F51DC6CEAA74}"/>
                </a:ext>
              </a:extLst>
            </p:cNvPr>
            <p:cNvGrpSpPr>
              <a:grpSpLocks/>
            </p:cNvGrpSpPr>
            <p:nvPr userDrawn="1"/>
          </p:nvGrpSpPr>
          <p:grpSpPr>
            <a:xfrm>
              <a:off x="2987973" y="3983653"/>
              <a:ext cx="2263775" cy="231837"/>
              <a:chOff x="2987972" y="3987038"/>
              <a:chExt cx="2268538" cy="230144"/>
            </a:xfrm>
          </p:grpSpPr>
          <p:sp>
            <p:nvSpPr>
              <p:cNvPr id="103" name="Rectangle 100">
                <a:extLst>
                  <a:ext uri="{FF2B5EF4-FFF2-40B4-BE49-F238E27FC236}">
                    <a16:creationId xmlns:a16="http://schemas.microsoft.com/office/drawing/2014/main" id="{9CADF0D7-2065-1313-DBFF-EB0C09C03DB9}"/>
                  </a:ext>
                </a:extLst>
              </p:cNvPr>
              <p:cNvSpPr>
                <a:spLocks noChangeArrowheads="1"/>
              </p:cNvSpPr>
              <p:nvPr/>
            </p:nvSpPr>
            <p:spPr bwMode="auto">
              <a:xfrm>
                <a:off x="2987972" y="3987038"/>
                <a:ext cx="2268538" cy="230144"/>
              </a:xfrm>
              <a:prstGeom prst="rect">
                <a:avLst/>
              </a:prstGeom>
              <a:solidFill>
                <a:srgbClr val="E8E6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Rectangle 101">
                <a:extLst>
                  <a:ext uri="{FF2B5EF4-FFF2-40B4-BE49-F238E27FC236}">
                    <a16:creationId xmlns:a16="http://schemas.microsoft.com/office/drawing/2014/main" id="{213DC802-E7FC-525B-6021-DF572FA385D6}"/>
                  </a:ext>
                </a:extLst>
              </p:cNvPr>
              <p:cNvSpPr>
                <a:spLocks noChangeArrowheads="1"/>
              </p:cNvSpPr>
              <p:nvPr/>
            </p:nvSpPr>
            <p:spPr bwMode="auto">
              <a:xfrm>
                <a:off x="2987972" y="3987038"/>
                <a:ext cx="2268538" cy="230144"/>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5" name="Group 144">
              <a:extLst>
                <a:ext uri="{FF2B5EF4-FFF2-40B4-BE49-F238E27FC236}">
                  <a16:creationId xmlns:a16="http://schemas.microsoft.com/office/drawing/2014/main" id="{18F04B8B-7F04-6D66-32DA-88D780BD0093}"/>
                </a:ext>
              </a:extLst>
            </p:cNvPr>
            <p:cNvGrpSpPr/>
            <p:nvPr userDrawn="1"/>
          </p:nvGrpSpPr>
          <p:grpSpPr>
            <a:xfrm>
              <a:off x="3018929" y="4005084"/>
              <a:ext cx="615553" cy="190324"/>
              <a:chOff x="3002259" y="3980269"/>
              <a:chExt cx="615553" cy="190324"/>
            </a:xfrm>
          </p:grpSpPr>
          <p:sp>
            <p:nvSpPr>
              <p:cNvPr id="105" name="Rectangle 102">
                <a:extLst>
                  <a:ext uri="{FF2B5EF4-FFF2-40B4-BE49-F238E27FC236}">
                    <a16:creationId xmlns:a16="http://schemas.microsoft.com/office/drawing/2014/main" id="{BB53E1AC-8C2B-8E90-2391-F13AB0E7DBCC}"/>
                  </a:ext>
                </a:extLst>
              </p:cNvPr>
              <p:cNvSpPr>
                <a:spLocks noChangeArrowheads="1"/>
              </p:cNvSpPr>
              <p:nvPr userDrawn="1"/>
            </p:nvSpPr>
            <p:spPr bwMode="auto">
              <a:xfrm>
                <a:off x="3002259" y="3980269"/>
                <a:ext cx="61555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1A1A1A"/>
                    </a:solidFill>
                    <a:effectLst/>
                    <a:latin typeface="Segoe UI" panose="020B0502040204020203" pitchFamily="34" charset="0"/>
                  </a:rPr>
                  <a:t>Neutral Gray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 name="Rectangle 103">
                <a:extLst>
                  <a:ext uri="{FF2B5EF4-FFF2-40B4-BE49-F238E27FC236}">
                    <a16:creationId xmlns:a16="http://schemas.microsoft.com/office/drawing/2014/main" id="{A24372CE-4853-1243-3F7B-9DA51361BDF1}"/>
                  </a:ext>
                </a:extLst>
              </p:cNvPr>
              <p:cNvSpPr>
                <a:spLocks noChangeArrowheads="1"/>
              </p:cNvSpPr>
              <p:nvPr userDrawn="1"/>
            </p:nvSpPr>
            <p:spPr bwMode="auto">
              <a:xfrm>
                <a:off x="3002259" y="4093649"/>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E8E6DF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6" name="Group 135">
              <a:extLst>
                <a:ext uri="{FF2B5EF4-FFF2-40B4-BE49-F238E27FC236}">
                  <a16:creationId xmlns:a16="http://schemas.microsoft.com/office/drawing/2014/main" id="{3C8DABFC-1CEB-07F7-BB5C-77B402457E04}"/>
                </a:ext>
              </a:extLst>
            </p:cNvPr>
            <p:cNvGrpSpPr/>
            <p:nvPr userDrawn="1"/>
          </p:nvGrpSpPr>
          <p:grpSpPr>
            <a:xfrm>
              <a:off x="4161941" y="4479479"/>
              <a:ext cx="213200" cy="208939"/>
              <a:chOff x="4150022" y="4465941"/>
              <a:chExt cx="213200" cy="208939"/>
            </a:xfrm>
          </p:grpSpPr>
          <p:sp>
            <p:nvSpPr>
              <p:cNvPr id="34" name="Rectangle 33">
                <a:extLst>
                  <a:ext uri="{FF2B5EF4-FFF2-40B4-BE49-F238E27FC236}">
                    <a16:creationId xmlns:a16="http://schemas.microsoft.com/office/drawing/2014/main" id="{009D7676-24C9-D284-7745-1E0476D2DEBF}"/>
                  </a:ext>
                </a:extLst>
              </p:cNvPr>
              <p:cNvSpPr>
                <a:spLocks noChangeArrowheads="1"/>
              </p:cNvSpPr>
              <p:nvPr userDrawn="1"/>
            </p:nvSpPr>
            <p:spPr bwMode="auto">
              <a:xfrm>
                <a:off x="4150022"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latin typeface="Segoe UI Black" panose="020B0A02040204020203" pitchFamily="34" charset="0"/>
                  </a:rPr>
                  <a:t>A</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35" name="Rectangle 34">
                <a:extLst>
                  <a:ext uri="{FF2B5EF4-FFF2-40B4-BE49-F238E27FC236}">
                    <a16:creationId xmlns:a16="http://schemas.microsoft.com/office/drawing/2014/main" id="{2E067B62-8905-E5CF-2CE1-AFF4CC56BBBE}"/>
                  </a:ext>
                </a:extLst>
              </p:cNvPr>
              <p:cNvSpPr>
                <a:spLocks noChangeArrowheads="1"/>
              </p:cNvSpPr>
              <p:nvPr userDrawn="1"/>
            </p:nvSpPr>
            <p:spPr bwMode="auto">
              <a:xfrm>
                <a:off x="4150022" y="4597936"/>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F4364C</a:t>
                </a:r>
                <a:endParaRPr kumimoji="0" lang="en-US" altLang="en-US" sz="1800" b="0" i="0" u="none" strike="noStrike" cap="none" normalizeH="0" baseline="0">
                  <a:ln>
                    <a:noFill/>
                  </a:ln>
                  <a:effectLst/>
                  <a:latin typeface="Arial" panose="020B0604020202020204" pitchFamily="34" charset="0"/>
                </a:endParaRPr>
              </a:p>
            </p:txBody>
          </p:sp>
          <p:sp>
            <p:nvSpPr>
              <p:cNvPr id="107" name="Rectangle 14">
                <a:extLst>
                  <a:ext uri="{FF2B5EF4-FFF2-40B4-BE49-F238E27FC236}">
                    <a16:creationId xmlns:a16="http://schemas.microsoft.com/office/drawing/2014/main" id="{2ED8ED90-F6E9-2DDA-1208-72514C2421A6}"/>
                  </a:ext>
                </a:extLst>
              </p:cNvPr>
              <p:cNvSpPr>
                <a:spLocks noChangeArrowheads="1"/>
              </p:cNvSpPr>
              <p:nvPr userDrawn="1"/>
            </p:nvSpPr>
            <p:spPr bwMode="auto">
              <a:xfrm>
                <a:off x="4253209" y="4469325"/>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1" name="Group 140">
              <a:extLst>
                <a:ext uri="{FF2B5EF4-FFF2-40B4-BE49-F238E27FC236}">
                  <a16:creationId xmlns:a16="http://schemas.microsoft.com/office/drawing/2014/main" id="{C6A5BD4A-5654-7FD6-88CD-CC557137A7E1}"/>
                </a:ext>
              </a:extLst>
            </p:cNvPr>
            <p:cNvGrpSpPr/>
            <p:nvPr userDrawn="1"/>
          </p:nvGrpSpPr>
          <p:grpSpPr>
            <a:xfrm>
              <a:off x="5313659" y="4479479"/>
              <a:ext cx="222818" cy="212323"/>
              <a:chOff x="5294609" y="4467633"/>
              <a:chExt cx="222818" cy="212323"/>
            </a:xfrm>
          </p:grpSpPr>
          <p:sp>
            <p:nvSpPr>
              <p:cNvPr id="90" name="Rectangle 87">
                <a:extLst>
                  <a:ext uri="{FF2B5EF4-FFF2-40B4-BE49-F238E27FC236}">
                    <a16:creationId xmlns:a16="http://schemas.microsoft.com/office/drawing/2014/main" id="{FA7F27EC-A77A-8BF3-4B0F-B4D399479DE1}"/>
                  </a:ext>
                </a:extLst>
              </p:cNvPr>
              <p:cNvSpPr>
                <a:spLocks noChangeArrowheads="1"/>
              </p:cNvSpPr>
              <p:nvPr userDrawn="1"/>
            </p:nvSpPr>
            <p:spPr bwMode="auto">
              <a:xfrm>
                <a:off x="5294609" y="446763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1" name="Rectangle 88">
                <a:extLst>
                  <a:ext uri="{FF2B5EF4-FFF2-40B4-BE49-F238E27FC236}">
                    <a16:creationId xmlns:a16="http://schemas.microsoft.com/office/drawing/2014/main" id="{7C28F47B-8AD2-FB82-20F0-2CB83DCA9D13}"/>
                  </a:ext>
                </a:extLst>
              </p:cNvPr>
              <p:cNvSpPr>
                <a:spLocks noChangeArrowheads="1"/>
              </p:cNvSpPr>
              <p:nvPr userDrawn="1"/>
            </p:nvSpPr>
            <p:spPr bwMode="auto">
              <a:xfrm>
                <a:off x="5294609" y="4603012"/>
                <a:ext cx="22281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C73ECC</a:t>
                </a:r>
                <a:endParaRPr kumimoji="0" lang="en-US" altLang="en-US" sz="1800" b="0" i="0" u="none" strike="noStrike" cap="none" normalizeH="0" baseline="0">
                  <a:ln>
                    <a:noFill/>
                  </a:ln>
                  <a:effectLst/>
                  <a:latin typeface="Arial" panose="020B0604020202020204" pitchFamily="34" charset="0"/>
                </a:endParaRPr>
              </a:p>
            </p:txBody>
          </p:sp>
          <p:sp>
            <p:nvSpPr>
              <p:cNvPr id="108" name="Rectangle 95">
                <a:extLst>
                  <a:ext uri="{FF2B5EF4-FFF2-40B4-BE49-F238E27FC236}">
                    <a16:creationId xmlns:a16="http://schemas.microsoft.com/office/drawing/2014/main" id="{0397442F-6B46-BE99-3B0D-0CDBCE463173}"/>
                  </a:ext>
                </a:extLst>
              </p:cNvPr>
              <p:cNvSpPr>
                <a:spLocks noChangeArrowheads="1"/>
              </p:cNvSpPr>
              <p:nvPr userDrawn="1"/>
            </p:nvSpPr>
            <p:spPr bwMode="auto">
              <a:xfrm>
                <a:off x="5399384" y="446763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sp>
        <p:nvSpPr>
          <p:cNvPr id="149" name="Footer Placeholder 2">
            <a:extLst>
              <a:ext uri="{FF2B5EF4-FFF2-40B4-BE49-F238E27FC236}">
                <a16:creationId xmlns:a16="http://schemas.microsoft.com/office/drawing/2014/main" id="{D484F4D1-D679-5A64-EFBC-0310E92E663F}"/>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2576410728"/>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 id="2147483716" r:id="rId28"/>
    <p:sldLayoutId id="2147483717" r:id="rId29"/>
    <p:sldLayoutId id="2147483718" r:id="rId30"/>
    <p:sldLayoutId id="2147483719" r:id="rId31"/>
    <p:sldLayoutId id="2147483720" r:id="rId32"/>
    <p:sldLayoutId id="2147483721" r:id="rId33"/>
    <p:sldLayoutId id="2147483722" r:id="rId34"/>
    <p:sldLayoutId id="2147483723" r:id="rId35"/>
    <p:sldLayoutId id="2147483724" r:id="rId36"/>
    <p:sldLayoutId id="2147483725" r:id="rId37"/>
    <p:sldLayoutId id="2147483726" r:id="rId38"/>
    <p:sldLayoutId id="2147483727" r:id="rId39"/>
    <p:sldLayoutId id="2147483728" r:id="rId40"/>
    <p:sldLayoutId id="2147483729" r:id="rId41"/>
    <p:sldLayoutId id="2147483730" r:id="rId42"/>
    <p:sldLayoutId id="2147483731" r:id="rId43"/>
    <p:sldLayoutId id="2147483732" r:id="rId44"/>
    <p:sldLayoutId id="2147483733" r:id="rId45"/>
    <p:sldLayoutId id="2147483734" r:id="rId46"/>
    <p:sldLayoutId id="2147483735" r:id="rId47"/>
    <p:sldLayoutId id="2147483736" r:id="rId48"/>
    <p:sldLayoutId id="2147483737" r:id="rId49"/>
    <p:sldLayoutId id="2147483738" r:id="rId50"/>
    <p:sldLayoutId id="2147483739" r:id="rId51"/>
  </p:sldLayoutIdLst>
  <p:transition>
    <p:fade/>
  </p:transition>
  <p:hf sldNum="0" hdr="0" ftr="0" dt="0"/>
  <p:txStyles>
    <p:titleStyle>
      <a:lvl1pPr algn="l" defTabSz="932742" rtl="0" eaLnBrk="1" latinLnBrk="0" hangingPunct="1">
        <a:lnSpc>
          <a:spcPct val="100000"/>
        </a:lnSpc>
        <a:spcBef>
          <a:spcPct val="0"/>
        </a:spcBef>
        <a:buNone/>
        <a:defRPr lang="en-US" sz="32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0F1B2D"/>
                </a:solidFill>
                <a:latin typeface="Segoe UI" pitchFamily="34" charset="0"/>
                <a:ea typeface="Segoe UI" pitchFamily="34" charset="-122"/>
                <a:cs typeface="Segoe UI"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630"/>
            <a:ext cx="10566400" cy="4480570"/>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Segoe UI" pitchFamily="34" charset="0"/>
                <a:ea typeface="Segoe UI" pitchFamily="34" charset="-122"/>
                <a:cs typeface="Segoe UI"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892127110"/>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8.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6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8.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6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6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6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70.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7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69.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3E08FA2-C73F-A01D-C334-4FAC0DB0C177}"/>
              </a:ext>
            </a:extLst>
          </p:cNvPr>
          <p:cNvSpPr>
            <a:spLocks noGrp="1"/>
          </p:cNvSpPr>
          <p:nvPr>
            <p:ph type="title"/>
          </p:nvPr>
        </p:nvSpPr>
        <p:spPr>
          <a:xfrm>
            <a:off x="0" y="1403496"/>
            <a:ext cx="6957391" cy="2385781"/>
          </a:xfrm>
        </p:spPr>
        <p:txBody>
          <a:bodyPr/>
          <a:lstStyle/>
          <a:p>
            <a:pPr algn="ctr"/>
            <a:r>
              <a:rPr lang="en-US" sz="6600" b="1" dirty="0">
                <a:solidFill>
                  <a:srgbClr val="F4F1FA"/>
                </a:solidFill>
                <a:latin typeface="DM Sans" pitchFamily="34" charset="0"/>
              </a:rPr>
              <a:t>Enterprise Apps &amp; Agents</a:t>
            </a:r>
            <a:br>
              <a:rPr lang="en-US" dirty="0"/>
            </a:br>
            <a:endParaRPr lang="en-US" dirty="0"/>
          </a:p>
        </p:txBody>
      </p:sp>
      <p:sp>
        <p:nvSpPr>
          <p:cNvPr id="11" name="TextBox 10">
            <a:extLst>
              <a:ext uri="{FF2B5EF4-FFF2-40B4-BE49-F238E27FC236}">
                <a16:creationId xmlns:a16="http://schemas.microsoft.com/office/drawing/2014/main" id="{14201019-6AD5-8165-776C-55816BE8B289}"/>
              </a:ext>
            </a:extLst>
          </p:cNvPr>
          <p:cNvSpPr txBox="1"/>
          <p:nvPr/>
        </p:nvSpPr>
        <p:spPr>
          <a:xfrm>
            <a:off x="388730" y="4138157"/>
            <a:ext cx="6343374" cy="1107996"/>
          </a:xfrm>
          <a:prstGeom prst="rect">
            <a:avLst/>
          </a:prstGeom>
          <a:noFill/>
        </p:spPr>
        <p:txBody>
          <a:bodyPr wrap="square">
            <a:spAutoFit/>
          </a:bodyPr>
          <a:lstStyle/>
          <a:p>
            <a:pPr algn="ctr"/>
            <a:r>
              <a:rPr lang="en-US" sz="2200" dirty="0">
                <a:solidFill>
                  <a:srgbClr val="B9B2D3"/>
                </a:solidFill>
                <a:latin typeface="DM Sans" pitchFamily="34" charset="0"/>
              </a:rPr>
              <a:t>Enterprise Code App → Dataverse → AI Builder → Copilot Studio Agent → Governed Automation → Capstone Project</a:t>
            </a:r>
            <a:endParaRPr lang="en-IN" sz="2200" dirty="0">
              <a:solidFill>
                <a:srgbClr val="B9B2D3"/>
              </a:solidFill>
              <a:latin typeface="DM Sans" pitchFamily="34" charset="0"/>
            </a:endParaRPr>
          </a:p>
        </p:txBody>
      </p:sp>
      <p:sp>
        <p:nvSpPr>
          <p:cNvPr id="13" name="Text 0">
            <a:extLst>
              <a:ext uri="{FF2B5EF4-FFF2-40B4-BE49-F238E27FC236}">
                <a16:creationId xmlns:a16="http://schemas.microsoft.com/office/drawing/2014/main" id="{FBBF71FA-8F76-EC43-39ED-B9EB4ACE33D2}"/>
              </a:ext>
            </a:extLst>
          </p:cNvPr>
          <p:cNvSpPr/>
          <p:nvPr/>
        </p:nvSpPr>
        <p:spPr>
          <a:xfrm>
            <a:off x="316482" y="1077338"/>
            <a:ext cx="5607879" cy="326158"/>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4B942"/>
                </a:solidFill>
                <a:latin typeface="DM Sans" pitchFamily="34" charset="0"/>
                <a:ea typeface="DM Sans" pitchFamily="34" charset="-122"/>
                <a:cs typeface="DM Sans" pitchFamily="34" charset="-120"/>
              </a:rPr>
              <a:t>POWER PLATFORM</a:t>
            </a:r>
            <a:endParaRPr lang="en-US" sz="1400" dirty="0"/>
          </a:p>
        </p:txBody>
      </p:sp>
      <p:sp>
        <p:nvSpPr>
          <p:cNvPr id="14" name="Shape 2">
            <a:extLst>
              <a:ext uri="{FF2B5EF4-FFF2-40B4-BE49-F238E27FC236}">
                <a16:creationId xmlns:a16="http://schemas.microsoft.com/office/drawing/2014/main" id="{89775C04-67D4-DEBA-335E-62C26F4E3ED8}"/>
              </a:ext>
            </a:extLst>
          </p:cNvPr>
          <p:cNvSpPr/>
          <p:nvPr/>
        </p:nvSpPr>
        <p:spPr>
          <a:xfrm>
            <a:off x="388730" y="3913400"/>
            <a:ext cx="1884017" cy="55626"/>
          </a:xfrm>
          <a:prstGeom prst="roundRect">
            <a:avLst>
              <a:gd name="adj" fmla="val 50000"/>
            </a:avLst>
          </a:prstGeom>
          <a:solidFill>
            <a:srgbClr val="B794F6"/>
          </a:solidFill>
          <a:ln/>
        </p:spPr>
        <p:txBody>
          <a:bodyPr/>
          <a:lstStyle/>
          <a:p>
            <a:endParaRPr lang="en-IN"/>
          </a:p>
        </p:txBody>
      </p:sp>
    </p:spTree>
    <p:extLst>
      <p:ext uri="{BB962C8B-B14F-4D97-AF65-F5344CB8AC3E}">
        <p14:creationId xmlns:p14="http://schemas.microsoft.com/office/powerpoint/2010/main" val="406060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1B2D"/>
                </a:solidFill>
                <a:latin typeface="Segoe UI" pitchFamily="34" charset="0"/>
                <a:ea typeface="Segoe UI" pitchFamily="34" charset="-122"/>
                <a:cs typeface="Segoe UI" pitchFamily="34" charset="-120"/>
              </a:rPr>
              <a:t>Power Automate, REST actions and safe action design</a:t>
            </a:r>
            <a:endParaRPr lang="en-US" sz="3200" dirty="0"/>
          </a:p>
        </p:txBody>
      </p:sp>
      <p:sp>
        <p:nvSpPr>
          <p:cNvPr id="3" name="Shape 1"/>
          <p:cNvSpPr/>
          <p:nvPr/>
        </p:nvSpPr>
        <p:spPr>
          <a:xfrm>
            <a:off x="815975" y="1567805"/>
            <a:ext cx="3380284" cy="1885801"/>
          </a:xfrm>
          <a:prstGeom prst="roundRect">
            <a:avLst>
              <a:gd name="adj" fmla="val 5219"/>
            </a:avLst>
          </a:prstGeom>
          <a:solidFill>
            <a:srgbClr val="FFFFFF"/>
          </a:solidFill>
          <a:ln w="6350">
            <a:solidFill>
              <a:srgbClr val="D9D8D0"/>
            </a:solidFill>
            <a:prstDash val="solid"/>
          </a:ln>
        </p:spPr>
        <p:txBody>
          <a:bodyPr/>
          <a:lstStyle/>
          <a:p>
            <a:endParaRPr lang="en-IN"/>
          </a:p>
        </p:txBody>
      </p:sp>
      <p:sp>
        <p:nvSpPr>
          <p:cNvPr id="4" name="Text 2"/>
          <p:cNvSpPr/>
          <p:nvPr/>
        </p:nvSpPr>
        <p:spPr>
          <a:xfrm>
            <a:off x="1073150" y="1824980"/>
            <a:ext cx="2951912"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Flows as agent tools</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5" name="Text 3"/>
          <p:cNvSpPr/>
          <p:nvPr/>
        </p:nvSpPr>
        <p:spPr>
          <a:xfrm>
            <a:off x="1073150" y="2200870"/>
            <a:ext cx="2951912" cy="772071"/>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Expose a cloud flow to the agent with a clear name, description and typed inputs and outputs.</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6" name="Shape 4"/>
          <p:cNvSpPr/>
          <p:nvPr/>
        </p:nvSpPr>
        <p:spPr>
          <a:xfrm>
            <a:off x="4405809" y="1567805"/>
            <a:ext cx="3380333" cy="1885801"/>
          </a:xfrm>
          <a:prstGeom prst="roundRect">
            <a:avLst>
              <a:gd name="adj" fmla="val 5219"/>
            </a:avLst>
          </a:prstGeom>
          <a:solidFill>
            <a:srgbClr val="FFFFFF"/>
          </a:solidFill>
          <a:ln w="6350">
            <a:solidFill>
              <a:srgbClr val="D9D8D0"/>
            </a:solidFill>
            <a:prstDash val="solid"/>
          </a:ln>
        </p:spPr>
        <p:txBody>
          <a:bodyPr/>
          <a:lstStyle/>
          <a:p>
            <a:endParaRPr lang="en-IN"/>
          </a:p>
        </p:txBody>
      </p:sp>
      <p:sp>
        <p:nvSpPr>
          <p:cNvPr id="7" name="Text 5"/>
          <p:cNvSpPr/>
          <p:nvPr/>
        </p:nvSpPr>
        <p:spPr>
          <a:xfrm>
            <a:off x="4662984" y="1824980"/>
            <a:ext cx="2951963"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REST actions</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8" name="Text 6"/>
          <p:cNvSpPr/>
          <p:nvPr/>
        </p:nvSpPr>
        <p:spPr>
          <a:xfrm>
            <a:off x="4662984" y="2200870"/>
            <a:ext cx="2951963" cy="1020961"/>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Use the HTTP action or an OpenAPI-defined action. Prefer GET for reads; scope each write to one narrow operation.</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9" name="Shape 7"/>
          <p:cNvSpPr/>
          <p:nvPr/>
        </p:nvSpPr>
        <p:spPr>
          <a:xfrm>
            <a:off x="7995692" y="1567805"/>
            <a:ext cx="3380333" cy="1885801"/>
          </a:xfrm>
          <a:prstGeom prst="roundRect">
            <a:avLst>
              <a:gd name="adj" fmla="val 5219"/>
            </a:avLst>
          </a:prstGeom>
          <a:solidFill>
            <a:srgbClr val="FFFFFF"/>
          </a:solidFill>
          <a:ln w="6350">
            <a:solidFill>
              <a:srgbClr val="D9D8D0"/>
            </a:solidFill>
            <a:prstDash val="solid"/>
          </a:ln>
        </p:spPr>
        <p:txBody>
          <a:bodyPr/>
          <a:lstStyle/>
          <a:p>
            <a:endParaRPr lang="en-IN"/>
          </a:p>
        </p:txBody>
      </p:sp>
      <p:sp>
        <p:nvSpPr>
          <p:cNvPr id="10" name="Text 8"/>
          <p:cNvSpPr/>
          <p:nvPr/>
        </p:nvSpPr>
        <p:spPr>
          <a:xfrm>
            <a:off x="8252867" y="1824980"/>
            <a:ext cx="2951963"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B45309"/>
                </a:solidFill>
                <a:effectLst/>
                <a:uLnTx/>
                <a:uFillTx/>
                <a:latin typeface="Segoe UI" pitchFamily="34" charset="0"/>
                <a:ea typeface="Segoe UI" pitchFamily="34" charset="-122"/>
                <a:cs typeface="Segoe UI" pitchFamily="34" charset="-120"/>
              </a:rPr>
              <a:t>Safe action design</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1" name="Text 9"/>
          <p:cNvSpPr/>
          <p:nvPr/>
        </p:nvSpPr>
        <p:spPr>
          <a:xfrm>
            <a:off x="8252867" y="2200870"/>
            <a:ext cx="2951963" cy="1020961"/>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Small single-purpose actions, validated inputs, idempotent writes, least-privilege identity, and clear error messages.</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91946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1B2D"/>
                </a:solidFill>
                <a:latin typeface="Segoe UI" pitchFamily="34" charset="0"/>
                <a:ea typeface="Segoe UI" pitchFamily="34" charset="-122"/>
                <a:cs typeface="Segoe UI" pitchFamily="34" charset="-120"/>
              </a:rPr>
              <a:t>Custom connectors, Graph, Dataverse and Azure Functions</a:t>
            </a:r>
            <a:endParaRPr lang="en-US" sz="3200" dirty="0"/>
          </a:p>
        </p:txBody>
      </p:sp>
      <p:sp>
        <p:nvSpPr>
          <p:cNvPr id="3" name="Shape 1"/>
          <p:cNvSpPr/>
          <p:nvPr/>
        </p:nvSpPr>
        <p:spPr>
          <a:xfrm>
            <a:off x="815975" y="2014835"/>
            <a:ext cx="5175250" cy="1388021"/>
          </a:xfrm>
          <a:prstGeom prst="roundRect">
            <a:avLst>
              <a:gd name="adj" fmla="val 7091"/>
            </a:avLst>
          </a:prstGeom>
          <a:solidFill>
            <a:srgbClr val="FFFFFF"/>
          </a:solidFill>
          <a:ln w="6350">
            <a:solidFill>
              <a:srgbClr val="D9D8D0"/>
            </a:solidFill>
            <a:prstDash val="solid"/>
          </a:ln>
        </p:spPr>
        <p:txBody>
          <a:bodyPr/>
          <a:lstStyle/>
          <a:p>
            <a:endParaRPr lang="en-IN"/>
          </a:p>
        </p:txBody>
      </p:sp>
      <p:sp>
        <p:nvSpPr>
          <p:cNvPr id="4" name="Text 2"/>
          <p:cNvSpPr/>
          <p:nvPr/>
        </p:nvSpPr>
        <p:spPr>
          <a:xfrm>
            <a:off x="1073150" y="2272010"/>
            <a:ext cx="4800727"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Custom connectors</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5" name="Text 3"/>
          <p:cNvSpPr/>
          <p:nvPr/>
        </p:nvSpPr>
        <p:spPr>
          <a:xfrm>
            <a:off x="1073150" y="2647900"/>
            <a:ext cx="4800727" cy="5231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Wrap any REST API from an OpenAPI file with auth, so agents and flows call it governed and reusable.</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6" name="Shape 4"/>
          <p:cNvSpPr/>
          <p:nvPr/>
        </p:nvSpPr>
        <p:spPr>
          <a:xfrm>
            <a:off x="6200775" y="2014835"/>
            <a:ext cx="5175250" cy="1388021"/>
          </a:xfrm>
          <a:prstGeom prst="roundRect">
            <a:avLst>
              <a:gd name="adj" fmla="val 7091"/>
            </a:avLst>
          </a:prstGeom>
          <a:solidFill>
            <a:srgbClr val="FFFFFF"/>
          </a:solidFill>
          <a:ln w="6350">
            <a:solidFill>
              <a:srgbClr val="D9D8D0"/>
            </a:solidFill>
            <a:prstDash val="solid"/>
          </a:ln>
        </p:spPr>
        <p:txBody>
          <a:bodyPr/>
          <a:lstStyle/>
          <a:p>
            <a:endParaRPr lang="en-IN"/>
          </a:p>
        </p:txBody>
      </p:sp>
      <p:sp>
        <p:nvSpPr>
          <p:cNvPr id="7" name="Text 5"/>
          <p:cNvSpPr/>
          <p:nvPr/>
        </p:nvSpPr>
        <p:spPr>
          <a:xfrm>
            <a:off x="6457950" y="2272010"/>
            <a:ext cx="4800727"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Microsoft Graph</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8" name="Text 6"/>
          <p:cNvSpPr/>
          <p:nvPr/>
        </p:nvSpPr>
        <p:spPr>
          <a:xfrm>
            <a:off x="6457950" y="2647900"/>
            <a:ext cx="4800727" cy="5231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Mail, calendar, Teams and files with delegated or app permissions. Request only the scopes you need.</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9" name="Shape 7"/>
          <p:cNvSpPr/>
          <p:nvPr/>
        </p:nvSpPr>
        <p:spPr>
          <a:xfrm>
            <a:off x="815975" y="3714006"/>
            <a:ext cx="5175250" cy="1388021"/>
          </a:xfrm>
          <a:prstGeom prst="roundRect">
            <a:avLst>
              <a:gd name="adj" fmla="val 7091"/>
            </a:avLst>
          </a:prstGeom>
          <a:solidFill>
            <a:srgbClr val="FFFFFF"/>
          </a:solidFill>
          <a:ln w="6350">
            <a:solidFill>
              <a:srgbClr val="D9D8D0"/>
            </a:solidFill>
            <a:prstDash val="solid"/>
          </a:ln>
        </p:spPr>
        <p:txBody>
          <a:bodyPr/>
          <a:lstStyle/>
          <a:p>
            <a:endParaRPr lang="en-IN"/>
          </a:p>
        </p:txBody>
      </p:sp>
      <p:sp>
        <p:nvSpPr>
          <p:cNvPr id="10" name="Text 8"/>
          <p:cNvSpPr/>
          <p:nvPr/>
        </p:nvSpPr>
        <p:spPr>
          <a:xfrm>
            <a:off x="1073150" y="3971181"/>
            <a:ext cx="4800727"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Dataverse actions</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1" name="Text 9"/>
          <p:cNvSpPr/>
          <p:nvPr/>
        </p:nvSpPr>
        <p:spPr>
          <a:xfrm>
            <a:off x="1073150" y="4347071"/>
            <a:ext cx="4800727" cy="5231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List, add, update rows and run custom actions with table-level security and business logic enforced.</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2" name="Shape 10"/>
          <p:cNvSpPr/>
          <p:nvPr/>
        </p:nvSpPr>
        <p:spPr>
          <a:xfrm>
            <a:off x="6200775" y="3714006"/>
            <a:ext cx="5175250" cy="1388021"/>
          </a:xfrm>
          <a:prstGeom prst="roundRect">
            <a:avLst>
              <a:gd name="adj" fmla="val 7091"/>
            </a:avLst>
          </a:prstGeom>
          <a:solidFill>
            <a:srgbClr val="FFFFFF"/>
          </a:solidFill>
          <a:ln w="6350">
            <a:solidFill>
              <a:srgbClr val="D9D8D0"/>
            </a:solidFill>
            <a:prstDash val="solid"/>
          </a:ln>
        </p:spPr>
        <p:txBody>
          <a:bodyPr/>
          <a:lstStyle/>
          <a:p>
            <a:endParaRPr lang="en-IN"/>
          </a:p>
        </p:txBody>
      </p:sp>
      <p:sp>
        <p:nvSpPr>
          <p:cNvPr id="13" name="Text 11"/>
          <p:cNvSpPr/>
          <p:nvPr/>
        </p:nvSpPr>
        <p:spPr>
          <a:xfrm>
            <a:off x="6457950" y="3971181"/>
            <a:ext cx="4800727"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Azure Functions</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4" name="Text 12"/>
          <p:cNvSpPr/>
          <p:nvPr/>
        </p:nvSpPr>
        <p:spPr>
          <a:xfrm>
            <a:off x="6457950" y="4347071"/>
            <a:ext cx="4800727" cy="5231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Host custom logic: validation, orchestration, or calls to internal systems behind one secured endpoint.</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1B2D"/>
                </a:solidFill>
                <a:latin typeface="Segoe UI" pitchFamily="34" charset="0"/>
                <a:ea typeface="Segoe UI" pitchFamily="34" charset="-122"/>
                <a:cs typeface="Segoe UI" pitchFamily="34" charset="-120"/>
              </a:rPr>
              <a:t>Computer Use architecture and appropriate use cases</a:t>
            </a:r>
            <a:endParaRPr lang="en-US" sz="3200" dirty="0"/>
          </a:p>
        </p:txBody>
      </p:sp>
      <p:sp>
        <p:nvSpPr>
          <p:cNvPr id="3" name="Text 1"/>
          <p:cNvSpPr/>
          <p:nvPr/>
        </p:nvSpPr>
        <p:spPr>
          <a:xfrm>
            <a:off x="812800" y="1564630"/>
            <a:ext cx="3183434" cy="604490"/>
          </a:xfrm>
          <a:prstGeom prst="roundRect">
            <a:avLst>
              <a:gd name="adj" fmla="val 16808"/>
            </a:avLst>
          </a:prstGeom>
          <a:solidFill>
            <a:srgbClr val="0F1B2D"/>
          </a:solidFill>
          <a:ln/>
        </p:spPr>
        <p:txBody>
          <a:bodyPr wrap="square" lIns="148042" tIns="148042" rIns="63207" bIns="122642"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5F4EF"/>
                </a:solidFill>
                <a:effectLst/>
                <a:uLnTx/>
                <a:uFillTx/>
                <a:latin typeface="Segoe UI" pitchFamily="34" charset="0"/>
                <a:ea typeface="Segoe UI" pitchFamily="34" charset="-122"/>
                <a:cs typeface="Segoe UI" pitchFamily="34" charset="-120"/>
              </a:rPr>
              <a:t>Agent and instructions</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pic>
        <p:nvPicPr>
          <p:cNvPr id="4" name="Image 0" descr="arrow-right"/>
          <p:cNvPicPr>
            <a:picLocks noChangeAspect="1"/>
          </p:cNvPicPr>
          <p:nvPr/>
        </p:nvPicPr>
        <p:blipFill>
          <a:blip r:embed="rId3"/>
          <a:srcRect/>
          <a:stretch/>
        </p:blipFill>
        <p:spPr>
          <a:xfrm>
            <a:off x="4097834" y="1765250"/>
            <a:ext cx="304800" cy="203200"/>
          </a:xfrm>
          <a:prstGeom prst="rect">
            <a:avLst/>
          </a:prstGeom>
        </p:spPr>
      </p:pic>
      <p:sp>
        <p:nvSpPr>
          <p:cNvPr id="5" name="Text 2"/>
          <p:cNvSpPr/>
          <p:nvPr/>
        </p:nvSpPr>
        <p:spPr>
          <a:xfrm>
            <a:off x="4504234" y="1564630"/>
            <a:ext cx="3183483" cy="604490"/>
          </a:xfrm>
          <a:prstGeom prst="roundRect">
            <a:avLst>
              <a:gd name="adj" fmla="val 16808"/>
            </a:avLst>
          </a:prstGeom>
          <a:solidFill>
            <a:srgbClr val="0F1B2D"/>
          </a:solidFill>
          <a:ln/>
        </p:spPr>
        <p:txBody>
          <a:bodyPr wrap="square" lIns="148042" tIns="148042" rIns="63206" bIns="122642"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5F4EF"/>
                </a:solidFill>
                <a:effectLst/>
                <a:uLnTx/>
                <a:uFillTx/>
                <a:latin typeface="Segoe UI" pitchFamily="34" charset="0"/>
                <a:ea typeface="Segoe UI" pitchFamily="34" charset="-122"/>
                <a:cs typeface="Segoe UI" pitchFamily="34" charset="-120"/>
              </a:rPr>
              <a:t>Computer Use tool</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pic>
        <p:nvPicPr>
          <p:cNvPr id="6" name="Image 1" descr="arrow-right"/>
          <p:cNvPicPr>
            <a:picLocks noChangeAspect="1"/>
          </p:cNvPicPr>
          <p:nvPr/>
        </p:nvPicPr>
        <p:blipFill>
          <a:blip r:embed="rId3"/>
          <a:srcRect/>
          <a:stretch/>
        </p:blipFill>
        <p:spPr>
          <a:xfrm>
            <a:off x="7789317" y="1765250"/>
            <a:ext cx="304800" cy="203200"/>
          </a:xfrm>
          <a:prstGeom prst="rect">
            <a:avLst/>
          </a:prstGeom>
        </p:spPr>
      </p:pic>
      <p:sp>
        <p:nvSpPr>
          <p:cNvPr id="7" name="Text 3"/>
          <p:cNvSpPr/>
          <p:nvPr/>
        </p:nvSpPr>
        <p:spPr>
          <a:xfrm>
            <a:off x="8195717" y="1564630"/>
            <a:ext cx="3183483" cy="604490"/>
          </a:xfrm>
          <a:prstGeom prst="roundRect">
            <a:avLst>
              <a:gd name="adj" fmla="val 16808"/>
            </a:avLst>
          </a:prstGeom>
          <a:solidFill>
            <a:srgbClr val="0F1B2D"/>
          </a:solidFill>
          <a:ln/>
        </p:spPr>
        <p:txBody>
          <a:bodyPr wrap="square" lIns="148042" tIns="148042" rIns="63206" bIns="122642"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5F4EF"/>
                </a:solidFill>
                <a:effectLst/>
                <a:uLnTx/>
                <a:uFillTx/>
                <a:latin typeface="Segoe UI" pitchFamily="34" charset="0"/>
                <a:ea typeface="Segoe UI" pitchFamily="34" charset="-122"/>
                <a:cs typeface="Segoe UI" pitchFamily="34" charset="-120"/>
              </a:rPr>
              <a:t>Hosted browser or desktop</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8" name="Text 4"/>
          <p:cNvSpPr/>
          <p:nvPr/>
        </p:nvSpPr>
        <p:spPr>
          <a:xfrm>
            <a:off x="812800" y="2473920"/>
            <a:ext cx="10883392"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6678"/>
                </a:solidFill>
                <a:effectLst/>
                <a:uLnTx/>
                <a:uFillTx/>
                <a:latin typeface="Segoe UI" pitchFamily="34" charset="0"/>
                <a:ea typeface="Segoe UI" pitchFamily="34" charset="-122"/>
                <a:cs typeface="Segoe UI" pitchFamily="34" charset="-120"/>
              </a:rPr>
              <a:t>The agent sees screenshots, then clicks, types and scrolls in a loop until the task is done.</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9" name="Shape 5"/>
          <p:cNvSpPr/>
          <p:nvPr/>
        </p:nvSpPr>
        <p:spPr>
          <a:xfrm>
            <a:off x="815975" y="3030786"/>
            <a:ext cx="5175250" cy="1388021"/>
          </a:xfrm>
          <a:prstGeom prst="roundRect">
            <a:avLst>
              <a:gd name="adj" fmla="val 7091"/>
            </a:avLst>
          </a:prstGeom>
          <a:solidFill>
            <a:srgbClr val="FFFFFF"/>
          </a:solidFill>
          <a:ln w="6350">
            <a:solidFill>
              <a:srgbClr val="D9D8D0"/>
            </a:solidFill>
            <a:prstDash val="solid"/>
          </a:ln>
        </p:spPr>
        <p:txBody>
          <a:bodyPr/>
          <a:lstStyle/>
          <a:p>
            <a:endParaRPr lang="en-IN"/>
          </a:p>
        </p:txBody>
      </p:sp>
      <p:sp>
        <p:nvSpPr>
          <p:cNvPr id="10" name="Text 6"/>
          <p:cNvSpPr/>
          <p:nvPr/>
        </p:nvSpPr>
        <p:spPr>
          <a:xfrm>
            <a:off x="1073150" y="3287961"/>
            <a:ext cx="4800727"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5803D"/>
                </a:solidFill>
                <a:effectLst/>
                <a:uLnTx/>
                <a:uFillTx/>
                <a:latin typeface="Segoe UI" pitchFamily="34" charset="0"/>
                <a:ea typeface="Segoe UI" pitchFamily="34" charset="-122"/>
                <a:cs typeface="Segoe UI" pitchFamily="34" charset="-120"/>
              </a:rPr>
              <a:t>Good fit</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1" name="Text 7"/>
          <p:cNvSpPr/>
          <p:nvPr/>
        </p:nvSpPr>
        <p:spPr>
          <a:xfrm>
            <a:off x="1073150" y="3663851"/>
            <a:ext cx="4800727" cy="5231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Legacy apps and websites with no API, one-off data entry, and UI-only workflows.</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2" name="Shape 8"/>
          <p:cNvSpPr/>
          <p:nvPr/>
        </p:nvSpPr>
        <p:spPr>
          <a:xfrm>
            <a:off x="6200775" y="3030786"/>
            <a:ext cx="5175250" cy="1388021"/>
          </a:xfrm>
          <a:prstGeom prst="roundRect">
            <a:avLst>
              <a:gd name="adj" fmla="val 7091"/>
            </a:avLst>
          </a:prstGeom>
          <a:solidFill>
            <a:srgbClr val="FFFFFF"/>
          </a:solidFill>
          <a:ln w="6350">
            <a:solidFill>
              <a:srgbClr val="D9D8D0"/>
            </a:solidFill>
            <a:prstDash val="solid"/>
          </a:ln>
        </p:spPr>
        <p:txBody>
          <a:bodyPr/>
          <a:lstStyle/>
          <a:p>
            <a:endParaRPr lang="en-IN"/>
          </a:p>
        </p:txBody>
      </p:sp>
      <p:sp>
        <p:nvSpPr>
          <p:cNvPr id="13" name="Text 9"/>
          <p:cNvSpPr/>
          <p:nvPr/>
        </p:nvSpPr>
        <p:spPr>
          <a:xfrm>
            <a:off x="6457950" y="3287961"/>
            <a:ext cx="4800727"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B45309"/>
                </a:solidFill>
                <a:effectLst/>
                <a:uLnTx/>
                <a:uFillTx/>
                <a:latin typeface="Segoe UI" pitchFamily="34" charset="0"/>
                <a:ea typeface="Segoe UI" pitchFamily="34" charset="-122"/>
                <a:cs typeface="Segoe UI" pitchFamily="34" charset="-120"/>
              </a:rPr>
              <a:t>Poor fit</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4" name="Text 10"/>
          <p:cNvSpPr/>
          <p:nvPr/>
        </p:nvSpPr>
        <p:spPr>
          <a:xfrm>
            <a:off x="6457950" y="3663851"/>
            <a:ext cx="4800727" cy="5231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Anything with an API, high-volume jobs, or irreversible and regulated actions without review.</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1379200"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1B2D"/>
                </a:solidFill>
                <a:latin typeface="Segoe UI" pitchFamily="34" charset="0"/>
                <a:ea typeface="Segoe UI" pitchFamily="34" charset="-122"/>
                <a:cs typeface="Segoe UI" pitchFamily="34" charset="-120"/>
              </a:rPr>
              <a:t>Instructions, dynamic inputs and credential management</a:t>
            </a:r>
            <a:endParaRPr lang="en-US" sz="3200" dirty="0"/>
          </a:p>
        </p:txBody>
      </p:sp>
      <p:sp>
        <p:nvSpPr>
          <p:cNvPr id="3" name="Shape 1"/>
          <p:cNvSpPr/>
          <p:nvPr/>
        </p:nvSpPr>
        <p:spPr>
          <a:xfrm>
            <a:off x="815975" y="1567805"/>
            <a:ext cx="3380284" cy="2134691"/>
          </a:xfrm>
          <a:prstGeom prst="roundRect">
            <a:avLst>
              <a:gd name="adj" fmla="val 4611"/>
            </a:avLst>
          </a:prstGeom>
          <a:solidFill>
            <a:srgbClr val="FFFFFF"/>
          </a:solidFill>
          <a:ln w="6350">
            <a:solidFill>
              <a:srgbClr val="D9D8D0"/>
            </a:solidFill>
            <a:prstDash val="solid"/>
          </a:ln>
        </p:spPr>
        <p:txBody>
          <a:bodyPr/>
          <a:lstStyle/>
          <a:p>
            <a:endParaRPr lang="en-IN"/>
          </a:p>
        </p:txBody>
      </p:sp>
      <p:sp>
        <p:nvSpPr>
          <p:cNvPr id="4" name="Text 2"/>
          <p:cNvSpPr/>
          <p:nvPr/>
        </p:nvSpPr>
        <p:spPr>
          <a:xfrm>
            <a:off x="1073150" y="1824980"/>
            <a:ext cx="2951912"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Instructions</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5" name="Text 3"/>
          <p:cNvSpPr/>
          <p:nvPr/>
        </p:nvSpPr>
        <p:spPr>
          <a:xfrm>
            <a:off x="1073150" y="2200870"/>
            <a:ext cx="2951912" cy="1020961"/>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State the goal, the allowed sites and apps, the steps, and what to do when stuck. Say what is out of scope.</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6" name="Shape 4"/>
          <p:cNvSpPr/>
          <p:nvPr/>
        </p:nvSpPr>
        <p:spPr>
          <a:xfrm>
            <a:off x="4405809" y="1567805"/>
            <a:ext cx="3380333" cy="2134691"/>
          </a:xfrm>
          <a:prstGeom prst="roundRect">
            <a:avLst>
              <a:gd name="adj" fmla="val 4611"/>
            </a:avLst>
          </a:prstGeom>
          <a:solidFill>
            <a:srgbClr val="FFFFFF"/>
          </a:solidFill>
          <a:ln w="6350">
            <a:solidFill>
              <a:srgbClr val="D9D8D0"/>
            </a:solidFill>
            <a:prstDash val="solid"/>
          </a:ln>
        </p:spPr>
        <p:txBody>
          <a:bodyPr/>
          <a:lstStyle/>
          <a:p>
            <a:endParaRPr lang="en-IN"/>
          </a:p>
        </p:txBody>
      </p:sp>
      <p:sp>
        <p:nvSpPr>
          <p:cNvPr id="7" name="Text 5"/>
          <p:cNvSpPr/>
          <p:nvPr/>
        </p:nvSpPr>
        <p:spPr>
          <a:xfrm>
            <a:off x="4662984" y="1824980"/>
            <a:ext cx="2951963"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Dynamic inputs</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8" name="Text 6"/>
          <p:cNvSpPr/>
          <p:nvPr/>
        </p:nvSpPr>
        <p:spPr>
          <a:xfrm>
            <a:off x="4662984" y="2200870"/>
            <a:ext cx="2951963" cy="1020961"/>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Pass values per run from the conversation or a flow. Validate them and never hard-code data in instructions.</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9" name="Shape 7"/>
          <p:cNvSpPr/>
          <p:nvPr/>
        </p:nvSpPr>
        <p:spPr>
          <a:xfrm>
            <a:off x="7995692" y="1567805"/>
            <a:ext cx="3380333" cy="2134691"/>
          </a:xfrm>
          <a:prstGeom prst="roundRect">
            <a:avLst>
              <a:gd name="adj" fmla="val 4611"/>
            </a:avLst>
          </a:prstGeom>
          <a:solidFill>
            <a:srgbClr val="FFFFFF"/>
          </a:solidFill>
          <a:ln w="6350">
            <a:solidFill>
              <a:srgbClr val="D9D8D0"/>
            </a:solidFill>
            <a:prstDash val="solid"/>
          </a:ln>
        </p:spPr>
        <p:txBody>
          <a:bodyPr/>
          <a:lstStyle/>
          <a:p>
            <a:endParaRPr lang="en-IN"/>
          </a:p>
        </p:txBody>
      </p:sp>
      <p:sp>
        <p:nvSpPr>
          <p:cNvPr id="10" name="Text 8"/>
          <p:cNvSpPr/>
          <p:nvPr/>
        </p:nvSpPr>
        <p:spPr>
          <a:xfrm>
            <a:off x="8252867" y="1824980"/>
            <a:ext cx="2951963"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B45309"/>
                </a:solidFill>
                <a:effectLst/>
                <a:uLnTx/>
                <a:uFillTx/>
                <a:latin typeface="Segoe UI" pitchFamily="34" charset="0"/>
                <a:ea typeface="Segoe UI" pitchFamily="34" charset="-122"/>
                <a:cs typeface="Segoe UI" pitchFamily="34" charset="-120"/>
              </a:rPr>
              <a:t>Credentials</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1" name="Text 9"/>
          <p:cNvSpPr/>
          <p:nvPr/>
        </p:nvSpPr>
        <p:spPr>
          <a:xfrm>
            <a:off x="8252867" y="2200870"/>
            <a:ext cx="2951963" cy="1269851"/>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Store secrets in the platform credential store or Azure Key Vault. The model never sees passwords. Use service accounts with least privilege.</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91946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1B2D"/>
                </a:solidFill>
                <a:latin typeface="Segoe UI" pitchFamily="34" charset="0"/>
                <a:ea typeface="Segoe UI" pitchFamily="34" charset="-122"/>
                <a:cs typeface="Segoe UI" pitchFamily="34" charset="-120"/>
              </a:rPr>
              <a:t>Allow-lists, human-in-the-loop, session replay and Purview audit</a:t>
            </a:r>
            <a:endParaRPr lang="en-US" sz="3200" dirty="0"/>
          </a:p>
        </p:txBody>
      </p:sp>
      <p:sp>
        <p:nvSpPr>
          <p:cNvPr id="3" name="Shape 1"/>
          <p:cNvSpPr/>
          <p:nvPr/>
        </p:nvSpPr>
        <p:spPr>
          <a:xfrm>
            <a:off x="815975" y="2014835"/>
            <a:ext cx="5175250" cy="1388021"/>
          </a:xfrm>
          <a:prstGeom prst="roundRect">
            <a:avLst>
              <a:gd name="adj" fmla="val 7091"/>
            </a:avLst>
          </a:prstGeom>
          <a:solidFill>
            <a:srgbClr val="FFFFFF"/>
          </a:solidFill>
          <a:ln w="6350">
            <a:solidFill>
              <a:srgbClr val="D9D8D0"/>
            </a:solidFill>
            <a:prstDash val="solid"/>
          </a:ln>
        </p:spPr>
        <p:txBody>
          <a:bodyPr/>
          <a:lstStyle/>
          <a:p>
            <a:endParaRPr lang="en-IN"/>
          </a:p>
        </p:txBody>
      </p:sp>
      <p:sp>
        <p:nvSpPr>
          <p:cNvPr id="4" name="Text 2"/>
          <p:cNvSpPr/>
          <p:nvPr/>
        </p:nvSpPr>
        <p:spPr>
          <a:xfrm>
            <a:off x="1073150" y="2272010"/>
            <a:ext cx="4800727"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Allow-lists</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5" name="Text 3"/>
          <p:cNvSpPr/>
          <p:nvPr/>
        </p:nvSpPr>
        <p:spPr>
          <a:xfrm>
            <a:off x="1073150" y="2647900"/>
            <a:ext cx="4800727" cy="5231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Restrict the sites and apps the agent may open. Everything else is blocked.</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6" name="Shape 4"/>
          <p:cNvSpPr/>
          <p:nvPr/>
        </p:nvSpPr>
        <p:spPr>
          <a:xfrm>
            <a:off x="6200775" y="2014835"/>
            <a:ext cx="5175250" cy="1388021"/>
          </a:xfrm>
          <a:prstGeom prst="roundRect">
            <a:avLst>
              <a:gd name="adj" fmla="val 7091"/>
            </a:avLst>
          </a:prstGeom>
          <a:solidFill>
            <a:srgbClr val="FFFFFF"/>
          </a:solidFill>
          <a:ln w="6350">
            <a:solidFill>
              <a:srgbClr val="D9D8D0"/>
            </a:solidFill>
            <a:prstDash val="solid"/>
          </a:ln>
        </p:spPr>
        <p:txBody>
          <a:bodyPr/>
          <a:lstStyle/>
          <a:p>
            <a:endParaRPr lang="en-IN"/>
          </a:p>
        </p:txBody>
      </p:sp>
      <p:sp>
        <p:nvSpPr>
          <p:cNvPr id="7" name="Text 5"/>
          <p:cNvSpPr/>
          <p:nvPr/>
        </p:nvSpPr>
        <p:spPr>
          <a:xfrm>
            <a:off x="6457950" y="2272010"/>
            <a:ext cx="4800727"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Human-in-the-loop</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8" name="Text 6"/>
          <p:cNvSpPr/>
          <p:nvPr/>
        </p:nvSpPr>
        <p:spPr>
          <a:xfrm>
            <a:off x="6457950" y="2647900"/>
            <a:ext cx="4800727" cy="5231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Require approval before sending, paying, deleting or any step that cannot be undone.</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9" name="Shape 7"/>
          <p:cNvSpPr/>
          <p:nvPr/>
        </p:nvSpPr>
        <p:spPr>
          <a:xfrm>
            <a:off x="815975" y="3714006"/>
            <a:ext cx="5175250" cy="1388021"/>
          </a:xfrm>
          <a:prstGeom prst="roundRect">
            <a:avLst>
              <a:gd name="adj" fmla="val 7091"/>
            </a:avLst>
          </a:prstGeom>
          <a:solidFill>
            <a:srgbClr val="FFFFFF"/>
          </a:solidFill>
          <a:ln w="6350">
            <a:solidFill>
              <a:srgbClr val="D9D8D0"/>
            </a:solidFill>
            <a:prstDash val="solid"/>
          </a:ln>
        </p:spPr>
        <p:txBody>
          <a:bodyPr/>
          <a:lstStyle/>
          <a:p>
            <a:endParaRPr lang="en-IN"/>
          </a:p>
        </p:txBody>
      </p:sp>
      <p:sp>
        <p:nvSpPr>
          <p:cNvPr id="10" name="Text 8"/>
          <p:cNvSpPr/>
          <p:nvPr/>
        </p:nvSpPr>
        <p:spPr>
          <a:xfrm>
            <a:off x="1073150" y="3971181"/>
            <a:ext cx="4800727"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Session replay</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1" name="Text 9"/>
          <p:cNvSpPr/>
          <p:nvPr/>
        </p:nvSpPr>
        <p:spPr>
          <a:xfrm>
            <a:off x="1073150" y="4347071"/>
            <a:ext cx="4800727" cy="5231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Review step-by-step screenshots and actions of each run to debug and verify behavior.</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2" name="Shape 10"/>
          <p:cNvSpPr/>
          <p:nvPr/>
        </p:nvSpPr>
        <p:spPr>
          <a:xfrm>
            <a:off x="6200775" y="3714006"/>
            <a:ext cx="5175250" cy="1388021"/>
          </a:xfrm>
          <a:prstGeom prst="roundRect">
            <a:avLst>
              <a:gd name="adj" fmla="val 7091"/>
            </a:avLst>
          </a:prstGeom>
          <a:solidFill>
            <a:srgbClr val="FFFFFF"/>
          </a:solidFill>
          <a:ln w="6350">
            <a:solidFill>
              <a:srgbClr val="D9D8D0"/>
            </a:solidFill>
            <a:prstDash val="solid"/>
          </a:ln>
        </p:spPr>
        <p:txBody>
          <a:bodyPr/>
          <a:lstStyle/>
          <a:p>
            <a:endParaRPr lang="en-IN"/>
          </a:p>
        </p:txBody>
      </p:sp>
      <p:sp>
        <p:nvSpPr>
          <p:cNvPr id="13" name="Text 11"/>
          <p:cNvSpPr/>
          <p:nvPr/>
        </p:nvSpPr>
        <p:spPr>
          <a:xfrm>
            <a:off x="6457950" y="3971181"/>
            <a:ext cx="4800727"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F6FED"/>
                </a:solidFill>
                <a:effectLst/>
                <a:uLnTx/>
                <a:uFillTx/>
                <a:latin typeface="Segoe UI" pitchFamily="34" charset="0"/>
                <a:ea typeface="Segoe UI" pitchFamily="34" charset="-122"/>
                <a:cs typeface="Segoe UI" pitchFamily="34" charset="-120"/>
              </a:rPr>
              <a:t>Purview audit</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4" name="Text 12"/>
          <p:cNvSpPr/>
          <p:nvPr/>
        </p:nvSpPr>
        <p:spPr>
          <a:xfrm>
            <a:off x="6457950" y="4347071"/>
            <a:ext cx="4800727" cy="5231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F1B2D"/>
                </a:solidFill>
                <a:effectLst/>
                <a:uLnTx/>
                <a:uFillTx/>
                <a:latin typeface="Segoe UI" pitchFamily="34" charset="0"/>
                <a:ea typeface="Segoe UI" pitchFamily="34" charset="-122"/>
                <a:cs typeface="Segoe UI" pitchFamily="34" charset="-120"/>
              </a:rPr>
              <a:t>Agent activity is logged for compliance search, retention and investigations.</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5F4EF"/>
                </a:solidFill>
                <a:latin typeface="Segoe UI" pitchFamily="34" charset="0"/>
                <a:ea typeface="Segoe UI" pitchFamily="34" charset="-122"/>
                <a:cs typeface="Segoe UI" pitchFamily="34" charset="-120"/>
              </a:rPr>
              <a:t>DLP, safe autonomy and preferring APIs</a:t>
            </a:r>
            <a:endParaRPr lang="en-US" sz="3200" dirty="0"/>
          </a:p>
        </p:txBody>
      </p:sp>
      <p:sp>
        <p:nvSpPr>
          <p:cNvPr id="3" name="Text 1"/>
          <p:cNvSpPr/>
          <p:nvPr/>
        </p:nvSpPr>
        <p:spPr>
          <a:xfrm>
            <a:off x="812800" y="1564630"/>
            <a:ext cx="10883392" cy="2921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B9C4D6"/>
                </a:solidFill>
                <a:effectLst/>
                <a:uLnTx/>
                <a:uFillTx/>
                <a:latin typeface="Segoe UI" pitchFamily="34" charset="0"/>
                <a:ea typeface="Segoe UI" pitchFamily="34" charset="-122"/>
                <a:cs typeface="Segoe UI" pitchFamily="34" charset="-120"/>
              </a:rPr>
              <a:t>DLP policies group connectors as business or non-business and block risky combinations. Pick the safest path that works:</a:t>
            </a:r>
            <a:endParaRPr kumimoji="0" lang="en-US" sz="15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4" name="Shape 2"/>
          <p:cNvSpPr/>
          <p:nvPr/>
        </p:nvSpPr>
        <p:spPr>
          <a:xfrm>
            <a:off x="812800" y="2136130"/>
            <a:ext cx="3386634" cy="1356271"/>
          </a:xfrm>
          <a:prstGeom prst="roundRect">
            <a:avLst>
              <a:gd name="adj" fmla="val 7491"/>
            </a:avLst>
          </a:prstGeom>
          <a:solidFill>
            <a:srgbClr val="1C2B44"/>
          </a:solidFill>
          <a:ln/>
        </p:spPr>
        <p:txBody>
          <a:bodyPr/>
          <a:lstStyle/>
          <a:p>
            <a:endParaRPr lang="en-IN"/>
          </a:p>
        </p:txBody>
      </p:sp>
      <p:sp>
        <p:nvSpPr>
          <p:cNvPr id="5" name="Text 3"/>
          <p:cNvSpPr/>
          <p:nvPr/>
        </p:nvSpPr>
        <p:spPr>
          <a:xfrm>
            <a:off x="1066800" y="2390130"/>
            <a:ext cx="2964993"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59E0B"/>
                </a:solidFill>
                <a:effectLst/>
                <a:uLnTx/>
                <a:uFillTx/>
                <a:latin typeface="Segoe UI" pitchFamily="34" charset="0"/>
                <a:ea typeface="Segoe UI" pitchFamily="34" charset="-122"/>
                <a:cs typeface="Segoe UI" pitchFamily="34" charset="-120"/>
              </a:rPr>
              <a:t>1. API or connector</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6" name="Text 4"/>
          <p:cNvSpPr/>
          <p:nvPr/>
        </p:nvSpPr>
        <p:spPr>
          <a:xfrm>
            <a:off x="1066800" y="2740620"/>
            <a:ext cx="2964993" cy="5231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5F4EF"/>
                </a:solidFill>
                <a:effectLst/>
                <a:uLnTx/>
                <a:uFillTx/>
                <a:latin typeface="Segoe UI" pitchFamily="34" charset="0"/>
                <a:ea typeface="Segoe UI" pitchFamily="34" charset="-122"/>
                <a:cs typeface="Segoe UI" pitchFamily="34" charset="-120"/>
              </a:rPr>
              <a:t>Default choice: governed, fast, deterministic.</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7" name="Shape 5"/>
          <p:cNvSpPr/>
          <p:nvPr/>
        </p:nvSpPr>
        <p:spPr>
          <a:xfrm>
            <a:off x="4402634" y="2136130"/>
            <a:ext cx="3386683" cy="1356271"/>
          </a:xfrm>
          <a:prstGeom prst="roundRect">
            <a:avLst>
              <a:gd name="adj" fmla="val 7491"/>
            </a:avLst>
          </a:prstGeom>
          <a:solidFill>
            <a:srgbClr val="1C2B44"/>
          </a:solidFill>
          <a:ln/>
        </p:spPr>
        <p:txBody>
          <a:bodyPr/>
          <a:lstStyle/>
          <a:p>
            <a:endParaRPr lang="en-IN"/>
          </a:p>
        </p:txBody>
      </p:sp>
      <p:sp>
        <p:nvSpPr>
          <p:cNvPr id="8" name="Text 6"/>
          <p:cNvSpPr/>
          <p:nvPr/>
        </p:nvSpPr>
        <p:spPr>
          <a:xfrm>
            <a:off x="4656634" y="2390130"/>
            <a:ext cx="2965044"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59E0B"/>
                </a:solidFill>
                <a:effectLst/>
                <a:uLnTx/>
                <a:uFillTx/>
                <a:latin typeface="Segoe UI" pitchFamily="34" charset="0"/>
                <a:ea typeface="Segoe UI" pitchFamily="34" charset="-122"/>
                <a:cs typeface="Segoe UI" pitchFamily="34" charset="-120"/>
              </a:rPr>
              <a:t>2. Build the API</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9" name="Text 7"/>
          <p:cNvSpPr/>
          <p:nvPr/>
        </p:nvSpPr>
        <p:spPr>
          <a:xfrm>
            <a:off x="4656634" y="2740620"/>
            <a:ext cx="2965044" cy="5231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5F4EF"/>
                </a:solidFill>
                <a:effectLst/>
                <a:uLnTx/>
                <a:uFillTx/>
                <a:latin typeface="Segoe UI" pitchFamily="34" charset="0"/>
                <a:ea typeface="Segoe UI" pitchFamily="34" charset="-122"/>
                <a:cs typeface="Segoe UI" pitchFamily="34" charset="-120"/>
              </a:rPr>
              <a:t>Custom connector or Azure Function over the system.</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0" name="Shape 8"/>
          <p:cNvSpPr/>
          <p:nvPr/>
        </p:nvSpPr>
        <p:spPr>
          <a:xfrm>
            <a:off x="7992517" y="2136130"/>
            <a:ext cx="3386683" cy="1356271"/>
          </a:xfrm>
          <a:prstGeom prst="roundRect">
            <a:avLst>
              <a:gd name="adj" fmla="val 7491"/>
            </a:avLst>
          </a:prstGeom>
          <a:solidFill>
            <a:srgbClr val="1C2B44"/>
          </a:solidFill>
          <a:ln/>
        </p:spPr>
        <p:txBody>
          <a:bodyPr/>
          <a:lstStyle/>
          <a:p>
            <a:endParaRPr lang="en-IN"/>
          </a:p>
        </p:txBody>
      </p:sp>
      <p:sp>
        <p:nvSpPr>
          <p:cNvPr id="11" name="Text 9"/>
          <p:cNvSpPr/>
          <p:nvPr/>
        </p:nvSpPr>
        <p:spPr>
          <a:xfrm>
            <a:off x="8246517" y="2390130"/>
            <a:ext cx="2965044" cy="2996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59E0B"/>
                </a:solidFill>
                <a:effectLst/>
                <a:uLnTx/>
                <a:uFillTx/>
                <a:latin typeface="Segoe UI" pitchFamily="34" charset="0"/>
                <a:ea typeface="Segoe UI" pitchFamily="34" charset="-122"/>
                <a:cs typeface="Segoe UI" pitchFamily="34" charset="-120"/>
              </a:rPr>
              <a:t>3. Computer Use</a:t>
            </a:r>
            <a:endParaRPr kumimoji="0" lang="en-US" sz="1800" b="0" i="0" u="none" strike="noStrike" kern="1200" cap="none" spc="0" normalizeH="0" baseline="0" noProof="0" dirty="0">
              <a:ln>
                <a:noFill/>
              </a:ln>
              <a:solidFill>
                <a:srgbClr val="0F1B2D"/>
              </a:solidFill>
              <a:effectLst/>
              <a:uLnTx/>
              <a:uFillTx/>
              <a:latin typeface="Segoe UI"/>
              <a:ea typeface="+mn-ea"/>
              <a:cs typeface="+mn-cs"/>
            </a:endParaRPr>
          </a:p>
        </p:txBody>
      </p:sp>
      <p:sp>
        <p:nvSpPr>
          <p:cNvPr id="12" name="Text 10"/>
          <p:cNvSpPr/>
          <p:nvPr/>
        </p:nvSpPr>
        <p:spPr>
          <a:xfrm>
            <a:off x="8246517" y="2740620"/>
            <a:ext cx="2965044" cy="52318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5F4EF"/>
                </a:solidFill>
                <a:effectLst/>
                <a:uLnTx/>
                <a:uFillTx/>
                <a:latin typeface="Segoe UI" pitchFamily="34" charset="0"/>
                <a:ea typeface="Segoe UI" pitchFamily="34" charset="-122"/>
                <a:cs typeface="Segoe UI" pitchFamily="34" charset="-120"/>
              </a:rPr>
              <a:t>Last resort, with allow-lists, approvals and audit.</a:t>
            </a:r>
            <a:endParaRPr kumimoji="0" lang="en-US" sz="1400" b="0" i="0" u="none" strike="noStrike" kern="1200" cap="none" spc="0" normalizeH="0" baseline="0" noProof="0" dirty="0">
              <a:ln>
                <a:noFill/>
              </a:ln>
              <a:solidFill>
                <a:srgbClr val="0F1B2D"/>
              </a:solidFill>
              <a:effectLst/>
              <a:uLnTx/>
              <a:uFillTx/>
              <a:latin typeface="Segoe UI"/>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13048-A202-64B5-1B26-1E3572E9A36E}"/>
              </a:ext>
            </a:extLst>
          </p:cNvPr>
          <p:cNvSpPr>
            <a:spLocks noGrp="1"/>
          </p:cNvSpPr>
          <p:nvPr>
            <p:ph type="title"/>
          </p:nvPr>
        </p:nvSpPr>
        <p:spPr/>
        <p:txBody>
          <a:bodyPr/>
          <a:lstStyle/>
          <a:p>
            <a:r>
              <a:rPr lang="en-US"/>
              <a:t>Steps to Create a Custom Connector</a:t>
            </a:r>
          </a:p>
        </p:txBody>
      </p:sp>
      <p:sp>
        <p:nvSpPr>
          <p:cNvPr id="3" name="Rectangle 2">
            <a:extLst>
              <a:ext uri="{FF2B5EF4-FFF2-40B4-BE49-F238E27FC236}">
                <a16:creationId xmlns:a16="http://schemas.microsoft.com/office/drawing/2014/main" id="{5F4CAE9D-78AE-BFE8-5294-7ED814F464E6}"/>
              </a:ext>
              <a:ext uri="{C183D7F6-B498-43B3-948B-1728B52AA6E4}">
                <adec:decorative xmlns:adec="http://schemas.microsoft.com/office/drawing/2017/decorative" val="1"/>
              </a:ext>
            </a:extLst>
          </p:cNvPr>
          <p:cNvSpPr>
            <a:spLocks/>
          </p:cNvSpPr>
          <p:nvPr/>
        </p:nvSpPr>
        <p:spPr bwMode="auto">
          <a:xfrm>
            <a:off x="588262" y="1289050"/>
            <a:ext cx="11013474" cy="3219450"/>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aphicFrame>
        <p:nvGraphicFramePr>
          <p:cNvPr id="7" name="Diagram 6" descr="Identify or build the API&#10;Describe the API&#10;Use the connector&#10;Certify/open source&#10;">
            <a:extLst>
              <a:ext uri="{FF2B5EF4-FFF2-40B4-BE49-F238E27FC236}">
                <a16:creationId xmlns:a16="http://schemas.microsoft.com/office/drawing/2014/main" id="{AEA41EAB-8C4C-3552-C053-BBE0A55765F9}"/>
              </a:ext>
            </a:extLst>
          </p:cNvPr>
          <p:cNvGraphicFramePr/>
          <p:nvPr/>
        </p:nvGraphicFramePr>
        <p:xfrm>
          <a:off x="759998" y="1447800"/>
          <a:ext cx="10670002" cy="29019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7">
            <a:extLst>
              <a:ext uri="{FF2B5EF4-FFF2-40B4-BE49-F238E27FC236}">
                <a16:creationId xmlns:a16="http://schemas.microsoft.com/office/drawing/2014/main" id="{8FD4943D-6EB9-B36E-BEB5-C551CBC6F13F}"/>
              </a:ext>
            </a:extLst>
          </p:cNvPr>
          <p:cNvSpPr>
            <a:spLocks/>
          </p:cNvSpPr>
          <p:nvPr/>
        </p:nvSpPr>
        <p:spPr>
          <a:xfrm>
            <a:off x="588262" y="4667250"/>
            <a:ext cx="11013474" cy="1605534"/>
          </a:xfrm>
          <a:prstGeom prst="rect">
            <a:avLst/>
          </a:prstGeom>
          <a:ln>
            <a:no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lIns="0" tIns="0" rIns="0" bIns="0" rtlCol="0" anchor="t"/>
          <a:lstStyle/>
          <a:p>
            <a:pPr>
              <a:spcBef>
                <a:spcPts val="1200"/>
              </a:spcBef>
              <a:spcAft>
                <a:spcPts val="600"/>
              </a:spcAft>
            </a:pPr>
            <a:r>
              <a:rPr lang="en-US" sz="2200" dirty="0"/>
              <a:t>You can define the custom connector to describe any REST API that is public (one that is available on the internet) or private (one that is only on your internal network).</a:t>
            </a:r>
          </a:p>
        </p:txBody>
      </p:sp>
    </p:spTree>
    <p:extLst>
      <p:ext uri="{BB962C8B-B14F-4D97-AF65-F5344CB8AC3E}">
        <p14:creationId xmlns:p14="http://schemas.microsoft.com/office/powerpoint/2010/main" val="11952154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13048-A202-64B5-1B26-1E3572E9A36E}"/>
              </a:ext>
            </a:extLst>
          </p:cNvPr>
          <p:cNvSpPr>
            <a:spLocks noGrp="1"/>
          </p:cNvSpPr>
          <p:nvPr>
            <p:ph type="title"/>
          </p:nvPr>
        </p:nvSpPr>
        <p:spPr/>
        <p:txBody>
          <a:bodyPr/>
          <a:lstStyle/>
          <a:p>
            <a:r>
              <a:rPr lang="en-US"/>
              <a:t>Steps to Create a Custom Connector – Describe</a:t>
            </a:r>
          </a:p>
        </p:txBody>
      </p:sp>
      <p:sp>
        <p:nvSpPr>
          <p:cNvPr id="3" name="Rectangle 2">
            <a:extLst>
              <a:ext uri="{FF2B5EF4-FFF2-40B4-BE49-F238E27FC236}">
                <a16:creationId xmlns:a16="http://schemas.microsoft.com/office/drawing/2014/main" id="{5F4CAE9D-78AE-BFE8-5294-7ED814F464E6}"/>
              </a:ext>
              <a:ext uri="{C183D7F6-B498-43B3-948B-1728B52AA6E4}">
                <adec:decorative xmlns:adec="http://schemas.microsoft.com/office/drawing/2017/decorative" val="1"/>
              </a:ext>
            </a:extLst>
          </p:cNvPr>
          <p:cNvSpPr>
            <a:spLocks/>
          </p:cNvSpPr>
          <p:nvPr/>
        </p:nvSpPr>
        <p:spPr bwMode="auto">
          <a:xfrm>
            <a:off x="588262" y="1289050"/>
            <a:ext cx="11013474" cy="3219450"/>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aphicFrame>
        <p:nvGraphicFramePr>
          <p:cNvPr id="7" name="Diagram 6" descr="Identify or build the API&#10;Describe the API&#10;Use the connector&#10;Certify/open source&#10;">
            <a:extLst>
              <a:ext uri="{FF2B5EF4-FFF2-40B4-BE49-F238E27FC236}">
                <a16:creationId xmlns:a16="http://schemas.microsoft.com/office/drawing/2014/main" id="{AEA41EAB-8C4C-3552-C053-BBE0A55765F9}"/>
              </a:ext>
            </a:extLst>
          </p:cNvPr>
          <p:cNvGraphicFramePr/>
          <p:nvPr/>
        </p:nvGraphicFramePr>
        <p:xfrm>
          <a:off x="759998" y="1447800"/>
          <a:ext cx="10670002" cy="29019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7">
            <a:extLst>
              <a:ext uri="{FF2B5EF4-FFF2-40B4-BE49-F238E27FC236}">
                <a16:creationId xmlns:a16="http://schemas.microsoft.com/office/drawing/2014/main" id="{8FD4943D-6EB9-B36E-BEB5-C551CBC6F13F}"/>
              </a:ext>
            </a:extLst>
          </p:cNvPr>
          <p:cNvSpPr>
            <a:spLocks/>
          </p:cNvSpPr>
          <p:nvPr/>
        </p:nvSpPr>
        <p:spPr>
          <a:xfrm>
            <a:off x="588262" y="4667250"/>
            <a:ext cx="11013474" cy="1605534"/>
          </a:xfrm>
          <a:prstGeom prst="rect">
            <a:avLst/>
          </a:prstGeom>
          <a:ln>
            <a:no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lIns="0" tIns="0" rIns="0" bIns="0" rtlCol="0" anchor="t"/>
          <a:lstStyle/>
          <a:p>
            <a:pPr>
              <a:spcBef>
                <a:spcPts val="1200"/>
              </a:spcBef>
              <a:spcAft>
                <a:spcPts val="600"/>
              </a:spcAft>
            </a:pPr>
            <a:r>
              <a:rPr lang="en-US" sz="2200"/>
              <a:t>For Power Apps and Power Automate to discover what triggers and actions are available from the API, you must identify them when you create your custom connector</a:t>
            </a:r>
          </a:p>
        </p:txBody>
      </p:sp>
    </p:spTree>
    <p:extLst>
      <p:ext uri="{BB962C8B-B14F-4D97-AF65-F5344CB8AC3E}">
        <p14:creationId xmlns:p14="http://schemas.microsoft.com/office/powerpoint/2010/main" val="328608323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13048-A202-64B5-1B26-1E3572E9A36E}"/>
              </a:ext>
            </a:extLst>
          </p:cNvPr>
          <p:cNvSpPr>
            <a:spLocks noGrp="1"/>
          </p:cNvSpPr>
          <p:nvPr>
            <p:ph type="title"/>
          </p:nvPr>
        </p:nvSpPr>
        <p:spPr/>
        <p:txBody>
          <a:bodyPr/>
          <a:lstStyle/>
          <a:p>
            <a:r>
              <a:rPr lang="en-US"/>
              <a:t>Steps to Create a Custom Connector – Use</a:t>
            </a:r>
          </a:p>
        </p:txBody>
      </p:sp>
      <p:sp>
        <p:nvSpPr>
          <p:cNvPr id="3" name="Rectangle 2">
            <a:extLst>
              <a:ext uri="{FF2B5EF4-FFF2-40B4-BE49-F238E27FC236}">
                <a16:creationId xmlns:a16="http://schemas.microsoft.com/office/drawing/2014/main" id="{5F4CAE9D-78AE-BFE8-5294-7ED814F464E6}"/>
              </a:ext>
              <a:ext uri="{C183D7F6-B498-43B3-948B-1728B52AA6E4}">
                <adec:decorative xmlns:adec="http://schemas.microsoft.com/office/drawing/2017/decorative" val="1"/>
              </a:ext>
            </a:extLst>
          </p:cNvPr>
          <p:cNvSpPr>
            <a:spLocks/>
          </p:cNvSpPr>
          <p:nvPr/>
        </p:nvSpPr>
        <p:spPr bwMode="auto">
          <a:xfrm>
            <a:off x="588262" y="1289050"/>
            <a:ext cx="11013474" cy="3219450"/>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aphicFrame>
        <p:nvGraphicFramePr>
          <p:cNvPr id="4" name="Diagram 3" descr="Identify or build the API&#10;Describe the API&#10;Use the connector&#10;Certify/open source&#10;">
            <a:extLst>
              <a:ext uri="{FF2B5EF4-FFF2-40B4-BE49-F238E27FC236}">
                <a16:creationId xmlns:a16="http://schemas.microsoft.com/office/drawing/2014/main" id="{63E743CF-0340-980E-E766-7EC664CBD037}"/>
              </a:ext>
            </a:extLst>
          </p:cNvPr>
          <p:cNvGraphicFramePr/>
          <p:nvPr/>
        </p:nvGraphicFramePr>
        <p:xfrm>
          <a:off x="759998" y="1447800"/>
          <a:ext cx="10670002" cy="29019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a:extLst>
              <a:ext uri="{FF2B5EF4-FFF2-40B4-BE49-F238E27FC236}">
                <a16:creationId xmlns:a16="http://schemas.microsoft.com/office/drawing/2014/main" id="{6774496C-6E56-5F81-5FFC-5E3CE18FD58A}"/>
              </a:ext>
            </a:extLst>
          </p:cNvPr>
          <p:cNvSpPr>
            <a:spLocks/>
          </p:cNvSpPr>
          <p:nvPr/>
        </p:nvSpPr>
        <p:spPr>
          <a:xfrm>
            <a:off x="588262" y="4667250"/>
            <a:ext cx="11013474" cy="1605534"/>
          </a:xfrm>
          <a:prstGeom prst="rect">
            <a:avLst/>
          </a:prstGeom>
          <a:ln>
            <a:no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lIns="0" tIns="0" rIns="0" bIns="0" rtlCol="0" anchor="t"/>
          <a:lstStyle/>
          <a:p>
            <a:pPr>
              <a:spcBef>
                <a:spcPts val="1200"/>
              </a:spcBef>
              <a:spcAft>
                <a:spcPts val="600"/>
              </a:spcAft>
            </a:pPr>
            <a:r>
              <a:rPr lang="en-US" sz="2200" b="0" i="0" dirty="0">
                <a:effectLst/>
              </a:rPr>
              <a:t>After they have been created in an environment, custom connectors can be used in the same way as built-in connectors</a:t>
            </a:r>
            <a:endParaRPr lang="en-US" sz="2200" dirty="0"/>
          </a:p>
          <a:p>
            <a:pPr>
              <a:spcBef>
                <a:spcPts val="1200"/>
              </a:spcBef>
              <a:spcAft>
                <a:spcPts val="600"/>
              </a:spcAft>
            </a:pPr>
            <a:r>
              <a:rPr lang="en-US" sz="2200" dirty="0"/>
              <a:t>To use in other environments the connector definition needs to be exported from the environment where it was created and then imported into any environment that needs it</a:t>
            </a:r>
          </a:p>
        </p:txBody>
      </p:sp>
    </p:spTree>
    <p:extLst>
      <p:ext uri="{BB962C8B-B14F-4D97-AF65-F5344CB8AC3E}">
        <p14:creationId xmlns:p14="http://schemas.microsoft.com/office/powerpoint/2010/main" val="366903909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A8015-278F-B4F6-28E0-1017D1A48A4F}"/>
              </a:ext>
            </a:extLst>
          </p:cNvPr>
          <p:cNvSpPr>
            <a:spLocks noGrp="1"/>
          </p:cNvSpPr>
          <p:nvPr>
            <p:ph type="title"/>
          </p:nvPr>
        </p:nvSpPr>
        <p:spPr>
          <a:xfrm>
            <a:off x="588261" y="585216"/>
            <a:ext cx="4368953" cy="492443"/>
          </a:xfrm>
        </p:spPr>
        <p:txBody>
          <a:bodyPr wrap="square">
            <a:spAutoFit/>
          </a:bodyPr>
          <a:lstStyle/>
          <a:p>
            <a:r>
              <a:rPr lang="en-US"/>
              <a:t>Describe the Connector</a:t>
            </a:r>
          </a:p>
        </p:txBody>
      </p:sp>
      <p:sp>
        <p:nvSpPr>
          <p:cNvPr id="4" name="Text Placeholder 3">
            <a:extLst>
              <a:ext uri="{FF2B5EF4-FFF2-40B4-BE49-F238E27FC236}">
                <a16:creationId xmlns:a16="http://schemas.microsoft.com/office/drawing/2014/main" id="{DE8BF5F0-821C-08B4-6EE4-9BA42748AAF0}"/>
              </a:ext>
            </a:extLst>
          </p:cNvPr>
          <p:cNvSpPr>
            <a:spLocks noGrp="1"/>
          </p:cNvSpPr>
          <p:nvPr>
            <p:ph type="body" sz="quarter" idx="16"/>
          </p:nvPr>
        </p:nvSpPr>
        <p:spPr>
          <a:xfrm>
            <a:off x="584200" y="1594155"/>
            <a:ext cx="4539343" cy="1015663"/>
          </a:xfrm>
        </p:spPr>
        <p:txBody>
          <a:bodyPr/>
          <a:lstStyle/>
          <a:p>
            <a:r>
              <a:rPr lang="en-US" sz="2200" dirty="0">
                <a:latin typeface="+mn-lt"/>
              </a:rPr>
              <a:t>To define a connector’s actions and triggers, you need to describe the connector.</a:t>
            </a:r>
          </a:p>
        </p:txBody>
      </p:sp>
      <p:pic>
        <p:nvPicPr>
          <p:cNvPr id="6" name="Picture Placeholder 5" descr="Screenshot showing the create new connector options">
            <a:extLst>
              <a:ext uri="{FF2B5EF4-FFF2-40B4-BE49-F238E27FC236}">
                <a16:creationId xmlns:a16="http://schemas.microsoft.com/office/drawing/2014/main" id="{1A0479C3-3C25-3620-568F-C5A6DB441FA7}"/>
              </a:ext>
            </a:extLst>
          </p:cNvPr>
          <p:cNvPicPr>
            <a:picLocks noGrp="1" noChangeAspect="1"/>
          </p:cNvPicPr>
          <p:nvPr>
            <p:ph type="pic" sz="quarter" idx="19"/>
          </p:nvPr>
        </p:nvPicPr>
        <p:blipFill rotWithShape="1">
          <a:blip r:embed="rId3"/>
          <a:srcRect l="-7054" t="-8873" r="-7054" b="-8873"/>
          <a:stretch/>
        </p:blipFill>
        <p:spPr>
          <a:xfrm>
            <a:off x="5353050" y="0"/>
            <a:ext cx="6838950" cy="6858000"/>
          </a:xfrm>
          <a:prstGeom prst="rect">
            <a:avLst/>
          </a:prstGeom>
          <a:solidFill>
            <a:schemeClr val="bg1"/>
          </a:solidFill>
          <a:ln w="38100">
            <a:solidFill>
              <a:srgbClr val="C73ECC"/>
            </a:solidFill>
          </a:ln>
        </p:spPr>
      </p:pic>
    </p:spTree>
    <p:extLst>
      <p:ext uri="{BB962C8B-B14F-4D97-AF65-F5344CB8AC3E}">
        <p14:creationId xmlns:p14="http://schemas.microsoft.com/office/powerpoint/2010/main" val="155490372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D00C59-CC14-C925-8778-DB9AAFF927E3}"/>
              </a:ext>
            </a:extLst>
          </p:cNvPr>
          <p:cNvSpPr>
            <a:spLocks noGrp="1"/>
          </p:cNvSpPr>
          <p:nvPr>
            <p:ph type="title"/>
          </p:nvPr>
        </p:nvSpPr>
        <p:spPr>
          <a:xfrm>
            <a:off x="588262" y="585216"/>
            <a:ext cx="11011600" cy="492443"/>
          </a:xfrm>
        </p:spPr>
        <p:txBody>
          <a:bodyPr/>
          <a:lstStyle/>
          <a:p>
            <a:r>
              <a:rPr lang="en-US"/>
              <a:t>Work with Authenticated APIs</a:t>
            </a:r>
          </a:p>
        </p:txBody>
      </p:sp>
      <p:pic>
        <p:nvPicPr>
          <p:cNvPr id="10" name="Picture Placeholder 9" descr="Screenshot showing the connector authentication options">
            <a:extLst>
              <a:ext uri="{FF2B5EF4-FFF2-40B4-BE49-F238E27FC236}">
                <a16:creationId xmlns:a16="http://schemas.microsoft.com/office/drawing/2014/main" id="{C66E6D25-3C78-EA5C-D57D-99E717D3557B}"/>
              </a:ext>
            </a:extLst>
          </p:cNvPr>
          <p:cNvPicPr>
            <a:picLocks noGrp="1" noChangeAspect="1"/>
          </p:cNvPicPr>
          <p:nvPr>
            <p:ph type="pic" sz="quarter" idx="21"/>
          </p:nvPr>
        </p:nvPicPr>
        <p:blipFill rotWithShape="1">
          <a:blip r:embed="rId3"/>
          <a:srcRect l="-15843" t="-1570" r="-15843" b="-1570"/>
          <a:stretch/>
        </p:blipFill>
        <p:spPr>
          <a:xfrm>
            <a:off x="0" y="1152525"/>
            <a:ext cx="12192000" cy="3444875"/>
          </a:xfrm>
          <a:prstGeom prst="rect">
            <a:avLst/>
          </a:prstGeom>
          <a:solidFill>
            <a:schemeClr val="bg1"/>
          </a:solidFill>
          <a:ln w="38100">
            <a:solidFill>
              <a:srgbClr val="C73ECC"/>
            </a:solidFill>
          </a:ln>
        </p:spPr>
      </p:pic>
      <p:sp>
        <p:nvSpPr>
          <p:cNvPr id="7" name="Text Placeholder 6">
            <a:extLst>
              <a:ext uri="{FF2B5EF4-FFF2-40B4-BE49-F238E27FC236}">
                <a16:creationId xmlns:a16="http://schemas.microsoft.com/office/drawing/2014/main" id="{B1762CC5-E462-2652-EB90-2E4C1F7CFC9D}"/>
              </a:ext>
            </a:extLst>
          </p:cNvPr>
          <p:cNvSpPr>
            <a:spLocks noGrp="1"/>
          </p:cNvSpPr>
          <p:nvPr>
            <p:ph type="body" sz="quarter" idx="15"/>
          </p:nvPr>
        </p:nvSpPr>
        <p:spPr>
          <a:xfrm>
            <a:off x="586390" y="4696481"/>
            <a:ext cx="11013472" cy="1754326"/>
          </a:xfrm>
        </p:spPr>
        <p:txBody>
          <a:bodyPr lIns="0" tIns="0" rIns="0" bIns="0"/>
          <a:lstStyle/>
          <a:p>
            <a:pPr marL="0" indent="0">
              <a:spcBef>
                <a:spcPts val="300"/>
              </a:spcBef>
              <a:buNone/>
            </a:pPr>
            <a:r>
              <a:rPr lang="en-US" sz="2200" dirty="0">
                <a:latin typeface="+mn-lt"/>
              </a:rPr>
              <a:t>The custom connector architecture supports working with authenticated APIs.</a:t>
            </a:r>
          </a:p>
          <a:p>
            <a:pPr marL="365125" indent="-214313">
              <a:spcBef>
                <a:spcPts val="300"/>
              </a:spcBef>
              <a:buChar char="•"/>
            </a:pPr>
            <a:r>
              <a:rPr lang="en-US" sz="1800" dirty="0">
                <a:solidFill>
                  <a:schemeClr val="tx1"/>
                </a:solidFill>
              </a:rPr>
              <a:t>No authentication </a:t>
            </a:r>
          </a:p>
          <a:p>
            <a:pPr marL="365125" indent="-214313">
              <a:spcBef>
                <a:spcPts val="600"/>
              </a:spcBef>
              <a:buChar char="•"/>
            </a:pPr>
            <a:r>
              <a:rPr lang="en-US" sz="1800" dirty="0">
                <a:solidFill>
                  <a:schemeClr val="tx1"/>
                </a:solidFill>
              </a:rPr>
              <a:t>Basic authentication</a:t>
            </a:r>
          </a:p>
          <a:p>
            <a:pPr marL="365125" indent="-214313">
              <a:spcBef>
                <a:spcPts val="600"/>
              </a:spcBef>
              <a:buChar char="•"/>
            </a:pPr>
            <a:r>
              <a:rPr lang="en-US" sz="1800" dirty="0">
                <a:solidFill>
                  <a:schemeClr val="tx1"/>
                </a:solidFill>
              </a:rPr>
              <a:t>OAuth 2.0 </a:t>
            </a:r>
          </a:p>
          <a:p>
            <a:pPr marL="365125" indent="-214313">
              <a:spcBef>
                <a:spcPts val="600"/>
              </a:spcBef>
              <a:buChar char="•"/>
            </a:pPr>
            <a:r>
              <a:rPr lang="en-US" sz="1800" dirty="0">
                <a:solidFill>
                  <a:schemeClr val="tx1"/>
                </a:solidFill>
              </a:rPr>
              <a:t>API key</a:t>
            </a:r>
          </a:p>
        </p:txBody>
      </p:sp>
    </p:spTree>
    <p:extLst>
      <p:ext uri="{BB962C8B-B14F-4D97-AF65-F5344CB8AC3E}">
        <p14:creationId xmlns:p14="http://schemas.microsoft.com/office/powerpoint/2010/main" val="369144936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1356DC3-5E3A-7E2E-8A64-D083700DEA4C}"/>
              </a:ext>
            </a:extLst>
          </p:cNvPr>
          <p:cNvSpPr>
            <a:spLocks noGrp="1"/>
          </p:cNvSpPr>
          <p:nvPr>
            <p:ph type="title"/>
          </p:nvPr>
        </p:nvSpPr>
        <p:spPr/>
        <p:txBody>
          <a:bodyPr/>
          <a:lstStyle/>
          <a:p>
            <a:r>
              <a:rPr lang="en-US"/>
              <a:t>Work with OAuth 2 Authenticated APIs</a:t>
            </a:r>
          </a:p>
        </p:txBody>
      </p:sp>
      <p:sp>
        <p:nvSpPr>
          <p:cNvPr id="7" name="Rectangle 6">
            <a:extLst>
              <a:ext uri="{FF2B5EF4-FFF2-40B4-BE49-F238E27FC236}">
                <a16:creationId xmlns:a16="http://schemas.microsoft.com/office/drawing/2014/main" id="{43478D75-6EAA-AA13-1782-01715609C71E}"/>
              </a:ext>
              <a:ext uri="{C183D7F6-B498-43B3-948B-1728B52AA6E4}">
                <adec:decorative xmlns:adec="http://schemas.microsoft.com/office/drawing/2017/decorative" val="1"/>
              </a:ext>
            </a:extLst>
          </p:cNvPr>
          <p:cNvSpPr>
            <a:spLocks/>
          </p:cNvSpPr>
          <p:nvPr/>
        </p:nvSpPr>
        <p:spPr bwMode="auto">
          <a:xfrm>
            <a:off x="588262" y="1289050"/>
            <a:ext cx="11013474" cy="4983734"/>
          </a:xfrm>
          <a:prstGeom prst="rect">
            <a:avLst/>
          </a:prstGeom>
          <a:solidFill>
            <a:schemeClr val="bg1"/>
          </a:solid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descr="Screenshot showing the identity provider options">
            <a:extLst>
              <a:ext uri="{FF2B5EF4-FFF2-40B4-BE49-F238E27FC236}">
                <a16:creationId xmlns:a16="http://schemas.microsoft.com/office/drawing/2014/main" id="{1F602568-749A-1818-55DD-A94CA102AAEC}"/>
              </a:ext>
            </a:extLst>
          </p:cNvPr>
          <p:cNvPicPr>
            <a:picLocks noChangeAspect="1"/>
          </p:cNvPicPr>
          <p:nvPr/>
        </p:nvPicPr>
        <p:blipFill rotWithShape="1">
          <a:blip r:embed="rId3"/>
          <a:srcRect r="9702"/>
          <a:stretch/>
        </p:blipFill>
        <p:spPr>
          <a:xfrm>
            <a:off x="4245533" y="1382454"/>
            <a:ext cx="3698932" cy="4796926"/>
          </a:xfrm>
          <a:prstGeom prst="rect">
            <a:avLst/>
          </a:prstGeom>
          <a:ln>
            <a:noFill/>
          </a:ln>
        </p:spPr>
      </p:pic>
    </p:spTree>
    <p:extLst>
      <p:ext uri="{BB962C8B-B14F-4D97-AF65-F5344CB8AC3E}">
        <p14:creationId xmlns:p14="http://schemas.microsoft.com/office/powerpoint/2010/main" val="29375393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7132B"/>
        </a:solidFill>
        <a:effectLst/>
      </p:bgPr>
    </p:bg>
    <p:spTree>
      <p:nvGrpSpPr>
        <p:cNvPr id="1" name="">
          <a:extLst>
            <a:ext uri="{FF2B5EF4-FFF2-40B4-BE49-F238E27FC236}">
              <a16:creationId xmlns:a16="http://schemas.microsoft.com/office/drawing/2014/main" id="{DD7022B3-D6F3-2F4E-F404-2D2811BFAA5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581DAF6-784D-0DBB-4727-4DB8ED537921}"/>
              </a:ext>
            </a:extLst>
          </p:cNvPr>
          <p:cNvSpPr/>
          <p:nvPr/>
        </p:nvSpPr>
        <p:spPr>
          <a:xfrm>
            <a:off x="812800" y="1654870"/>
            <a:ext cx="10883392"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0" cap="none" spc="200" normalizeH="0" baseline="0" noProof="0" dirty="0">
                <a:ln>
                  <a:noFill/>
                </a:ln>
                <a:solidFill>
                  <a:srgbClr val="F4B942"/>
                </a:solidFill>
                <a:effectLst/>
                <a:uLnTx/>
                <a:uFillTx/>
                <a:latin typeface="DM Sans" pitchFamily="34" charset="0"/>
                <a:ea typeface="DM Sans" pitchFamily="34" charset="-122"/>
                <a:cs typeface="DM Sans" pitchFamily="34" charset="-120"/>
              </a:rPr>
              <a:t>POWER PLATFORM</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3" name="Text 1">
            <a:extLst>
              <a:ext uri="{FF2B5EF4-FFF2-40B4-BE49-F238E27FC236}">
                <a16:creationId xmlns:a16="http://schemas.microsoft.com/office/drawing/2014/main" id="{2E0CD648-DB3B-5098-B492-2E096A396590}"/>
              </a:ext>
            </a:extLst>
          </p:cNvPr>
          <p:cNvSpPr>
            <a:spLocks noGrp="1"/>
          </p:cNvSpPr>
          <p:nvPr>
            <p:ph type="title"/>
          </p:nvPr>
        </p:nvSpPr>
        <p:spPr>
          <a:xfrm>
            <a:off x="812800" y="2157760"/>
            <a:ext cx="10883392" cy="1785541"/>
          </a:xfrm>
          <a:prstGeom prst="rect">
            <a:avLst/>
          </a:prstGeom>
          <a:noFill/>
          <a:ln/>
        </p:spPr>
        <p:txBody>
          <a:bodyPr wrap="square" lIns="0" tIns="0" rIns="0" bIns="0" rtlCol="0" anchor="t">
            <a:normAutofit/>
          </a:bodyPr>
          <a:lstStyle/>
          <a:p>
            <a:pPr>
              <a:lnSpc>
                <a:spcPts val="6930"/>
              </a:lnSpc>
            </a:pPr>
            <a:r>
              <a:rPr lang="en-US" sz="6600" b="1" i="0" dirty="0">
                <a:solidFill>
                  <a:srgbClr val="F4F1FA"/>
                </a:solidFill>
                <a:latin typeface="DM Sans" pitchFamily="34" charset="0"/>
                <a:ea typeface="DM Sans" pitchFamily="34" charset="-122"/>
                <a:cs typeface="DM Sans" pitchFamily="34" charset="-120"/>
              </a:rPr>
              <a:t>Demo</a:t>
            </a:r>
            <a:endParaRPr lang="en-US" sz="6600" b="1" dirty="0">
              <a:solidFill>
                <a:srgbClr val="F4F1FA"/>
              </a:solidFill>
            </a:endParaRPr>
          </a:p>
        </p:txBody>
      </p:sp>
      <p:sp>
        <p:nvSpPr>
          <p:cNvPr id="4" name="Shape 2">
            <a:extLst>
              <a:ext uri="{FF2B5EF4-FFF2-40B4-BE49-F238E27FC236}">
                <a16:creationId xmlns:a16="http://schemas.microsoft.com/office/drawing/2014/main" id="{103858D5-A6C4-F806-CE48-5B6FF34F92EB}"/>
              </a:ext>
            </a:extLst>
          </p:cNvPr>
          <p:cNvSpPr/>
          <p:nvPr/>
        </p:nvSpPr>
        <p:spPr>
          <a:xfrm>
            <a:off x="812800" y="3156601"/>
            <a:ext cx="889000" cy="50800"/>
          </a:xfrm>
          <a:prstGeom prst="roundRect">
            <a:avLst>
              <a:gd name="adj" fmla="val 50000"/>
            </a:avLst>
          </a:prstGeom>
          <a:solidFill>
            <a:srgbClr val="B794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E1736"/>
              </a:solidFill>
              <a:effectLst/>
              <a:uLnTx/>
              <a:uFillTx/>
              <a:latin typeface="DM Sans"/>
              <a:ea typeface="+mn-ea"/>
              <a:cs typeface="+mn-cs"/>
            </a:endParaRPr>
          </a:p>
        </p:txBody>
      </p:sp>
      <p:sp>
        <p:nvSpPr>
          <p:cNvPr id="5" name="Text 3">
            <a:extLst>
              <a:ext uri="{FF2B5EF4-FFF2-40B4-BE49-F238E27FC236}">
                <a16:creationId xmlns:a16="http://schemas.microsoft.com/office/drawing/2014/main" id="{C5C36B88-BDFD-29D8-DA60-E1A871D76BCB}"/>
              </a:ext>
            </a:extLst>
          </p:cNvPr>
          <p:cNvSpPr/>
          <p:nvPr/>
        </p:nvSpPr>
        <p:spPr>
          <a:xfrm>
            <a:off x="812799" y="3442939"/>
            <a:ext cx="10626659" cy="1785541"/>
          </a:xfrm>
          <a:prstGeom prst="rect">
            <a:avLst/>
          </a:prstGeom>
          <a:noFill/>
          <a:ln/>
        </p:spPr>
        <p:txBody>
          <a:bodyPr wrap="square" lIns="0" tIns="0" rIns="0" bIns="0" rtlCol="0" anchor="t">
            <a:normAutofit/>
          </a:bodyPr>
          <a:lstStyle/>
          <a:p>
            <a:pPr lvl="0">
              <a:lnSpc>
                <a:spcPts val="2860"/>
              </a:lnSpc>
              <a:defRPr/>
            </a:pPr>
            <a:r>
              <a:rPr lang="en-US" sz="2200" dirty="0">
                <a:solidFill>
                  <a:srgbClr val="B9B2D3"/>
                </a:solidFill>
                <a:latin typeface="DM Sans" pitchFamily="34" charset="0"/>
                <a:ea typeface="DM Sans" pitchFamily="34" charset="-122"/>
                <a:cs typeface="DM Sans" pitchFamily="34" charset="-120"/>
              </a:rPr>
              <a:t>H1. Banking: call a core-banking API through a custom connector</a:t>
            </a:r>
          </a:p>
          <a:p>
            <a:pPr lvl="0">
              <a:lnSpc>
                <a:spcPts val="2860"/>
              </a:lnSpc>
              <a:defRPr/>
            </a:pPr>
            <a:r>
              <a:rPr lang="en-US" sz="2200" dirty="0">
                <a:solidFill>
                  <a:srgbClr val="B9B2D3"/>
                </a:solidFill>
                <a:latin typeface="DM Sans" pitchFamily="34" charset="0"/>
                <a:ea typeface="DM Sans" pitchFamily="34" charset="-122"/>
                <a:cs typeface="DM Sans" pitchFamily="34" charset="-120"/>
              </a:rPr>
              <a:t>H2. Supply Chain: automate a restricted logistics portal task</a:t>
            </a:r>
          </a:p>
          <a:p>
            <a:pPr lvl="0">
              <a:lnSpc>
                <a:spcPts val="2860"/>
              </a:lnSpc>
              <a:defRPr/>
            </a:pPr>
            <a:r>
              <a:rPr lang="en-US" sz="2200" dirty="0">
                <a:solidFill>
                  <a:srgbClr val="B9B2D3"/>
                </a:solidFill>
                <a:latin typeface="DM Sans" pitchFamily="34" charset="0"/>
                <a:ea typeface="DM Sans" pitchFamily="34" charset="-122"/>
                <a:cs typeface="DM Sans" pitchFamily="34" charset="-120"/>
              </a:rPr>
              <a:t>H3. Finance: design audited posting into an API-less accounting system</a:t>
            </a:r>
            <a:endParaRPr kumimoji="0" lang="en-US" sz="2200" b="0" i="0" u="none" strike="noStrike" kern="1200" cap="none" spc="0" normalizeH="0" baseline="0" noProof="0" dirty="0">
              <a:ln>
                <a:noFill/>
              </a:ln>
              <a:solidFill>
                <a:srgbClr val="1E1736"/>
              </a:solidFill>
              <a:effectLst/>
              <a:uLnTx/>
              <a:uFillTx/>
              <a:latin typeface="DM Sans"/>
              <a:ea typeface="+mn-ea"/>
              <a:cs typeface="+mn-cs"/>
            </a:endParaRPr>
          </a:p>
        </p:txBody>
      </p:sp>
      <p:pic>
        <p:nvPicPr>
          <p:cNvPr id="6" name="Image 0" descr="Code">
            <a:extLst>
              <a:ext uri="{FF2B5EF4-FFF2-40B4-BE49-F238E27FC236}">
                <a16:creationId xmlns:a16="http://schemas.microsoft.com/office/drawing/2014/main" id="{13109805-ABAF-520B-5A05-B22DFE06A510}"/>
              </a:ext>
            </a:extLst>
          </p:cNvPr>
          <p:cNvPicPr>
            <a:picLocks noChangeAspect="1"/>
          </p:cNvPicPr>
          <p:nvPr/>
        </p:nvPicPr>
        <p:blipFill>
          <a:blip r:embed="rId3"/>
          <a:srcRect/>
          <a:stretch/>
        </p:blipFill>
        <p:spPr>
          <a:xfrm>
            <a:off x="10363200" y="812800"/>
            <a:ext cx="1016000" cy="1016000"/>
          </a:xfrm>
          <a:prstGeom prst="rect">
            <a:avLst/>
          </a:prstGeom>
        </p:spPr>
      </p:pic>
    </p:spTree>
    <p:extLst>
      <p:ext uri="{BB962C8B-B14F-4D97-AF65-F5344CB8AC3E}">
        <p14:creationId xmlns:p14="http://schemas.microsoft.com/office/powerpoint/2010/main" val="3585144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8AC67-E814-EAAD-C01A-41CE5EB34C8C}"/>
              </a:ext>
            </a:extLst>
          </p:cNvPr>
          <p:cNvSpPr>
            <a:spLocks noGrp="1"/>
          </p:cNvSpPr>
          <p:nvPr>
            <p:ph type="title"/>
          </p:nvPr>
        </p:nvSpPr>
        <p:spPr/>
        <p:txBody>
          <a:bodyPr>
            <a:normAutofit fontScale="90000"/>
          </a:bodyPr>
          <a:lstStyle/>
          <a:p>
            <a:r>
              <a:rPr lang="en-US"/>
              <a:t>Closing slide</a:t>
            </a:r>
          </a:p>
        </p:txBody>
      </p:sp>
      <p:sp>
        <p:nvSpPr>
          <p:cNvPr id="3" name="Title 1">
            <a:extLst>
              <a:ext uri="{FF2B5EF4-FFF2-40B4-BE49-F238E27FC236}">
                <a16:creationId xmlns:a16="http://schemas.microsoft.com/office/drawing/2014/main" id="{E24F4DE7-C129-72C8-6B68-3FB890D46E64}"/>
              </a:ext>
            </a:extLst>
          </p:cNvPr>
          <p:cNvSpPr txBox="1">
            <a:spLocks/>
          </p:cNvSpPr>
          <p:nvPr/>
        </p:nvSpPr>
        <p:spPr>
          <a:xfrm>
            <a:off x="584200" y="2976187"/>
            <a:ext cx="5325533" cy="557589"/>
          </a:xfrm>
          <a:prstGeom prst="rect">
            <a:avLst/>
          </a:prstGeom>
          <a:noFill/>
        </p:spPr>
        <p:txBody>
          <a:bodyPr vert="horz" wrap="square" lIns="0" tIns="0" rIns="0" bIns="0" rtlCol="0" anchor="b" anchorCtr="0">
            <a:spAutoFit/>
          </a:bodyPr>
          <a:lstStyle>
            <a:lvl1pPr algn="l" defTabSz="914400" rtl="0" eaLnBrk="1" latinLnBrk="0" hangingPunct="1">
              <a:lnSpc>
                <a:spcPct val="90000"/>
              </a:lnSpc>
              <a:spcBef>
                <a:spcPct val="0"/>
              </a:spcBef>
              <a:buNone/>
              <a:defRPr sz="4000" kern="1200" spc="-50" baseline="0">
                <a:solidFill>
                  <a:schemeClr val="tx1"/>
                </a:solidFill>
                <a:latin typeface="+mj-lt"/>
                <a:ea typeface="+mj-ea"/>
                <a:cs typeface="Segoe UI" panose="020B0502040204020203" pitchFamily="34" charset="0"/>
              </a:defRPr>
            </a:lvl1pPr>
          </a:lstStyle>
          <a:p>
            <a:r>
              <a:rPr lang="en-US" dirty="0"/>
              <a:t>Thank you</a:t>
            </a:r>
          </a:p>
        </p:txBody>
      </p:sp>
    </p:spTree>
    <p:extLst>
      <p:ext uri="{BB962C8B-B14F-4D97-AF65-F5344CB8AC3E}">
        <p14:creationId xmlns:p14="http://schemas.microsoft.com/office/powerpoint/2010/main" val="2655586065"/>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Power Apps Code Apps Quickstart">
  <a:themeElements>
    <a:clrScheme name="Power Apps Code Apps Quickstart">
      <a:dk1>
        <a:srgbClr val="1E1736"/>
      </a:dk1>
      <a:lt1>
        <a:srgbClr val="F6F4FA"/>
      </a:lt1>
      <a:dk2>
        <a:srgbClr val="544E67"/>
      </a:dk2>
      <a:lt2>
        <a:srgbClr val="E0DEE6"/>
      </a:lt2>
      <a:accent1>
        <a:srgbClr val="6B2FD6"/>
      </a:accent1>
      <a:accent2>
        <a:srgbClr val="F4B942"/>
      </a:accent2>
      <a:accent3>
        <a:srgbClr val="2A2250"/>
      </a:accent3>
      <a:accent4>
        <a:srgbClr val="5A2FAE"/>
      </a:accent4>
      <a:accent5>
        <a:srgbClr val="D9CCF5"/>
      </a:accent5>
      <a:accent6>
        <a:srgbClr val="B794F6"/>
      </a:accent6>
      <a:hlink>
        <a:srgbClr val="0563C1"/>
      </a:hlink>
      <a:folHlink>
        <a:srgbClr val="954F72"/>
      </a:folHlink>
    </a:clrScheme>
    <a:fontScheme name="Power Apps Code Apps Quickstart">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1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4.xml><?xml version="1.0" encoding="utf-8"?>
<a:theme xmlns:a="http://schemas.openxmlformats.org/drawingml/2006/main" name="Agent Actions, Computer Use &amp; Automation">
  <a:themeElements>
    <a:clrScheme name="Agent Actions, Computer Use &amp; Automation">
      <a:dk1>
        <a:srgbClr val="0F1B2D"/>
      </a:dk1>
      <a:lt1>
        <a:srgbClr val="F5F4EF"/>
      </a:lt1>
      <a:dk2>
        <a:srgbClr val="49515E"/>
      </a:dk2>
      <a:lt2>
        <a:srgbClr val="DEDEDC"/>
      </a:lt2>
      <a:accent1>
        <a:srgbClr val="2F6FED"/>
      </a:accent1>
      <a:accent2>
        <a:srgbClr val="F59E0B"/>
      </a:accent2>
      <a:accent3>
        <a:srgbClr val="B45309"/>
      </a:accent3>
      <a:accent4>
        <a:srgbClr val="15803D"/>
      </a:accent4>
      <a:accent5>
        <a:srgbClr val="5B6678"/>
      </a:accent5>
      <a:accent6>
        <a:srgbClr val="B9C4D6"/>
      </a:accent6>
      <a:hlink>
        <a:srgbClr val="0563C1"/>
      </a:hlink>
      <a:folHlink>
        <a:srgbClr val="954F72"/>
      </a:folHlink>
    </a:clrScheme>
    <a:fontScheme name="Agent Actions, Computer Use &amp; Automation">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1098</TotalTime>
  <Words>1273</Words>
  <Application>Microsoft Office PowerPoint</Application>
  <PresentationFormat>Widescreen</PresentationFormat>
  <Paragraphs>130</Paragraphs>
  <Slides>15</Slides>
  <Notes>13</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15</vt:i4>
      </vt:variant>
    </vt:vector>
  </HeadingPairs>
  <TitlesOfParts>
    <vt:vector size="28" baseType="lpstr">
      <vt:lpstr>Aptos</vt:lpstr>
      <vt:lpstr>Aptos Display</vt:lpstr>
      <vt:lpstr>Arial</vt:lpstr>
      <vt:lpstr>Consolas</vt:lpstr>
      <vt:lpstr>DM Sans</vt:lpstr>
      <vt:lpstr>Segoe UI</vt:lpstr>
      <vt:lpstr>Segoe UI Black</vt:lpstr>
      <vt:lpstr>Segoe UI Semibold</vt:lpstr>
      <vt:lpstr>Wingdings</vt:lpstr>
      <vt:lpstr>Office Theme</vt:lpstr>
      <vt:lpstr>Power Apps Code Apps Quickstart</vt:lpstr>
      <vt:lpstr>1_LIGHT MODE</vt:lpstr>
      <vt:lpstr>Agent Actions, Computer Use &amp; Automation</vt:lpstr>
      <vt:lpstr>Enterprise Apps &amp; Agents </vt:lpstr>
      <vt:lpstr>Power Automate, REST actions and safe action design</vt:lpstr>
      <vt:lpstr>Custom connectors, Graph, Dataverse and Azure Functions</vt:lpstr>
      <vt:lpstr>Computer Use architecture and appropriate use cases</vt:lpstr>
      <vt:lpstr>Instructions, dynamic inputs and credential management</vt:lpstr>
      <vt:lpstr>Allow-lists, human-in-the-loop, session replay and Purview audit</vt:lpstr>
      <vt:lpstr>DLP, safe autonomy and preferring APIs</vt:lpstr>
      <vt:lpstr>Steps to Create a Custom Connector</vt:lpstr>
      <vt:lpstr>Steps to Create a Custom Connector – Describe</vt:lpstr>
      <vt:lpstr>Steps to Create a Custom Connector – Use</vt:lpstr>
      <vt:lpstr>Describe the Connector</vt:lpstr>
      <vt:lpstr>Work with Authenticated APIs</vt:lpstr>
      <vt:lpstr>Work with OAuth 2 Authenticated APIs</vt:lpstr>
      <vt:lpstr>Demo</vt:lpstr>
      <vt:lpstr>Closing slide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Jenkins NS</dc:creator>
  <cp:lastModifiedBy>Jenkins NS</cp:lastModifiedBy>
  <cp:revision>1</cp:revision>
  <dcterms:created xsi:type="dcterms:W3CDTF">2026-05-23T19:27:32Z</dcterms:created>
  <dcterms:modified xsi:type="dcterms:W3CDTF">2026-10-23T06:11:17Z</dcterms:modified>
</cp:coreProperties>
</file>