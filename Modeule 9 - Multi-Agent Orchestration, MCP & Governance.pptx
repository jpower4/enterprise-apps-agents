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688" r:id="rId3"/>
    <p:sldMasterId id="2147483740" r:id="rId4"/>
  </p:sldMasterIdLst>
  <p:notesMasterIdLst>
    <p:notesMasterId r:id="rId21"/>
  </p:notesMasterIdLst>
  <p:sldIdLst>
    <p:sldId id="2147479557" r:id="rId5"/>
    <p:sldId id="257" r:id="rId6"/>
    <p:sldId id="258" r:id="rId7"/>
    <p:sldId id="259" r:id="rId8"/>
    <p:sldId id="260" r:id="rId9"/>
    <p:sldId id="261" r:id="rId10"/>
    <p:sldId id="2142533546" r:id="rId11"/>
    <p:sldId id="2142533547" r:id="rId12"/>
    <p:sldId id="2142533548" r:id="rId13"/>
    <p:sldId id="2142533549" r:id="rId14"/>
    <p:sldId id="2142533550" r:id="rId15"/>
    <p:sldId id="2142533551" r:id="rId16"/>
    <p:sldId id="2142533552" r:id="rId17"/>
    <p:sldId id="262" r:id="rId18"/>
    <p:sldId id="2147479602" r:id="rId19"/>
    <p:sldId id="21425334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FD9"/>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20EB0-5DD8-4CDF-B363-212A902E7FF8}" v="5" dt="2026-10-22T21:09:20.600"/>
    <p1510:client id="{44A5B6FC-45C4-4CC6-B068-09600BD49C4B}" v="3" dt="2026-10-23T06:16:52.006"/>
    <p1510:client id="{86BB08CA-B7A6-4B56-B251-75270BF6414D}" v="4" dt="2026-10-23T05:47:58.713"/>
    <p1510:client id="{9DF06EC0-6773-4754-B5CF-3A86373E55DF}" v="92" dt="2026-10-22T17:12:19.706"/>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79126" autoAdjust="0"/>
  </p:normalViewPr>
  <p:slideViewPr>
    <p:cSldViewPr snapToGrid="0">
      <p:cViewPr varScale="1">
        <p:scale>
          <a:sx n="76" d="100"/>
          <a:sy n="76" d="100"/>
        </p:scale>
        <p:origin x="62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589DD08C-61DE-4FF6-B5A3-AEEE15003728}"/>
    <pc:docChg chg="delSld modSld sldOrd">
      <pc:chgData name="Jenkins NS" userId="8bdba4d2-1367-40cf-ad35-f59b31261896" providerId="ADAL" clId="{589DD08C-61DE-4FF6-B5A3-AEEE15003728}" dt="2026-10-22T20:53:47.113" v="2"/>
      <pc:docMkLst>
        <pc:docMk/>
      </pc:docMkLst>
      <pc:sldChg chg="del">
        <pc:chgData name="Jenkins NS" userId="8bdba4d2-1367-40cf-ad35-f59b31261896" providerId="ADAL" clId="{589DD08C-61DE-4FF6-B5A3-AEEE15003728}" dt="2026-10-22T20:53:43.579" v="0" actId="47"/>
        <pc:sldMkLst>
          <pc:docMk/>
          <pc:sldMk cId="0" sldId="263"/>
        </pc:sldMkLst>
      </pc:sldChg>
      <pc:sldChg chg="del">
        <pc:chgData name="Jenkins NS" userId="8bdba4d2-1367-40cf-ad35-f59b31261896" providerId="ADAL" clId="{589DD08C-61DE-4FF6-B5A3-AEEE15003728}" dt="2026-10-22T20:53:43.579" v="0" actId="47"/>
        <pc:sldMkLst>
          <pc:docMk/>
          <pc:sldMk cId="0" sldId="264"/>
        </pc:sldMkLst>
      </pc:sldChg>
      <pc:sldChg chg="del">
        <pc:chgData name="Jenkins NS" userId="8bdba4d2-1367-40cf-ad35-f59b31261896" providerId="ADAL" clId="{589DD08C-61DE-4FF6-B5A3-AEEE15003728}" dt="2026-10-22T20:53:43.579" v="0" actId="47"/>
        <pc:sldMkLst>
          <pc:docMk/>
          <pc:sldMk cId="0" sldId="2147479588"/>
        </pc:sldMkLst>
      </pc:sldChg>
      <pc:sldChg chg="del">
        <pc:chgData name="Jenkins NS" userId="8bdba4d2-1367-40cf-ad35-f59b31261896" providerId="ADAL" clId="{589DD08C-61DE-4FF6-B5A3-AEEE15003728}" dt="2026-10-22T20:53:43.579" v="0" actId="47"/>
        <pc:sldMkLst>
          <pc:docMk/>
          <pc:sldMk cId="0" sldId="2147479589"/>
        </pc:sldMkLst>
      </pc:sldChg>
      <pc:sldChg chg="del">
        <pc:chgData name="Jenkins NS" userId="8bdba4d2-1367-40cf-ad35-f59b31261896" providerId="ADAL" clId="{589DD08C-61DE-4FF6-B5A3-AEEE15003728}" dt="2026-10-22T20:53:43.579" v="0" actId="47"/>
        <pc:sldMkLst>
          <pc:docMk/>
          <pc:sldMk cId="0" sldId="2147479590"/>
        </pc:sldMkLst>
      </pc:sldChg>
      <pc:sldChg chg="del">
        <pc:chgData name="Jenkins NS" userId="8bdba4d2-1367-40cf-ad35-f59b31261896" providerId="ADAL" clId="{589DD08C-61DE-4FF6-B5A3-AEEE15003728}" dt="2026-10-22T20:53:43.579" v="0" actId="47"/>
        <pc:sldMkLst>
          <pc:docMk/>
          <pc:sldMk cId="0" sldId="2147479591"/>
        </pc:sldMkLst>
      </pc:sldChg>
      <pc:sldChg chg="del">
        <pc:chgData name="Jenkins NS" userId="8bdba4d2-1367-40cf-ad35-f59b31261896" providerId="ADAL" clId="{589DD08C-61DE-4FF6-B5A3-AEEE15003728}" dt="2026-10-22T20:53:43.579" v="0" actId="47"/>
        <pc:sldMkLst>
          <pc:docMk/>
          <pc:sldMk cId="172466689" sldId="2147479598"/>
        </pc:sldMkLst>
      </pc:sldChg>
      <pc:sldChg chg="ord">
        <pc:chgData name="Jenkins NS" userId="8bdba4d2-1367-40cf-ad35-f59b31261896" providerId="ADAL" clId="{589DD08C-61DE-4FF6-B5A3-AEEE15003728}" dt="2026-10-22T20:53:47.113" v="2"/>
        <pc:sldMkLst>
          <pc:docMk/>
          <pc:sldMk cId="1525641040" sldId="2147479603"/>
        </pc:sldMkLst>
      </pc:sldChg>
    </pc:docChg>
  </pc:docChgLst>
  <pc:docChgLst>
    <pc:chgData name="Jenkins NS" userId="8bdba4d2-1367-40cf-ad35-f59b31261896" providerId="ADAL" clId="{E70A55F8-7D50-41B4-9023-6706A90C6A87}"/>
    <pc:docChg chg="delSld">
      <pc:chgData name="Jenkins NS" userId="8bdba4d2-1367-40cf-ad35-f59b31261896" providerId="ADAL" clId="{E70A55F8-7D50-41B4-9023-6706A90C6A87}" dt="2026-10-23T05:55:04.943" v="0" actId="47"/>
      <pc:docMkLst>
        <pc:docMk/>
      </pc:docMkLst>
      <pc:sldChg chg="del">
        <pc:chgData name="Jenkins NS" userId="8bdba4d2-1367-40cf-ad35-f59b31261896" providerId="ADAL" clId="{E70A55F8-7D50-41B4-9023-6706A90C6A87}" dt="2026-10-23T05:55:04.943" v="0" actId="47"/>
        <pc:sldMkLst>
          <pc:docMk/>
          <pc:sldMk cId="0" sldId="258"/>
        </pc:sldMkLst>
      </pc:sldChg>
      <pc:sldChg chg="del">
        <pc:chgData name="Jenkins NS" userId="8bdba4d2-1367-40cf-ad35-f59b31261896" providerId="ADAL" clId="{E70A55F8-7D50-41B4-9023-6706A90C6A87}" dt="2026-10-23T05:55:04.943" v="0" actId="47"/>
        <pc:sldMkLst>
          <pc:docMk/>
          <pc:sldMk cId="0" sldId="259"/>
        </pc:sldMkLst>
      </pc:sldChg>
      <pc:sldChg chg="del">
        <pc:chgData name="Jenkins NS" userId="8bdba4d2-1367-40cf-ad35-f59b31261896" providerId="ADAL" clId="{E70A55F8-7D50-41B4-9023-6706A90C6A87}" dt="2026-10-23T05:55:04.943" v="0" actId="47"/>
        <pc:sldMkLst>
          <pc:docMk/>
          <pc:sldMk cId="0" sldId="260"/>
        </pc:sldMkLst>
      </pc:sldChg>
      <pc:sldChg chg="del">
        <pc:chgData name="Jenkins NS" userId="8bdba4d2-1367-40cf-ad35-f59b31261896" providerId="ADAL" clId="{E70A55F8-7D50-41B4-9023-6706A90C6A87}" dt="2026-10-23T05:55:04.943" v="0" actId="47"/>
        <pc:sldMkLst>
          <pc:docMk/>
          <pc:sldMk cId="0" sldId="261"/>
        </pc:sldMkLst>
      </pc:sldChg>
      <pc:sldChg chg="del">
        <pc:chgData name="Jenkins NS" userId="8bdba4d2-1367-40cf-ad35-f59b31261896" providerId="ADAL" clId="{E70A55F8-7D50-41B4-9023-6706A90C6A87}" dt="2026-10-23T05:55:04.943" v="0" actId="47"/>
        <pc:sldMkLst>
          <pc:docMk/>
          <pc:sldMk cId="0" sldId="262"/>
        </pc:sldMkLst>
      </pc:sldChg>
      <pc:sldChg chg="del">
        <pc:chgData name="Jenkins NS" userId="8bdba4d2-1367-40cf-ad35-f59b31261896" providerId="ADAL" clId="{E70A55F8-7D50-41B4-9023-6706A90C6A87}" dt="2026-10-23T05:55:04.943" v="0" actId="47"/>
        <pc:sldMkLst>
          <pc:docMk/>
          <pc:sldMk cId="0" sldId="263"/>
        </pc:sldMkLst>
      </pc:sldChg>
      <pc:sldChg chg="del">
        <pc:chgData name="Jenkins NS" userId="8bdba4d2-1367-40cf-ad35-f59b31261896" providerId="ADAL" clId="{E70A55F8-7D50-41B4-9023-6706A90C6A87}" dt="2026-10-23T05:55:04.943" v="0" actId="47"/>
        <pc:sldMkLst>
          <pc:docMk/>
          <pc:sldMk cId="0" sldId="264"/>
        </pc:sldMkLst>
      </pc:sldChg>
      <pc:sldChg chg="del">
        <pc:chgData name="Jenkins NS" userId="8bdba4d2-1367-40cf-ad35-f59b31261896" providerId="ADAL" clId="{E70A55F8-7D50-41B4-9023-6706A90C6A87}" dt="2026-10-23T05:55:04.943" v="0" actId="47"/>
        <pc:sldMkLst>
          <pc:docMk/>
          <pc:sldMk cId="0" sldId="265"/>
        </pc:sldMkLst>
      </pc:sldChg>
      <pc:sldChg chg="del">
        <pc:chgData name="Jenkins NS" userId="8bdba4d2-1367-40cf-ad35-f59b31261896" providerId="ADAL" clId="{E70A55F8-7D50-41B4-9023-6706A90C6A87}" dt="2026-10-23T05:55:04.943" v="0" actId="47"/>
        <pc:sldMkLst>
          <pc:docMk/>
          <pc:sldMk cId="0" sldId="266"/>
        </pc:sldMkLst>
      </pc:sldChg>
      <pc:sldChg chg="del">
        <pc:chgData name="Jenkins NS" userId="8bdba4d2-1367-40cf-ad35-f59b31261896" providerId="ADAL" clId="{E70A55F8-7D50-41B4-9023-6706A90C6A87}" dt="2026-10-23T05:55:04.943" v="0" actId="47"/>
        <pc:sldMkLst>
          <pc:docMk/>
          <pc:sldMk cId="0" sldId="268"/>
        </pc:sldMkLst>
      </pc:sldChg>
      <pc:sldChg chg="del">
        <pc:chgData name="Jenkins NS" userId="8bdba4d2-1367-40cf-ad35-f59b31261896" providerId="ADAL" clId="{E70A55F8-7D50-41B4-9023-6706A90C6A87}" dt="2026-10-23T05:55:04.943" v="0" actId="47"/>
        <pc:sldMkLst>
          <pc:docMk/>
          <pc:sldMk cId="0" sldId="269"/>
        </pc:sldMkLst>
      </pc:sldChg>
      <pc:sldChg chg="del">
        <pc:chgData name="Jenkins NS" userId="8bdba4d2-1367-40cf-ad35-f59b31261896" providerId="ADAL" clId="{E70A55F8-7D50-41B4-9023-6706A90C6A87}" dt="2026-10-23T05:55:04.943" v="0" actId="47"/>
        <pc:sldMkLst>
          <pc:docMk/>
          <pc:sldMk cId="0" sldId="270"/>
        </pc:sldMkLst>
      </pc:sldChg>
      <pc:sldChg chg="del">
        <pc:chgData name="Jenkins NS" userId="8bdba4d2-1367-40cf-ad35-f59b31261896" providerId="ADAL" clId="{E70A55F8-7D50-41B4-9023-6706A90C6A87}" dt="2026-10-23T05:55:04.943" v="0" actId="47"/>
        <pc:sldMkLst>
          <pc:docMk/>
          <pc:sldMk cId="0" sldId="271"/>
        </pc:sldMkLst>
      </pc:sldChg>
      <pc:sldChg chg="del">
        <pc:chgData name="Jenkins NS" userId="8bdba4d2-1367-40cf-ad35-f59b31261896" providerId="ADAL" clId="{E70A55F8-7D50-41B4-9023-6706A90C6A87}" dt="2026-10-23T05:55:04.943" v="0" actId="47"/>
        <pc:sldMkLst>
          <pc:docMk/>
          <pc:sldMk cId="0" sldId="272"/>
        </pc:sldMkLst>
      </pc:sldChg>
      <pc:sldChg chg="del">
        <pc:chgData name="Jenkins NS" userId="8bdba4d2-1367-40cf-ad35-f59b31261896" providerId="ADAL" clId="{E70A55F8-7D50-41B4-9023-6706A90C6A87}" dt="2026-10-23T05:55:04.943" v="0" actId="47"/>
        <pc:sldMkLst>
          <pc:docMk/>
          <pc:sldMk cId="0" sldId="273"/>
        </pc:sldMkLst>
      </pc:sldChg>
      <pc:sldChg chg="del">
        <pc:chgData name="Jenkins NS" userId="8bdba4d2-1367-40cf-ad35-f59b31261896" providerId="ADAL" clId="{E70A55F8-7D50-41B4-9023-6706A90C6A87}" dt="2026-10-23T05:55:04.943" v="0" actId="47"/>
        <pc:sldMkLst>
          <pc:docMk/>
          <pc:sldMk cId="0" sldId="274"/>
        </pc:sldMkLst>
      </pc:sldChg>
      <pc:sldChg chg="del">
        <pc:chgData name="Jenkins NS" userId="8bdba4d2-1367-40cf-ad35-f59b31261896" providerId="ADAL" clId="{E70A55F8-7D50-41B4-9023-6706A90C6A87}" dt="2026-10-23T05:55:04.943" v="0" actId="47"/>
        <pc:sldMkLst>
          <pc:docMk/>
          <pc:sldMk cId="0" sldId="275"/>
        </pc:sldMkLst>
      </pc:sldChg>
      <pc:sldMasterChg chg="delSldLayout">
        <pc:chgData name="Jenkins NS" userId="8bdba4d2-1367-40cf-ad35-f59b31261896" providerId="ADAL" clId="{E70A55F8-7D50-41B4-9023-6706A90C6A87}" dt="2026-10-23T05:55:04.943" v="0" actId="47"/>
        <pc:sldMasterMkLst>
          <pc:docMk/>
          <pc:sldMasterMk cId="975404246" sldId="2147483648"/>
        </pc:sldMasterMkLst>
        <pc:sldLayoutChg chg="del">
          <pc:chgData name="Jenkins NS" userId="8bdba4d2-1367-40cf-ad35-f59b31261896" providerId="ADAL" clId="{E70A55F8-7D50-41B4-9023-6706A90C6A87}" dt="2026-10-23T05:55:04.943" v="0" actId="47"/>
          <pc:sldLayoutMkLst>
            <pc:docMk/>
            <pc:sldMasterMk cId="975404246" sldId="2147483648"/>
            <pc:sldLayoutMk cId="93244970" sldId="2147483741"/>
          </pc:sldLayoutMkLst>
        </pc:sldLayoutChg>
      </pc:sldMasterChg>
    </pc:docChg>
  </pc:docChgLst>
  <pc:docChgLst>
    <pc:chgData name="Jenkins NS" userId="8bdba4d2-1367-40cf-ad35-f59b31261896" providerId="ADAL" clId="{9DF06EC0-6773-4754-B5CF-3A86373E55DF}"/>
    <pc:docChg chg="undo custSel addSld delSld modSld sldOrd modMainMaster">
      <pc:chgData name="Jenkins NS" userId="8bdba4d2-1367-40cf-ad35-f59b31261896" providerId="ADAL" clId="{9DF06EC0-6773-4754-B5CF-3A86373E55DF}" dt="2026-10-22T17:16:18.362" v="499" actId="20577"/>
      <pc:docMkLst>
        <pc:docMk/>
      </pc:docMkLst>
      <pc:sldChg chg="modSp add del mod">
        <pc:chgData name="Jenkins NS" userId="8bdba4d2-1367-40cf-ad35-f59b31261896" providerId="ADAL" clId="{9DF06EC0-6773-4754-B5CF-3A86373E55DF}" dt="2026-10-21T19:54:46.195" v="300"/>
        <pc:sldMkLst>
          <pc:docMk/>
          <pc:sldMk cId="0" sldId="256"/>
        </pc:sldMkLst>
      </pc:sldChg>
      <pc:sldChg chg="modSp add mod">
        <pc:chgData name="Jenkins NS" userId="8bdba4d2-1367-40cf-ad35-f59b31261896" providerId="ADAL" clId="{9DF06EC0-6773-4754-B5CF-3A86373E55DF}" dt="2026-10-21T19:44:54.496" v="293" actId="123"/>
        <pc:sldMkLst>
          <pc:docMk/>
          <pc:sldMk cId="0" sldId="257"/>
        </pc:sldMkLst>
      </pc:sldChg>
      <pc:sldChg chg="add">
        <pc:chgData name="Jenkins NS" userId="8bdba4d2-1367-40cf-ad35-f59b31261896" providerId="ADAL" clId="{9DF06EC0-6773-4754-B5CF-3A86373E55DF}" dt="2026-10-21T19:44:09.197" v="292"/>
        <pc:sldMkLst>
          <pc:docMk/>
          <pc:sldMk cId="0" sldId="258"/>
        </pc:sldMkLst>
      </pc:sldChg>
      <pc:sldChg chg="add">
        <pc:chgData name="Jenkins NS" userId="8bdba4d2-1367-40cf-ad35-f59b31261896" providerId="ADAL" clId="{9DF06EC0-6773-4754-B5CF-3A86373E55DF}" dt="2026-10-21T19:44:09.197" v="292"/>
        <pc:sldMkLst>
          <pc:docMk/>
          <pc:sldMk cId="0" sldId="259"/>
        </pc:sldMkLst>
      </pc:sldChg>
      <pc:sldChg chg="add">
        <pc:chgData name="Jenkins NS" userId="8bdba4d2-1367-40cf-ad35-f59b31261896" providerId="ADAL" clId="{9DF06EC0-6773-4754-B5CF-3A86373E55DF}" dt="2026-10-21T19:44:09.197" v="292"/>
        <pc:sldMkLst>
          <pc:docMk/>
          <pc:sldMk cId="0" sldId="260"/>
        </pc:sldMkLst>
      </pc:sldChg>
      <pc:sldChg chg="add">
        <pc:chgData name="Jenkins NS" userId="8bdba4d2-1367-40cf-ad35-f59b31261896" providerId="ADAL" clId="{9DF06EC0-6773-4754-B5CF-3A86373E55DF}" dt="2026-10-21T19:44:09.197" v="292"/>
        <pc:sldMkLst>
          <pc:docMk/>
          <pc:sldMk cId="0" sldId="261"/>
        </pc:sldMkLst>
      </pc:sldChg>
      <pc:sldChg chg="add">
        <pc:chgData name="Jenkins NS" userId="8bdba4d2-1367-40cf-ad35-f59b31261896" providerId="ADAL" clId="{9DF06EC0-6773-4754-B5CF-3A86373E55DF}" dt="2026-10-21T19:44:09.197" v="292"/>
        <pc:sldMkLst>
          <pc:docMk/>
          <pc:sldMk cId="0" sldId="262"/>
        </pc:sldMkLst>
      </pc:sldChg>
      <pc:sldChg chg="delSp modSp add del mod setBg">
        <pc:chgData name="Jenkins NS" userId="8bdba4d2-1367-40cf-ad35-f59b31261896" providerId="ADAL" clId="{9DF06EC0-6773-4754-B5CF-3A86373E55DF}" dt="2026-10-21T20:11:07.284" v="355" actId="478"/>
        <pc:sldMkLst>
          <pc:docMk/>
          <pc:sldMk cId="0" sldId="263"/>
        </pc:sldMkLst>
      </pc:sldChg>
      <pc:sldChg chg="delSp modSp add del mod setBg">
        <pc:chgData name="Jenkins NS" userId="8bdba4d2-1367-40cf-ad35-f59b31261896" providerId="ADAL" clId="{9DF06EC0-6773-4754-B5CF-3A86373E55DF}" dt="2026-10-21T20:11:34.235" v="359"/>
        <pc:sldMkLst>
          <pc:docMk/>
          <pc:sldMk cId="0" sldId="264"/>
        </pc:sldMkLst>
      </pc:sldChg>
      <pc:sldChg chg="add del setBg">
        <pc:chgData name="Jenkins NS" userId="8bdba4d2-1367-40cf-ad35-f59b31261896" providerId="ADAL" clId="{9DF06EC0-6773-4754-B5CF-3A86373E55DF}" dt="2026-10-21T22:16:56.748" v="401"/>
        <pc:sldMkLst>
          <pc:docMk/>
          <pc:sldMk cId="0" sldId="265"/>
        </pc:sldMkLst>
      </pc:sldChg>
      <pc:sldChg chg="delSp modSp mod ord">
        <pc:chgData name="Jenkins NS" userId="8bdba4d2-1367-40cf-ad35-f59b31261896" providerId="ADAL" clId="{9DF06EC0-6773-4754-B5CF-3A86373E55DF}" dt="2026-10-21T19:43:22.468" v="290" actId="1076"/>
        <pc:sldMkLst>
          <pc:docMk/>
          <pc:sldMk cId="101198574" sldId="1611"/>
        </pc:sldMkLst>
      </pc:sldChg>
      <pc:sldChg chg="add del">
        <pc:chgData name="Jenkins NS" userId="8bdba4d2-1367-40cf-ad35-f59b31261896" providerId="ADAL" clId="{9DF06EC0-6773-4754-B5CF-3A86373E55DF}" dt="2026-10-21T22:20:53.660" v="422"/>
        <pc:sldMkLst>
          <pc:docMk/>
          <pc:sldMk cId="2497367714" sldId="2044"/>
        </pc:sldMkLst>
      </pc:sldChg>
      <pc:sldChg chg="add del">
        <pc:chgData name="Jenkins NS" userId="8bdba4d2-1367-40cf-ad35-f59b31261896" providerId="ADAL" clId="{9DF06EC0-6773-4754-B5CF-3A86373E55DF}" dt="2026-10-21T22:20:53.660" v="422"/>
        <pc:sldMkLst>
          <pc:docMk/>
          <pc:sldMk cId="3099915628" sldId="2045"/>
        </pc:sldMkLst>
      </pc:sldChg>
      <pc:sldChg chg="add">
        <pc:chgData name="Jenkins NS" userId="8bdba4d2-1367-40cf-ad35-f59b31261896" providerId="ADAL" clId="{9DF06EC0-6773-4754-B5CF-3A86373E55DF}" dt="2026-10-21T22:21:05.484" v="423"/>
        <pc:sldMkLst>
          <pc:docMk/>
          <pc:sldMk cId="1470740852" sldId="2047"/>
        </pc:sldMkLst>
      </pc:sldChg>
      <pc:sldChg chg="modSp add mod">
        <pc:chgData name="Jenkins NS" userId="8bdba4d2-1367-40cf-ad35-f59b31261896" providerId="ADAL" clId="{9DF06EC0-6773-4754-B5CF-3A86373E55DF}" dt="2026-10-21T22:21:20.971" v="430" actId="20577"/>
        <pc:sldMkLst>
          <pc:docMk/>
          <pc:sldMk cId="2010521932" sldId="2048"/>
        </pc:sldMkLst>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1T22:20:53.660" v="422"/>
        <pc:sldMkLst>
          <pc:docMk/>
          <pc:sldMk cId="254325681" sldId="10819"/>
        </pc:sldMkLst>
      </pc:sldChg>
      <pc:sldChg chg="add del">
        <pc:chgData name="Jenkins NS" userId="8bdba4d2-1367-40cf-ad35-f59b31261896" providerId="ADAL" clId="{9DF06EC0-6773-4754-B5CF-3A86373E55DF}" dt="2026-10-21T22:20:53.660" v="422"/>
        <pc:sldMkLst>
          <pc:docMk/>
          <pc:sldMk cId="220853581" sldId="2076136495"/>
        </pc:sldMkLst>
      </pc:sldChg>
      <pc:sldChg chg="add del">
        <pc:chgData name="Jenkins NS" userId="8bdba4d2-1367-40cf-ad35-f59b31261896" providerId="ADAL" clId="{9DF06EC0-6773-4754-B5CF-3A86373E55DF}" dt="2026-10-21T22:20:53.660" v="422"/>
        <pc:sldMkLst>
          <pc:docMk/>
          <pc:sldMk cId="3937804750" sldId="2076136496"/>
        </pc:sldMkLst>
      </pc:sldChg>
      <pc:sldChg chg="del">
        <pc:chgData name="Jenkins NS" userId="8bdba4d2-1367-40cf-ad35-f59b31261896" providerId="ADAL" clId="{9DF06EC0-6773-4754-B5CF-3A86373E55DF}" dt="2026-10-21T19:24:49.810" v="0" actId="47"/>
        <pc:sldMkLst>
          <pc:docMk/>
          <pc:sldMk cId="1609509673" sldId="2076137798"/>
        </pc:sldMkLst>
      </pc:sldChg>
      <pc:sldChg chg="modSp add mod">
        <pc:chgData name="Jenkins NS" userId="8bdba4d2-1367-40cf-ad35-f59b31261896" providerId="ADAL" clId="{9DF06EC0-6773-4754-B5CF-3A86373E55DF}" dt="2026-10-21T19:27:40.114" v="38" actId="20577"/>
        <pc:sldMkLst>
          <pc:docMk/>
          <pc:sldMk cId="0" sldId="2142533482"/>
        </pc:sldMkLst>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mod">
        <pc:chgData name="Jenkins NS" userId="8bdba4d2-1367-40cf-ad35-f59b31261896" providerId="ADAL" clId="{9DF06EC0-6773-4754-B5CF-3A86373E55DF}" dt="2026-10-21T19:43:29.848" v="291" actId="113"/>
        <pc:sldMkLst>
          <pc:docMk/>
          <pc:sldMk cId="1451565363" sldId="2147479572"/>
        </pc:sldMkLst>
      </pc:sldChg>
      <pc:sldChg chg="add del modNotesTx">
        <pc:chgData name="Jenkins NS" userId="8bdba4d2-1367-40cf-ad35-f59b31261896" providerId="ADAL" clId="{9DF06EC0-6773-4754-B5CF-3A86373E55DF}" dt="2026-10-21T19:57:56.902" v="308" actId="20577"/>
        <pc:sldMkLst>
          <pc:docMk/>
          <pc:sldMk cId="0" sldId="2147479573"/>
        </pc:sldMkLst>
      </pc:sldChg>
      <pc:sldChg chg="add del">
        <pc:chgData name="Jenkins NS" userId="8bdba4d2-1367-40cf-ad35-f59b31261896" providerId="ADAL" clId="{9DF06EC0-6773-4754-B5CF-3A86373E55DF}" dt="2026-10-21T19:55:04.156" v="303"/>
        <pc:sldMkLst>
          <pc:docMk/>
          <pc:sldMk cId="0" sldId="2147479574"/>
        </pc:sldMkLst>
      </pc:sldChg>
      <pc:sldChg chg="add del">
        <pc:chgData name="Jenkins NS" userId="8bdba4d2-1367-40cf-ad35-f59b31261896" providerId="ADAL" clId="{9DF06EC0-6773-4754-B5CF-3A86373E55DF}" dt="2026-10-21T19:55:04.156" v="303"/>
        <pc:sldMkLst>
          <pc:docMk/>
          <pc:sldMk cId="0" sldId="2147479575"/>
        </pc:sldMkLst>
      </pc:sldChg>
      <pc:sldChg chg="add del">
        <pc:chgData name="Jenkins NS" userId="8bdba4d2-1367-40cf-ad35-f59b31261896" providerId="ADAL" clId="{9DF06EC0-6773-4754-B5CF-3A86373E55DF}" dt="2026-10-21T19:55:04.156" v="303"/>
        <pc:sldMkLst>
          <pc:docMk/>
          <pc:sldMk cId="0" sldId="2147479576"/>
        </pc:sldMkLst>
      </pc:sldChg>
      <pc:sldChg chg="add del">
        <pc:chgData name="Jenkins NS" userId="8bdba4d2-1367-40cf-ad35-f59b31261896" providerId="ADAL" clId="{9DF06EC0-6773-4754-B5CF-3A86373E55DF}" dt="2026-10-21T19:55:04.156" v="303"/>
        <pc:sldMkLst>
          <pc:docMk/>
          <pc:sldMk cId="0" sldId="2147479577"/>
        </pc:sldMkLst>
      </pc:sldChg>
      <pc:sldChg chg="add">
        <pc:chgData name="Jenkins NS" userId="8bdba4d2-1367-40cf-ad35-f59b31261896" providerId="ADAL" clId="{9DF06EC0-6773-4754-B5CF-3A86373E55DF}" dt="2026-10-21T19:55:55.468" v="304"/>
        <pc:sldMkLst>
          <pc:docMk/>
          <pc:sldMk cId="0" sldId="2147479578"/>
        </pc:sldMkLst>
      </pc:sldChg>
      <pc:sldChg chg="addSp modSp add del mod setBg">
        <pc:chgData name="Jenkins NS" userId="8bdba4d2-1367-40cf-ad35-f59b31261896" providerId="ADAL" clId="{9DF06EC0-6773-4754-B5CF-3A86373E55DF}" dt="2026-10-21T20:12:56.506" v="377"/>
        <pc:sldMkLst>
          <pc:docMk/>
          <pc:sldMk cId="0" sldId="2147479579"/>
        </pc:sldMkLst>
      </pc:sldChg>
      <pc:sldChg chg="delSp add del mod setBg">
        <pc:chgData name="Jenkins NS" userId="8bdba4d2-1367-40cf-ad35-f59b31261896" providerId="ADAL" clId="{9DF06EC0-6773-4754-B5CF-3A86373E55DF}" dt="2026-10-21T20:10:06.987" v="342" actId="478"/>
        <pc:sldMkLst>
          <pc:docMk/>
          <pc:sldMk cId="0" sldId="2147479580"/>
        </pc:sldMkLst>
      </pc:sldChg>
      <pc:sldChg chg="delSp add del mod setBg">
        <pc:chgData name="Jenkins NS" userId="8bdba4d2-1367-40cf-ad35-f59b31261896" providerId="ADAL" clId="{9DF06EC0-6773-4754-B5CF-3A86373E55DF}" dt="2026-10-21T20:10:14.773" v="344" actId="478"/>
        <pc:sldMkLst>
          <pc:docMk/>
          <pc:sldMk cId="0" sldId="2147479581"/>
        </pc:sldMkLst>
      </pc:sldChg>
      <pc:sldChg chg="delSp add del mod setBg">
        <pc:chgData name="Jenkins NS" userId="8bdba4d2-1367-40cf-ad35-f59b31261896" providerId="ADAL" clId="{9DF06EC0-6773-4754-B5CF-3A86373E55DF}" dt="2026-10-21T20:10:28.364" v="346" actId="478"/>
        <pc:sldMkLst>
          <pc:docMk/>
          <pc:sldMk cId="0" sldId="2147479582"/>
        </pc:sldMkLst>
      </pc:sldChg>
      <pc:sldChg chg="delSp add del mod setBg">
        <pc:chgData name="Jenkins NS" userId="8bdba4d2-1367-40cf-ad35-f59b31261896" providerId="ADAL" clId="{9DF06EC0-6773-4754-B5CF-3A86373E55DF}" dt="2026-10-21T20:10:35.216" v="348" actId="478"/>
        <pc:sldMkLst>
          <pc:docMk/>
          <pc:sldMk cId="0" sldId="2147479583"/>
        </pc:sldMkLst>
      </pc:sldChg>
      <pc:sldChg chg="delSp add del mod setBg">
        <pc:chgData name="Jenkins NS" userId="8bdba4d2-1367-40cf-ad35-f59b31261896" providerId="ADAL" clId="{9DF06EC0-6773-4754-B5CF-3A86373E55DF}" dt="2026-10-21T20:10:43.160" v="350" actId="478"/>
        <pc:sldMkLst>
          <pc:docMk/>
          <pc:sldMk cId="0" sldId="2147479584"/>
        </pc:sldMkLst>
      </pc:sldChg>
      <pc:sldChg chg="delSp add del mod setBg">
        <pc:chgData name="Jenkins NS" userId="8bdba4d2-1367-40cf-ad35-f59b31261896" providerId="ADAL" clId="{9DF06EC0-6773-4754-B5CF-3A86373E55DF}" dt="2026-10-21T20:10:50.318" v="352" actId="478"/>
        <pc:sldMkLst>
          <pc:docMk/>
          <pc:sldMk cId="0" sldId="2147479585"/>
        </pc:sldMkLst>
      </pc:sldChg>
      <pc:sldChg chg="add setBg">
        <pc:chgData name="Jenkins NS" userId="8bdba4d2-1367-40cf-ad35-f59b31261896" providerId="ADAL" clId="{9DF06EC0-6773-4754-B5CF-3A86373E55DF}" dt="2026-10-21T20:18:07.696" v="378"/>
        <pc:sldMkLst>
          <pc:docMk/>
          <pc:sldMk cId="0" sldId="2147479586"/>
        </pc:sldMkLst>
      </pc:sldChg>
      <pc:sldChg chg="add setBg">
        <pc:chgData name="Jenkins NS" userId="8bdba4d2-1367-40cf-ad35-f59b31261896" providerId="ADAL" clId="{9DF06EC0-6773-4754-B5CF-3A86373E55DF}" dt="2026-10-21T20:20:00.238" v="379"/>
        <pc:sldMkLst>
          <pc:docMk/>
          <pc:sldMk cId="0" sldId="2147479587"/>
        </pc:sldMkLst>
      </pc:sldChg>
      <pc:sldChg chg="add del setBg">
        <pc:chgData name="Jenkins NS" userId="8bdba4d2-1367-40cf-ad35-f59b31261896" providerId="ADAL" clId="{9DF06EC0-6773-4754-B5CF-3A86373E55DF}" dt="2026-10-21T21:02:59.884" v="382"/>
        <pc:sldMkLst>
          <pc:docMk/>
          <pc:sldMk cId="0" sldId="2147479588"/>
        </pc:sldMkLst>
      </pc:sldChg>
      <pc:sldChg chg="add del setBg">
        <pc:chgData name="Jenkins NS" userId="8bdba4d2-1367-40cf-ad35-f59b31261896" providerId="ADAL" clId="{9DF06EC0-6773-4754-B5CF-3A86373E55DF}" dt="2026-10-21T21:02:59.884" v="382"/>
        <pc:sldMkLst>
          <pc:docMk/>
          <pc:sldMk cId="0" sldId="2147479589"/>
        </pc:sldMkLst>
      </pc:sldChg>
      <pc:sldChg chg="add del setBg">
        <pc:chgData name="Jenkins NS" userId="8bdba4d2-1367-40cf-ad35-f59b31261896" providerId="ADAL" clId="{9DF06EC0-6773-4754-B5CF-3A86373E55DF}" dt="2026-10-21T21:02:59.884" v="382"/>
        <pc:sldMkLst>
          <pc:docMk/>
          <pc:sldMk cId="0" sldId="2147479590"/>
        </pc:sldMkLst>
      </pc:sldChg>
      <pc:sldChg chg="add del setBg">
        <pc:chgData name="Jenkins NS" userId="8bdba4d2-1367-40cf-ad35-f59b31261896" providerId="ADAL" clId="{9DF06EC0-6773-4754-B5CF-3A86373E55DF}" dt="2026-10-21T21:02:59.884" v="382"/>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mod">
        <pc:chgData name="Jenkins NS" userId="8bdba4d2-1367-40cf-ad35-f59b31261896" providerId="ADAL" clId="{9DF06EC0-6773-4754-B5CF-3A86373E55DF}" dt="2026-10-22T17:16:18.362" v="499" actId="20577"/>
        <pc:sldMkLst>
          <pc:docMk/>
          <pc:sldMk cId="2979084665" sldId="2147479593"/>
        </pc:sldMkLst>
        <pc:spChg chg="mod">
          <ac:chgData name="Jenkins NS" userId="8bdba4d2-1367-40cf-ad35-f59b31261896" providerId="ADAL" clId="{9DF06EC0-6773-4754-B5CF-3A86373E55DF}" dt="2026-10-22T17:16:18.362" v="499" actId="20577"/>
          <ac:spMkLst>
            <pc:docMk/>
            <pc:sldMk cId="2979084665" sldId="2147479593"/>
            <ac:spMk id="3" creationId="{E1E21D66-9B9B-D583-A6D9-39E93A43781F}"/>
          </ac:spMkLst>
        </pc:spChg>
      </pc:sldChg>
      <pc:sldChg chg="add setBg">
        <pc:chgData name="Jenkins NS" userId="8bdba4d2-1367-40cf-ad35-f59b31261896" providerId="ADAL" clId="{9DF06EC0-6773-4754-B5CF-3A86373E55DF}" dt="2026-10-21T22:16:56.748" v="401"/>
        <pc:sldMkLst>
          <pc:docMk/>
          <pc:sldMk cId="0" sldId="2147479594"/>
        </pc:sldMkLst>
      </pc:sldChg>
      <pc:sldChg chg="add setBg">
        <pc:chgData name="Jenkins NS" userId="8bdba4d2-1367-40cf-ad35-f59b31261896" providerId="ADAL" clId="{9DF06EC0-6773-4754-B5CF-3A86373E55DF}" dt="2026-10-21T22:16:56.748" v="401"/>
        <pc:sldMkLst>
          <pc:docMk/>
          <pc:sldMk cId="0" sldId="2147479595"/>
        </pc:sldMkLst>
      </pc:sldChg>
      <pc:sldChg chg="add setBg">
        <pc:chgData name="Jenkins NS" userId="8bdba4d2-1367-40cf-ad35-f59b31261896" providerId="ADAL" clId="{9DF06EC0-6773-4754-B5CF-3A86373E55DF}" dt="2026-10-21T22:16:56.748" v="401"/>
        <pc:sldMkLst>
          <pc:docMk/>
          <pc:sldMk cId="0" sldId="2147479596"/>
        </pc:sldMkLst>
      </pc:sldChg>
      <pc:sldChg chg="add setBg">
        <pc:chgData name="Jenkins NS" userId="8bdba4d2-1367-40cf-ad35-f59b31261896" providerId="ADAL" clId="{9DF06EC0-6773-4754-B5CF-3A86373E55DF}" dt="2026-10-21T22:16:56.748" v="401"/>
        <pc:sldMkLst>
          <pc:docMk/>
          <pc:sldMk cId="0" sldId="2147479597"/>
        </pc:sldMkLst>
      </pc:sldChg>
      <pc:sldChg chg="modSp add mod">
        <pc:chgData name="Jenkins NS" userId="8bdba4d2-1367-40cf-ad35-f59b31261896" providerId="ADAL" clId="{9DF06EC0-6773-4754-B5CF-3A86373E55DF}" dt="2026-10-21T22:18:25.005" v="419" actId="20577"/>
        <pc:sldMkLst>
          <pc:docMk/>
          <pc:sldMk cId="172466689" sldId="2147479598"/>
        </pc:sldMkLst>
      </pc:sldChg>
      <pc:sldChg chg="add del setBg">
        <pc:chgData name="Jenkins NS" userId="8bdba4d2-1367-40cf-ad35-f59b31261896" providerId="ADAL" clId="{9DF06EC0-6773-4754-B5CF-3A86373E55DF}" dt="2026-10-21T22:17:12.637" v="403"/>
        <pc:sldMkLst>
          <pc:docMk/>
          <pc:sldMk cId="4256308337" sldId="2147479598"/>
        </pc:sldMkLst>
      </pc:sldChg>
      <pc:sldChg chg="modSp add mod">
        <pc:chgData name="Jenkins NS" userId="8bdba4d2-1367-40cf-ad35-f59b31261896" providerId="ADAL" clId="{9DF06EC0-6773-4754-B5CF-3A86373E55DF}" dt="2026-10-21T22:22:47.759" v="439" actId="20577"/>
        <pc:sldMkLst>
          <pc:docMk/>
          <pc:sldMk cId="2017300280" sldId="2147479599"/>
        </pc:sldMkLst>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17:13:06.375" v="491" actId="47"/>
        <pc:sldMkLst>
          <pc:docMk/>
          <pc:sldMk cId="3382622447" sldId="2147479600"/>
        </pc:sldMkLst>
      </pc:sldChg>
      <pc:sldChg chg="modSp add mod">
        <pc:chgData name="Jenkins NS" userId="8bdba4d2-1367-40cf-ad35-f59b31261896" providerId="ADAL" clId="{9DF06EC0-6773-4754-B5CF-3A86373E55DF}" dt="2026-10-21T22:25:14.296" v="451" actId="20577"/>
        <pc:sldMkLst>
          <pc:docMk/>
          <pc:sldMk cId="703889543" sldId="2147479601"/>
        </pc:sldMkLst>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mod">
        <pc:chgData name="Jenkins NS" userId="8bdba4d2-1367-40cf-ad35-f59b31261896" providerId="ADAL" clId="{9DF06EC0-6773-4754-B5CF-3A86373E55DF}" dt="2026-10-21T22:27:40.341" v="466" actId="20577"/>
        <pc:sldMkLst>
          <pc:docMk/>
          <pc:sldMk cId="3585144251" sldId="2147479602"/>
        </pc:sldMkLst>
        <pc:spChg chg="mod">
          <ac:chgData name="Jenkins NS" userId="8bdba4d2-1367-40cf-ad35-f59b31261896" providerId="ADAL" clId="{9DF06EC0-6773-4754-B5CF-3A86373E55DF}" dt="2026-10-21T22:27:40.341" v="466" actId="20577"/>
          <ac:spMkLst>
            <pc:docMk/>
            <pc:sldMk cId="3585144251" sldId="2147479602"/>
            <ac:spMk id="5" creationId="{C5C36B88-BDFD-29D8-DA60-E1A871D76BCB}"/>
          </ac:spMkLst>
        </pc:spChg>
      </pc:sldChg>
      <pc:sldChg chg="modSp add mod">
        <pc:chgData name="Jenkins NS" userId="8bdba4d2-1367-40cf-ad35-f59b31261896" providerId="ADAL" clId="{9DF06EC0-6773-4754-B5CF-3A86373E55DF}" dt="2026-10-22T17:12:25.880" v="489" actId="20577"/>
        <pc:sldMkLst>
          <pc:docMk/>
          <pc:sldMk cId="1525641040" sldId="2147479603"/>
        </pc:sldMkLst>
        <pc:spChg chg="mod">
          <ac:chgData name="Jenkins NS" userId="8bdba4d2-1367-40cf-ad35-f59b31261896" providerId="ADAL" clId="{9DF06EC0-6773-4754-B5CF-3A86373E55DF}" dt="2026-10-22T17:11:59.113" v="483" actId="20577"/>
          <ac:spMkLst>
            <pc:docMk/>
            <pc:sldMk cId="1525641040" sldId="2147479603"/>
            <ac:spMk id="3" creationId="{553923D6-D6BD-2A1A-B726-3087B6D885BC}"/>
          </ac:spMkLst>
        </pc:spChg>
        <pc:spChg chg="mod">
          <ac:chgData name="Jenkins NS" userId="8bdba4d2-1367-40cf-ad35-f59b31261896" providerId="ADAL" clId="{9DF06EC0-6773-4754-B5CF-3A86373E55DF}" dt="2026-10-22T17:12:25.880" v="489" actId="20577"/>
          <ac:spMkLst>
            <pc:docMk/>
            <pc:sldMk cId="1525641040" sldId="2147479603"/>
            <ac:spMk id="4" creationId="{5D97F56A-A0BE-BE10-5B49-DFB6A23B5F18}"/>
          </ac:spMkLst>
        </pc:spChg>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delSldLayout modSldLayout">
        <pc:chgData name="Jenkins NS" userId="8bdba4d2-1367-40cf-ad35-f59b31261896" providerId="ADAL" clId="{9DF06EC0-6773-4754-B5CF-3A86373E55DF}" dt="2026-10-22T17:10:37.795" v="467" actId="478"/>
        <pc:sldMasterMkLst>
          <pc:docMk/>
          <pc:sldMasterMk cId="975404246" sldId="2147483648"/>
        </pc:sldMasterMkLst>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del mod">
            <ac:chgData name="Jenkins NS" userId="8bdba4d2-1367-40cf-ad35-f59b31261896" providerId="ADAL" clId="{9DF06EC0-6773-4754-B5CF-3A86373E55DF}" dt="2026-10-22T17:10:37.795" v="467" actId="478"/>
            <ac:picMkLst>
              <pc:docMk/>
              <pc:sldMasterMk cId="975404246" sldId="2147483648"/>
              <pc:sldLayoutMk cId="3241650075" sldId="2147483672"/>
              <ac:picMk id="13" creationId="{3301086E-F595-9F37-140F-1279F2C885C8}"/>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MasterChg>
      <pc:sldMasterChg chg="modSldLayout">
        <pc:chgData name="Jenkins NS" userId="8bdba4d2-1367-40cf-ad35-f59b31261896" providerId="ADAL" clId="{9DF06EC0-6773-4754-B5CF-3A86373E55DF}" dt="2026-10-21T19:48:26.160" v="294" actId="207"/>
        <pc:sldMasterMkLst>
          <pc:docMk/>
          <pc:sldMasterMk cId="2391316343" sldId="2147483668"/>
        </pc:sldMasterMkLst>
        <pc:sldLayoutChg chg="modSp mod">
          <pc:chgData name="Jenkins NS" userId="8bdba4d2-1367-40cf-ad35-f59b31261896" providerId="ADAL" clId="{9DF06EC0-6773-4754-B5CF-3A86373E55DF}" dt="2026-10-21T19:48:26.160" v="294" actId="207"/>
          <pc:sldLayoutMkLst>
            <pc:docMk/>
            <pc:sldMasterMk cId="2391316343" sldId="2147483668"/>
            <pc:sldLayoutMk cId="1798594045" sldId="2147483670"/>
          </pc:sldLayoutMkLst>
        </pc:sldLayoutChg>
      </pc:sldMasterChg>
    </pc:docChg>
  </pc:docChgLst>
  <pc:docChgLst>
    <pc:chgData name="Jenkins NS" userId="8bdba4d2-1367-40cf-ad35-f59b31261896" providerId="ADAL" clId="{3EF20EB0-5DD8-4CDF-B363-212A902E7FF8}"/>
    <pc:docChg chg="custSel addSld delSld modSld">
      <pc:chgData name="Jenkins NS" userId="8bdba4d2-1367-40cf-ad35-f59b31261896" providerId="ADAL" clId="{3EF20EB0-5DD8-4CDF-B363-212A902E7FF8}" dt="2026-10-22T21:09:35.441" v="21" actId="47"/>
      <pc:docMkLst>
        <pc:docMk/>
      </pc:docMkLst>
      <pc:sldChg chg="delSp modSp del mod">
        <pc:chgData name="Jenkins NS" userId="8bdba4d2-1367-40cf-ad35-f59b31261896" providerId="ADAL" clId="{3EF20EB0-5DD8-4CDF-B363-212A902E7FF8}" dt="2026-10-22T21:06:08.851" v="16" actId="2696"/>
        <pc:sldMkLst>
          <pc:docMk/>
          <pc:sldMk cId="0" sldId="265"/>
        </pc:sldMkLst>
        <pc:spChg chg="del">
          <ac:chgData name="Jenkins NS" userId="8bdba4d2-1367-40cf-ad35-f59b31261896" providerId="ADAL" clId="{3EF20EB0-5DD8-4CDF-B363-212A902E7FF8}" dt="2026-10-22T20:57:08.080" v="11" actId="478"/>
          <ac:spMkLst>
            <pc:docMk/>
            <pc:sldMk cId="0" sldId="265"/>
            <ac:spMk id="2" creationId="{00000000-0000-0000-0000-000000000000}"/>
          </ac:spMkLst>
        </pc:spChg>
        <pc:spChg chg="del">
          <ac:chgData name="Jenkins NS" userId="8bdba4d2-1367-40cf-ad35-f59b31261896" providerId="ADAL" clId="{3EF20EB0-5DD8-4CDF-B363-212A902E7FF8}" dt="2026-10-22T20:57:06.439" v="10" actId="478"/>
          <ac:spMkLst>
            <pc:docMk/>
            <pc:sldMk cId="0" sldId="265"/>
            <ac:spMk id="3" creationId="{00000000-0000-0000-0000-000000000000}"/>
          </ac:spMkLst>
        </pc:spChg>
        <pc:spChg chg="del">
          <ac:chgData name="Jenkins NS" userId="8bdba4d2-1367-40cf-ad35-f59b31261896" providerId="ADAL" clId="{3EF20EB0-5DD8-4CDF-B363-212A902E7FF8}" dt="2026-10-22T20:57:05.537" v="9" actId="478"/>
          <ac:spMkLst>
            <pc:docMk/>
            <pc:sldMk cId="0" sldId="265"/>
            <ac:spMk id="4" creationId="{00000000-0000-0000-0000-000000000000}"/>
          </ac:spMkLst>
        </pc:spChg>
        <pc:spChg chg="mod">
          <ac:chgData name="Jenkins NS" userId="8bdba4d2-1367-40cf-ad35-f59b31261896" providerId="ADAL" clId="{3EF20EB0-5DD8-4CDF-B363-212A902E7FF8}" dt="2026-10-22T20:57:10.473" v="12" actId="14100"/>
          <ac:spMkLst>
            <pc:docMk/>
            <pc:sldMk cId="0" sldId="265"/>
            <ac:spMk id="5" creationId="{00000000-0000-0000-0000-000000000000}"/>
          </ac:spMkLst>
        </pc:spChg>
      </pc:sldChg>
      <pc:sldChg chg="add">
        <pc:chgData name="Jenkins NS" userId="8bdba4d2-1367-40cf-ad35-f59b31261896" providerId="ADAL" clId="{3EF20EB0-5DD8-4CDF-B363-212A902E7FF8}" dt="2026-10-22T21:06:15.681" v="17"/>
        <pc:sldMkLst>
          <pc:docMk/>
          <pc:sldMk cId="2361673258" sldId="265"/>
        </pc:sldMkLst>
      </pc:sldChg>
      <pc:sldChg chg="add">
        <pc:chgData name="Jenkins NS" userId="8bdba4d2-1367-40cf-ad35-f59b31261896" providerId="ADAL" clId="{3EF20EB0-5DD8-4CDF-B363-212A902E7FF8}" dt="2026-10-22T21:09:20.600" v="20"/>
        <pc:sldMkLst>
          <pc:docMk/>
          <pc:sldMk cId="1096705017" sldId="10341"/>
        </pc:sldMkLst>
      </pc:sldChg>
      <pc:sldChg chg="add">
        <pc:chgData name="Jenkins NS" userId="8bdba4d2-1367-40cf-ad35-f59b31261896" providerId="ADAL" clId="{3EF20EB0-5DD8-4CDF-B363-212A902E7FF8}" dt="2026-10-22T21:09:20.600" v="20"/>
        <pc:sldMkLst>
          <pc:docMk/>
          <pc:sldMk cId="2980580362" sldId="2076137821"/>
        </pc:sldMkLst>
      </pc:sldChg>
      <pc:sldChg chg="add">
        <pc:chgData name="Jenkins NS" userId="8bdba4d2-1367-40cf-ad35-f59b31261896" providerId="ADAL" clId="{3EF20EB0-5DD8-4CDF-B363-212A902E7FF8}" dt="2026-10-22T21:09:20.600" v="20"/>
        <pc:sldMkLst>
          <pc:docMk/>
          <pc:sldMk cId="847600138" sldId="2076137823"/>
        </pc:sldMkLst>
      </pc:sldChg>
      <pc:sldChg chg="add del">
        <pc:chgData name="Jenkins NS" userId="8bdba4d2-1367-40cf-ad35-f59b31261896" providerId="ADAL" clId="{3EF20EB0-5DD8-4CDF-B363-212A902E7FF8}" dt="2026-10-22T21:05:53.409" v="15"/>
        <pc:sldMkLst>
          <pc:docMk/>
          <pc:sldMk cId="3031809596" sldId="2142533535"/>
        </pc:sldMkLst>
      </pc:sldChg>
      <pc:sldChg chg="add del">
        <pc:chgData name="Jenkins NS" userId="8bdba4d2-1367-40cf-ad35-f59b31261896" providerId="ADAL" clId="{3EF20EB0-5DD8-4CDF-B363-212A902E7FF8}" dt="2026-10-22T21:05:53.409" v="15"/>
        <pc:sldMkLst>
          <pc:docMk/>
          <pc:sldMk cId="493708244" sldId="2142533536"/>
        </pc:sldMkLst>
      </pc:sldChg>
      <pc:sldChg chg="add del">
        <pc:chgData name="Jenkins NS" userId="8bdba4d2-1367-40cf-ad35-f59b31261896" providerId="ADAL" clId="{3EF20EB0-5DD8-4CDF-B363-212A902E7FF8}" dt="2026-10-22T21:06:19.259" v="18" actId="47"/>
        <pc:sldMkLst>
          <pc:docMk/>
          <pc:sldMk cId="759828517" sldId="2142533537"/>
        </pc:sldMkLst>
      </pc:sldChg>
      <pc:sldChg chg="add del">
        <pc:chgData name="Jenkins NS" userId="8bdba4d2-1367-40cf-ad35-f59b31261896" providerId="ADAL" clId="{3EF20EB0-5DD8-4CDF-B363-212A902E7FF8}" dt="2026-10-22T21:05:53.409" v="15"/>
        <pc:sldMkLst>
          <pc:docMk/>
          <pc:sldMk cId="949564228" sldId="2142533538"/>
        </pc:sldMkLst>
      </pc:sldChg>
      <pc:sldChg chg="add del">
        <pc:chgData name="Jenkins NS" userId="8bdba4d2-1367-40cf-ad35-f59b31261896" providerId="ADAL" clId="{3EF20EB0-5DD8-4CDF-B363-212A902E7FF8}" dt="2026-10-22T21:05:53.409" v="15"/>
        <pc:sldMkLst>
          <pc:docMk/>
          <pc:sldMk cId="1159306728" sldId="2142533539"/>
        </pc:sldMkLst>
      </pc:sldChg>
      <pc:sldChg chg="add del">
        <pc:chgData name="Jenkins NS" userId="8bdba4d2-1367-40cf-ad35-f59b31261896" providerId="ADAL" clId="{3EF20EB0-5DD8-4CDF-B363-212A902E7FF8}" dt="2026-10-22T21:05:53.409" v="15"/>
        <pc:sldMkLst>
          <pc:docMk/>
          <pc:sldMk cId="2306444340" sldId="2142533540"/>
        </pc:sldMkLst>
      </pc:sldChg>
      <pc:sldChg chg="add setBg">
        <pc:chgData name="Jenkins NS" userId="8bdba4d2-1367-40cf-ad35-f59b31261896" providerId="ADAL" clId="{3EF20EB0-5DD8-4CDF-B363-212A902E7FF8}" dt="2026-10-22T21:09:20.600" v="20"/>
        <pc:sldMkLst>
          <pc:docMk/>
          <pc:sldMk cId="2194364739" sldId="2142533583"/>
        </pc:sldMkLst>
      </pc:sldChg>
      <pc:sldChg chg="delSp add setBg delDesignElem">
        <pc:chgData name="Jenkins NS" userId="8bdba4d2-1367-40cf-ad35-f59b31261896" providerId="ADAL" clId="{3EF20EB0-5DD8-4CDF-B363-212A902E7FF8}" dt="2026-10-22T21:09:20.600" v="20"/>
        <pc:sldMkLst>
          <pc:docMk/>
          <pc:sldMk cId="3661348972" sldId="2142533584"/>
        </pc:sldMkLst>
        <pc:spChg chg="del">
          <ac:chgData name="Jenkins NS" userId="8bdba4d2-1367-40cf-ad35-f59b31261896" providerId="ADAL" clId="{3EF20EB0-5DD8-4CDF-B363-212A902E7FF8}" dt="2026-10-22T21:09:20.600" v="20"/>
          <ac:spMkLst>
            <pc:docMk/>
            <pc:sldMk cId="3661348972" sldId="2142533584"/>
            <ac:spMk id="18" creationId="{3B47FC9C-2ED3-4100-A4EF-E8CDFEE106C9}"/>
          </ac:spMkLst>
        </pc:spChg>
      </pc:sldChg>
      <pc:sldChg chg="delSp modSp del mod">
        <pc:chgData name="Jenkins NS" userId="8bdba4d2-1367-40cf-ad35-f59b31261896" providerId="ADAL" clId="{3EF20EB0-5DD8-4CDF-B363-212A902E7FF8}" dt="2026-10-22T21:09:35.441" v="21" actId="47"/>
        <pc:sldMkLst>
          <pc:docMk/>
          <pc:sldMk cId="0" sldId="2147479595"/>
        </pc:sldMkLst>
        <pc:spChg chg="del">
          <ac:chgData name="Jenkins NS" userId="8bdba4d2-1367-40cf-ad35-f59b31261896" providerId="ADAL" clId="{3EF20EB0-5DD8-4CDF-B363-212A902E7FF8}" dt="2026-10-22T20:56:45.704" v="3" actId="478"/>
          <ac:spMkLst>
            <pc:docMk/>
            <pc:sldMk cId="0" sldId="2147479595"/>
            <ac:spMk id="2" creationId="{00000000-0000-0000-0000-000000000000}"/>
          </ac:spMkLst>
        </pc:spChg>
        <pc:spChg chg="del">
          <ac:chgData name="Jenkins NS" userId="8bdba4d2-1367-40cf-ad35-f59b31261896" providerId="ADAL" clId="{3EF20EB0-5DD8-4CDF-B363-212A902E7FF8}" dt="2026-10-22T20:56:44.153" v="2" actId="478"/>
          <ac:spMkLst>
            <pc:docMk/>
            <pc:sldMk cId="0" sldId="2147479595"/>
            <ac:spMk id="3" creationId="{00000000-0000-0000-0000-000000000000}"/>
          </ac:spMkLst>
        </pc:spChg>
        <pc:spChg chg="del">
          <ac:chgData name="Jenkins NS" userId="8bdba4d2-1367-40cf-ad35-f59b31261896" providerId="ADAL" clId="{3EF20EB0-5DD8-4CDF-B363-212A902E7FF8}" dt="2026-10-22T20:56:43.483" v="1" actId="478"/>
          <ac:spMkLst>
            <pc:docMk/>
            <pc:sldMk cId="0" sldId="2147479595"/>
            <ac:spMk id="4" creationId="{00000000-0000-0000-0000-000000000000}"/>
          </ac:spMkLst>
        </pc:spChg>
        <pc:spChg chg="mod">
          <ac:chgData name="Jenkins NS" userId="8bdba4d2-1367-40cf-ad35-f59b31261896" providerId="ADAL" clId="{3EF20EB0-5DD8-4CDF-B363-212A902E7FF8}" dt="2026-10-22T20:56:47.992" v="4" actId="14100"/>
          <ac:spMkLst>
            <pc:docMk/>
            <pc:sldMk cId="0" sldId="2147479595"/>
            <ac:spMk id="5" creationId="{00000000-0000-0000-0000-000000000000}"/>
          </ac:spMkLst>
        </pc:spChg>
      </pc:sldChg>
      <pc:sldChg chg="delSp modSp del mod">
        <pc:chgData name="Jenkins NS" userId="8bdba4d2-1367-40cf-ad35-f59b31261896" providerId="ADAL" clId="{3EF20EB0-5DD8-4CDF-B363-212A902E7FF8}" dt="2026-10-22T21:09:35.441" v="21" actId="47"/>
        <pc:sldMkLst>
          <pc:docMk/>
          <pc:sldMk cId="0" sldId="2147479596"/>
        </pc:sldMkLst>
        <pc:spChg chg="del">
          <ac:chgData name="Jenkins NS" userId="8bdba4d2-1367-40cf-ad35-f59b31261896" providerId="ADAL" clId="{3EF20EB0-5DD8-4CDF-B363-212A902E7FF8}" dt="2026-10-22T20:56:51.211" v="5" actId="478"/>
          <ac:spMkLst>
            <pc:docMk/>
            <pc:sldMk cId="0" sldId="2147479596"/>
            <ac:spMk id="2"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3"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4" creationId="{00000000-0000-0000-0000-000000000000}"/>
          </ac:spMkLst>
        </pc:spChg>
        <pc:spChg chg="mod">
          <ac:chgData name="Jenkins NS" userId="8bdba4d2-1367-40cf-ad35-f59b31261896" providerId="ADAL" clId="{3EF20EB0-5DD8-4CDF-B363-212A902E7FF8}" dt="2026-10-22T20:56:53.288" v="6" actId="14100"/>
          <ac:spMkLst>
            <pc:docMk/>
            <pc:sldMk cId="0" sldId="2147479596"/>
            <ac:spMk id="5" creationId="{00000000-0000-0000-0000-000000000000}"/>
          </ac:spMkLst>
        </pc:spChg>
      </pc:sldChg>
      <pc:sldChg chg="delSp modSp mod">
        <pc:chgData name="Jenkins NS" userId="8bdba4d2-1367-40cf-ad35-f59b31261896" providerId="ADAL" clId="{3EF20EB0-5DD8-4CDF-B363-212A902E7FF8}" dt="2026-10-22T20:57:02.946" v="8" actId="14100"/>
        <pc:sldMkLst>
          <pc:docMk/>
          <pc:sldMk cId="0" sldId="2147479597"/>
        </pc:sldMkLst>
        <pc:spChg chg="del">
          <ac:chgData name="Jenkins NS" userId="8bdba4d2-1367-40cf-ad35-f59b31261896" providerId="ADAL" clId="{3EF20EB0-5DD8-4CDF-B363-212A902E7FF8}" dt="2026-10-22T20:57:00.697" v="7" actId="478"/>
          <ac:spMkLst>
            <pc:docMk/>
            <pc:sldMk cId="0" sldId="2147479597"/>
            <ac:spMk id="2"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3"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4" creationId="{00000000-0000-0000-0000-000000000000}"/>
          </ac:spMkLst>
        </pc:spChg>
        <pc:spChg chg="mod">
          <ac:chgData name="Jenkins NS" userId="8bdba4d2-1367-40cf-ad35-f59b31261896" providerId="ADAL" clId="{3EF20EB0-5DD8-4CDF-B363-212A902E7FF8}" dt="2026-10-22T20:57:02.946" v="8" actId="14100"/>
          <ac:spMkLst>
            <pc:docMk/>
            <pc:sldMk cId="0" sldId="2147479597"/>
            <ac:spMk id="5" creationId="{00000000-0000-0000-0000-000000000000}"/>
          </ac:spMkLst>
        </pc:spChg>
      </pc:sldChg>
      <pc:sldChg chg="del">
        <pc:chgData name="Jenkins NS" userId="8bdba4d2-1367-40cf-ad35-f59b31261896" providerId="ADAL" clId="{3EF20EB0-5DD8-4CDF-B363-212A902E7FF8}" dt="2026-10-22T20:56:41.008" v="0" actId="47"/>
        <pc:sldMkLst>
          <pc:docMk/>
          <pc:sldMk cId="3382622447" sldId="2147479600"/>
        </pc:sldMkLst>
      </pc:sldChg>
      <pc:sldChg chg="del">
        <pc:chgData name="Jenkins NS" userId="8bdba4d2-1367-40cf-ad35-f59b31261896" providerId="ADAL" clId="{3EF20EB0-5DD8-4CDF-B363-212A902E7FF8}" dt="2026-10-22T20:56:41.008" v="0" actId="47"/>
        <pc:sldMkLst>
          <pc:docMk/>
          <pc:sldMk cId="703889543" sldId="2147479601"/>
        </pc:sldMkLst>
      </pc:sldChg>
    </pc:docChg>
  </pc:docChgLst>
  <pc:docChgLst>
    <pc:chgData name="Jenkins NS" userId="8bdba4d2-1367-40cf-ad35-f59b31261896" providerId="ADAL" clId="{44A5B6FC-45C4-4CC6-B068-09600BD49C4B}"/>
    <pc:docChg chg="undo custSel addSld delSld modSld">
      <pc:chgData name="Jenkins NS" userId="8bdba4d2-1367-40cf-ad35-f59b31261896" providerId="ADAL" clId="{44A5B6FC-45C4-4CC6-B068-09600BD49C4B}" dt="2026-10-23T06:16:54.796" v="22" actId="20577"/>
      <pc:docMkLst>
        <pc:docMk/>
      </pc:docMkLst>
      <pc:sldChg chg="addSp delSp add mod">
        <pc:chgData name="Jenkins NS" userId="8bdba4d2-1367-40cf-ad35-f59b31261896" providerId="ADAL" clId="{44A5B6FC-45C4-4CC6-B068-09600BD49C4B}" dt="2026-10-23T06:14:59.204" v="6" actId="478"/>
        <pc:sldMkLst>
          <pc:docMk/>
          <pc:sldMk cId="0" sldId="257"/>
        </pc:sldMkLst>
        <pc:spChg chg="add del">
          <ac:chgData name="Jenkins NS" userId="8bdba4d2-1367-40cf-ad35-f59b31261896" providerId="ADAL" clId="{44A5B6FC-45C4-4CC6-B068-09600BD49C4B}" dt="2026-10-23T06:14:59.204" v="6" actId="478"/>
          <ac:spMkLst>
            <pc:docMk/>
            <pc:sldMk cId="0" sldId="257"/>
            <ac:spMk id="15" creationId="{00000000-0000-0000-0000-000000000000}"/>
          </ac:spMkLst>
        </pc:spChg>
      </pc:sldChg>
      <pc:sldChg chg="addSp delSp modSp add mod">
        <pc:chgData name="Jenkins NS" userId="8bdba4d2-1367-40cf-ad35-f59b31261896" providerId="ADAL" clId="{44A5B6FC-45C4-4CC6-B068-09600BD49C4B}" dt="2026-10-23T06:14:57.142" v="5" actId="1076"/>
        <pc:sldMkLst>
          <pc:docMk/>
          <pc:sldMk cId="0" sldId="258"/>
        </pc:sldMkLst>
        <pc:spChg chg="add del mod">
          <ac:chgData name="Jenkins NS" userId="8bdba4d2-1367-40cf-ad35-f59b31261896" providerId="ADAL" clId="{44A5B6FC-45C4-4CC6-B068-09600BD49C4B}" dt="2026-10-23T06:14:57.142" v="5" actId="1076"/>
          <ac:spMkLst>
            <pc:docMk/>
            <pc:sldMk cId="0" sldId="258"/>
            <ac:spMk id="18" creationId="{00000000-0000-0000-0000-000000000000}"/>
          </ac:spMkLst>
        </pc:spChg>
      </pc:sldChg>
      <pc:sldChg chg="add">
        <pc:chgData name="Jenkins NS" userId="8bdba4d2-1367-40cf-ad35-f59b31261896" providerId="ADAL" clId="{44A5B6FC-45C4-4CC6-B068-09600BD49C4B}" dt="2026-10-23T06:14:47.027" v="0"/>
        <pc:sldMkLst>
          <pc:docMk/>
          <pc:sldMk cId="0" sldId="259"/>
        </pc:sldMkLst>
      </pc:sldChg>
      <pc:sldChg chg="add">
        <pc:chgData name="Jenkins NS" userId="8bdba4d2-1367-40cf-ad35-f59b31261896" providerId="ADAL" clId="{44A5B6FC-45C4-4CC6-B068-09600BD49C4B}" dt="2026-10-23T06:14:47.027" v="0"/>
        <pc:sldMkLst>
          <pc:docMk/>
          <pc:sldMk cId="0" sldId="260"/>
        </pc:sldMkLst>
      </pc:sldChg>
      <pc:sldChg chg="add">
        <pc:chgData name="Jenkins NS" userId="8bdba4d2-1367-40cf-ad35-f59b31261896" providerId="ADAL" clId="{44A5B6FC-45C4-4CC6-B068-09600BD49C4B}" dt="2026-10-23T06:14:47.027" v="0"/>
        <pc:sldMkLst>
          <pc:docMk/>
          <pc:sldMk cId="0" sldId="261"/>
        </pc:sldMkLst>
      </pc:sldChg>
      <pc:sldChg chg="add">
        <pc:chgData name="Jenkins NS" userId="8bdba4d2-1367-40cf-ad35-f59b31261896" providerId="ADAL" clId="{44A5B6FC-45C4-4CC6-B068-09600BD49C4B}" dt="2026-10-23T06:14:47.027" v="0"/>
        <pc:sldMkLst>
          <pc:docMk/>
          <pc:sldMk cId="0" sldId="262"/>
        </pc:sldMkLst>
      </pc:sldChg>
      <pc:sldChg chg="add del">
        <pc:chgData name="Jenkins NS" userId="8bdba4d2-1367-40cf-ad35-f59b31261896" providerId="ADAL" clId="{44A5B6FC-45C4-4CC6-B068-09600BD49C4B}" dt="2026-10-23T06:16:12.445" v="9" actId="47"/>
        <pc:sldMkLst>
          <pc:docMk/>
          <pc:sldMk cId="3815334562" sldId="2142533546"/>
        </pc:sldMkLst>
      </pc:sldChg>
      <pc:sldChg chg="add">
        <pc:chgData name="Jenkins NS" userId="8bdba4d2-1367-40cf-ad35-f59b31261896" providerId="ADAL" clId="{44A5B6FC-45C4-4CC6-B068-09600BD49C4B}" dt="2026-10-23T06:15:57.567" v="7"/>
        <pc:sldMkLst>
          <pc:docMk/>
          <pc:sldMk cId="3312575543" sldId="2142533547"/>
        </pc:sldMkLst>
      </pc:sldChg>
      <pc:sldChg chg="add">
        <pc:chgData name="Jenkins NS" userId="8bdba4d2-1367-40cf-ad35-f59b31261896" providerId="ADAL" clId="{44A5B6FC-45C4-4CC6-B068-09600BD49C4B}" dt="2026-10-23T06:15:57.567" v="7"/>
        <pc:sldMkLst>
          <pc:docMk/>
          <pc:sldMk cId="918424135" sldId="2142533548"/>
        </pc:sldMkLst>
      </pc:sldChg>
      <pc:sldChg chg="add">
        <pc:chgData name="Jenkins NS" userId="8bdba4d2-1367-40cf-ad35-f59b31261896" providerId="ADAL" clId="{44A5B6FC-45C4-4CC6-B068-09600BD49C4B}" dt="2026-10-23T06:15:57.567" v="7"/>
        <pc:sldMkLst>
          <pc:docMk/>
          <pc:sldMk cId="2758888751" sldId="2142533549"/>
        </pc:sldMkLst>
      </pc:sldChg>
      <pc:sldChg chg="add">
        <pc:chgData name="Jenkins NS" userId="8bdba4d2-1367-40cf-ad35-f59b31261896" providerId="ADAL" clId="{44A5B6FC-45C4-4CC6-B068-09600BD49C4B}" dt="2026-10-23T06:15:57.567" v="7"/>
        <pc:sldMkLst>
          <pc:docMk/>
          <pc:sldMk cId="3787533370" sldId="2142533550"/>
        </pc:sldMkLst>
      </pc:sldChg>
      <pc:sldChg chg="add">
        <pc:chgData name="Jenkins NS" userId="8bdba4d2-1367-40cf-ad35-f59b31261896" providerId="ADAL" clId="{44A5B6FC-45C4-4CC6-B068-09600BD49C4B}" dt="2026-10-23T06:15:57.567" v="7"/>
        <pc:sldMkLst>
          <pc:docMk/>
          <pc:sldMk cId="2960555276" sldId="2142533551"/>
        </pc:sldMkLst>
      </pc:sldChg>
      <pc:sldChg chg="add">
        <pc:chgData name="Jenkins NS" userId="8bdba4d2-1367-40cf-ad35-f59b31261896" providerId="ADAL" clId="{44A5B6FC-45C4-4CC6-B068-09600BD49C4B}" dt="2026-10-23T06:15:57.567" v="7"/>
        <pc:sldMkLst>
          <pc:docMk/>
          <pc:sldMk cId="1924674485" sldId="2142533552"/>
        </pc:sldMkLst>
      </pc:sldChg>
      <pc:sldChg chg="modSp mod">
        <pc:chgData name="Jenkins NS" userId="8bdba4d2-1367-40cf-ad35-f59b31261896" providerId="ADAL" clId="{44A5B6FC-45C4-4CC6-B068-09600BD49C4B}" dt="2026-10-23T06:16:54.796" v="22" actId="20577"/>
        <pc:sldMkLst>
          <pc:docMk/>
          <pc:sldMk cId="3585144251" sldId="2147479602"/>
        </pc:sldMkLst>
        <pc:spChg chg="mod">
          <ac:chgData name="Jenkins NS" userId="8bdba4d2-1367-40cf-ad35-f59b31261896" providerId="ADAL" clId="{44A5B6FC-45C4-4CC6-B068-09600BD49C4B}" dt="2026-10-23T06:16:54.796" v="22" actId="20577"/>
          <ac:spMkLst>
            <pc:docMk/>
            <pc:sldMk cId="3585144251" sldId="2147479602"/>
            <ac:spMk id="5" creationId="{C5C36B88-BDFD-29D8-DA60-E1A871D76BCB}"/>
          </ac:spMkLst>
        </pc:spChg>
      </pc:sldChg>
      <pc:sldMasterChg chg="addSldLayout delSldLayout">
        <pc:chgData name="Jenkins NS" userId="8bdba4d2-1367-40cf-ad35-f59b31261896" providerId="ADAL" clId="{44A5B6FC-45C4-4CC6-B068-09600BD49C4B}" dt="2026-10-23T06:16:12.445" v="9" actId="47"/>
        <pc:sldMasterMkLst>
          <pc:docMk/>
          <pc:sldMasterMk cId="2461515311" sldId="2147483740"/>
        </pc:sldMasterMkLst>
        <pc:sldLayoutChg chg="add del">
          <pc:chgData name="Jenkins NS" userId="8bdba4d2-1367-40cf-ad35-f59b31261896" providerId="ADAL" clId="{44A5B6FC-45C4-4CC6-B068-09600BD49C4B}" dt="2026-10-23T06:16:12.445" v="9" actId="47"/>
          <pc:sldLayoutMkLst>
            <pc:docMk/>
            <pc:sldMasterMk cId="2461515311" sldId="2147483740"/>
            <pc:sldLayoutMk cId="3323390156" sldId="2147483743"/>
          </pc:sldLayoutMkLst>
        </pc:sldLayoutChg>
      </pc:sldMaster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35087783-BA59-4BF9-AF06-0D08442361EA}"/>
    <pc:docChg chg="delSld">
      <pc:chgData name="Jenkins NS" userId="8bdba4d2-1367-40cf-ad35-f59b31261896" providerId="ADAL" clId="{35087783-BA59-4BF9-AF06-0D08442361EA}" dt="2026-10-22T20:54:52.392" v="0" actId="47"/>
      <pc:docMkLst>
        <pc:docMk/>
      </pc:docMkLst>
      <pc:sldChg chg="del">
        <pc:chgData name="Jenkins NS" userId="8bdba4d2-1367-40cf-ad35-f59b31261896" providerId="ADAL" clId="{35087783-BA59-4BF9-AF06-0D08442361EA}" dt="2026-10-22T20:54:52.392" v="0" actId="47"/>
        <pc:sldMkLst>
          <pc:docMk/>
          <pc:sldMk cId="2497367714" sldId="2044"/>
        </pc:sldMkLst>
      </pc:sldChg>
      <pc:sldChg chg="del">
        <pc:chgData name="Jenkins NS" userId="8bdba4d2-1367-40cf-ad35-f59b31261896" providerId="ADAL" clId="{35087783-BA59-4BF9-AF06-0D08442361EA}" dt="2026-10-22T20:54:52.392" v="0" actId="47"/>
        <pc:sldMkLst>
          <pc:docMk/>
          <pc:sldMk cId="3099915628" sldId="2045"/>
        </pc:sldMkLst>
      </pc:sldChg>
      <pc:sldChg chg="del">
        <pc:chgData name="Jenkins NS" userId="8bdba4d2-1367-40cf-ad35-f59b31261896" providerId="ADAL" clId="{35087783-BA59-4BF9-AF06-0D08442361EA}" dt="2026-10-22T20:54:52.392" v="0" actId="47"/>
        <pc:sldMkLst>
          <pc:docMk/>
          <pc:sldMk cId="1470740852" sldId="2047"/>
        </pc:sldMkLst>
      </pc:sldChg>
      <pc:sldChg chg="del">
        <pc:chgData name="Jenkins NS" userId="8bdba4d2-1367-40cf-ad35-f59b31261896" providerId="ADAL" clId="{35087783-BA59-4BF9-AF06-0D08442361EA}" dt="2026-10-22T20:54:52.392" v="0" actId="47"/>
        <pc:sldMkLst>
          <pc:docMk/>
          <pc:sldMk cId="2010521932" sldId="2048"/>
        </pc:sldMkLst>
      </pc:sldChg>
      <pc:sldChg chg="del">
        <pc:chgData name="Jenkins NS" userId="8bdba4d2-1367-40cf-ad35-f59b31261896" providerId="ADAL" clId="{35087783-BA59-4BF9-AF06-0D08442361EA}" dt="2026-10-22T20:54:52.392" v="0" actId="47"/>
        <pc:sldMkLst>
          <pc:docMk/>
          <pc:sldMk cId="254325681" sldId="10819"/>
        </pc:sldMkLst>
      </pc:sldChg>
      <pc:sldChg chg="del">
        <pc:chgData name="Jenkins NS" userId="8bdba4d2-1367-40cf-ad35-f59b31261896" providerId="ADAL" clId="{35087783-BA59-4BF9-AF06-0D08442361EA}" dt="2026-10-22T20:54:52.392" v="0" actId="47"/>
        <pc:sldMkLst>
          <pc:docMk/>
          <pc:sldMk cId="220853581" sldId="2076136495"/>
        </pc:sldMkLst>
      </pc:sldChg>
      <pc:sldChg chg="del">
        <pc:chgData name="Jenkins NS" userId="8bdba4d2-1367-40cf-ad35-f59b31261896" providerId="ADAL" clId="{35087783-BA59-4BF9-AF06-0D08442361EA}" dt="2026-10-22T20:54:52.392" v="0" actId="47"/>
        <pc:sldMkLst>
          <pc:docMk/>
          <pc:sldMk cId="3937804750" sldId="2076136496"/>
        </pc:sldMkLst>
      </pc:sldChg>
      <pc:sldChg chg="del">
        <pc:chgData name="Jenkins NS" userId="8bdba4d2-1367-40cf-ad35-f59b31261896" providerId="ADAL" clId="{35087783-BA59-4BF9-AF06-0D08442361EA}" dt="2026-10-22T20:54:52.392" v="0" actId="47"/>
        <pc:sldMkLst>
          <pc:docMk/>
          <pc:sldMk cId="0" sldId="2147479594"/>
        </pc:sldMkLst>
      </pc:sldChg>
      <pc:sldChg chg="del">
        <pc:chgData name="Jenkins NS" userId="8bdba4d2-1367-40cf-ad35-f59b31261896" providerId="ADAL" clId="{35087783-BA59-4BF9-AF06-0D08442361EA}" dt="2026-10-22T20:54:52.392" v="0" actId="47"/>
        <pc:sldMkLst>
          <pc:docMk/>
          <pc:sldMk cId="2017300280" sldId="2147479599"/>
        </pc:sldMkLst>
      </pc:sldChg>
      <pc:sldChg chg="del">
        <pc:chgData name="Jenkins NS" userId="8bdba4d2-1367-40cf-ad35-f59b31261896" providerId="ADAL" clId="{35087783-BA59-4BF9-AF06-0D08442361EA}" dt="2026-10-22T20:54:52.392" v="0" actId="47"/>
        <pc:sldMkLst>
          <pc:docMk/>
          <pc:sldMk cId="1525641040" sldId="2147479603"/>
        </pc:sldMkLst>
      </pc:sldChg>
      <pc:sldMasterChg chg="delSldLayout">
        <pc:chgData name="Jenkins NS" userId="8bdba4d2-1367-40cf-ad35-f59b31261896" providerId="ADAL" clId="{35087783-BA59-4BF9-AF06-0D08442361EA}" dt="2026-10-22T20:54:52.392" v="0" actId="47"/>
        <pc:sldMasterMkLst>
          <pc:docMk/>
          <pc:sldMasterMk cId="2494316984" sldId="2147483684"/>
        </pc:sldMasterMkLst>
        <pc:sldLayoutChg chg="del">
          <pc:chgData name="Jenkins NS" userId="8bdba4d2-1367-40cf-ad35-f59b31261896" providerId="ADAL" clId="{35087783-BA59-4BF9-AF06-0D08442361EA}" dt="2026-10-22T20:54:52.392" v="0" actId="47"/>
          <pc:sldLayoutMkLst>
            <pc:docMk/>
            <pc:sldMasterMk cId="2494316984" sldId="2147483684"/>
            <pc:sldLayoutMk cId="2641358860" sldId="2147483688"/>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74860342" sldId="2147483689"/>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1877322716" sldId="2147483690"/>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466656009" sldId="2147483691"/>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3392665190" sldId="2147483692"/>
          </pc:sldLayoutMkLst>
        </pc:sldLayoutChg>
      </pc:sldMasterChg>
    </pc:docChg>
  </pc:docChgLst>
  <pc:docChgLst>
    <pc:chgData name="Jenkins NS" userId="8bdba4d2-1367-40cf-ad35-f59b31261896" providerId="ADAL" clId="{86BB08CA-B7A6-4B56-B251-75270BF6414D}"/>
    <pc:docChg chg="undo custSel addSld delSld modSld delMainMaster">
      <pc:chgData name="Jenkins NS" userId="8bdba4d2-1367-40cf-ad35-f59b31261896" providerId="ADAL" clId="{86BB08CA-B7A6-4B56-B251-75270BF6414D}" dt="2026-10-23T05:54:17.275" v="56" actId="207"/>
      <pc:docMkLst>
        <pc:docMk/>
      </pc:docMkLst>
      <pc:sldChg chg="delSp add mod setBg">
        <pc:chgData name="Jenkins NS" userId="8bdba4d2-1367-40cf-ad35-f59b31261896" providerId="ADAL" clId="{86BB08CA-B7A6-4B56-B251-75270BF6414D}" dt="2026-10-23T05:48:10.230" v="8" actId="478"/>
        <pc:sldMkLst>
          <pc:docMk/>
          <pc:sldMk cId="0" sldId="258"/>
        </pc:sldMkLst>
        <pc:spChg chg="del">
          <ac:chgData name="Jenkins NS" userId="8bdba4d2-1367-40cf-ad35-f59b31261896" providerId="ADAL" clId="{86BB08CA-B7A6-4B56-B251-75270BF6414D}" dt="2026-10-23T05:48:10.230" v="8" actId="478"/>
          <ac:spMkLst>
            <pc:docMk/>
            <pc:sldMk cId="0" sldId="258"/>
            <ac:spMk id="17" creationId="{00000000-0000-0000-0000-000000000000}"/>
          </ac:spMkLst>
        </pc:spChg>
      </pc:sldChg>
      <pc:sldChg chg="delSp add mod setBg">
        <pc:chgData name="Jenkins NS" userId="8bdba4d2-1367-40cf-ad35-f59b31261896" providerId="ADAL" clId="{86BB08CA-B7A6-4B56-B251-75270BF6414D}" dt="2026-10-23T05:48:17.686" v="9" actId="478"/>
        <pc:sldMkLst>
          <pc:docMk/>
          <pc:sldMk cId="0" sldId="259"/>
        </pc:sldMkLst>
        <pc:spChg chg="del">
          <ac:chgData name="Jenkins NS" userId="8bdba4d2-1367-40cf-ad35-f59b31261896" providerId="ADAL" clId="{86BB08CA-B7A6-4B56-B251-75270BF6414D}" dt="2026-10-23T05:48:17.686" v="9" actId="478"/>
          <ac:spMkLst>
            <pc:docMk/>
            <pc:sldMk cId="0" sldId="259"/>
            <ac:spMk id="28" creationId="{00000000-0000-0000-0000-000000000000}"/>
          </ac:spMkLst>
        </pc:spChg>
      </pc:sldChg>
      <pc:sldChg chg="delSp modSp add mod setBg">
        <pc:chgData name="Jenkins NS" userId="8bdba4d2-1367-40cf-ad35-f59b31261896" providerId="ADAL" clId="{86BB08CA-B7A6-4B56-B251-75270BF6414D}" dt="2026-10-23T05:54:17.275" v="56" actId="207"/>
        <pc:sldMkLst>
          <pc:docMk/>
          <pc:sldMk cId="0" sldId="260"/>
        </pc:sldMkLst>
        <pc:spChg chg="mod">
          <ac:chgData name="Jenkins NS" userId="8bdba4d2-1367-40cf-ad35-f59b31261896" providerId="ADAL" clId="{86BB08CA-B7A6-4B56-B251-75270BF6414D}" dt="2026-10-23T05:54:17.275" v="56" actId="207"/>
          <ac:spMkLst>
            <pc:docMk/>
            <pc:sldMk cId="0" sldId="260"/>
            <ac:spMk id="3" creationId="{00000000-0000-0000-0000-000000000000}"/>
          </ac:spMkLst>
        </pc:spChg>
        <pc:spChg chg="del">
          <ac:chgData name="Jenkins NS" userId="8bdba4d2-1367-40cf-ad35-f59b31261896" providerId="ADAL" clId="{86BB08CA-B7A6-4B56-B251-75270BF6414D}" dt="2026-10-23T05:48:25.294" v="10" actId="478"/>
          <ac:spMkLst>
            <pc:docMk/>
            <pc:sldMk cId="0" sldId="260"/>
            <ac:spMk id="11" creationId="{00000000-0000-0000-0000-000000000000}"/>
          </ac:spMkLst>
        </pc:spChg>
      </pc:sldChg>
      <pc:sldChg chg="delSp modSp add mod setBg">
        <pc:chgData name="Jenkins NS" userId="8bdba4d2-1367-40cf-ad35-f59b31261896" providerId="ADAL" clId="{86BB08CA-B7A6-4B56-B251-75270BF6414D}" dt="2026-10-23T05:54:13.639" v="55" actId="207"/>
        <pc:sldMkLst>
          <pc:docMk/>
          <pc:sldMk cId="0" sldId="261"/>
        </pc:sldMkLst>
        <pc:spChg chg="mod">
          <ac:chgData name="Jenkins NS" userId="8bdba4d2-1367-40cf-ad35-f59b31261896" providerId="ADAL" clId="{86BB08CA-B7A6-4B56-B251-75270BF6414D}" dt="2026-10-23T05:54:13.639" v="55" actId="207"/>
          <ac:spMkLst>
            <pc:docMk/>
            <pc:sldMk cId="0" sldId="261"/>
            <ac:spMk id="3" creationId="{00000000-0000-0000-0000-000000000000}"/>
          </ac:spMkLst>
        </pc:spChg>
        <pc:spChg chg="del">
          <ac:chgData name="Jenkins NS" userId="8bdba4d2-1367-40cf-ad35-f59b31261896" providerId="ADAL" clId="{86BB08CA-B7A6-4B56-B251-75270BF6414D}" dt="2026-10-23T05:48:33.785" v="11" actId="478"/>
          <ac:spMkLst>
            <pc:docMk/>
            <pc:sldMk cId="0" sldId="261"/>
            <ac:spMk id="20" creationId="{00000000-0000-0000-0000-000000000000}"/>
          </ac:spMkLst>
        </pc:spChg>
      </pc:sldChg>
      <pc:sldChg chg="delSp modSp add mod setBg">
        <pc:chgData name="Jenkins NS" userId="8bdba4d2-1367-40cf-ad35-f59b31261896" providerId="ADAL" clId="{86BB08CA-B7A6-4B56-B251-75270BF6414D}" dt="2026-10-23T05:54:10.570" v="54" actId="207"/>
        <pc:sldMkLst>
          <pc:docMk/>
          <pc:sldMk cId="0" sldId="262"/>
        </pc:sldMkLst>
        <pc:spChg chg="mod">
          <ac:chgData name="Jenkins NS" userId="8bdba4d2-1367-40cf-ad35-f59b31261896" providerId="ADAL" clId="{86BB08CA-B7A6-4B56-B251-75270BF6414D}" dt="2026-10-23T05:54:10.570" v="54" actId="207"/>
          <ac:spMkLst>
            <pc:docMk/>
            <pc:sldMk cId="0" sldId="262"/>
            <ac:spMk id="3" creationId="{00000000-0000-0000-0000-000000000000}"/>
          </ac:spMkLst>
        </pc:spChg>
        <pc:spChg chg="del">
          <ac:chgData name="Jenkins NS" userId="8bdba4d2-1367-40cf-ad35-f59b31261896" providerId="ADAL" clId="{86BB08CA-B7A6-4B56-B251-75270BF6414D}" dt="2026-10-23T05:48:39.843" v="12" actId="478"/>
          <ac:spMkLst>
            <pc:docMk/>
            <pc:sldMk cId="0" sldId="262"/>
            <ac:spMk id="10" creationId="{00000000-0000-0000-0000-000000000000}"/>
          </ac:spMkLst>
        </pc:spChg>
      </pc:sldChg>
      <pc:sldChg chg="delSp modSp add mod setBg">
        <pc:chgData name="Jenkins NS" userId="8bdba4d2-1367-40cf-ad35-f59b31261896" providerId="ADAL" clId="{86BB08CA-B7A6-4B56-B251-75270BF6414D}" dt="2026-10-23T05:54:06.931" v="53" actId="207"/>
        <pc:sldMkLst>
          <pc:docMk/>
          <pc:sldMk cId="0" sldId="263"/>
        </pc:sldMkLst>
        <pc:spChg chg="mod">
          <ac:chgData name="Jenkins NS" userId="8bdba4d2-1367-40cf-ad35-f59b31261896" providerId="ADAL" clId="{86BB08CA-B7A6-4B56-B251-75270BF6414D}" dt="2026-10-23T05:49:07.208" v="17" actId="108"/>
          <ac:spMkLst>
            <pc:docMk/>
            <pc:sldMk cId="0" sldId="263"/>
            <ac:spMk id="2" creationId="{00000000-0000-0000-0000-000000000000}"/>
          </ac:spMkLst>
        </pc:spChg>
        <pc:spChg chg="mod">
          <ac:chgData name="Jenkins NS" userId="8bdba4d2-1367-40cf-ad35-f59b31261896" providerId="ADAL" clId="{86BB08CA-B7A6-4B56-B251-75270BF6414D}" dt="2026-10-23T05:54:06.931" v="53" actId="207"/>
          <ac:spMkLst>
            <pc:docMk/>
            <pc:sldMk cId="0" sldId="263"/>
            <ac:spMk id="3" creationId="{00000000-0000-0000-0000-000000000000}"/>
          </ac:spMkLst>
        </pc:spChg>
        <pc:spChg chg="mod">
          <ac:chgData name="Jenkins NS" userId="8bdba4d2-1367-40cf-ad35-f59b31261896" providerId="ADAL" clId="{86BB08CA-B7A6-4B56-B251-75270BF6414D}" dt="2026-10-23T05:49:02.112" v="16" actId="108"/>
          <ac:spMkLst>
            <pc:docMk/>
            <pc:sldMk cId="0" sldId="263"/>
            <ac:spMk id="18" creationId="{00000000-0000-0000-0000-000000000000}"/>
          </ac:spMkLst>
        </pc:spChg>
        <pc:spChg chg="del">
          <ac:chgData name="Jenkins NS" userId="8bdba4d2-1367-40cf-ad35-f59b31261896" providerId="ADAL" clId="{86BB08CA-B7A6-4B56-B251-75270BF6414D}" dt="2026-10-23T05:48:43.698" v="13" actId="478"/>
          <ac:spMkLst>
            <pc:docMk/>
            <pc:sldMk cId="0" sldId="263"/>
            <ac:spMk id="19" creationId="{00000000-0000-0000-0000-000000000000}"/>
          </ac:spMkLst>
        </pc:spChg>
      </pc:sldChg>
      <pc:sldChg chg="delSp add mod setBg">
        <pc:chgData name="Jenkins NS" userId="8bdba4d2-1367-40cf-ad35-f59b31261896" providerId="ADAL" clId="{86BB08CA-B7A6-4B56-B251-75270BF6414D}" dt="2026-10-23T05:49:14.672" v="18" actId="478"/>
        <pc:sldMkLst>
          <pc:docMk/>
          <pc:sldMk cId="0" sldId="264"/>
        </pc:sldMkLst>
        <pc:spChg chg="del">
          <ac:chgData name="Jenkins NS" userId="8bdba4d2-1367-40cf-ad35-f59b31261896" providerId="ADAL" clId="{86BB08CA-B7A6-4B56-B251-75270BF6414D}" dt="2026-10-23T05:49:14.672" v="18" actId="478"/>
          <ac:spMkLst>
            <pc:docMk/>
            <pc:sldMk cId="0" sldId="264"/>
            <ac:spMk id="6" creationId="{00000000-0000-0000-0000-000000000000}"/>
          </ac:spMkLst>
        </pc:spChg>
      </pc:sldChg>
      <pc:sldChg chg="delSp modSp add mod setBg">
        <pc:chgData name="Jenkins NS" userId="8bdba4d2-1367-40cf-ad35-f59b31261896" providerId="ADAL" clId="{86BB08CA-B7A6-4B56-B251-75270BF6414D}" dt="2026-10-23T05:54:03.219" v="52" actId="207"/>
        <pc:sldMkLst>
          <pc:docMk/>
          <pc:sldMk cId="0" sldId="265"/>
        </pc:sldMkLst>
        <pc:spChg chg="mod">
          <ac:chgData name="Jenkins NS" userId="8bdba4d2-1367-40cf-ad35-f59b31261896" providerId="ADAL" clId="{86BB08CA-B7A6-4B56-B251-75270BF6414D}" dt="2026-10-23T05:54:03.219" v="52" actId="207"/>
          <ac:spMkLst>
            <pc:docMk/>
            <pc:sldMk cId="0" sldId="265"/>
            <ac:spMk id="3" creationId="{00000000-0000-0000-0000-000000000000}"/>
          </ac:spMkLst>
        </pc:spChg>
        <pc:spChg chg="del">
          <ac:chgData name="Jenkins NS" userId="8bdba4d2-1367-40cf-ad35-f59b31261896" providerId="ADAL" clId="{86BB08CA-B7A6-4B56-B251-75270BF6414D}" dt="2026-10-23T05:49:20.083" v="19" actId="478"/>
          <ac:spMkLst>
            <pc:docMk/>
            <pc:sldMk cId="0" sldId="265"/>
            <ac:spMk id="32" creationId="{00000000-0000-0000-0000-000000000000}"/>
          </ac:spMkLst>
        </pc:spChg>
      </pc:sldChg>
      <pc:sldChg chg="del">
        <pc:chgData name="Jenkins NS" userId="8bdba4d2-1367-40cf-ad35-f59b31261896" providerId="ADAL" clId="{86BB08CA-B7A6-4B56-B251-75270BF6414D}" dt="2026-10-23T05:31:21.916" v="0" actId="47"/>
        <pc:sldMkLst>
          <pc:docMk/>
          <pc:sldMk cId="2361673258" sldId="265"/>
        </pc:sldMkLst>
      </pc:sldChg>
      <pc:sldChg chg="delSp modSp add mod setBg">
        <pc:chgData name="Jenkins NS" userId="8bdba4d2-1367-40cf-ad35-f59b31261896" providerId="ADAL" clId="{86BB08CA-B7A6-4B56-B251-75270BF6414D}" dt="2026-10-23T05:53:58.991" v="51" actId="207"/>
        <pc:sldMkLst>
          <pc:docMk/>
          <pc:sldMk cId="0" sldId="266"/>
        </pc:sldMkLst>
        <pc:spChg chg="mod">
          <ac:chgData name="Jenkins NS" userId="8bdba4d2-1367-40cf-ad35-f59b31261896" providerId="ADAL" clId="{86BB08CA-B7A6-4B56-B251-75270BF6414D}" dt="2026-10-23T05:53:58.991" v="51" actId="207"/>
          <ac:spMkLst>
            <pc:docMk/>
            <pc:sldMk cId="0" sldId="266"/>
            <ac:spMk id="2" creationId="{00000000-0000-0000-0000-000000000000}"/>
          </ac:spMkLst>
        </pc:spChg>
        <pc:spChg chg="mod">
          <ac:chgData name="Jenkins NS" userId="8bdba4d2-1367-40cf-ad35-f59b31261896" providerId="ADAL" clId="{86BB08CA-B7A6-4B56-B251-75270BF6414D}" dt="2026-10-23T05:53:54.104" v="50" actId="207"/>
          <ac:spMkLst>
            <pc:docMk/>
            <pc:sldMk cId="0" sldId="266"/>
            <ac:spMk id="3" creationId="{00000000-0000-0000-0000-000000000000}"/>
          </ac:spMkLst>
        </pc:spChg>
        <pc:spChg chg="del">
          <ac:chgData name="Jenkins NS" userId="8bdba4d2-1367-40cf-ad35-f59b31261896" providerId="ADAL" clId="{86BB08CA-B7A6-4B56-B251-75270BF6414D}" dt="2026-10-23T05:49:28.135" v="20" actId="478"/>
          <ac:spMkLst>
            <pc:docMk/>
            <pc:sldMk cId="0" sldId="266"/>
            <ac:spMk id="32" creationId="{00000000-0000-0000-0000-000000000000}"/>
          </ac:spMkLst>
        </pc:spChg>
      </pc:sldChg>
      <pc:sldChg chg="delSp add del mod setBg">
        <pc:chgData name="Jenkins NS" userId="8bdba4d2-1367-40cf-ad35-f59b31261896" providerId="ADAL" clId="{86BB08CA-B7A6-4B56-B251-75270BF6414D}" dt="2026-10-23T05:50:05.767" v="22" actId="47"/>
        <pc:sldMkLst>
          <pc:docMk/>
          <pc:sldMk cId="0" sldId="267"/>
        </pc:sldMkLst>
        <pc:spChg chg="del">
          <ac:chgData name="Jenkins NS" userId="8bdba4d2-1367-40cf-ad35-f59b31261896" providerId="ADAL" clId="{86BB08CA-B7A6-4B56-B251-75270BF6414D}" dt="2026-10-23T05:49:37.110" v="21" actId="478"/>
          <ac:spMkLst>
            <pc:docMk/>
            <pc:sldMk cId="0" sldId="267"/>
            <ac:spMk id="14" creationId="{00000000-0000-0000-0000-000000000000}"/>
          </ac:spMkLst>
        </pc:spChg>
      </pc:sldChg>
      <pc:sldChg chg="delSp modSp add mod setBg">
        <pc:chgData name="Jenkins NS" userId="8bdba4d2-1367-40cf-ad35-f59b31261896" providerId="ADAL" clId="{86BB08CA-B7A6-4B56-B251-75270BF6414D}" dt="2026-10-23T05:53:49.507" v="49" actId="207"/>
        <pc:sldMkLst>
          <pc:docMk/>
          <pc:sldMk cId="0" sldId="268"/>
        </pc:sldMkLst>
        <pc:spChg chg="mod">
          <ac:chgData name="Jenkins NS" userId="8bdba4d2-1367-40cf-ad35-f59b31261896" providerId="ADAL" clId="{86BB08CA-B7A6-4B56-B251-75270BF6414D}" dt="2026-10-23T05:53:49.507" v="49" actId="207"/>
          <ac:spMkLst>
            <pc:docMk/>
            <pc:sldMk cId="0" sldId="268"/>
            <ac:spMk id="3" creationId="{00000000-0000-0000-0000-000000000000}"/>
          </ac:spMkLst>
        </pc:spChg>
        <pc:spChg chg="del">
          <ac:chgData name="Jenkins NS" userId="8bdba4d2-1367-40cf-ad35-f59b31261896" providerId="ADAL" clId="{86BB08CA-B7A6-4B56-B251-75270BF6414D}" dt="2026-10-23T05:50:08.643" v="23" actId="478"/>
          <ac:spMkLst>
            <pc:docMk/>
            <pc:sldMk cId="0" sldId="268"/>
            <ac:spMk id="29" creationId="{00000000-0000-0000-0000-000000000000}"/>
          </ac:spMkLst>
        </pc:spChg>
      </pc:sldChg>
      <pc:sldChg chg="delSp modSp add mod setBg">
        <pc:chgData name="Jenkins NS" userId="8bdba4d2-1367-40cf-ad35-f59b31261896" providerId="ADAL" clId="{86BB08CA-B7A6-4B56-B251-75270BF6414D}" dt="2026-10-23T05:53:46.557" v="48" actId="207"/>
        <pc:sldMkLst>
          <pc:docMk/>
          <pc:sldMk cId="0" sldId="269"/>
        </pc:sldMkLst>
        <pc:spChg chg="mod">
          <ac:chgData name="Jenkins NS" userId="8bdba4d2-1367-40cf-ad35-f59b31261896" providerId="ADAL" clId="{86BB08CA-B7A6-4B56-B251-75270BF6414D}" dt="2026-10-23T05:53:46.557" v="48" actId="207"/>
          <ac:spMkLst>
            <pc:docMk/>
            <pc:sldMk cId="0" sldId="269"/>
            <ac:spMk id="3" creationId="{00000000-0000-0000-0000-000000000000}"/>
          </ac:spMkLst>
        </pc:spChg>
        <pc:spChg chg="mod">
          <ac:chgData name="Jenkins NS" userId="8bdba4d2-1367-40cf-ad35-f59b31261896" providerId="ADAL" clId="{86BB08CA-B7A6-4B56-B251-75270BF6414D}" dt="2026-10-23T05:50:28.429" v="25" actId="33524"/>
          <ac:spMkLst>
            <pc:docMk/>
            <pc:sldMk cId="0" sldId="269"/>
            <ac:spMk id="13" creationId="{00000000-0000-0000-0000-000000000000}"/>
          </ac:spMkLst>
        </pc:spChg>
        <pc:spChg chg="del">
          <ac:chgData name="Jenkins NS" userId="8bdba4d2-1367-40cf-ad35-f59b31261896" providerId="ADAL" clId="{86BB08CA-B7A6-4B56-B251-75270BF6414D}" dt="2026-10-23T05:50:15.085" v="24" actId="478"/>
          <ac:spMkLst>
            <pc:docMk/>
            <pc:sldMk cId="0" sldId="269"/>
            <ac:spMk id="14" creationId="{00000000-0000-0000-0000-000000000000}"/>
          </ac:spMkLst>
        </pc:spChg>
      </pc:sldChg>
      <pc:sldChg chg="delSp modSp add mod setBg">
        <pc:chgData name="Jenkins NS" userId="8bdba4d2-1367-40cf-ad35-f59b31261896" providerId="ADAL" clId="{86BB08CA-B7A6-4B56-B251-75270BF6414D}" dt="2026-10-23T05:53:43.763" v="47" actId="207"/>
        <pc:sldMkLst>
          <pc:docMk/>
          <pc:sldMk cId="0" sldId="270"/>
        </pc:sldMkLst>
        <pc:spChg chg="mod">
          <ac:chgData name="Jenkins NS" userId="8bdba4d2-1367-40cf-ad35-f59b31261896" providerId="ADAL" clId="{86BB08CA-B7A6-4B56-B251-75270BF6414D}" dt="2026-10-23T05:53:43.763" v="47" actId="207"/>
          <ac:spMkLst>
            <pc:docMk/>
            <pc:sldMk cId="0" sldId="270"/>
            <ac:spMk id="3" creationId="{00000000-0000-0000-0000-000000000000}"/>
          </ac:spMkLst>
        </pc:spChg>
        <pc:spChg chg="del">
          <ac:chgData name="Jenkins NS" userId="8bdba4d2-1367-40cf-ad35-f59b31261896" providerId="ADAL" clId="{86BB08CA-B7A6-4B56-B251-75270BF6414D}" dt="2026-10-23T05:50:32.877" v="26" actId="478"/>
          <ac:spMkLst>
            <pc:docMk/>
            <pc:sldMk cId="0" sldId="270"/>
            <ac:spMk id="18" creationId="{00000000-0000-0000-0000-000000000000}"/>
          </ac:spMkLst>
        </pc:spChg>
      </pc:sldChg>
      <pc:sldChg chg="delSp modSp add mod setBg">
        <pc:chgData name="Jenkins NS" userId="8bdba4d2-1367-40cf-ad35-f59b31261896" providerId="ADAL" clId="{86BB08CA-B7A6-4B56-B251-75270BF6414D}" dt="2026-10-23T05:53:38.652" v="46" actId="207"/>
        <pc:sldMkLst>
          <pc:docMk/>
          <pc:sldMk cId="0" sldId="271"/>
        </pc:sldMkLst>
        <pc:spChg chg="mod">
          <ac:chgData name="Jenkins NS" userId="8bdba4d2-1367-40cf-ad35-f59b31261896" providerId="ADAL" clId="{86BB08CA-B7A6-4B56-B251-75270BF6414D}" dt="2026-10-23T05:53:38.652" v="46" actId="207"/>
          <ac:spMkLst>
            <pc:docMk/>
            <pc:sldMk cId="0" sldId="271"/>
            <ac:spMk id="3" creationId="{00000000-0000-0000-0000-000000000000}"/>
          </ac:spMkLst>
        </pc:spChg>
        <pc:spChg chg="del">
          <ac:chgData name="Jenkins NS" userId="8bdba4d2-1367-40cf-ad35-f59b31261896" providerId="ADAL" clId="{86BB08CA-B7A6-4B56-B251-75270BF6414D}" dt="2026-10-23T05:50:44.170" v="27" actId="478"/>
          <ac:spMkLst>
            <pc:docMk/>
            <pc:sldMk cId="0" sldId="271"/>
            <ac:spMk id="19" creationId="{00000000-0000-0000-0000-000000000000}"/>
          </ac:spMkLst>
        </pc:spChg>
      </pc:sldChg>
      <pc:sldChg chg="delSp modSp add mod setBg">
        <pc:chgData name="Jenkins NS" userId="8bdba4d2-1367-40cf-ad35-f59b31261896" providerId="ADAL" clId="{86BB08CA-B7A6-4B56-B251-75270BF6414D}" dt="2026-10-23T05:53:07.545" v="38" actId="207"/>
        <pc:sldMkLst>
          <pc:docMk/>
          <pc:sldMk cId="0" sldId="272"/>
        </pc:sldMkLst>
        <pc:spChg chg="mod">
          <ac:chgData name="Jenkins NS" userId="8bdba4d2-1367-40cf-ad35-f59b31261896" providerId="ADAL" clId="{86BB08CA-B7A6-4B56-B251-75270BF6414D}" dt="2026-10-23T05:53:07.545" v="38" actId="207"/>
          <ac:spMkLst>
            <pc:docMk/>
            <pc:sldMk cId="0" sldId="272"/>
            <ac:spMk id="3" creationId="{00000000-0000-0000-0000-000000000000}"/>
          </ac:spMkLst>
        </pc:spChg>
        <pc:spChg chg="mod">
          <ac:chgData name="Jenkins NS" userId="8bdba4d2-1367-40cf-ad35-f59b31261896" providerId="ADAL" clId="{86BB08CA-B7A6-4B56-B251-75270BF6414D}" dt="2026-10-23T05:52:38.597" v="37" actId="1076"/>
          <ac:spMkLst>
            <pc:docMk/>
            <pc:sldMk cId="0" sldId="272"/>
            <ac:spMk id="20" creationId="{00000000-0000-0000-0000-000000000000}"/>
          </ac:spMkLst>
        </pc:spChg>
        <pc:spChg chg="del">
          <ac:chgData name="Jenkins NS" userId="8bdba4d2-1367-40cf-ad35-f59b31261896" providerId="ADAL" clId="{86BB08CA-B7A6-4B56-B251-75270BF6414D}" dt="2026-10-23T05:50:50.598" v="28" actId="478"/>
          <ac:spMkLst>
            <pc:docMk/>
            <pc:sldMk cId="0" sldId="272"/>
            <ac:spMk id="25" creationId="{00000000-0000-0000-0000-000000000000}"/>
          </ac:spMkLst>
        </pc:spChg>
      </pc:sldChg>
      <pc:sldChg chg="delSp modSp add mod setBg">
        <pc:chgData name="Jenkins NS" userId="8bdba4d2-1367-40cf-ad35-f59b31261896" providerId="ADAL" clId="{86BB08CA-B7A6-4B56-B251-75270BF6414D}" dt="2026-10-23T05:53:33.467" v="45" actId="207"/>
        <pc:sldMkLst>
          <pc:docMk/>
          <pc:sldMk cId="0" sldId="273"/>
        </pc:sldMkLst>
        <pc:spChg chg="mod">
          <ac:chgData name="Jenkins NS" userId="8bdba4d2-1367-40cf-ad35-f59b31261896" providerId="ADAL" clId="{86BB08CA-B7A6-4B56-B251-75270BF6414D}" dt="2026-10-23T05:51:02.847" v="31" actId="27636"/>
          <ac:spMkLst>
            <pc:docMk/>
            <pc:sldMk cId="0" sldId="273"/>
            <ac:spMk id="2" creationId="{00000000-0000-0000-0000-000000000000}"/>
          </ac:spMkLst>
        </pc:spChg>
        <pc:spChg chg="mod">
          <ac:chgData name="Jenkins NS" userId="8bdba4d2-1367-40cf-ad35-f59b31261896" providerId="ADAL" clId="{86BB08CA-B7A6-4B56-B251-75270BF6414D}" dt="2026-10-23T05:53:33.467" v="45" actId="207"/>
          <ac:spMkLst>
            <pc:docMk/>
            <pc:sldMk cId="0" sldId="273"/>
            <ac:spMk id="3" creationId="{00000000-0000-0000-0000-000000000000}"/>
          </ac:spMkLst>
        </pc:spChg>
        <pc:spChg chg="mod">
          <ac:chgData name="Jenkins NS" userId="8bdba4d2-1367-40cf-ad35-f59b31261896" providerId="ADAL" clId="{86BB08CA-B7A6-4B56-B251-75270BF6414D}" dt="2026-10-23T05:50:59.916" v="29" actId="108"/>
          <ac:spMkLst>
            <pc:docMk/>
            <pc:sldMk cId="0" sldId="273"/>
            <ac:spMk id="13" creationId="{00000000-0000-0000-0000-000000000000}"/>
          </ac:spMkLst>
        </pc:spChg>
        <pc:spChg chg="del">
          <ac:chgData name="Jenkins NS" userId="8bdba4d2-1367-40cf-ad35-f59b31261896" providerId="ADAL" clId="{86BB08CA-B7A6-4B56-B251-75270BF6414D}" dt="2026-10-23T05:53:31.174" v="44" actId="478"/>
          <ac:spMkLst>
            <pc:docMk/>
            <pc:sldMk cId="0" sldId="273"/>
            <ac:spMk id="14" creationId="{00000000-0000-0000-0000-000000000000}"/>
          </ac:spMkLst>
        </pc:spChg>
      </pc:sldChg>
      <pc:sldChg chg="delSp modSp add mod setBg">
        <pc:chgData name="Jenkins NS" userId="8bdba4d2-1367-40cf-ad35-f59b31261896" providerId="ADAL" clId="{86BB08CA-B7A6-4B56-B251-75270BF6414D}" dt="2026-10-23T05:53:26.740" v="43" actId="478"/>
        <pc:sldMkLst>
          <pc:docMk/>
          <pc:sldMk cId="0" sldId="274"/>
        </pc:sldMkLst>
        <pc:spChg chg="mod">
          <ac:chgData name="Jenkins NS" userId="8bdba4d2-1367-40cf-ad35-f59b31261896" providerId="ADAL" clId="{86BB08CA-B7A6-4B56-B251-75270BF6414D}" dt="2026-10-23T05:53:24.140" v="42" actId="207"/>
          <ac:spMkLst>
            <pc:docMk/>
            <pc:sldMk cId="0" sldId="274"/>
            <ac:spMk id="3" creationId="{00000000-0000-0000-0000-000000000000}"/>
          </ac:spMkLst>
        </pc:spChg>
        <pc:spChg chg="del">
          <ac:chgData name="Jenkins NS" userId="8bdba4d2-1367-40cf-ad35-f59b31261896" providerId="ADAL" clId="{86BB08CA-B7A6-4B56-B251-75270BF6414D}" dt="2026-10-23T05:53:26.740" v="43" actId="478"/>
          <ac:spMkLst>
            <pc:docMk/>
            <pc:sldMk cId="0" sldId="274"/>
            <ac:spMk id="15" creationId="{00000000-0000-0000-0000-000000000000}"/>
          </ac:spMkLst>
        </pc:spChg>
      </pc:sldChg>
      <pc:sldChg chg="delSp modSp add mod setBg">
        <pc:chgData name="Jenkins NS" userId="8bdba4d2-1367-40cf-ad35-f59b31261896" providerId="ADAL" clId="{86BB08CA-B7A6-4B56-B251-75270BF6414D}" dt="2026-10-23T05:53:20.012" v="41" actId="207"/>
        <pc:sldMkLst>
          <pc:docMk/>
          <pc:sldMk cId="0" sldId="275"/>
        </pc:sldMkLst>
        <pc:spChg chg="mod">
          <ac:chgData name="Jenkins NS" userId="8bdba4d2-1367-40cf-ad35-f59b31261896" providerId="ADAL" clId="{86BB08CA-B7A6-4B56-B251-75270BF6414D}" dt="2026-10-23T05:53:20.012" v="41" actId="207"/>
          <ac:spMkLst>
            <pc:docMk/>
            <pc:sldMk cId="0" sldId="275"/>
            <ac:spMk id="2" creationId="{00000000-0000-0000-0000-000000000000}"/>
          </ac:spMkLst>
        </pc:spChg>
        <pc:spChg chg="mod">
          <ac:chgData name="Jenkins NS" userId="8bdba4d2-1367-40cf-ad35-f59b31261896" providerId="ADAL" clId="{86BB08CA-B7A6-4B56-B251-75270BF6414D}" dt="2026-10-23T05:53:16.758" v="40" actId="207"/>
          <ac:spMkLst>
            <pc:docMk/>
            <pc:sldMk cId="0" sldId="275"/>
            <ac:spMk id="3" creationId="{00000000-0000-0000-0000-000000000000}"/>
          </ac:spMkLst>
        </pc:spChg>
        <pc:spChg chg="del">
          <ac:chgData name="Jenkins NS" userId="8bdba4d2-1367-40cf-ad35-f59b31261896" providerId="ADAL" clId="{86BB08CA-B7A6-4B56-B251-75270BF6414D}" dt="2026-10-23T05:51:20.094" v="33" actId="478"/>
          <ac:spMkLst>
            <pc:docMk/>
            <pc:sldMk cId="0" sldId="275"/>
            <ac:spMk id="15" creationId="{00000000-0000-0000-0000-000000000000}"/>
          </ac:spMkLst>
        </pc:spChg>
      </pc:sldChg>
      <pc:sldChg chg="del">
        <pc:chgData name="Jenkins NS" userId="8bdba4d2-1367-40cf-ad35-f59b31261896" providerId="ADAL" clId="{86BB08CA-B7A6-4B56-B251-75270BF6414D}" dt="2026-10-23T05:31:21.916" v="0" actId="47"/>
        <pc:sldMkLst>
          <pc:docMk/>
          <pc:sldMk cId="1096705017" sldId="10341"/>
        </pc:sldMkLst>
      </pc:sldChg>
      <pc:sldChg chg="del">
        <pc:chgData name="Jenkins NS" userId="8bdba4d2-1367-40cf-ad35-f59b31261896" providerId="ADAL" clId="{86BB08CA-B7A6-4B56-B251-75270BF6414D}" dt="2026-10-23T05:31:21.916" v="0" actId="47"/>
        <pc:sldMkLst>
          <pc:docMk/>
          <pc:sldMk cId="2980580362" sldId="2076137821"/>
        </pc:sldMkLst>
      </pc:sldChg>
      <pc:sldChg chg="del">
        <pc:chgData name="Jenkins NS" userId="8bdba4d2-1367-40cf-ad35-f59b31261896" providerId="ADAL" clId="{86BB08CA-B7A6-4B56-B251-75270BF6414D}" dt="2026-10-23T05:31:21.916" v="0" actId="47"/>
        <pc:sldMkLst>
          <pc:docMk/>
          <pc:sldMk cId="847600138" sldId="2076137823"/>
        </pc:sldMkLst>
      </pc:sldChg>
      <pc:sldChg chg="del">
        <pc:chgData name="Jenkins NS" userId="8bdba4d2-1367-40cf-ad35-f59b31261896" providerId="ADAL" clId="{86BB08CA-B7A6-4B56-B251-75270BF6414D}" dt="2026-10-23T05:31:21.916" v="0" actId="47"/>
        <pc:sldMkLst>
          <pc:docMk/>
          <pc:sldMk cId="3031809596" sldId="2142533535"/>
        </pc:sldMkLst>
      </pc:sldChg>
      <pc:sldChg chg="del">
        <pc:chgData name="Jenkins NS" userId="8bdba4d2-1367-40cf-ad35-f59b31261896" providerId="ADAL" clId="{86BB08CA-B7A6-4B56-B251-75270BF6414D}" dt="2026-10-23T05:31:21.916" v="0" actId="47"/>
        <pc:sldMkLst>
          <pc:docMk/>
          <pc:sldMk cId="493708244" sldId="2142533536"/>
        </pc:sldMkLst>
      </pc:sldChg>
      <pc:sldChg chg="del">
        <pc:chgData name="Jenkins NS" userId="8bdba4d2-1367-40cf-ad35-f59b31261896" providerId="ADAL" clId="{86BB08CA-B7A6-4B56-B251-75270BF6414D}" dt="2026-10-23T05:31:21.916" v="0" actId="47"/>
        <pc:sldMkLst>
          <pc:docMk/>
          <pc:sldMk cId="949564228" sldId="2142533538"/>
        </pc:sldMkLst>
      </pc:sldChg>
      <pc:sldChg chg="del">
        <pc:chgData name="Jenkins NS" userId="8bdba4d2-1367-40cf-ad35-f59b31261896" providerId="ADAL" clId="{86BB08CA-B7A6-4B56-B251-75270BF6414D}" dt="2026-10-23T05:31:21.916" v="0" actId="47"/>
        <pc:sldMkLst>
          <pc:docMk/>
          <pc:sldMk cId="1159306728" sldId="2142533539"/>
        </pc:sldMkLst>
      </pc:sldChg>
      <pc:sldChg chg="del">
        <pc:chgData name="Jenkins NS" userId="8bdba4d2-1367-40cf-ad35-f59b31261896" providerId="ADAL" clId="{86BB08CA-B7A6-4B56-B251-75270BF6414D}" dt="2026-10-23T05:31:21.916" v="0" actId="47"/>
        <pc:sldMkLst>
          <pc:docMk/>
          <pc:sldMk cId="2306444340" sldId="2142533540"/>
        </pc:sldMkLst>
      </pc:sldChg>
      <pc:sldChg chg="del">
        <pc:chgData name="Jenkins NS" userId="8bdba4d2-1367-40cf-ad35-f59b31261896" providerId="ADAL" clId="{86BB08CA-B7A6-4B56-B251-75270BF6414D}" dt="2026-10-23T05:31:21.916" v="0" actId="47"/>
        <pc:sldMkLst>
          <pc:docMk/>
          <pc:sldMk cId="2194364739" sldId="2142533583"/>
        </pc:sldMkLst>
      </pc:sldChg>
      <pc:sldChg chg="del">
        <pc:chgData name="Jenkins NS" userId="8bdba4d2-1367-40cf-ad35-f59b31261896" providerId="ADAL" clId="{86BB08CA-B7A6-4B56-B251-75270BF6414D}" dt="2026-10-23T05:31:21.916" v="0" actId="47"/>
        <pc:sldMkLst>
          <pc:docMk/>
          <pc:sldMk cId="3661348972" sldId="2142533584"/>
        </pc:sldMkLst>
      </pc:sldChg>
      <pc:sldChg chg="add del">
        <pc:chgData name="Jenkins NS" userId="8bdba4d2-1367-40cf-ad35-f59b31261896" providerId="ADAL" clId="{86BB08CA-B7A6-4B56-B251-75270BF6414D}" dt="2026-10-23T05:48:04.982" v="7" actId="47"/>
        <pc:sldMkLst>
          <pc:docMk/>
          <pc:sldMk cId="1488354913" sldId="2147471059"/>
        </pc:sldMkLst>
      </pc:sldChg>
      <pc:sldChg chg="add del">
        <pc:chgData name="Jenkins NS" userId="8bdba4d2-1367-40cf-ad35-f59b31261896" providerId="ADAL" clId="{86BB08CA-B7A6-4B56-B251-75270BF6414D}" dt="2026-10-23T05:48:04.982" v="7" actId="47"/>
        <pc:sldMkLst>
          <pc:docMk/>
          <pc:sldMk cId="2866244905" sldId="2147471060"/>
        </pc:sldMkLst>
      </pc:sldChg>
      <pc:sldChg chg="add del">
        <pc:chgData name="Jenkins NS" userId="8bdba4d2-1367-40cf-ad35-f59b31261896" providerId="ADAL" clId="{86BB08CA-B7A6-4B56-B251-75270BF6414D}" dt="2026-10-23T05:48:04.982" v="7" actId="47"/>
        <pc:sldMkLst>
          <pc:docMk/>
          <pc:sldMk cId="4128555809" sldId="2147471061"/>
        </pc:sldMkLst>
      </pc:sldChg>
      <pc:sldChg chg="del">
        <pc:chgData name="Jenkins NS" userId="8bdba4d2-1367-40cf-ad35-f59b31261896" providerId="ADAL" clId="{86BB08CA-B7A6-4B56-B251-75270BF6414D}" dt="2026-10-23T05:31:21.916" v="0" actId="47"/>
        <pc:sldMkLst>
          <pc:docMk/>
          <pc:sldMk cId="0" sldId="2147479597"/>
        </pc:sldMkLst>
      </pc:sldChg>
      <pc:sldChg chg="add del">
        <pc:chgData name="Jenkins NS" userId="8bdba4d2-1367-40cf-ad35-f59b31261896" providerId="ADAL" clId="{86BB08CA-B7A6-4B56-B251-75270BF6414D}" dt="2026-10-23T05:47:54.363" v="4" actId="47"/>
        <pc:sldMkLst>
          <pc:docMk/>
          <pc:sldMk cId="3940752053" sldId="2147482268"/>
        </pc:sldMkLst>
      </pc:sldChg>
      <pc:sldChg chg="add del">
        <pc:chgData name="Jenkins NS" userId="8bdba4d2-1367-40cf-ad35-f59b31261896" providerId="ADAL" clId="{86BB08CA-B7A6-4B56-B251-75270BF6414D}" dt="2026-10-23T05:48:04.982" v="7" actId="47"/>
        <pc:sldMkLst>
          <pc:docMk/>
          <pc:sldMk cId="3498080330" sldId="2147482371"/>
        </pc:sldMkLst>
      </pc:sldChg>
      <pc:sldChg chg="add del">
        <pc:chgData name="Jenkins NS" userId="8bdba4d2-1367-40cf-ad35-f59b31261896" providerId="ADAL" clId="{86BB08CA-B7A6-4B56-B251-75270BF6414D}" dt="2026-10-23T05:47:56.818" v="5" actId="47"/>
        <pc:sldMkLst>
          <pc:docMk/>
          <pc:sldMk cId="4025133718" sldId="2147482372"/>
        </pc:sldMkLst>
      </pc:sldChg>
      <pc:sldMasterChg chg="delSldLayout">
        <pc:chgData name="Jenkins NS" userId="8bdba4d2-1367-40cf-ad35-f59b31261896" providerId="ADAL" clId="{86BB08CA-B7A6-4B56-B251-75270BF6414D}" dt="2026-10-23T05:48:04.982" v="7" actId="47"/>
        <pc:sldMasterMkLst>
          <pc:docMk/>
          <pc:sldMasterMk cId="975404246" sldId="2147483648"/>
        </pc:sldMasterMkLst>
        <pc:sldLayoutChg chg="del">
          <pc:chgData name="Jenkins NS" userId="8bdba4d2-1367-40cf-ad35-f59b31261896" providerId="ADAL" clId="{86BB08CA-B7A6-4B56-B251-75270BF6414D}" dt="2026-10-23T05:48:04.982" v="7" actId="47"/>
          <pc:sldLayoutMkLst>
            <pc:docMk/>
            <pc:sldMasterMk cId="975404246" sldId="2147483648"/>
            <pc:sldLayoutMk cId="2134342542" sldId="2147483740"/>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3150296090" sldId="2147483741"/>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926884318" sldId="2147483742"/>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287352221" sldId="2147483743"/>
          </pc:sldLayoutMkLst>
        </pc:sldLayoutChg>
      </pc:sldMasterChg>
      <pc:sldMasterChg chg="del delSldLayout">
        <pc:chgData name="Jenkins NS" userId="8bdba4d2-1367-40cf-ad35-f59b31261896" providerId="ADAL" clId="{86BB08CA-B7A6-4B56-B251-75270BF6414D}" dt="2026-10-23T05:31:21.916" v="0" actId="47"/>
        <pc:sldMasterMkLst>
          <pc:docMk/>
          <pc:sldMasterMk cId="2494316984" sldId="2147483684"/>
        </pc:sldMasterMkLst>
        <pc:sldLayoutChg chg="del">
          <pc:chgData name="Jenkins NS" userId="8bdba4d2-1367-40cf-ad35-f59b31261896" providerId="ADAL" clId="{86BB08CA-B7A6-4B56-B251-75270BF6414D}" dt="2026-10-23T05:31:21.916" v="0" actId="47"/>
          <pc:sldLayoutMkLst>
            <pc:docMk/>
            <pc:sldMasterMk cId="2494316984" sldId="2147483684"/>
            <pc:sldLayoutMk cId="380069328" sldId="2147483685"/>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3599421431" sldId="2147483686"/>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636360322" sldId="2147483687"/>
          </pc:sldLayoutMkLst>
        </pc:sldLayoutChg>
      </pc:sldMasterChg>
      <pc:sldMasterChg chg="delSldLayout">
        <pc:chgData name="Jenkins NS" userId="8bdba4d2-1367-40cf-ad35-f59b31261896" providerId="ADAL" clId="{86BB08CA-B7A6-4B56-B251-75270BF6414D}" dt="2026-10-23T05:31:21.916" v="0" actId="47"/>
        <pc:sldMasterMkLst>
          <pc:docMk/>
          <pc:sldMasterMk cId="2576410728" sldId="2147483688"/>
        </pc:sldMasterMkLst>
        <pc:sldLayoutChg chg="del">
          <pc:chgData name="Jenkins NS" userId="8bdba4d2-1367-40cf-ad35-f59b31261896" providerId="ADAL" clId="{86BB08CA-B7A6-4B56-B251-75270BF6414D}" dt="2026-10-23T05:31:21.916" v="0" actId="47"/>
          <pc:sldLayoutMkLst>
            <pc:docMk/>
            <pc:sldMasterMk cId="2576410728" sldId="2147483688"/>
            <pc:sldLayoutMk cId="267021193" sldId="2147483740"/>
          </pc:sldLayoutMkLst>
        </pc:sldLayoutChg>
      </pc:sldMasterChg>
    </pc:docChg>
  </pc:docChgLst>
  <pc:docChgLst>
    <pc:chgData name="Jenkins NS" userId="8bdba4d2-1367-40cf-ad35-f59b31261896" providerId="ADAL" clId="{F58680DD-FFF5-4D2B-B065-F48D10CC8C0D}"/>
    <pc:docChg chg="delSld delMainMaster">
      <pc:chgData name="Jenkins NS" userId="8bdba4d2-1367-40cf-ad35-f59b31261896" providerId="ADAL" clId="{F58680DD-FFF5-4D2B-B065-F48D10CC8C0D}" dt="2026-10-22T20:52:21.654" v="0" actId="47"/>
      <pc:docMkLst>
        <pc:docMk/>
      </pc:docMkLst>
      <pc:sldChg chg="del">
        <pc:chgData name="Jenkins NS" userId="8bdba4d2-1367-40cf-ad35-f59b31261896" providerId="ADAL" clId="{F58680DD-FFF5-4D2B-B065-F48D10CC8C0D}" dt="2026-10-22T20:52:21.654" v="0" actId="47"/>
        <pc:sldMkLst>
          <pc:docMk/>
          <pc:sldMk cId="0" sldId="256"/>
        </pc:sldMkLst>
      </pc:sldChg>
      <pc:sldChg chg="del">
        <pc:chgData name="Jenkins NS" userId="8bdba4d2-1367-40cf-ad35-f59b31261896" providerId="ADAL" clId="{F58680DD-FFF5-4D2B-B065-F48D10CC8C0D}" dt="2026-10-22T20:52:21.654" v="0" actId="47"/>
        <pc:sldMkLst>
          <pc:docMk/>
          <pc:sldMk cId="0" sldId="257"/>
        </pc:sldMkLst>
      </pc:sldChg>
      <pc:sldChg chg="del">
        <pc:chgData name="Jenkins NS" userId="8bdba4d2-1367-40cf-ad35-f59b31261896" providerId="ADAL" clId="{F58680DD-FFF5-4D2B-B065-F48D10CC8C0D}" dt="2026-10-22T20:52:21.654" v="0" actId="47"/>
        <pc:sldMkLst>
          <pc:docMk/>
          <pc:sldMk cId="0" sldId="258"/>
        </pc:sldMkLst>
      </pc:sldChg>
      <pc:sldChg chg="del">
        <pc:chgData name="Jenkins NS" userId="8bdba4d2-1367-40cf-ad35-f59b31261896" providerId="ADAL" clId="{F58680DD-FFF5-4D2B-B065-F48D10CC8C0D}" dt="2026-10-22T20:52:21.654" v="0" actId="47"/>
        <pc:sldMkLst>
          <pc:docMk/>
          <pc:sldMk cId="0" sldId="259"/>
        </pc:sldMkLst>
      </pc:sldChg>
      <pc:sldChg chg="del">
        <pc:chgData name="Jenkins NS" userId="8bdba4d2-1367-40cf-ad35-f59b31261896" providerId="ADAL" clId="{F58680DD-FFF5-4D2B-B065-F48D10CC8C0D}" dt="2026-10-22T20:52:21.654" v="0" actId="47"/>
        <pc:sldMkLst>
          <pc:docMk/>
          <pc:sldMk cId="0" sldId="260"/>
        </pc:sldMkLst>
      </pc:sldChg>
      <pc:sldChg chg="del">
        <pc:chgData name="Jenkins NS" userId="8bdba4d2-1367-40cf-ad35-f59b31261896" providerId="ADAL" clId="{F58680DD-FFF5-4D2B-B065-F48D10CC8C0D}" dt="2026-10-22T20:52:21.654" v="0" actId="47"/>
        <pc:sldMkLst>
          <pc:docMk/>
          <pc:sldMk cId="0" sldId="261"/>
        </pc:sldMkLst>
      </pc:sldChg>
      <pc:sldChg chg="del">
        <pc:chgData name="Jenkins NS" userId="8bdba4d2-1367-40cf-ad35-f59b31261896" providerId="ADAL" clId="{F58680DD-FFF5-4D2B-B065-F48D10CC8C0D}" dt="2026-10-22T20:52:21.654" v="0" actId="47"/>
        <pc:sldMkLst>
          <pc:docMk/>
          <pc:sldMk cId="0" sldId="262"/>
        </pc:sldMkLst>
      </pc:sldChg>
      <pc:sldChg chg="del">
        <pc:chgData name="Jenkins NS" userId="8bdba4d2-1367-40cf-ad35-f59b31261896" providerId="ADAL" clId="{F58680DD-FFF5-4D2B-B065-F48D10CC8C0D}" dt="2026-10-22T20:52:21.654" v="0" actId="47"/>
        <pc:sldMkLst>
          <pc:docMk/>
          <pc:sldMk cId="101198574" sldId="1611"/>
        </pc:sldMkLst>
      </pc:sldChg>
      <pc:sldChg chg="del">
        <pc:chgData name="Jenkins NS" userId="8bdba4d2-1367-40cf-ad35-f59b31261896" providerId="ADAL" clId="{F58680DD-FFF5-4D2B-B065-F48D10CC8C0D}" dt="2026-10-22T20:52:21.654" v="0" actId="47"/>
        <pc:sldMkLst>
          <pc:docMk/>
          <pc:sldMk cId="0" sldId="2142533482"/>
        </pc:sldMkLst>
      </pc:sldChg>
      <pc:sldChg chg="del">
        <pc:chgData name="Jenkins NS" userId="8bdba4d2-1367-40cf-ad35-f59b31261896" providerId="ADAL" clId="{F58680DD-FFF5-4D2B-B065-F48D10CC8C0D}" dt="2026-10-22T20:52:21.654" v="0" actId="47"/>
        <pc:sldMkLst>
          <pc:docMk/>
          <pc:sldMk cId="1451565363" sldId="2147479572"/>
        </pc:sldMkLst>
      </pc:sldChg>
      <pc:sldChg chg="del">
        <pc:chgData name="Jenkins NS" userId="8bdba4d2-1367-40cf-ad35-f59b31261896" providerId="ADAL" clId="{F58680DD-FFF5-4D2B-B065-F48D10CC8C0D}" dt="2026-10-22T20:52:21.654" v="0" actId="47"/>
        <pc:sldMkLst>
          <pc:docMk/>
          <pc:sldMk cId="0" sldId="2147479573"/>
        </pc:sldMkLst>
      </pc:sldChg>
      <pc:sldChg chg="del">
        <pc:chgData name="Jenkins NS" userId="8bdba4d2-1367-40cf-ad35-f59b31261896" providerId="ADAL" clId="{F58680DD-FFF5-4D2B-B065-F48D10CC8C0D}" dt="2026-10-22T20:52:21.654" v="0" actId="47"/>
        <pc:sldMkLst>
          <pc:docMk/>
          <pc:sldMk cId="0" sldId="2147479574"/>
        </pc:sldMkLst>
      </pc:sldChg>
      <pc:sldChg chg="del">
        <pc:chgData name="Jenkins NS" userId="8bdba4d2-1367-40cf-ad35-f59b31261896" providerId="ADAL" clId="{F58680DD-FFF5-4D2B-B065-F48D10CC8C0D}" dt="2026-10-22T20:52:21.654" v="0" actId="47"/>
        <pc:sldMkLst>
          <pc:docMk/>
          <pc:sldMk cId="0" sldId="2147479575"/>
        </pc:sldMkLst>
      </pc:sldChg>
      <pc:sldChg chg="del">
        <pc:chgData name="Jenkins NS" userId="8bdba4d2-1367-40cf-ad35-f59b31261896" providerId="ADAL" clId="{F58680DD-FFF5-4D2B-B065-F48D10CC8C0D}" dt="2026-10-22T20:52:21.654" v="0" actId="47"/>
        <pc:sldMkLst>
          <pc:docMk/>
          <pc:sldMk cId="0" sldId="2147479576"/>
        </pc:sldMkLst>
      </pc:sldChg>
      <pc:sldChg chg="del">
        <pc:chgData name="Jenkins NS" userId="8bdba4d2-1367-40cf-ad35-f59b31261896" providerId="ADAL" clId="{F58680DD-FFF5-4D2B-B065-F48D10CC8C0D}" dt="2026-10-22T20:52:21.654" v="0" actId="47"/>
        <pc:sldMkLst>
          <pc:docMk/>
          <pc:sldMk cId="0" sldId="2147479577"/>
        </pc:sldMkLst>
      </pc:sldChg>
      <pc:sldChg chg="del">
        <pc:chgData name="Jenkins NS" userId="8bdba4d2-1367-40cf-ad35-f59b31261896" providerId="ADAL" clId="{F58680DD-FFF5-4D2B-B065-F48D10CC8C0D}" dt="2026-10-22T20:52:21.654" v="0" actId="47"/>
        <pc:sldMkLst>
          <pc:docMk/>
          <pc:sldMk cId="0" sldId="2147479578"/>
        </pc:sldMkLst>
      </pc:sldChg>
      <pc:sldChg chg="del">
        <pc:chgData name="Jenkins NS" userId="8bdba4d2-1367-40cf-ad35-f59b31261896" providerId="ADAL" clId="{F58680DD-FFF5-4D2B-B065-F48D10CC8C0D}" dt="2026-10-22T20:52:21.654" v="0" actId="47"/>
        <pc:sldMkLst>
          <pc:docMk/>
          <pc:sldMk cId="0" sldId="2147479579"/>
        </pc:sldMkLst>
      </pc:sldChg>
      <pc:sldChg chg="del">
        <pc:chgData name="Jenkins NS" userId="8bdba4d2-1367-40cf-ad35-f59b31261896" providerId="ADAL" clId="{F58680DD-FFF5-4D2B-B065-F48D10CC8C0D}" dt="2026-10-22T20:52:21.654" v="0" actId="47"/>
        <pc:sldMkLst>
          <pc:docMk/>
          <pc:sldMk cId="0" sldId="2147479580"/>
        </pc:sldMkLst>
      </pc:sldChg>
      <pc:sldChg chg="del">
        <pc:chgData name="Jenkins NS" userId="8bdba4d2-1367-40cf-ad35-f59b31261896" providerId="ADAL" clId="{F58680DD-FFF5-4D2B-B065-F48D10CC8C0D}" dt="2026-10-22T20:52:21.654" v="0" actId="47"/>
        <pc:sldMkLst>
          <pc:docMk/>
          <pc:sldMk cId="0" sldId="2147479581"/>
        </pc:sldMkLst>
      </pc:sldChg>
      <pc:sldChg chg="del">
        <pc:chgData name="Jenkins NS" userId="8bdba4d2-1367-40cf-ad35-f59b31261896" providerId="ADAL" clId="{F58680DD-FFF5-4D2B-B065-F48D10CC8C0D}" dt="2026-10-22T20:52:21.654" v="0" actId="47"/>
        <pc:sldMkLst>
          <pc:docMk/>
          <pc:sldMk cId="0" sldId="2147479582"/>
        </pc:sldMkLst>
      </pc:sldChg>
      <pc:sldChg chg="del">
        <pc:chgData name="Jenkins NS" userId="8bdba4d2-1367-40cf-ad35-f59b31261896" providerId="ADAL" clId="{F58680DD-FFF5-4D2B-B065-F48D10CC8C0D}" dt="2026-10-22T20:52:21.654" v="0" actId="47"/>
        <pc:sldMkLst>
          <pc:docMk/>
          <pc:sldMk cId="0" sldId="2147479583"/>
        </pc:sldMkLst>
      </pc:sldChg>
      <pc:sldChg chg="del">
        <pc:chgData name="Jenkins NS" userId="8bdba4d2-1367-40cf-ad35-f59b31261896" providerId="ADAL" clId="{F58680DD-FFF5-4D2B-B065-F48D10CC8C0D}" dt="2026-10-22T20:52:21.654" v="0" actId="47"/>
        <pc:sldMkLst>
          <pc:docMk/>
          <pc:sldMk cId="0" sldId="2147479584"/>
        </pc:sldMkLst>
      </pc:sldChg>
      <pc:sldChg chg="del">
        <pc:chgData name="Jenkins NS" userId="8bdba4d2-1367-40cf-ad35-f59b31261896" providerId="ADAL" clId="{F58680DD-FFF5-4D2B-B065-F48D10CC8C0D}" dt="2026-10-22T20:52:21.654" v="0" actId="47"/>
        <pc:sldMkLst>
          <pc:docMk/>
          <pc:sldMk cId="0" sldId="2147479585"/>
        </pc:sldMkLst>
      </pc:sldChg>
      <pc:sldChg chg="del">
        <pc:chgData name="Jenkins NS" userId="8bdba4d2-1367-40cf-ad35-f59b31261896" providerId="ADAL" clId="{F58680DD-FFF5-4D2B-B065-F48D10CC8C0D}" dt="2026-10-22T20:52:21.654" v="0" actId="47"/>
        <pc:sldMkLst>
          <pc:docMk/>
          <pc:sldMk cId="0" sldId="2147479586"/>
        </pc:sldMkLst>
      </pc:sldChg>
      <pc:sldChg chg="del">
        <pc:chgData name="Jenkins NS" userId="8bdba4d2-1367-40cf-ad35-f59b31261896" providerId="ADAL" clId="{F58680DD-FFF5-4D2B-B065-F48D10CC8C0D}" dt="2026-10-22T20:52:21.654" v="0" actId="47"/>
        <pc:sldMkLst>
          <pc:docMk/>
          <pc:sldMk cId="0" sldId="2147479587"/>
        </pc:sldMkLst>
      </pc:sldChg>
      <pc:sldChg chg="del">
        <pc:chgData name="Jenkins NS" userId="8bdba4d2-1367-40cf-ad35-f59b31261896" providerId="ADAL" clId="{F58680DD-FFF5-4D2B-B065-F48D10CC8C0D}" dt="2026-10-22T20:52:21.654" v="0" actId="47"/>
        <pc:sldMkLst>
          <pc:docMk/>
          <pc:sldMk cId="2979084665" sldId="2147479593"/>
        </pc:sldMkLst>
      </pc:sldChg>
      <pc:sldMasterChg chg="delSldLayout">
        <pc:chgData name="Jenkins NS" userId="8bdba4d2-1367-40cf-ad35-f59b31261896" providerId="ADAL" clId="{F58680DD-FFF5-4D2B-B065-F48D10CC8C0D}" dt="2026-10-22T20:52:21.654" v="0" actId="47"/>
        <pc:sldMasterMkLst>
          <pc:docMk/>
          <pc:sldMasterMk cId="975404246" sldId="2147483648"/>
        </pc:sldMasterMkLst>
        <pc:sldLayoutChg chg="del">
          <pc:chgData name="Jenkins NS" userId="8bdba4d2-1367-40cf-ad35-f59b31261896" providerId="ADAL" clId="{F58680DD-FFF5-4D2B-B065-F48D10CC8C0D}" dt="2026-10-22T20:52:21.654" v="0" actId="47"/>
          <pc:sldLayoutMkLst>
            <pc:docMk/>
            <pc:sldMasterMk cId="975404246" sldId="2147483648"/>
            <pc:sldLayoutMk cId="216699640" sldId="2147483660"/>
          </pc:sldLayoutMkLst>
        </pc:sldLayoutChg>
        <pc:sldLayoutChg chg="del">
          <pc:chgData name="Jenkins NS" userId="8bdba4d2-1367-40cf-ad35-f59b31261896" providerId="ADAL" clId="{F58680DD-FFF5-4D2B-B065-F48D10CC8C0D}" dt="2026-10-22T20:52:21.654" v="0" actId="47"/>
          <pc:sldLayoutMkLst>
            <pc:docMk/>
            <pc:sldMasterMk cId="975404246" sldId="2147483648"/>
            <pc:sldLayoutMk cId="2861898254" sldId="2147483673"/>
          </pc:sldLayoutMkLst>
        </pc:sldLayoutChg>
      </pc:sldMasterChg>
      <pc:sldMasterChg chg="del delSldLayout">
        <pc:chgData name="Jenkins NS" userId="8bdba4d2-1367-40cf-ad35-f59b31261896" providerId="ADAL" clId="{F58680DD-FFF5-4D2B-B065-F48D10CC8C0D}" dt="2026-10-22T20:52:21.654" v="0" actId="47"/>
        <pc:sldMasterMkLst>
          <pc:docMk/>
          <pc:sldMasterMk cId="2391316343" sldId="2147483668"/>
        </pc:sldMasterMkLst>
        <pc:sldLayoutChg chg="del">
          <pc:chgData name="Jenkins NS" userId="8bdba4d2-1367-40cf-ad35-f59b31261896" providerId="ADAL" clId="{F58680DD-FFF5-4D2B-B065-F48D10CC8C0D}" dt="2026-10-22T20:52:21.654" v="0" actId="47"/>
          <pc:sldLayoutMkLst>
            <pc:docMk/>
            <pc:sldMasterMk cId="2391316343" sldId="2147483668"/>
            <pc:sldLayoutMk cId="1317201455" sldId="2147483669"/>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1798594045" sldId="2147483670"/>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3284760538" sldId="2147483671"/>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902464598" sldId="2147483674"/>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2154374152" sldId="2147483683"/>
          </pc:sldLayoutMkLst>
        </pc:sldLayoutChg>
      </pc:sldMasterChg>
      <pc:sldMasterChg chg="del delSldLayout">
        <pc:chgData name="Jenkins NS" userId="8bdba4d2-1367-40cf-ad35-f59b31261896" providerId="ADAL" clId="{F58680DD-FFF5-4D2B-B065-F48D10CC8C0D}" dt="2026-10-22T20:52:21.654" v="0" actId="47"/>
        <pc:sldMasterMkLst>
          <pc:docMk/>
          <pc:sldMasterMk cId="4035815384" sldId="2147483675"/>
        </pc:sldMasterMkLst>
        <pc:sldLayoutChg chg="del">
          <pc:chgData name="Jenkins NS" userId="8bdba4d2-1367-40cf-ad35-f59b31261896" providerId="ADAL" clId="{F58680DD-FFF5-4D2B-B065-F48D10CC8C0D}" dt="2026-10-22T20:52:21.654" v="0" actId="47"/>
          <pc:sldLayoutMkLst>
            <pc:docMk/>
            <pc:sldMasterMk cId="4035815384" sldId="2147483675"/>
            <pc:sldLayoutMk cId="3493966669" sldId="2147483676"/>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4045809490" sldId="2147483677"/>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2633174446" sldId="2147483678"/>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3224269921" sldId="2147483679"/>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start with one agent, add child agents for focus, use connected agents for reuse and ownership boundaries.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is a design decision, not a goal. More agents means more governance surface.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to per-agent context and share deliberately. Persisted state belongs in a governed store, not the chat.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MCP as the USB port for tools and A2A as the handshake between agents. Check current Copilot Studio documentation for supported features.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child or connected agent should never gain permissions the caller does not have, unless it is explicitly designed and reviewed.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effectLst/>
              <a:latin typeface="Arial" panose="020B0604020202020204"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4064232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61616"/>
                </a:solidFill>
                <a:effectLst/>
                <a:latin typeface="Segoe UI" panose="020B0502040204020203" pitchFamily="34" charset="0"/>
              </a:rPr>
              <a:t>For example, the flow that appears below contains the </a:t>
            </a:r>
            <a:r>
              <a:rPr lang="en-US" b="1" i="0">
                <a:solidFill>
                  <a:srgbClr val="161616"/>
                </a:solidFill>
                <a:effectLst/>
                <a:latin typeface="Segoe UI" panose="020B0502040204020203" pitchFamily="34" charset="0"/>
              </a:rPr>
              <a:t>Open SQL connection</a:t>
            </a:r>
            <a:r>
              <a:rPr lang="en-US" b="0" i="0">
                <a:solidFill>
                  <a:srgbClr val="161616"/>
                </a:solidFill>
                <a:effectLst/>
                <a:latin typeface="Segoe UI" panose="020B0502040204020203" pitchFamily="34" charset="0"/>
              </a:rPr>
              <a:t>, </a:t>
            </a:r>
            <a:r>
              <a:rPr lang="en-US" b="1" i="0">
                <a:solidFill>
                  <a:srgbClr val="161616"/>
                </a:solidFill>
                <a:effectLst/>
                <a:latin typeface="Segoe UI" panose="020B0502040204020203" pitchFamily="34" charset="0"/>
              </a:rPr>
              <a:t>Execute SQL statement</a:t>
            </a:r>
            <a:r>
              <a:rPr lang="en-US" b="0" i="0">
                <a:solidFill>
                  <a:srgbClr val="161616"/>
                </a:solidFill>
                <a:effectLst/>
                <a:latin typeface="Segoe UI" panose="020B0502040204020203" pitchFamily="34" charset="0"/>
              </a:rPr>
              <a:t> and </a:t>
            </a:r>
            <a:r>
              <a:rPr lang="en-US" b="1" i="0">
                <a:solidFill>
                  <a:srgbClr val="161616"/>
                </a:solidFill>
                <a:effectLst/>
                <a:latin typeface="Segoe UI" panose="020B0502040204020203" pitchFamily="34" charset="0"/>
              </a:rPr>
              <a:t>Close SQL connection</a:t>
            </a:r>
            <a:r>
              <a:rPr lang="en-US" b="0" i="0">
                <a:solidFill>
                  <a:srgbClr val="161616"/>
                </a:solidFill>
                <a:effectLst/>
                <a:latin typeface="Segoe UI" panose="020B0502040204020203" pitchFamily="34" charset="0"/>
              </a:rPr>
              <a:t> actions which belong to the Database actions group and the </a:t>
            </a:r>
            <a:r>
              <a:rPr lang="en-US" b="1" i="0">
                <a:solidFill>
                  <a:srgbClr val="161616"/>
                </a:solidFill>
                <a:effectLst/>
                <a:latin typeface="Segoe UI" panose="020B0502040204020203" pitchFamily="34" charset="0"/>
              </a:rPr>
              <a:t>Launch Excel</a:t>
            </a:r>
            <a:r>
              <a:rPr lang="en-US" b="0" i="0">
                <a:solidFill>
                  <a:srgbClr val="161616"/>
                </a:solidFill>
                <a:effectLst/>
                <a:latin typeface="Segoe UI" panose="020B0502040204020203" pitchFamily="34" charset="0"/>
              </a:rPr>
              <a:t>, </a:t>
            </a:r>
            <a:r>
              <a:rPr lang="en-US" b="1" i="0">
                <a:solidFill>
                  <a:srgbClr val="161616"/>
                </a:solidFill>
                <a:effectLst/>
                <a:latin typeface="Segoe UI" panose="020B0502040204020203" pitchFamily="34" charset="0"/>
              </a:rPr>
              <a:t>Write to Excel</a:t>
            </a:r>
            <a:r>
              <a:rPr lang="en-US" b="0" i="0">
                <a:solidFill>
                  <a:srgbClr val="161616"/>
                </a:solidFill>
                <a:effectLst/>
                <a:latin typeface="Segoe UI" panose="020B0502040204020203" pitchFamily="34" charset="0"/>
              </a:rPr>
              <a:t> and </a:t>
            </a:r>
            <a:r>
              <a:rPr lang="en-US" b="1" i="0">
                <a:solidFill>
                  <a:srgbClr val="161616"/>
                </a:solidFill>
                <a:effectLst/>
                <a:latin typeface="Segoe UI" panose="020B0502040204020203" pitchFamily="34" charset="0"/>
              </a:rPr>
              <a:t>Close Excel</a:t>
            </a:r>
            <a:r>
              <a:rPr lang="en-US" b="0" i="0">
                <a:solidFill>
                  <a:srgbClr val="161616"/>
                </a:solidFill>
                <a:effectLst/>
                <a:latin typeface="Segoe UI" panose="020B0502040204020203" pitchFamily="34" charset="0"/>
              </a:rPr>
              <a:t> actions that belongs to the Excel actions group. Thus it receives an error as the Database group of actions are marked as business while the Excel group is marked as non-business</a:t>
            </a: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521682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591968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Custom connectors that are not explicitly classified will be put under the default group (or Non-business if no default group setting is chosen by admins explicitly)</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161555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continuous: deploy through pipelines, observe in production, and rehearse the incident process.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A7ED-DC40-CE06-B7DA-1885B021A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3B286-1C66-28F9-DCA0-76A1F5347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34ACB-46A1-096F-9553-394C2007A3AB}"/>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9C95DA92-060D-7ED4-B51B-3F2C096111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236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slide_with Logo">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0530624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1691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579369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4550045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8031315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17739271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31092842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444990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009677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19170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90018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643236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526584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60306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82903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7218379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9996160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199" y="2995283"/>
            <a:ext cx="2644762"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377868"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171536"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199"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377868"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171536"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415117"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4208784"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700245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8" name="Text Placeholder 11">
            <a:extLst>
              <a:ext uri="{FF2B5EF4-FFF2-40B4-BE49-F238E27FC236}">
                <a16:creationId xmlns:a16="http://schemas.microsoft.com/office/drawing/2014/main" id="{BCF4E607-C6B2-5DBD-A66E-6AC21DF3514B}"/>
              </a:ext>
            </a:extLst>
          </p:cNvPr>
          <p:cNvSpPr>
            <a:spLocks noGrp="1"/>
          </p:cNvSpPr>
          <p:nvPr>
            <p:ph type="body" sz="quarter" idx="26"/>
          </p:nvPr>
        </p:nvSpPr>
        <p:spPr>
          <a:xfrm>
            <a:off x="8965203"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79F6309B-E822-8B2F-6639-A0BB3E2D4398}"/>
              </a:ext>
            </a:extLst>
          </p:cNvPr>
          <p:cNvSpPr>
            <a:spLocks noGrp="1"/>
          </p:cNvSpPr>
          <p:nvPr>
            <p:ph type="body" sz="quarter" idx="27"/>
          </p:nvPr>
        </p:nvSpPr>
        <p:spPr>
          <a:xfrm>
            <a:off x="8965202"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1" name="Oval 20">
            <a:extLst>
              <a:ext uri="{FF2B5EF4-FFF2-40B4-BE49-F238E27FC236}">
                <a16:creationId xmlns:a16="http://schemas.microsoft.com/office/drawing/2014/main" id="{F9B6085C-652E-6BD6-58B4-4FD4FE4E867F}"/>
              </a:ext>
              <a:ext uri="{C183D7F6-B498-43B3-948B-1728B52AA6E4}">
                <adec:decorative xmlns:adec="http://schemas.microsoft.com/office/drawing/2017/decorative" val="1"/>
              </a:ext>
            </a:extLst>
          </p:cNvPr>
          <p:cNvSpPr/>
          <p:nvPr userDrawn="1"/>
        </p:nvSpPr>
        <p:spPr bwMode="auto">
          <a:xfrm>
            <a:off x="979611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6819062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33531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922813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16472310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7427391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22520313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8552987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51025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857924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1923746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23557090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4717449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0306898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4344970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470627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2733277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26162502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8242015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0542724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7368839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9769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103825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29591970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61325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7963935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749291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12249161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2511702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2036658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761721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136818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886290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583961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8799497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36926625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8220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Segoe UI" pitchFamily="34" charset="0"/>
                <a:ea typeface="Segoe UI" pitchFamily="34" charset="-122"/>
                <a:cs typeface="Segoe UI"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5621479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233901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155211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theme" Target="../theme/theme3.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1" Type="http://schemas.openxmlformats.org/officeDocument/2006/relationships/slideLayout" Target="../slideLayouts/slideLayout16.xml"/><Relationship Id="rId6"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9.xml"/><Relationship Id="rId2" Type="http://schemas.openxmlformats.org/officeDocument/2006/relationships/slideLayout" Target="../slideLayouts/slideLayout68.xml"/><Relationship Id="rId1" Type="http://schemas.openxmlformats.org/officeDocument/2006/relationships/slideLayout" Target="../slideLayouts/slideLayout67.xml"/><Relationship Id="rId5" Type="http://schemas.openxmlformats.org/officeDocument/2006/relationships/theme" Target="../theme/theme4.xml"/><Relationship Id="rId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7641072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 id="2147483735" r:id="rId47"/>
    <p:sldLayoutId id="2147483736" r:id="rId48"/>
    <p:sldLayoutId id="2147483737" r:id="rId49"/>
    <p:sldLayoutId id="2147483738" r:id="rId50"/>
    <p:sldLayoutId id="2147483739" r:id="rId5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B2D"/>
                </a:solidFill>
                <a:latin typeface="Segoe UI" pitchFamily="34" charset="0"/>
                <a:ea typeface="Segoe UI" pitchFamily="34" charset="-122"/>
                <a:cs typeface="Segoe UI"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461515311"/>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0.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0.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0.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0.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7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Segoe UI" pitchFamily="34" charset="0"/>
                <a:ea typeface="Segoe UI" pitchFamily="34" charset="-122"/>
                <a:cs typeface="Segoe UI" pitchFamily="34" charset="-120"/>
              </a:rPr>
              <a:t>Parent-child and connected-agent patterns</a:t>
            </a:r>
            <a:endParaRPr lang="en-US" sz="3000" dirty="0"/>
          </a:p>
        </p:txBody>
      </p:sp>
      <p:sp>
        <p:nvSpPr>
          <p:cNvPr id="3" name="Shape 1"/>
          <p:cNvSpPr/>
          <p:nvPr/>
        </p:nvSpPr>
        <p:spPr>
          <a:xfrm>
            <a:off x="815975" y="1489075"/>
            <a:ext cx="5175250"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47750" y="172085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Parent-child (child agents)</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47750" y="2068810"/>
            <a:ext cx="4853051"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A child agent lives inside the parent agent's solution. The parent routes to it and shares its settings. Best for one team owning a tightly coupled workflow.</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6200775" y="1489075"/>
            <a:ext cx="5175250"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7" name="Text 5"/>
          <p:cNvSpPr/>
          <p:nvPr/>
        </p:nvSpPr>
        <p:spPr>
          <a:xfrm>
            <a:off x="6432550" y="172085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Connected agents</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6432550" y="2068810"/>
            <a:ext cx="4853051"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An independent agent, published and owned separately, is called by another agent. Best for reuse across teams, separate release cycles and clear ownership.</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815975" y="325432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1047750" y="348610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Choose parent-child when</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1047750" y="3834061"/>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One owner, one release, shared knowledge and shared tools, and you want simple setup.</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10"/>
          <p:cNvSpPr/>
          <p:nvPr/>
        </p:nvSpPr>
        <p:spPr>
          <a:xfrm>
            <a:off x="6200775" y="325432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13" name="Text 11"/>
          <p:cNvSpPr/>
          <p:nvPr/>
        </p:nvSpPr>
        <p:spPr>
          <a:xfrm>
            <a:off x="6432550" y="348610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Choose connected when</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2"/>
          <p:cNvSpPr/>
          <p:nvPr/>
        </p:nvSpPr>
        <p:spPr>
          <a:xfrm>
            <a:off x="6432550" y="3834061"/>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Different owners, different environments or security boundaries, or a skill reused by many agents.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5" name="Text 13"/>
          <p:cNvSpPr/>
          <p:nvPr/>
        </p:nvSpPr>
        <p:spPr>
          <a:xfrm>
            <a:off x="812800" y="6238280"/>
            <a:ext cx="154281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678"/>
                </a:solidFill>
                <a:effectLst/>
                <a:uLnTx/>
                <a:uFillTx/>
                <a:latin typeface="Segoe UI" pitchFamily="34" charset="0"/>
                <a:ea typeface="Segoe UI" pitchFamily="34" charset="-122"/>
                <a:cs typeface="Segoe UI" pitchFamily="34" charset="-120"/>
              </a:rPr>
              <a:t>01 | Agent patterns</a:t>
            </a:r>
            <a:endParaRPr kumimoji="0" lang="en-US" sz="12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Segoe UI" pitchFamily="34" charset="0"/>
                <a:ea typeface="Segoe UI" pitchFamily="34" charset="-122"/>
                <a:cs typeface="Segoe UI" pitchFamily="34" charset="-120"/>
              </a:rPr>
              <a:t>Delegation, orchestration and decomposition decisions</a:t>
            </a:r>
            <a:endParaRPr lang="en-US" sz="3000" dirty="0"/>
          </a:p>
        </p:txBody>
      </p:sp>
      <p:sp>
        <p:nvSpPr>
          <p:cNvPr id="3" name="Shape 1"/>
          <p:cNvSpPr/>
          <p:nvPr/>
        </p:nvSpPr>
        <p:spPr>
          <a:xfrm>
            <a:off x="815975" y="1489075"/>
            <a:ext cx="3380284" cy="1736030"/>
          </a:xfrm>
          <a:prstGeom prst="roundRect">
            <a:avLst>
              <a:gd name="adj" fmla="val 5670"/>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47750" y="1720850"/>
            <a:ext cx="3004236"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1. Decompose</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47750" y="2068810"/>
            <a:ext cx="3004236"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Split by distinct skill, data domain or permission level. If an agent needs more than a few unrelated tools, split it.</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4405809" y="1489075"/>
            <a:ext cx="3380333" cy="1736030"/>
          </a:xfrm>
          <a:prstGeom prst="roundRect">
            <a:avLst>
              <a:gd name="adj" fmla="val 5670"/>
            </a:avLst>
          </a:prstGeom>
          <a:solidFill>
            <a:srgbClr val="FFFFFF"/>
          </a:solidFill>
          <a:ln w="6350">
            <a:solidFill>
              <a:srgbClr val="D9D8D0"/>
            </a:solidFill>
            <a:prstDash val="solid"/>
          </a:ln>
        </p:spPr>
        <p:txBody>
          <a:bodyPr/>
          <a:lstStyle/>
          <a:p>
            <a:endParaRPr lang="en-IN"/>
          </a:p>
        </p:txBody>
      </p:sp>
      <p:sp>
        <p:nvSpPr>
          <p:cNvPr id="7" name="Text 5"/>
          <p:cNvSpPr/>
          <p:nvPr/>
        </p:nvSpPr>
        <p:spPr>
          <a:xfrm>
            <a:off x="4637584" y="1720850"/>
            <a:ext cx="3004287"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2. Delegate</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4637584" y="2068810"/>
            <a:ext cx="3004287" cy="9499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The orchestrator reads each agent's name and description to route. Write them as clear, non-overlapping job statements.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7995692" y="1489075"/>
            <a:ext cx="3380333" cy="1736030"/>
          </a:xfrm>
          <a:prstGeom prst="roundRect">
            <a:avLst>
              <a:gd name="adj" fmla="val 5670"/>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8227467" y="1720850"/>
            <a:ext cx="3004287"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3. Orchestrate</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8227467" y="2068810"/>
            <a:ext cx="3004287" cy="9499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Decide who owns the conversation, what is passed down, and what result comes back. Keep one accountable orchestrator.</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10"/>
          <p:cNvSpPr/>
          <p:nvPr/>
        </p:nvSpPr>
        <p:spPr>
          <a:xfrm>
            <a:off x="815975" y="3485455"/>
            <a:ext cx="5175250"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13" name="Text 11"/>
          <p:cNvSpPr/>
          <p:nvPr/>
        </p:nvSpPr>
        <p:spPr>
          <a:xfrm>
            <a:off x="1047750" y="371723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Avoid</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2"/>
          <p:cNvSpPr/>
          <p:nvPr/>
        </p:nvSpPr>
        <p:spPr>
          <a:xfrm>
            <a:off x="1047750" y="4065191"/>
            <a:ext cx="4853051"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Too many tiny agents, deep chains, overlapping descriptions and circular delegation. Each hop adds latency, cost and failure points.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5" name="Shape 13"/>
          <p:cNvSpPr/>
          <p:nvPr/>
        </p:nvSpPr>
        <p:spPr>
          <a:xfrm>
            <a:off x="6200775" y="3485455"/>
            <a:ext cx="5175250"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16" name="Text 14"/>
          <p:cNvSpPr/>
          <p:nvPr/>
        </p:nvSpPr>
        <p:spPr>
          <a:xfrm>
            <a:off x="6432550" y="371723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Test</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7" name="Text 15"/>
          <p:cNvSpPr/>
          <p:nvPr/>
        </p:nvSpPr>
        <p:spPr>
          <a:xfrm>
            <a:off x="6432550" y="4065191"/>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Build routing test sets: for each prompt, which agent should answer? Re-run after any description change.</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8" name="Text 16"/>
          <p:cNvSpPr/>
          <p:nvPr/>
        </p:nvSpPr>
        <p:spPr>
          <a:xfrm>
            <a:off x="812800" y="6238280"/>
            <a:ext cx="110388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678"/>
                </a:solidFill>
                <a:effectLst/>
                <a:uLnTx/>
                <a:uFillTx/>
                <a:latin typeface="Segoe UI" pitchFamily="34" charset="0"/>
                <a:ea typeface="Segoe UI" pitchFamily="34" charset="-122"/>
                <a:cs typeface="Segoe UI" pitchFamily="34" charset="-120"/>
              </a:rPr>
              <a:t>02 | Decisions</a:t>
            </a:r>
            <a:endParaRPr kumimoji="0" lang="en-US" sz="12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Segoe UI" pitchFamily="34" charset="0"/>
                <a:ea typeface="Segoe UI" pitchFamily="34" charset="-122"/>
                <a:cs typeface="Segoe UI" pitchFamily="34" charset="-120"/>
              </a:rPr>
              <a:t>Shared versus per-agent context and long-running interactions</a:t>
            </a:r>
            <a:endParaRPr lang="en-US" sz="3000" dirty="0"/>
          </a:p>
        </p:txBody>
      </p:sp>
      <p:graphicFrame>
        <p:nvGraphicFramePr>
          <p:cNvPr id="3" name="Table 0"/>
          <p:cNvGraphicFramePr>
            <a:graphicFrameLocks noGrp="1"/>
          </p:cNvGraphicFramePr>
          <p:nvPr/>
        </p:nvGraphicFramePr>
        <p:xfrm>
          <a:off x="825500" y="1917700"/>
          <a:ext cx="10553700" cy="1077963"/>
        </p:xfrm>
        <a:graphic>
          <a:graphicData uri="http://schemas.openxmlformats.org/drawingml/2006/table">
            <a:tbl>
              <a:tblPr/>
              <a:tblGrid>
                <a:gridCol w="3517900">
                  <a:extLst>
                    <a:ext uri="{9D8B030D-6E8A-4147-A177-3AD203B41FA5}">
                      <a16:colId xmlns:a16="http://schemas.microsoft.com/office/drawing/2014/main" val="20000"/>
                    </a:ext>
                  </a:extLst>
                </a:gridCol>
                <a:gridCol w="3517900">
                  <a:extLst>
                    <a:ext uri="{9D8B030D-6E8A-4147-A177-3AD203B41FA5}">
                      <a16:colId xmlns:a16="http://schemas.microsoft.com/office/drawing/2014/main" val="20001"/>
                    </a:ext>
                  </a:extLst>
                </a:gridCol>
                <a:gridCol w="3517900">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0F1B2D"/>
                          </a:solidFill>
                          <a:latin typeface="Segoe UI" pitchFamily="34" charset="0"/>
                          <a:ea typeface="Segoe UI" pitchFamily="34" charset="-122"/>
                          <a:cs typeface="Segoe UI" pitchFamily="34" charset="-120"/>
                        </a:rPr>
                        <a:t>Approach</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0F1B2D"/>
                          </a:solidFill>
                          <a:latin typeface="Segoe UI" pitchFamily="34" charset="0"/>
                          <a:ea typeface="Segoe UI" pitchFamily="34" charset="-122"/>
                          <a:cs typeface="Segoe UI" pitchFamily="34" charset="-120"/>
                        </a:rPr>
                        <a:t>Benefit</a:t>
                      </a:r>
                      <a:endParaRPr lang="en-US" sz="1300" dirty="0">
                        <a:latin typeface="Segoe UI" charset="0"/>
                        <a:ea typeface="Segoe UI" charset="0"/>
                        <a:cs typeface="Segoe UI"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tc>
                  <a:txBody>
                    <a:bodyPr/>
                    <a:lstStyle/>
                    <a:p>
                      <a:pPr marL="0" indent="0">
                        <a:lnSpc>
                          <a:spcPts val="1820"/>
                        </a:lnSpc>
                        <a:buNone/>
                      </a:pPr>
                      <a:r>
                        <a:rPr lang="en-US" sz="1300" b="1" dirty="0">
                          <a:solidFill>
                            <a:srgbClr val="0F1B2D"/>
                          </a:solidFill>
                          <a:latin typeface="Segoe UI" pitchFamily="34" charset="0"/>
                          <a:ea typeface="Segoe UI" pitchFamily="34" charset="-122"/>
                          <a:cs typeface="Segoe UI" pitchFamily="34" charset="-120"/>
                        </a:rPr>
                        <a:t>Risk</a:t>
                      </a:r>
                      <a:endParaRPr lang="en-US" sz="1300" dirty="0">
                        <a:latin typeface="Segoe UI" charset="0"/>
                        <a:ea typeface="Segoe UI" charset="0"/>
                        <a:cs typeface="Segoe UI" charset="0"/>
                      </a:endParaRPr>
                    </a:p>
                  </a:txBody>
                  <a:tcPr marL="57785" marR="57785" marT="57785" marB="57785">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3E2DD"/>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0F1B2D"/>
                          </a:solidFill>
                          <a:latin typeface="Segoe UI" pitchFamily="34" charset="0"/>
                          <a:ea typeface="Segoe UI" pitchFamily="34" charset="-122"/>
                          <a:cs typeface="Segoe UI" pitchFamily="34" charset="-120"/>
                        </a:rPr>
                        <a:t>Shared context</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0F1B2D"/>
                          </a:solidFill>
                          <a:latin typeface="Segoe UI" pitchFamily="34" charset="0"/>
                          <a:ea typeface="Segoe UI" pitchFamily="34" charset="-122"/>
                          <a:cs typeface="Segoe UI" pitchFamily="34" charset="-120"/>
                        </a:rPr>
                        <a:t>Continuity; no repeated questions</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0F1B2D"/>
                          </a:solidFill>
                          <a:latin typeface="Segoe UI" pitchFamily="34" charset="0"/>
                          <a:ea typeface="Segoe UI" pitchFamily="34" charset="-122"/>
                          <a:cs typeface="Segoe UI" pitchFamily="34" charset="-120"/>
                        </a:rPr>
                        <a:t>Over-sharing sensitive data</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0F1B2D"/>
                          </a:solidFill>
                          <a:latin typeface="Segoe UI" pitchFamily="34" charset="0"/>
                          <a:ea typeface="Segoe UI" pitchFamily="34" charset="-122"/>
                          <a:cs typeface="Segoe UI" pitchFamily="34" charset="-120"/>
                        </a:rPr>
                        <a:t>Per-agent context</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0F1B2D"/>
                          </a:solidFill>
                          <a:latin typeface="Segoe UI" pitchFamily="34" charset="0"/>
                          <a:ea typeface="Segoe UI" pitchFamily="34" charset="-122"/>
                          <a:cs typeface="Segoe UI" pitchFamily="34" charset="-120"/>
                        </a:rPr>
                        <a:t>Isolation, least data, easier testing</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0F1B2D"/>
                          </a:solidFill>
                          <a:latin typeface="Segoe UI" pitchFamily="34" charset="0"/>
                          <a:ea typeface="Segoe UI" pitchFamily="34" charset="-122"/>
                          <a:cs typeface="Segoe UI" pitchFamily="34" charset="-120"/>
                        </a:rPr>
                        <a:t>Must pass key facts explicitly</a:t>
                      </a:r>
                      <a:endParaRPr lang="en-US" sz="1300" dirty="0">
                        <a:latin typeface="Segoe UI" charset="0"/>
                        <a:ea typeface="Segoe UI" charset="0"/>
                        <a:cs typeface="Segoe UI"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Shape 1"/>
          <p:cNvSpPr/>
          <p:nvPr/>
        </p:nvSpPr>
        <p:spPr>
          <a:xfrm>
            <a:off x="815975" y="3252837"/>
            <a:ext cx="3380284"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5" name="Text 2"/>
          <p:cNvSpPr/>
          <p:nvPr/>
        </p:nvSpPr>
        <p:spPr>
          <a:xfrm>
            <a:off x="1047750" y="3484612"/>
            <a:ext cx="3004236"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Pass only what is needed</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Text 3"/>
          <p:cNvSpPr/>
          <p:nvPr/>
        </p:nvSpPr>
        <p:spPr>
          <a:xfrm>
            <a:off x="1047750" y="3832572"/>
            <a:ext cx="3004236"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Send explicit inputs (customer ID, intent, constraints) instead of the full transcript.</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7" name="Shape 4"/>
          <p:cNvSpPr/>
          <p:nvPr/>
        </p:nvSpPr>
        <p:spPr>
          <a:xfrm>
            <a:off x="4405809" y="3252837"/>
            <a:ext cx="3380333"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8" name="Text 5"/>
          <p:cNvSpPr/>
          <p:nvPr/>
        </p:nvSpPr>
        <p:spPr>
          <a:xfrm>
            <a:off x="4637584" y="3484612"/>
            <a:ext cx="3004287"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Long-running work</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Text 6"/>
          <p:cNvSpPr/>
          <p:nvPr/>
        </p:nvSpPr>
        <p:spPr>
          <a:xfrm>
            <a:off x="4637584" y="3832572"/>
            <a:ext cx="3004287"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Use flows with approvals or callbacks, store state in Dataverse, and resume with a correlation ID.</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0" name="Shape 7"/>
          <p:cNvSpPr/>
          <p:nvPr/>
        </p:nvSpPr>
        <p:spPr>
          <a:xfrm>
            <a:off x="7995692" y="3252837"/>
            <a:ext cx="3380333"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11" name="Text 8"/>
          <p:cNvSpPr/>
          <p:nvPr/>
        </p:nvSpPr>
        <p:spPr>
          <a:xfrm>
            <a:off x="8227467" y="3484612"/>
            <a:ext cx="3004287"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Handle failure</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Text 9"/>
          <p:cNvSpPr/>
          <p:nvPr/>
        </p:nvSpPr>
        <p:spPr>
          <a:xfrm>
            <a:off x="8227467" y="3832572"/>
            <a:ext cx="3004287"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Plan for timeouts, retries and hand-back: the child returns status, result and any follow-up needed.</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3" name="Text 10"/>
          <p:cNvSpPr/>
          <p:nvPr/>
        </p:nvSpPr>
        <p:spPr>
          <a:xfrm>
            <a:off x="812800" y="6238280"/>
            <a:ext cx="1763197"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678"/>
                </a:solidFill>
                <a:effectLst/>
                <a:uLnTx/>
                <a:uFillTx/>
                <a:latin typeface="Segoe UI" pitchFamily="34" charset="0"/>
                <a:ea typeface="Segoe UI" pitchFamily="34" charset="-122"/>
                <a:cs typeface="Segoe UI" pitchFamily="34" charset="-120"/>
              </a:rPr>
              <a:t>03 | Context and state</a:t>
            </a:r>
            <a:endParaRPr kumimoji="0" lang="en-US" sz="12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4EF"/>
                </a:solidFill>
                <a:latin typeface="Segoe UI" pitchFamily="34" charset="0"/>
                <a:ea typeface="Segoe UI" pitchFamily="34" charset="-122"/>
                <a:cs typeface="Segoe UI" pitchFamily="34" charset="-120"/>
              </a:rPr>
              <a:t>Agent2Agent and Model Context Protocol integration</a:t>
            </a:r>
            <a:endParaRPr lang="en-US" sz="3000" dirty="0"/>
          </a:p>
        </p:txBody>
      </p:sp>
      <p:sp>
        <p:nvSpPr>
          <p:cNvPr id="3" name="Shape 1"/>
          <p:cNvSpPr/>
          <p:nvPr/>
        </p:nvSpPr>
        <p:spPr>
          <a:xfrm>
            <a:off x="812800" y="1485900"/>
            <a:ext cx="5181600" cy="1564580"/>
          </a:xfrm>
          <a:prstGeom prst="roundRect">
            <a:avLst>
              <a:gd name="adj" fmla="val 6494"/>
            </a:avLst>
          </a:prstGeom>
          <a:solidFill>
            <a:srgbClr val="1C2B44"/>
          </a:solidFill>
          <a:ln/>
        </p:spPr>
        <p:txBody>
          <a:bodyPr/>
          <a:lstStyle/>
          <a:p>
            <a:endParaRPr lang="en-IN"/>
          </a:p>
        </p:txBody>
      </p:sp>
      <p:sp>
        <p:nvSpPr>
          <p:cNvPr id="4" name="Text 2"/>
          <p:cNvSpPr/>
          <p:nvPr/>
        </p:nvSpPr>
        <p:spPr>
          <a:xfrm>
            <a:off x="1066800" y="1739900"/>
            <a:ext cx="4813808"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59E0B"/>
                </a:solidFill>
                <a:effectLst/>
                <a:uLnTx/>
                <a:uFillTx/>
                <a:latin typeface="Segoe UI" pitchFamily="34" charset="0"/>
                <a:ea typeface="Segoe UI" pitchFamily="34" charset="-122"/>
                <a:cs typeface="Segoe UI" pitchFamily="34" charset="-120"/>
              </a:rPr>
              <a:t>MCP: agent to tools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66800" y="2103090"/>
            <a:ext cx="4813808"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An open standard for exposing tools, resources and prompts to agents. An MCP server publishes capabilities; the agent discovers and calls them.</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6197600" y="1485900"/>
            <a:ext cx="5181600" cy="1564580"/>
          </a:xfrm>
          <a:prstGeom prst="roundRect">
            <a:avLst>
              <a:gd name="adj" fmla="val 6494"/>
            </a:avLst>
          </a:prstGeom>
          <a:solidFill>
            <a:srgbClr val="1C2B44"/>
          </a:solidFill>
          <a:ln/>
        </p:spPr>
        <p:txBody>
          <a:bodyPr/>
          <a:lstStyle/>
          <a:p>
            <a:endParaRPr lang="en-IN"/>
          </a:p>
        </p:txBody>
      </p:sp>
      <p:sp>
        <p:nvSpPr>
          <p:cNvPr id="7" name="Text 5"/>
          <p:cNvSpPr/>
          <p:nvPr/>
        </p:nvSpPr>
        <p:spPr>
          <a:xfrm>
            <a:off x="6451600" y="1739900"/>
            <a:ext cx="4813808"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59E0B"/>
                </a:solidFill>
                <a:effectLst/>
                <a:uLnTx/>
                <a:uFillTx/>
                <a:latin typeface="Segoe UI" pitchFamily="34" charset="0"/>
                <a:ea typeface="Segoe UI" pitchFamily="34" charset="-122"/>
                <a:cs typeface="Segoe UI" pitchFamily="34" charset="-120"/>
              </a:rPr>
              <a:t>A2A: agent to agent</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6451600" y="2103090"/>
            <a:ext cx="4813808"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An open protocol for agents from different vendors or platforms to discover each other, exchange tasks and return results.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Text 7"/>
          <p:cNvSpPr/>
          <p:nvPr/>
        </p:nvSpPr>
        <p:spPr>
          <a:xfrm>
            <a:off x="812800" y="3304480"/>
            <a:ext cx="10566400" cy="970260"/>
          </a:xfrm>
          <a:prstGeom prst="roundRect">
            <a:avLst>
              <a:gd name="adj" fmla="val 10471"/>
            </a:avLst>
          </a:prstGeom>
          <a:solidFill>
            <a:srgbClr val="1C2B44"/>
          </a:solidFill>
          <a:ln/>
        </p:spPr>
        <p:txBody>
          <a:bodyPr wrap="square" lIns="224242" tIns="224242" rIns="0" bIns="198842"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59E0B"/>
                </a:solidFill>
                <a:effectLst/>
                <a:uLnTx/>
                <a:uFillTx/>
                <a:latin typeface="Segoe UI" pitchFamily="34" charset="0"/>
                <a:ea typeface="Segoe UI" pitchFamily="34" charset="-122"/>
                <a:cs typeface="Segoe UI" pitchFamily="34" charset="-120"/>
              </a:rPr>
              <a:t>In practice:</a:t>
            </a:r>
            <a:r>
              <a:rPr kumimoji="0" lang="en-US" sz="1300" b="0"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 add MCP servers as tools in Copilot Studio, and use A2A to reach agents outside your tenant or platform. Treat both as external integrations that need approval, authentication and DLP review.</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0" name="Text 8"/>
          <p:cNvSpPr/>
          <p:nvPr/>
        </p:nvSpPr>
        <p:spPr>
          <a:xfrm>
            <a:off x="812800" y="6238280"/>
            <a:ext cx="1596628"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9C4D6"/>
                </a:solidFill>
                <a:effectLst/>
                <a:uLnTx/>
                <a:uFillTx/>
                <a:latin typeface="Segoe UI" pitchFamily="34" charset="0"/>
                <a:ea typeface="Segoe UI" pitchFamily="34" charset="-122"/>
                <a:cs typeface="Segoe UI" pitchFamily="34" charset="-120"/>
              </a:rPr>
              <a:t>04 | Open protocols</a:t>
            </a:r>
            <a:endParaRPr kumimoji="0" lang="en-US" sz="12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Segoe UI" pitchFamily="34" charset="0"/>
                <a:ea typeface="Segoe UI" pitchFamily="34" charset="-122"/>
                <a:cs typeface="Segoe UI" pitchFamily="34" charset="-120"/>
              </a:rPr>
              <a:t>Authentication, authorization, least privilege, connectors and DLP</a:t>
            </a:r>
            <a:endParaRPr lang="en-US" sz="3000" dirty="0"/>
          </a:p>
        </p:txBody>
      </p:sp>
      <p:sp>
        <p:nvSpPr>
          <p:cNvPr id="3" name="Shape 1"/>
          <p:cNvSpPr/>
          <p:nvPr/>
        </p:nvSpPr>
        <p:spPr>
          <a:xfrm>
            <a:off x="815975" y="190817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47750" y="213995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Authentication</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47750" y="2487910"/>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Use Microsoft Entra ID. Choose user (delegated) or maker/service identity per tool, deliberately and per action.</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6200775" y="190817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7" name="Text 5"/>
          <p:cNvSpPr/>
          <p:nvPr/>
        </p:nvSpPr>
        <p:spPr>
          <a:xfrm>
            <a:off x="6432550" y="213995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Authorization</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6432550" y="2487910"/>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Enforce permissions at the data source: Dataverse security roles, Graph scopes, API roles. Never rely on the prompt.</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815975" y="344229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1047750" y="367407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Least privilege</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1047750" y="4022030"/>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Give each agent only the tools and scopes it needs. Use dedicated service accounts and rotate secrets.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10"/>
          <p:cNvSpPr/>
          <p:nvPr/>
        </p:nvSpPr>
        <p:spPr>
          <a:xfrm>
            <a:off x="6200775" y="344229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13" name="Text 11"/>
          <p:cNvSpPr/>
          <p:nvPr/>
        </p:nvSpPr>
        <p:spPr>
          <a:xfrm>
            <a:off x="6432550" y="367407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Connectors and DLP</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2"/>
          <p:cNvSpPr/>
          <p:nvPr/>
        </p:nvSpPr>
        <p:spPr>
          <a:xfrm>
            <a:off x="6432550" y="4022030"/>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Classify connectors as business, non-business or blocked. Restrict custom connectors and MCP endpoints by policy.</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5" name="Text 13"/>
          <p:cNvSpPr/>
          <p:nvPr/>
        </p:nvSpPr>
        <p:spPr>
          <a:xfrm>
            <a:off x="812800" y="6238280"/>
            <a:ext cx="98024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678"/>
                </a:solidFill>
                <a:effectLst/>
                <a:uLnTx/>
                <a:uFillTx/>
                <a:latin typeface="Segoe UI" pitchFamily="34" charset="0"/>
                <a:ea typeface="Segoe UI" pitchFamily="34" charset="-122"/>
                <a:cs typeface="Segoe UI" pitchFamily="34" charset="-120"/>
              </a:rPr>
              <a:t>05 | Security</a:t>
            </a:r>
            <a:endParaRPr kumimoji="0" lang="en-US" sz="12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7D84E20-3B29-48B3-7B0E-37FE18CF65A7}"/>
              </a:ext>
            </a:extLst>
          </p:cNvPr>
          <p:cNvSpPr>
            <a:spLocks noGrp="1"/>
          </p:cNvSpPr>
          <p:nvPr>
            <p:ph type="title"/>
          </p:nvPr>
        </p:nvSpPr>
        <p:spPr/>
        <p:txBody>
          <a:bodyPr/>
          <a:lstStyle/>
          <a:p>
            <a:r>
              <a:rPr lang="en-US"/>
              <a:t>Data Loss Prevention Policies</a:t>
            </a:r>
          </a:p>
        </p:txBody>
      </p:sp>
      <p:sp>
        <p:nvSpPr>
          <p:cNvPr id="9" name="Oval 8">
            <a:extLst>
              <a:ext uri="{FF2B5EF4-FFF2-40B4-BE49-F238E27FC236}">
                <a16:creationId xmlns:a16="http://schemas.microsoft.com/office/drawing/2014/main" id="{FDD5E8E5-9EB5-9E3A-CE7B-79E09CFFF89F}"/>
              </a:ext>
              <a:ext uri="{C183D7F6-B498-43B3-948B-1728B52AA6E4}">
                <adec:decorative xmlns:adec="http://schemas.microsoft.com/office/drawing/2017/decorative" val="0"/>
              </a:ext>
            </a:extLst>
          </p:cNvPr>
          <p:cNvSpPr>
            <a:spLocks/>
          </p:cNvSpPr>
          <p:nvPr/>
        </p:nvSpPr>
        <p:spPr bwMode="auto">
          <a:xfrm>
            <a:off x="588963" y="1386768"/>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400" b="1">
                <a:solidFill>
                  <a:schemeClr val="tx1"/>
                </a:solidFill>
              </a:rPr>
              <a:t>1</a:t>
            </a:r>
            <a:endParaRPr lang="en-IN" sz="2400" b="1">
              <a:solidFill>
                <a:schemeClr val="tx1"/>
              </a:solidFill>
            </a:endParaRPr>
          </a:p>
        </p:txBody>
      </p:sp>
      <p:sp>
        <p:nvSpPr>
          <p:cNvPr id="10" name="Text Placeholder 5">
            <a:extLst>
              <a:ext uri="{FF2B5EF4-FFF2-40B4-BE49-F238E27FC236}">
                <a16:creationId xmlns:a16="http://schemas.microsoft.com/office/drawing/2014/main" id="{16C23B21-2AD9-D492-0636-EFD82CEC0D15}"/>
              </a:ext>
            </a:extLst>
          </p:cNvPr>
          <p:cNvSpPr txBox="1">
            <a:spLocks/>
          </p:cNvSpPr>
          <p:nvPr/>
        </p:nvSpPr>
        <p:spPr>
          <a:xfrm>
            <a:off x="1319213" y="1492929"/>
            <a:ext cx="10280650" cy="338554"/>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en-US" sz="2200"/>
              <a:t>DLP policies can belong to two different scopes: Environment and tenant.</a:t>
            </a:r>
          </a:p>
        </p:txBody>
      </p:sp>
      <p:sp>
        <p:nvSpPr>
          <p:cNvPr id="11" name="Oval 10">
            <a:extLst>
              <a:ext uri="{FF2B5EF4-FFF2-40B4-BE49-F238E27FC236}">
                <a16:creationId xmlns:a16="http://schemas.microsoft.com/office/drawing/2014/main" id="{501D487B-5EB8-B87C-A261-E2740D718E05}"/>
              </a:ext>
              <a:ext uri="{C183D7F6-B498-43B3-948B-1728B52AA6E4}">
                <adec:decorative xmlns:adec="http://schemas.microsoft.com/office/drawing/2017/decorative" val="0"/>
              </a:ext>
            </a:extLst>
          </p:cNvPr>
          <p:cNvSpPr>
            <a:spLocks/>
          </p:cNvSpPr>
          <p:nvPr/>
        </p:nvSpPr>
        <p:spPr bwMode="auto">
          <a:xfrm>
            <a:off x="588963" y="2451780"/>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400" b="1">
                <a:solidFill>
                  <a:schemeClr val="tx1"/>
                </a:solidFill>
              </a:rPr>
              <a:t>2</a:t>
            </a:r>
            <a:endParaRPr lang="en-IN" sz="2400" b="1">
              <a:solidFill>
                <a:schemeClr val="tx1"/>
              </a:solidFill>
            </a:endParaRPr>
          </a:p>
        </p:txBody>
      </p:sp>
      <p:sp>
        <p:nvSpPr>
          <p:cNvPr id="12" name="Text Placeholder 1">
            <a:extLst>
              <a:ext uri="{FF2B5EF4-FFF2-40B4-BE49-F238E27FC236}">
                <a16:creationId xmlns:a16="http://schemas.microsoft.com/office/drawing/2014/main" id="{6A83AD9A-BB77-EC6D-F594-147546121DFB}"/>
              </a:ext>
            </a:extLst>
          </p:cNvPr>
          <p:cNvSpPr txBox="1">
            <a:spLocks/>
          </p:cNvSpPr>
          <p:nvPr/>
        </p:nvSpPr>
        <p:spPr>
          <a:xfrm>
            <a:off x="1319213" y="2219386"/>
            <a:ext cx="10280650" cy="1015663"/>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en-US" sz="2200"/>
              <a:t>When creating a new DLP policy, policy authors have a few options that they can choose from, including the ability to add all environments (tenant), add multiple environments, and exclude certain environments.</a:t>
            </a:r>
          </a:p>
        </p:txBody>
      </p:sp>
      <p:sp>
        <p:nvSpPr>
          <p:cNvPr id="13" name="Oval 12">
            <a:extLst>
              <a:ext uri="{FF2B5EF4-FFF2-40B4-BE49-F238E27FC236}">
                <a16:creationId xmlns:a16="http://schemas.microsoft.com/office/drawing/2014/main" id="{907E8FBA-991B-B675-F2B5-80CD4B819D64}"/>
              </a:ext>
              <a:ext uri="{C183D7F6-B498-43B3-948B-1728B52AA6E4}">
                <adec:decorative xmlns:adec="http://schemas.microsoft.com/office/drawing/2017/decorative" val="0"/>
              </a:ext>
            </a:extLst>
          </p:cNvPr>
          <p:cNvSpPr>
            <a:spLocks/>
          </p:cNvSpPr>
          <p:nvPr/>
        </p:nvSpPr>
        <p:spPr bwMode="auto">
          <a:xfrm>
            <a:off x="588963" y="3516793"/>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400" b="1">
                <a:solidFill>
                  <a:schemeClr val="tx1"/>
                </a:solidFill>
              </a:rPr>
              <a:t>3</a:t>
            </a:r>
            <a:endParaRPr lang="en-IN" sz="2400" b="1">
              <a:solidFill>
                <a:schemeClr val="tx1"/>
              </a:solidFill>
            </a:endParaRPr>
          </a:p>
        </p:txBody>
      </p:sp>
      <p:sp>
        <p:nvSpPr>
          <p:cNvPr id="14" name="Text Placeholder 2">
            <a:extLst>
              <a:ext uri="{FF2B5EF4-FFF2-40B4-BE49-F238E27FC236}">
                <a16:creationId xmlns:a16="http://schemas.microsoft.com/office/drawing/2014/main" id="{2395F781-3517-225A-CB9F-9D4C6148C87B}"/>
              </a:ext>
            </a:extLst>
          </p:cNvPr>
          <p:cNvSpPr txBox="1">
            <a:spLocks/>
          </p:cNvSpPr>
          <p:nvPr/>
        </p:nvSpPr>
        <p:spPr>
          <a:xfrm>
            <a:off x="1319213" y="3622954"/>
            <a:ext cx="10280650" cy="338554"/>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en-US" sz="2200"/>
              <a:t>Environments can have multiple DLP policies applied.</a:t>
            </a:r>
          </a:p>
        </p:txBody>
      </p:sp>
      <p:sp>
        <p:nvSpPr>
          <p:cNvPr id="15" name="Oval 14">
            <a:extLst>
              <a:ext uri="{FF2B5EF4-FFF2-40B4-BE49-F238E27FC236}">
                <a16:creationId xmlns:a16="http://schemas.microsoft.com/office/drawing/2014/main" id="{E9CC9D3B-9688-8120-8712-AB8C76CDD2F7}"/>
              </a:ext>
              <a:ext uri="{C183D7F6-B498-43B3-948B-1728B52AA6E4}">
                <adec:decorative xmlns:adec="http://schemas.microsoft.com/office/drawing/2017/decorative" val="0"/>
              </a:ext>
            </a:extLst>
          </p:cNvPr>
          <p:cNvSpPr>
            <a:spLocks/>
          </p:cNvSpPr>
          <p:nvPr/>
        </p:nvSpPr>
        <p:spPr bwMode="auto">
          <a:xfrm>
            <a:off x="588963" y="4412526"/>
            <a:ext cx="550874" cy="550874"/>
          </a:xfrm>
          <a:prstGeom prst="ellipse">
            <a:avLst/>
          </a:prstGeom>
          <a:solidFill>
            <a:srgbClr val="8DC8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2400" b="1">
                <a:solidFill>
                  <a:schemeClr val="tx1"/>
                </a:solidFill>
              </a:rPr>
              <a:t>4</a:t>
            </a:r>
            <a:endParaRPr lang="en-IN" sz="2400" b="1">
              <a:solidFill>
                <a:schemeClr val="tx1"/>
              </a:solidFill>
            </a:endParaRPr>
          </a:p>
        </p:txBody>
      </p:sp>
      <p:sp>
        <p:nvSpPr>
          <p:cNvPr id="16" name="Text Placeholder 5">
            <a:extLst>
              <a:ext uri="{FF2B5EF4-FFF2-40B4-BE49-F238E27FC236}">
                <a16:creationId xmlns:a16="http://schemas.microsoft.com/office/drawing/2014/main" id="{D5FD29A7-F65A-5D96-EF31-5D24C6B718CE}"/>
              </a:ext>
            </a:extLst>
          </p:cNvPr>
          <p:cNvSpPr txBox="1">
            <a:spLocks/>
          </p:cNvSpPr>
          <p:nvPr/>
        </p:nvSpPr>
        <p:spPr>
          <a:xfrm>
            <a:off x="1319213" y="4349410"/>
            <a:ext cx="10280650" cy="677108"/>
          </a:xfrm>
          <a:prstGeom prst="rect">
            <a:avLst/>
          </a:prstGeom>
          <a:noFill/>
        </p:spPr>
        <p:txBody>
          <a:bodyPr lIns="0" tIns="0" rIns="0" bIns="0" anchor="ctr">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r>
              <a:rPr lang="en-US" sz="2200" dirty="0"/>
              <a:t>Configuring DLP policies depends on an organization’s design and cyber security principles. </a:t>
            </a:r>
          </a:p>
        </p:txBody>
      </p:sp>
    </p:spTree>
    <p:extLst>
      <p:ext uri="{BB962C8B-B14F-4D97-AF65-F5344CB8AC3E}">
        <p14:creationId xmlns:p14="http://schemas.microsoft.com/office/powerpoint/2010/main" val="38153345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51D52-20D2-0E3E-918C-50D3B576C797}"/>
              </a:ext>
            </a:extLst>
          </p:cNvPr>
          <p:cNvSpPr>
            <a:spLocks noGrp="1"/>
          </p:cNvSpPr>
          <p:nvPr>
            <p:ph type="title"/>
          </p:nvPr>
        </p:nvSpPr>
        <p:spPr/>
        <p:txBody>
          <a:bodyPr/>
          <a:lstStyle/>
          <a:p>
            <a:r>
              <a:rPr lang="en-US"/>
              <a:t>Categorizing Connectors</a:t>
            </a:r>
          </a:p>
        </p:txBody>
      </p:sp>
      <p:sp>
        <p:nvSpPr>
          <p:cNvPr id="7" name="Content Placeholder 6">
            <a:extLst>
              <a:ext uri="{FF2B5EF4-FFF2-40B4-BE49-F238E27FC236}">
                <a16:creationId xmlns:a16="http://schemas.microsoft.com/office/drawing/2014/main" id="{DF4CAB69-C680-E01D-4DD2-E39A271428E7}"/>
              </a:ext>
            </a:extLst>
          </p:cNvPr>
          <p:cNvSpPr txBox="1">
            <a:spLocks/>
          </p:cNvSpPr>
          <p:nvPr/>
        </p:nvSpPr>
        <p:spPr>
          <a:xfrm>
            <a:off x="588262" y="1581150"/>
            <a:ext cx="3345109" cy="4379544"/>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Bef>
                <a:spcPts val="600"/>
              </a:spcBef>
              <a:spcAft>
                <a:spcPts val="600"/>
              </a:spcAft>
            </a:pPr>
            <a:r>
              <a:rPr lang="en-US" sz="1800" b="1"/>
              <a:t>Business</a:t>
            </a:r>
            <a:r>
              <a:rPr lang="en-US" sz="1800"/>
              <a:t> – Connectors for business-sensitive data. Connectors in this group can’t share data with connectors in other groups</a:t>
            </a:r>
          </a:p>
          <a:p>
            <a:pPr marL="228600" indent="-228600">
              <a:spcBef>
                <a:spcPts val="600"/>
              </a:spcBef>
              <a:spcAft>
                <a:spcPts val="600"/>
              </a:spcAft>
            </a:pPr>
            <a:r>
              <a:rPr lang="en-US" sz="1800" b="1"/>
              <a:t>Non-Business/Default</a:t>
            </a:r>
            <a:r>
              <a:rPr lang="en-US" sz="1800"/>
              <a:t> – Connectors for non-business data, such as personal use data. Connectors in this group can’t share data with connectors in other groups</a:t>
            </a:r>
          </a:p>
          <a:p>
            <a:pPr marL="228600" indent="-228600">
              <a:spcBef>
                <a:spcPts val="600"/>
              </a:spcBef>
              <a:spcAft>
                <a:spcPts val="600"/>
              </a:spcAft>
            </a:pPr>
            <a:r>
              <a:rPr lang="en-US" sz="1800" b="1"/>
              <a:t>Blocked</a:t>
            </a:r>
            <a:r>
              <a:rPr lang="en-US" sz="1800"/>
              <a:t> – Blocked connectors can’t be used where this policy is applied</a:t>
            </a:r>
          </a:p>
        </p:txBody>
      </p:sp>
      <p:pic>
        <p:nvPicPr>
          <p:cNvPr id="6" name="Content Placeholder 8" descr="screen shot of dlp connectors">
            <a:extLst>
              <a:ext uri="{FF2B5EF4-FFF2-40B4-BE49-F238E27FC236}">
                <a16:creationId xmlns:a16="http://schemas.microsoft.com/office/drawing/2014/main" id="{432A9102-D768-A314-8E45-3518E20677C7}"/>
              </a:ext>
            </a:extLst>
          </p:cNvPr>
          <p:cNvPicPr>
            <a:picLocks noGrp="1"/>
          </p:cNvPicPr>
          <p:nvPr>
            <p:ph type="pic" sz="quarter" idx="20"/>
          </p:nvPr>
        </p:nvPicPr>
        <p:blipFill rotWithShape="1">
          <a:blip r:embed="rId2"/>
          <a:srcRect l="-2045" t="-17427" r="-2045" b="-17427"/>
          <a:stretch/>
        </p:blipFill>
        <p:spPr>
          <a:xfrm>
            <a:off x="4064000" y="1581150"/>
            <a:ext cx="7535863" cy="4430713"/>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331257554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4A35-DAD3-88FB-B60C-3ADA64C09511}"/>
              </a:ext>
            </a:extLst>
          </p:cNvPr>
          <p:cNvSpPr>
            <a:spLocks noGrp="1"/>
          </p:cNvSpPr>
          <p:nvPr>
            <p:ph type="title"/>
          </p:nvPr>
        </p:nvSpPr>
        <p:spPr>
          <a:xfrm>
            <a:off x="588262" y="585216"/>
            <a:ext cx="11044938" cy="492443"/>
          </a:xfrm>
        </p:spPr>
        <p:txBody>
          <a:bodyPr/>
          <a:lstStyle/>
          <a:p>
            <a:r>
              <a:rPr lang="en-US"/>
              <a:t>Enable/Disable Desktop Flow DLP</a:t>
            </a:r>
          </a:p>
        </p:txBody>
      </p:sp>
      <p:sp>
        <p:nvSpPr>
          <p:cNvPr id="7" name="TextBox 6">
            <a:extLst>
              <a:ext uri="{FF2B5EF4-FFF2-40B4-BE49-F238E27FC236}">
                <a16:creationId xmlns:a16="http://schemas.microsoft.com/office/drawing/2014/main" id="{23B5F6CF-7697-FBA4-043A-0846CE129D11}"/>
              </a:ext>
            </a:extLst>
          </p:cNvPr>
          <p:cNvSpPr txBox="1"/>
          <p:nvPr/>
        </p:nvSpPr>
        <p:spPr>
          <a:xfrm>
            <a:off x="588262" y="1581150"/>
            <a:ext cx="3301567" cy="2954655"/>
          </a:xfrm>
          <a:prstGeom prst="rect">
            <a:avLst/>
          </a:prstGeom>
          <a:noFill/>
        </p:spPr>
        <p:txBody>
          <a:bodyPr wrap="square" lIns="0" tIns="0" rIns="0" bIns="0">
            <a:spAutoFit/>
          </a:bodyPr>
          <a:lstStyle/>
          <a:p>
            <a:pPr>
              <a:spcBef>
                <a:spcPts val="600"/>
              </a:spcBef>
              <a:spcAft>
                <a:spcPts val="600"/>
              </a:spcAft>
            </a:pPr>
            <a:r>
              <a:rPr lang="en-US" sz="2200">
                <a:latin typeface="+mn-lt"/>
              </a:rPr>
              <a:t>By default, desktop flow action groups don’t appear when creating a new DLP policy</a:t>
            </a:r>
          </a:p>
          <a:p>
            <a:pPr>
              <a:spcBef>
                <a:spcPts val="600"/>
              </a:spcBef>
              <a:spcAft>
                <a:spcPts val="600"/>
              </a:spcAft>
            </a:pPr>
            <a:r>
              <a:rPr lang="en-US" sz="2200">
                <a:latin typeface="+mn-lt"/>
              </a:rPr>
              <a:t>You need to turn on the Desktop flows actions in DLP setting from the Tenant settings</a:t>
            </a:r>
          </a:p>
        </p:txBody>
      </p:sp>
      <p:pic>
        <p:nvPicPr>
          <p:cNvPr id="8" name="Content Placeholder 4" descr="screen image of DLP tenant option">
            <a:extLst>
              <a:ext uri="{FF2B5EF4-FFF2-40B4-BE49-F238E27FC236}">
                <a16:creationId xmlns:a16="http://schemas.microsoft.com/office/drawing/2014/main" id="{1AFE5309-0D03-62EE-234C-F31432E0C935}"/>
              </a:ext>
            </a:extLst>
          </p:cNvPr>
          <p:cNvPicPr>
            <a:picLocks noGrp="1" noChangeAspect="1"/>
          </p:cNvPicPr>
          <p:nvPr>
            <p:ph type="pic" sz="quarter" idx="20"/>
          </p:nvPr>
        </p:nvPicPr>
        <p:blipFill rotWithShape="1">
          <a:blip r:embed="rId2"/>
          <a:srcRect l="-15097" t="-3299" r="-15097" b="-3299"/>
          <a:stretch/>
        </p:blipFill>
        <p:spPr>
          <a:xfrm>
            <a:off x="4064000" y="1581150"/>
            <a:ext cx="7535863" cy="4430713"/>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91842413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4A35-DAD3-88FB-B60C-3ADA64C09511}"/>
              </a:ext>
            </a:extLst>
          </p:cNvPr>
          <p:cNvSpPr>
            <a:spLocks noGrp="1"/>
          </p:cNvSpPr>
          <p:nvPr>
            <p:ph type="title"/>
          </p:nvPr>
        </p:nvSpPr>
        <p:spPr>
          <a:xfrm>
            <a:off x="588262" y="585216"/>
            <a:ext cx="11044938" cy="492443"/>
          </a:xfrm>
        </p:spPr>
        <p:txBody>
          <a:bodyPr/>
          <a:lstStyle/>
          <a:p>
            <a:r>
              <a:rPr lang="en-US"/>
              <a:t>Create a DLP Policy with Desktop Flows Restrictions</a:t>
            </a:r>
          </a:p>
        </p:txBody>
      </p:sp>
      <p:sp>
        <p:nvSpPr>
          <p:cNvPr id="7" name="TextBox 6">
            <a:extLst>
              <a:ext uri="{FF2B5EF4-FFF2-40B4-BE49-F238E27FC236}">
                <a16:creationId xmlns:a16="http://schemas.microsoft.com/office/drawing/2014/main" id="{23B5F6CF-7697-FBA4-043A-0846CE129D11}"/>
              </a:ext>
            </a:extLst>
          </p:cNvPr>
          <p:cNvSpPr txBox="1"/>
          <p:nvPr/>
        </p:nvSpPr>
        <p:spPr>
          <a:xfrm>
            <a:off x="588262" y="1581150"/>
            <a:ext cx="3301567" cy="3970318"/>
          </a:xfrm>
          <a:prstGeom prst="rect">
            <a:avLst/>
          </a:prstGeom>
          <a:noFill/>
        </p:spPr>
        <p:txBody>
          <a:bodyPr wrap="square" lIns="0" tIns="0" rIns="0" bIns="0">
            <a:spAutoFit/>
          </a:bodyPr>
          <a:lstStyle/>
          <a:p>
            <a:pPr>
              <a:spcBef>
                <a:spcPts val="600"/>
              </a:spcBef>
              <a:spcAft>
                <a:spcPts val="600"/>
              </a:spcAft>
            </a:pPr>
            <a:r>
              <a:rPr lang="en-US" sz="2200"/>
              <a:t>Administrators automatically see the new desktop flow modules in the default data group of the DLP policy they’re creating or updating</a:t>
            </a:r>
          </a:p>
          <a:p>
            <a:pPr>
              <a:spcBef>
                <a:spcPts val="600"/>
              </a:spcBef>
              <a:spcAft>
                <a:spcPts val="600"/>
              </a:spcAft>
            </a:pPr>
            <a:r>
              <a:rPr lang="en-US" sz="2200"/>
              <a:t>Policy is suspended if the default group is set to blocked and the desktop flows are running in the target environments</a:t>
            </a:r>
          </a:p>
        </p:txBody>
      </p:sp>
      <p:pic>
        <p:nvPicPr>
          <p:cNvPr id="12" name="Content Placeholder 4" descr="screen image of DLP">
            <a:extLst>
              <a:ext uri="{FF2B5EF4-FFF2-40B4-BE49-F238E27FC236}">
                <a16:creationId xmlns:a16="http://schemas.microsoft.com/office/drawing/2014/main" id="{DB1A7312-4CE8-6DEB-9E6F-BC3F36A28287}"/>
              </a:ext>
            </a:extLst>
          </p:cNvPr>
          <p:cNvPicPr>
            <a:picLocks noGrp="1" noChangeAspect="1"/>
          </p:cNvPicPr>
          <p:nvPr>
            <p:ph type="pic" sz="quarter" idx="20"/>
          </p:nvPr>
        </p:nvPicPr>
        <p:blipFill rotWithShape="1">
          <a:blip r:embed="rId2"/>
          <a:srcRect l="-3110" t="-5513" r="-3110" b="-5513"/>
          <a:stretch/>
        </p:blipFill>
        <p:spPr>
          <a:xfrm>
            <a:off x="4064000" y="1581150"/>
            <a:ext cx="7535863" cy="4430713"/>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275888875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4A35-DAD3-88FB-B60C-3ADA64C09511}"/>
              </a:ext>
            </a:extLst>
          </p:cNvPr>
          <p:cNvSpPr>
            <a:spLocks noGrp="1"/>
          </p:cNvSpPr>
          <p:nvPr>
            <p:ph type="title"/>
          </p:nvPr>
        </p:nvSpPr>
        <p:spPr>
          <a:xfrm>
            <a:off x="588262" y="585216"/>
            <a:ext cx="11044938" cy="492443"/>
          </a:xfrm>
        </p:spPr>
        <p:txBody>
          <a:bodyPr/>
          <a:lstStyle/>
          <a:p>
            <a:r>
              <a:rPr lang="en-US"/>
              <a:t>Data Loss Prevention Policy Violations</a:t>
            </a:r>
          </a:p>
        </p:txBody>
      </p:sp>
      <p:sp>
        <p:nvSpPr>
          <p:cNvPr id="7" name="TextBox 6">
            <a:extLst>
              <a:ext uri="{FF2B5EF4-FFF2-40B4-BE49-F238E27FC236}">
                <a16:creationId xmlns:a16="http://schemas.microsoft.com/office/drawing/2014/main" id="{23B5F6CF-7697-FBA4-043A-0846CE129D11}"/>
              </a:ext>
            </a:extLst>
          </p:cNvPr>
          <p:cNvSpPr txBox="1"/>
          <p:nvPr/>
        </p:nvSpPr>
        <p:spPr>
          <a:xfrm>
            <a:off x="588262" y="1581150"/>
            <a:ext cx="3374138" cy="2031325"/>
          </a:xfrm>
          <a:prstGeom prst="rect">
            <a:avLst/>
          </a:prstGeom>
          <a:noFill/>
        </p:spPr>
        <p:txBody>
          <a:bodyPr wrap="square" lIns="0" tIns="0" rIns="0" bIns="0">
            <a:spAutoFit/>
          </a:bodyPr>
          <a:lstStyle/>
          <a:p>
            <a:pPr>
              <a:spcBef>
                <a:spcPts val="600"/>
              </a:spcBef>
              <a:spcAft>
                <a:spcPts val="600"/>
              </a:spcAft>
            </a:pPr>
            <a:r>
              <a:rPr lang="en-US" sz="2200"/>
              <a:t>The business vs non-business data loss prevention policy, prevents users to use actions from the two categories on the same flow</a:t>
            </a:r>
          </a:p>
        </p:txBody>
      </p:sp>
      <p:pic>
        <p:nvPicPr>
          <p:cNvPr id="6" name="Content Placeholder 4" descr="screen image of DLP violation">
            <a:extLst>
              <a:ext uri="{FF2B5EF4-FFF2-40B4-BE49-F238E27FC236}">
                <a16:creationId xmlns:a16="http://schemas.microsoft.com/office/drawing/2014/main" id="{1D7A0DFA-F3D9-8B87-7823-51357DA00BCB}"/>
              </a:ext>
            </a:extLst>
          </p:cNvPr>
          <p:cNvPicPr>
            <a:picLocks noGrp="1" noChangeAspect="1"/>
          </p:cNvPicPr>
          <p:nvPr>
            <p:ph type="pic" sz="quarter" idx="20"/>
          </p:nvPr>
        </p:nvPicPr>
        <p:blipFill rotWithShape="1">
          <a:blip r:embed="rId3"/>
          <a:srcRect l="-6831" t="-2592" r="-6831" b="-2592"/>
          <a:stretch/>
        </p:blipFill>
        <p:spPr>
          <a:xfrm>
            <a:off x="4064000" y="1581150"/>
            <a:ext cx="7535863" cy="4430713"/>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37875333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4A35-DAD3-88FB-B60C-3ADA64C09511}"/>
              </a:ext>
            </a:extLst>
          </p:cNvPr>
          <p:cNvSpPr>
            <a:spLocks noGrp="1"/>
          </p:cNvSpPr>
          <p:nvPr>
            <p:ph type="title"/>
          </p:nvPr>
        </p:nvSpPr>
        <p:spPr>
          <a:xfrm>
            <a:off x="588262" y="585216"/>
            <a:ext cx="11044938" cy="492443"/>
          </a:xfrm>
        </p:spPr>
        <p:txBody>
          <a:bodyPr/>
          <a:lstStyle/>
          <a:p>
            <a:r>
              <a:rPr lang="en-US"/>
              <a:t>Suspended Desktop Flows in Cloud Flows</a:t>
            </a:r>
          </a:p>
        </p:txBody>
      </p:sp>
      <p:sp>
        <p:nvSpPr>
          <p:cNvPr id="7" name="TextBox 6">
            <a:extLst>
              <a:ext uri="{FF2B5EF4-FFF2-40B4-BE49-F238E27FC236}">
                <a16:creationId xmlns:a16="http://schemas.microsoft.com/office/drawing/2014/main" id="{23B5F6CF-7697-FBA4-043A-0846CE129D11}"/>
              </a:ext>
            </a:extLst>
          </p:cNvPr>
          <p:cNvSpPr txBox="1"/>
          <p:nvPr/>
        </p:nvSpPr>
        <p:spPr>
          <a:xfrm>
            <a:off x="588262" y="1581150"/>
            <a:ext cx="3247138" cy="4216539"/>
          </a:xfrm>
          <a:prstGeom prst="rect">
            <a:avLst/>
          </a:prstGeom>
          <a:noFill/>
        </p:spPr>
        <p:txBody>
          <a:bodyPr wrap="square" lIns="0" tIns="0" rIns="0" bIns="0">
            <a:spAutoFit/>
          </a:bodyPr>
          <a:lstStyle/>
          <a:p>
            <a:pPr>
              <a:spcBef>
                <a:spcPts val="600"/>
              </a:spcBef>
              <a:spcAft>
                <a:spcPts val="600"/>
              </a:spcAft>
            </a:pPr>
            <a:r>
              <a:rPr lang="en-US" sz="2200"/>
              <a:t>A suspended desktop flows due to data loss prevention (DLP) prevention policies violations won’t be available to be selected</a:t>
            </a:r>
          </a:p>
          <a:p>
            <a:pPr>
              <a:spcBef>
                <a:spcPts val="600"/>
              </a:spcBef>
              <a:spcAft>
                <a:spcPts val="600"/>
              </a:spcAft>
            </a:pPr>
            <a:r>
              <a:rPr lang="en-US" sz="2200"/>
              <a:t>To be able to launch the desktop flow from a cloud flow, edit the desktop flow in the desktop designer and resolve the DLP violations</a:t>
            </a:r>
          </a:p>
        </p:txBody>
      </p:sp>
      <p:pic>
        <p:nvPicPr>
          <p:cNvPr id="5" name="Content Placeholder 4" descr="screen shot of disabled flow">
            <a:extLst>
              <a:ext uri="{FF2B5EF4-FFF2-40B4-BE49-F238E27FC236}">
                <a16:creationId xmlns:a16="http://schemas.microsoft.com/office/drawing/2014/main" id="{1AE71800-BBD0-6316-C29B-C4D82C21D4AE}"/>
              </a:ext>
            </a:extLst>
          </p:cNvPr>
          <p:cNvPicPr>
            <a:picLocks noGrp="1" noChangeAspect="1"/>
          </p:cNvPicPr>
          <p:nvPr>
            <p:ph type="pic" sz="quarter" idx="20"/>
          </p:nvPr>
        </p:nvPicPr>
        <p:blipFill rotWithShape="1">
          <a:blip r:embed="rId3"/>
          <a:srcRect l="-6094" t="-2290" r="-6094" b="-2290"/>
          <a:stretch/>
        </p:blipFill>
        <p:spPr>
          <a:xfrm>
            <a:off x="4064000" y="1581150"/>
            <a:ext cx="7535863" cy="4430713"/>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296055527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4A35-DAD3-88FB-B60C-3ADA64C09511}"/>
              </a:ext>
            </a:extLst>
          </p:cNvPr>
          <p:cNvSpPr>
            <a:spLocks noGrp="1"/>
          </p:cNvSpPr>
          <p:nvPr>
            <p:ph type="title"/>
          </p:nvPr>
        </p:nvSpPr>
        <p:spPr>
          <a:xfrm>
            <a:off x="588262" y="585216"/>
            <a:ext cx="11044938" cy="492443"/>
          </a:xfrm>
        </p:spPr>
        <p:txBody>
          <a:bodyPr/>
          <a:lstStyle/>
          <a:p>
            <a:r>
              <a:rPr lang="en-US"/>
              <a:t>DLP for Custom Connectors</a:t>
            </a:r>
          </a:p>
        </p:txBody>
      </p:sp>
      <p:sp>
        <p:nvSpPr>
          <p:cNvPr id="7" name="TextBox 6">
            <a:extLst>
              <a:ext uri="{FF2B5EF4-FFF2-40B4-BE49-F238E27FC236}">
                <a16:creationId xmlns:a16="http://schemas.microsoft.com/office/drawing/2014/main" id="{23B5F6CF-7697-FBA4-043A-0846CE129D11}"/>
              </a:ext>
            </a:extLst>
          </p:cNvPr>
          <p:cNvSpPr txBox="1"/>
          <p:nvPr/>
        </p:nvSpPr>
        <p:spPr>
          <a:xfrm>
            <a:off x="588262" y="1581150"/>
            <a:ext cx="3374138" cy="4462760"/>
          </a:xfrm>
          <a:prstGeom prst="rect">
            <a:avLst/>
          </a:prstGeom>
          <a:noFill/>
        </p:spPr>
        <p:txBody>
          <a:bodyPr wrap="square" lIns="0" tIns="0" rIns="0" bIns="0">
            <a:spAutoFit/>
          </a:bodyPr>
          <a:lstStyle/>
          <a:p>
            <a:pPr>
              <a:spcBef>
                <a:spcPts val="600"/>
              </a:spcBef>
              <a:spcAft>
                <a:spcPts val="600"/>
              </a:spcAft>
            </a:pPr>
            <a:r>
              <a:rPr lang="en-US" sz="1800"/>
              <a:t>You can manage custom connectors for tenant and environment level data loss prevention (DLP) policies</a:t>
            </a:r>
          </a:p>
          <a:p>
            <a:pPr>
              <a:spcBef>
                <a:spcPts val="600"/>
              </a:spcBef>
              <a:spcAft>
                <a:spcPts val="600"/>
              </a:spcAft>
            </a:pPr>
            <a:r>
              <a:rPr lang="en-US" sz="1800"/>
              <a:t>Environment admins can see all custom connectors alongside of pre-built connectors in the Connectors tab of the Data Policies wizard</a:t>
            </a:r>
          </a:p>
          <a:p>
            <a:pPr>
              <a:spcBef>
                <a:spcPts val="600"/>
              </a:spcBef>
              <a:spcAft>
                <a:spcPts val="600"/>
              </a:spcAft>
            </a:pPr>
            <a:r>
              <a:rPr lang="en-US" sz="1800"/>
              <a:t>Tenant admins will see a new tab in the Data Policies wizard called Custom connectors, which will allow them to specify an ordered list of Allow and Deny URL patterns for custom connectors</a:t>
            </a:r>
          </a:p>
        </p:txBody>
      </p:sp>
      <p:pic>
        <p:nvPicPr>
          <p:cNvPr id="6" name="Content Placeholder 4" descr="screen image of dlp with custom connector showing">
            <a:extLst>
              <a:ext uri="{FF2B5EF4-FFF2-40B4-BE49-F238E27FC236}">
                <a16:creationId xmlns:a16="http://schemas.microsoft.com/office/drawing/2014/main" id="{B0D46F1A-CFF6-EB04-809D-28B2DC973D22}"/>
              </a:ext>
            </a:extLst>
          </p:cNvPr>
          <p:cNvPicPr>
            <a:picLocks noGrp="1" noChangeAspect="1"/>
          </p:cNvPicPr>
          <p:nvPr>
            <p:ph type="pic" sz="quarter" idx="20"/>
          </p:nvPr>
        </p:nvPicPr>
        <p:blipFill rotWithShape="1">
          <a:blip r:embed="rId3"/>
          <a:srcRect t="-8470" b="-8470"/>
          <a:stretch/>
        </p:blipFill>
        <p:spPr>
          <a:xfrm>
            <a:off x="4064000" y="1581150"/>
            <a:ext cx="7535863" cy="4430713"/>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192467448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B2D"/>
                </a:solidFill>
                <a:latin typeface="Segoe UI" pitchFamily="34" charset="0"/>
                <a:ea typeface="Segoe UI" pitchFamily="34" charset="-122"/>
                <a:cs typeface="Segoe UI" pitchFamily="34" charset="-120"/>
              </a:rPr>
              <a:t>Environments, monitoring and incident response</a:t>
            </a:r>
            <a:endParaRPr lang="en-US" sz="3000" dirty="0"/>
          </a:p>
        </p:txBody>
      </p:sp>
      <p:sp>
        <p:nvSpPr>
          <p:cNvPr id="3" name="Shape 1"/>
          <p:cNvSpPr/>
          <p:nvPr/>
        </p:nvSpPr>
        <p:spPr>
          <a:xfrm>
            <a:off x="815975" y="1489075"/>
            <a:ext cx="3380284"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47750" y="1720850"/>
            <a:ext cx="3004236"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Dev</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47750" y="2068810"/>
            <a:ext cx="3004236"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Makers build in a dev environment with sample data, using solutions for every component.</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4405809" y="1489075"/>
            <a:ext cx="3380333"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7" name="Text 5"/>
          <p:cNvSpPr/>
          <p:nvPr/>
        </p:nvSpPr>
        <p:spPr>
          <a:xfrm>
            <a:off x="4637584" y="1720850"/>
            <a:ext cx="3004287"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Test</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4637584" y="2068810"/>
            <a:ext cx="3004287"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Run routing tests, security checks and approvals. Use environment variables and connection references.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7995692" y="1489075"/>
            <a:ext cx="3380333" cy="1504900"/>
          </a:xfrm>
          <a:prstGeom prst="roundRect">
            <a:avLst>
              <a:gd name="adj" fmla="val 6540"/>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8227467" y="1720850"/>
            <a:ext cx="3004287"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Production</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8227467" y="2068810"/>
            <a:ext cx="3004287"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Managed solutions only, pipeline deployment, restricted maker access.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10"/>
          <p:cNvSpPr/>
          <p:nvPr/>
        </p:nvSpPr>
        <p:spPr>
          <a:xfrm>
            <a:off x="815975" y="325432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13" name="Text 11"/>
          <p:cNvSpPr/>
          <p:nvPr/>
        </p:nvSpPr>
        <p:spPr>
          <a:xfrm>
            <a:off x="1047750" y="348610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Monitor</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2"/>
          <p:cNvSpPr/>
          <p:nvPr/>
        </p:nvSpPr>
        <p:spPr>
          <a:xfrm>
            <a:off x="1047750" y="3834061"/>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Track errors, routing accuracy, latency, cost and tool usage with analytics and Application Insights.</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5" name="Shape 13"/>
          <p:cNvSpPr/>
          <p:nvPr/>
        </p:nvSpPr>
        <p:spPr>
          <a:xfrm>
            <a:off x="6200775" y="3254325"/>
            <a:ext cx="5175250" cy="1273770"/>
          </a:xfrm>
          <a:prstGeom prst="roundRect">
            <a:avLst>
              <a:gd name="adj" fmla="val 7727"/>
            </a:avLst>
          </a:prstGeom>
          <a:solidFill>
            <a:srgbClr val="FFFFFF"/>
          </a:solidFill>
          <a:ln w="6350">
            <a:solidFill>
              <a:srgbClr val="D9D8D0"/>
            </a:solidFill>
            <a:prstDash val="solid"/>
          </a:ln>
        </p:spPr>
        <p:txBody>
          <a:bodyPr/>
          <a:lstStyle/>
          <a:p>
            <a:endParaRPr lang="en-IN"/>
          </a:p>
        </p:txBody>
      </p:sp>
      <p:sp>
        <p:nvSpPr>
          <p:cNvPr id="16" name="Text 14"/>
          <p:cNvSpPr/>
          <p:nvPr/>
        </p:nvSpPr>
        <p:spPr>
          <a:xfrm>
            <a:off x="6432550" y="3486100"/>
            <a:ext cx="4853051"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Respond</a:t>
            </a:r>
            <a:endParaRPr kumimoji="0" lang="en-US" sz="17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7" name="Text 15"/>
          <p:cNvSpPr/>
          <p:nvPr/>
        </p:nvSpPr>
        <p:spPr>
          <a:xfrm>
            <a:off x="6432550" y="3834061"/>
            <a:ext cx="4853051"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Define owners and runbooks: disable the agent or a tool, revoke credentials, review logs and audit, then fix and redeploy.</a:t>
            </a:r>
            <a:endParaRPr kumimoji="0" lang="en-US" sz="13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8" name="Text 16"/>
          <p:cNvSpPr/>
          <p:nvPr/>
        </p:nvSpPr>
        <p:spPr>
          <a:xfrm>
            <a:off x="812800" y="6238280"/>
            <a:ext cx="1233309"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B6678"/>
                </a:solidFill>
                <a:effectLst/>
                <a:uLnTx/>
                <a:uFillTx/>
                <a:latin typeface="Segoe UI" pitchFamily="34" charset="0"/>
                <a:ea typeface="Segoe UI" pitchFamily="34" charset="-122"/>
                <a:cs typeface="Segoe UI" pitchFamily="34" charset="-120"/>
              </a:rPr>
              <a:t>06 | Operations</a:t>
            </a:r>
            <a:endParaRPr kumimoji="0" lang="en-US" sz="12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DD7022B3-D6F3-2F4E-F404-2D2811BFAA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81DAF6-784D-0DBB-4727-4DB8ED537921}"/>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2E0CD648-DB3B-5098-B492-2E096A396590}"/>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103858D5-A6C4-F806-CE48-5B6FF34F92EB}"/>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C5C36B88-BDFD-29D8-DA60-E1A871D76BCB}"/>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Banking: connected servicing agents with delegation</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Finance: connect an enterprise system via MCP</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Healthcare: configure DLP, authentication and monitoring</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13109805-ABAF-520B-5A05-B22DFE06A510}"/>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3585144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AC67-E814-EAAD-C01A-41CE5EB34C8C}"/>
              </a:ext>
            </a:extLst>
          </p:cNvPr>
          <p:cNvSpPr>
            <a:spLocks noGrp="1"/>
          </p:cNvSpPr>
          <p:nvPr>
            <p:ph type="title"/>
          </p:nvPr>
        </p:nvSpPr>
        <p:spPr/>
        <p:txBody>
          <a:bodyPr>
            <a:normAutofit fontScale="90000"/>
          </a:bodyPr>
          <a:lstStyle/>
          <a:p>
            <a:r>
              <a:rPr lang="en-US"/>
              <a:t>Closing slide</a:t>
            </a:r>
          </a:p>
        </p:txBody>
      </p:sp>
      <p:sp>
        <p:nvSpPr>
          <p:cNvPr id="3" name="Title 1">
            <a:extLst>
              <a:ext uri="{FF2B5EF4-FFF2-40B4-BE49-F238E27FC236}">
                <a16:creationId xmlns:a16="http://schemas.microsoft.com/office/drawing/2014/main" id="{E24F4DE7-C129-72C8-6B68-3FB890D46E64}"/>
              </a:ext>
            </a:extLst>
          </p:cNvPr>
          <p:cNvSpPr txBox="1">
            <a:spLocks/>
          </p:cNvSpPr>
          <p:nvPr/>
        </p:nvSpPr>
        <p:spPr>
          <a:xfrm>
            <a:off x="584200" y="2976187"/>
            <a:ext cx="5325533" cy="557589"/>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4000" kern="1200" spc="-50" baseline="0">
                <a:solidFill>
                  <a:schemeClr val="tx1"/>
                </a:solidFill>
                <a:latin typeface="+mj-lt"/>
                <a:ea typeface="+mj-ea"/>
                <a:cs typeface="Segoe UI" panose="020B0502040204020203" pitchFamily="34" charset="0"/>
              </a:defRPr>
            </a:lvl1pPr>
          </a:lstStyle>
          <a:p>
            <a:r>
              <a:rPr lang="en-US" dirty="0"/>
              <a:t>Thank you</a:t>
            </a:r>
          </a:p>
        </p:txBody>
      </p:sp>
    </p:spTree>
    <p:extLst>
      <p:ext uri="{BB962C8B-B14F-4D97-AF65-F5344CB8AC3E}">
        <p14:creationId xmlns:p14="http://schemas.microsoft.com/office/powerpoint/2010/main" val="2655586065"/>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4.xml><?xml version="1.0" encoding="utf-8"?>
<a:theme xmlns:a="http://schemas.openxmlformats.org/drawingml/2006/main" name="Multi-Agent Orchestration, MCP &amp; Governance">
  <a:themeElements>
    <a:clrScheme name="Multi-Agent Orchestration, MCP &amp; Governance">
      <a:dk1>
        <a:srgbClr val="0F1B2D"/>
      </a:dk1>
      <a:lt1>
        <a:srgbClr val="F5F4EF"/>
      </a:lt1>
      <a:dk2>
        <a:srgbClr val="49515E"/>
      </a:dk2>
      <a:lt2>
        <a:srgbClr val="DEDEDC"/>
      </a:lt2>
      <a:accent1>
        <a:srgbClr val="2F6FED"/>
      </a:accent1>
      <a:accent2>
        <a:srgbClr val="B45309"/>
      </a:accent2>
      <a:accent3>
        <a:srgbClr val="F59E0B"/>
      </a:accent3>
      <a:accent4>
        <a:srgbClr val="5B6678"/>
      </a:accent4>
      <a:accent5>
        <a:srgbClr val="B9C4D6"/>
      </a:accent5>
      <a:accent6>
        <a:srgbClr val="9AA0A6"/>
      </a:accent6>
      <a:hlink>
        <a:srgbClr val="0563C1"/>
      </a:hlink>
      <a:folHlink>
        <a:srgbClr val="954F72"/>
      </a:folHlink>
    </a:clrScheme>
    <a:fontScheme name="Multi-Agent Orchestration, MCP &amp; Governan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1101</TotalTime>
  <Words>1384</Words>
  <Application>Microsoft Office PowerPoint</Application>
  <PresentationFormat>Widescreen</PresentationFormat>
  <Paragraphs>130</Paragraphs>
  <Slides>16</Slides>
  <Notes>11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16</vt:i4>
      </vt:variant>
    </vt:vector>
  </HeadingPairs>
  <TitlesOfParts>
    <vt:vector size="29" baseType="lpstr">
      <vt:lpstr>Aptos</vt:lpstr>
      <vt:lpstr>Aptos Display</vt:lpstr>
      <vt:lpstr>Arial</vt:lpstr>
      <vt:lpstr>Consolas</vt:lpstr>
      <vt:lpstr>DM Sans</vt:lpstr>
      <vt:lpstr>Segoe UI</vt:lpstr>
      <vt:lpstr>Segoe UI Black</vt:lpstr>
      <vt:lpstr>Segoe UI Semibold</vt:lpstr>
      <vt:lpstr>Wingdings</vt:lpstr>
      <vt:lpstr>Office Theme</vt:lpstr>
      <vt:lpstr>Power Apps Code Apps Quickstart</vt:lpstr>
      <vt:lpstr>1_LIGHT MODE</vt:lpstr>
      <vt:lpstr>Multi-Agent Orchestration, MCP &amp; Governance</vt:lpstr>
      <vt:lpstr>Enterprise Apps &amp; Agents </vt:lpstr>
      <vt:lpstr>Parent-child and connected-agent patterns</vt:lpstr>
      <vt:lpstr>Delegation, orchestration and decomposition decisions</vt:lpstr>
      <vt:lpstr>Shared versus per-agent context and long-running interactions</vt:lpstr>
      <vt:lpstr>Agent2Agent and Model Context Protocol integration</vt:lpstr>
      <vt:lpstr>Authentication, authorization, least privilege, connectors and DLP</vt:lpstr>
      <vt:lpstr>Data Loss Prevention Policies</vt:lpstr>
      <vt:lpstr>Categorizing Connectors</vt:lpstr>
      <vt:lpstr>Enable/Disable Desktop Flow DLP</vt:lpstr>
      <vt:lpstr>Create a DLP Policy with Desktop Flows Restrictions</vt:lpstr>
      <vt:lpstr>Data Loss Prevention Policy Violations</vt:lpstr>
      <vt:lpstr>Suspended Desktop Flows in Cloud Flows</vt:lpstr>
      <vt:lpstr>DLP for Custom Connectors</vt:lpstr>
      <vt:lpstr>Environments, monitoring and incident response</vt:lpstr>
      <vt:lpstr>Demo</vt:lpstr>
      <vt:lpstr>Closing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2026-10-23T06:16:57Z</dcterms:modified>
</cp:coreProperties>
</file>